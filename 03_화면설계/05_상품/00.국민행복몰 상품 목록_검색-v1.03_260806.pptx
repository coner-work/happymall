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85" r:id="rId8"/>
    <p:sldId id="2000" r:id="rId9"/>
    <p:sldId id="2001" r:id="rId10"/>
    <p:sldId id="1952" r:id="rId11"/>
    <p:sldId id="1988" r:id="rId12"/>
    <p:sldId id="2004" r:id="rId13"/>
    <p:sldId id="2005" r:id="rId14"/>
    <p:sldId id="2006" r:id="rId15"/>
    <p:sldId id="2007" r:id="rId16"/>
    <p:sldId id="1995" r:id="rId17"/>
    <p:sldId id="1992" r:id="rId18"/>
    <p:sldId id="1963" r:id="rId19"/>
    <p:sldId id="1987" r:id="rId20"/>
    <p:sldId id="1999" r:id="rId21"/>
    <p:sldId id="1989" r:id="rId22"/>
    <p:sldId id="1990" r:id="rId23"/>
    <p:sldId id="1991" r:id="rId24"/>
    <p:sldId id="1982" r:id="rId25"/>
    <p:sldId id="1993" r:id="rId26"/>
    <p:sldId id="2012" r:id="rId27"/>
    <p:sldId id="1996" r:id="rId28"/>
    <p:sldId id="1998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0_공통 검색" id="{D597ECFB-C97F-430C-894C-626A160CAC80}">
          <p14:sldIdLst>
            <p14:sldId id="1985"/>
            <p14:sldId id="2000"/>
          </p14:sldIdLst>
        </p14:section>
        <p14:section name="00_상품 목록 공통 정의(모바일/태블릿)" id="{A6C3BE23-7BCC-466E-B84E-EC993BC94121}">
          <p14:sldIdLst>
            <p14:sldId id="2001"/>
            <p14:sldId id="1952"/>
            <p14:sldId id="1988"/>
            <p14:sldId id="2004"/>
            <p14:sldId id="2005"/>
            <p14:sldId id="2006"/>
            <p14:sldId id="2007"/>
            <p14:sldId id="1995"/>
            <p14:sldId id="1992"/>
          </p14:sldIdLst>
        </p14:section>
        <p14:section name="01_상품 목록(모바일/태블릿)" id="{36F1AAD0-E118-4A96-B951-37C09C04A022}">
          <p14:sldIdLst>
            <p14:sldId id="1963"/>
            <p14:sldId id="1987"/>
            <p14:sldId id="1999"/>
            <p14:sldId id="1989"/>
            <p14:sldId id="1990"/>
            <p14:sldId id="1991"/>
          </p14:sldIdLst>
        </p14:section>
        <p14:section name="02_상품 목록(PC)" id="{5DF9EF3D-170F-401C-8E40-5D5545F2F88D}">
          <p14:sldIdLst>
            <p14:sldId id="1982"/>
            <p14:sldId id="1993"/>
            <p14:sldId id="2012"/>
            <p14:sldId id="1996"/>
            <p14:sldId id="1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FF9933"/>
    <a:srgbClr val="EB7A67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25" d="100"/>
          <a:sy n="125" d="100"/>
        </p:scale>
        <p:origin x="1848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0" r:id="rId8"/>
    <p:sldLayoutId id="2147483671" r:id="rId9"/>
    <p:sldLayoutId id="2147483663" r:id="rId10"/>
    <p:sldLayoutId id="2147483662" r:id="rId11"/>
    <p:sldLayoutId id="2147483654" r:id="rId12"/>
    <p:sldLayoutId id="2147483664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socialservice.or.kr:444/user/htmlEditor/view2.do?p_sn=66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socialservice.or.kr:444/user/htmlEditor/view2.do?p_sn=39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상품목록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검색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52885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407477"/>
              </p:ext>
            </p:extLst>
          </p:nvPr>
        </p:nvGraphicFramePr>
        <p:xfrm>
          <a:off x="360289" y="1293813"/>
          <a:ext cx="12241360" cy="41667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수정요청 회의 피드백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조상희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필터에서 복수선택 가능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버전처럼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쭉내려오는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구분 상세화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기저귀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형태 밴드형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팬티형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단계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바우처별 상품 찾기에서 아이콘으로 표시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 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 중지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품절 버튼 케이스 추가 반영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8/4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카테고리 값에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삭제 반영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조건 전체로 반영 불가로 인함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8/6 pm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4:00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현업요청으로 인한 화면 수정 반영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C/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슬랙요청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               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CH-U-PR-02-02-07p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수량 선택 레이어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CH-U-PR-02-02-08p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CH-U-PR-02-02-10p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수량 선택 레이어  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CH-U-PR-02-02-11p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7F0A07-765F-88D9-50DF-A2D10DB0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3056"/>
              </p:ext>
            </p:extLst>
          </p:nvPr>
        </p:nvGraphicFramePr>
        <p:xfrm>
          <a:off x="576313" y="4644405"/>
          <a:ext cx="11666539" cy="1647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47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검색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상품명, 브랜드, 키워드로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AI검색</a:t>
                      </a:r>
                      <a:r>
                        <a:rPr lang="ko-KR" sz="800" u="none" strike="noStrike" dirty="0">
                          <a:effectLst/>
                        </a:rPr>
                        <a:t> 결과값 일반 검색 결과값 같이 보여주는 것으로 정의.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60421"/>
                  </a:ext>
                </a:extLst>
              </a:tr>
              <a:tr h="11671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AI를</a:t>
                      </a:r>
                      <a:r>
                        <a:rPr lang="ko-KR" sz="800" u="none" strike="noStrike" dirty="0">
                          <a:effectLst/>
                        </a:rPr>
                        <a:t> 활용하여 검색어가 동일하지 않아도 </a:t>
                      </a:r>
                      <a:r>
                        <a:rPr lang="ko-KR" sz="800" u="none" strike="noStrike" dirty="0" err="1">
                          <a:effectLst/>
                        </a:rPr>
                        <a:t>연관있는</a:t>
                      </a:r>
                      <a:r>
                        <a:rPr lang="ko-KR" sz="800" u="none" strike="noStrike" dirty="0">
                          <a:effectLst/>
                        </a:rPr>
                        <a:t>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AI 기반 상품추천을 표출할 메인, 상품, </a:t>
                      </a:r>
                      <a:r>
                        <a:rPr lang="ko-KR" sz="800" u="none" strike="noStrike" dirty="0" err="1">
                          <a:effectLst/>
                        </a:rPr>
                        <a:t>상품상세에</a:t>
                      </a:r>
                      <a:r>
                        <a:rPr lang="ko-KR" sz="800" u="none" strike="noStrike" dirty="0">
                          <a:effectLst/>
                        </a:rPr>
                        <a:t> 영역 디자인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 err="1">
                          <a:effectLst/>
                        </a:rPr>
                        <a:t>Q</a:t>
                      </a:r>
                      <a:r>
                        <a:rPr lang="ko-KR" sz="800" u="none" strike="noStrike" dirty="0">
                          <a:effectLst/>
                        </a:rPr>
                        <a:t>. 상품과 검색어를 AI </a:t>
                      </a:r>
                      <a:r>
                        <a:rPr lang="ko-KR" sz="800" u="none" strike="noStrike" dirty="0" err="1">
                          <a:effectLst/>
                        </a:rPr>
                        <a:t>임베딩</a:t>
                      </a:r>
                      <a:r>
                        <a:rPr lang="ko-KR" sz="800" u="none" strike="noStrike" dirty="0">
                          <a:effectLst/>
                        </a:rPr>
                        <a:t> 변환 후, 유사도 검색 수행 한다는 </a:t>
                      </a:r>
                      <a:r>
                        <a:rPr lang="ko-KR" sz="800" u="none" strike="noStrike" dirty="0" err="1">
                          <a:effectLst/>
                        </a:rPr>
                        <a:t>방향이실지</a:t>
                      </a:r>
                      <a:r>
                        <a:rPr lang="ko-KR" sz="800" u="none" strike="noStrike" dirty="0">
                          <a:effectLst/>
                        </a:rPr>
                        <a:t>?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r>
                        <a:rPr lang="ko-KR" sz="800" u="none" strike="noStrike" dirty="0" err="1">
                          <a:effectLst/>
                        </a:rPr>
                        <a:t>코너크리에이티브</a:t>
                      </a:r>
                      <a:r>
                        <a:rPr lang="ko-KR" sz="800" u="none" strike="noStrike" dirty="0">
                          <a:effectLst/>
                        </a:rPr>
                        <a:t> 작업 이슈 없음(기/디/퍼) 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(위 항목의 검색 결과 값 공통으로 사용함으로, 1벌 필요) (</a:t>
                      </a:r>
                      <a:r>
                        <a:rPr lang="ko-KR" sz="800" u="none" strike="noStrike" dirty="0" err="1">
                          <a:effectLst/>
                        </a:rPr>
                        <a:t>조상희B</a:t>
                      </a:r>
                      <a:r>
                        <a:rPr lang="ko-KR" sz="800" u="none" strike="noStrike" dirty="0">
                          <a:effectLst/>
                        </a:rPr>
                        <a:t>)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3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37BC71-5368-A5D5-9BC9-5541C6249478}"/>
              </a:ext>
            </a:extLst>
          </p:cNvPr>
          <p:cNvSpPr txBox="1"/>
          <p:nvPr/>
        </p:nvSpPr>
        <p:spPr>
          <a:xfrm>
            <a:off x="4893034" y="2501295"/>
            <a:ext cx="317586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상품 검색 </a:t>
            </a:r>
          </a:p>
        </p:txBody>
      </p:sp>
    </p:spTree>
    <p:extLst>
      <p:ext uri="{BB962C8B-B14F-4D97-AF65-F5344CB8AC3E}">
        <p14:creationId xmlns:p14="http://schemas.microsoft.com/office/powerpoint/2010/main" val="4327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53B2-A3A5-7AE1-E353-584D4B26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066EFB70-445D-561E-4674-F79B51575306}"/>
              </a:ext>
            </a:extLst>
          </p:cNvPr>
          <p:cNvSpPr/>
          <p:nvPr/>
        </p:nvSpPr>
        <p:spPr>
          <a:xfrm>
            <a:off x="3312617" y="688068"/>
            <a:ext cx="3024619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04842-15BD-9592-26B0-7D71814C0AD6}"/>
              </a:ext>
            </a:extLst>
          </p:cNvPr>
          <p:cNvSpPr txBox="1"/>
          <p:nvPr/>
        </p:nvSpPr>
        <p:spPr>
          <a:xfrm>
            <a:off x="1307907" y="7828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 검색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80DC5-4CBE-E903-1E97-8F1973A908C9}"/>
              </a:ext>
            </a:extLst>
          </p:cNvPr>
          <p:cNvSpPr txBox="1"/>
          <p:nvPr/>
        </p:nvSpPr>
        <p:spPr>
          <a:xfrm>
            <a:off x="1302717" y="330494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검색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B77F20-7FBC-615E-29BD-6CAFBE9E3ED8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CH-U-SE-00-00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B9186-3AB0-F155-76EE-031E7817743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EEDC-1654-3E3A-2A8D-5A6E80CA7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497DD314-E6BD-AEF7-B53D-78A7D71F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40206"/>
              </p:ext>
            </p:extLst>
          </p:nvPr>
        </p:nvGraphicFramePr>
        <p:xfrm>
          <a:off x="10081369" y="670891"/>
          <a:ext cx="2850436" cy="372059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검색 디폴트 화면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최근 검색어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최근 검색어 탭  활성화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기능 동일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전체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 전체삭제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검색한 키워드 삭제 기능 제공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모두 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영역을 가져가는 것으로 정의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검색 결과 페이지 활성화 하단에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공통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693A2A9-6215-7F20-E653-D55E8F9490AE}"/>
              </a:ext>
            </a:extLst>
          </p:cNvPr>
          <p:cNvSpPr/>
          <p:nvPr/>
        </p:nvSpPr>
        <p:spPr>
          <a:xfrm>
            <a:off x="3691393" y="742146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DC91C48-E380-600F-8CDA-F5AB51E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3810317" y="798893"/>
            <a:ext cx="239492" cy="1723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C61EBD-DD53-0193-3D81-38E6B50A3FA9}"/>
              </a:ext>
            </a:extLst>
          </p:cNvPr>
          <p:cNvSpPr txBox="1"/>
          <p:nvPr/>
        </p:nvSpPr>
        <p:spPr>
          <a:xfrm>
            <a:off x="3362239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DC4286-9509-DDAC-366E-94EA74BF0FDA}"/>
              </a:ext>
            </a:extLst>
          </p:cNvPr>
          <p:cNvSpPr txBox="1"/>
          <p:nvPr/>
        </p:nvSpPr>
        <p:spPr>
          <a:xfrm>
            <a:off x="3689134" y="115818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69AC35-C8CA-1C7D-4E38-46B7BE21567F}"/>
              </a:ext>
            </a:extLst>
          </p:cNvPr>
          <p:cNvCxnSpPr/>
          <p:nvPr/>
        </p:nvCxnSpPr>
        <p:spPr>
          <a:xfrm>
            <a:off x="3384625" y="1445715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16342E0-5204-52C6-281B-9DB96F431AAE}"/>
              </a:ext>
            </a:extLst>
          </p:cNvPr>
          <p:cNvCxnSpPr/>
          <p:nvPr/>
        </p:nvCxnSpPr>
        <p:spPr>
          <a:xfrm>
            <a:off x="3384625" y="1445715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AA47277-3605-A89C-6004-C34724C5FF88}"/>
              </a:ext>
            </a:extLst>
          </p:cNvPr>
          <p:cNvSpPr txBox="1"/>
          <p:nvPr/>
        </p:nvSpPr>
        <p:spPr>
          <a:xfrm>
            <a:off x="5171645" y="11446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8C0BD797-1B8E-EE3F-B785-1814CB5B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233"/>
              </p:ext>
            </p:extLst>
          </p:nvPr>
        </p:nvGraphicFramePr>
        <p:xfrm>
          <a:off x="3320744" y="1609345"/>
          <a:ext cx="3016492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492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35A38A76-61B9-C01F-68FC-5C631A2302AE}"/>
              </a:ext>
            </a:extLst>
          </p:cNvPr>
          <p:cNvSpPr txBox="1"/>
          <p:nvPr/>
        </p:nvSpPr>
        <p:spPr>
          <a:xfrm>
            <a:off x="4442134" y="2380520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51B007F-524E-B08C-180B-854D702B083B}"/>
              </a:ext>
            </a:extLst>
          </p:cNvPr>
          <p:cNvGrpSpPr/>
          <p:nvPr/>
        </p:nvGrpSpPr>
        <p:grpSpPr>
          <a:xfrm>
            <a:off x="6029427" y="1611278"/>
            <a:ext cx="206499" cy="215444"/>
            <a:chOff x="5860406" y="1378645"/>
            <a:chExt cx="206499" cy="215444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816AF7AE-325E-9C9E-0540-4B2D5F408666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B9E89E-7906-09A4-3A65-A6159AC4CD49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6F136F0-5F99-E21E-3F65-81FE5F3C616B}"/>
              </a:ext>
            </a:extLst>
          </p:cNvPr>
          <p:cNvGrpSpPr/>
          <p:nvPr/>
        </p:nvGrpSpPr>
        <p:grpSpPr>
          <a:xfrm>
            <a:off x="6029427" y="1851229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24E4E3AB-878A-B9D7-068D-126040FA3E5E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FAC155-840F-3C44-EA4E-76F1E48CE93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6D04647-A6BA-060D-F2CB-EC95CC92F8F3}"/>
              </a:ext>
            </a:extLst>
          </p:cNvPr>
          <p:cNvGrpSpPr/>
          <p:nvPr/>
        </p:nvGrpSpPr>
        <p:grpSpPr>
          <a:xfrm>
            <a:off x="6037819" y="2101741"/>
            <a:ext cx="206499" cy="215444"/>
            <a:chOff x="5860406" y="1378645"/>
            <a:chExt cx="206499" cy="215444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221F6C1E-7AD2-5D10-CEE4-B94D5207D9DF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596174E-4BCB-0329-B4E7-A75B170CE9F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77AE8D5-341C-9F54-8BAB-02518D78AA2C}"/>
              </a:ext>
            </a:extLst>
          </p:cNvPr>
          <p:cNvSpPr txBox="1"/>
          <p:nvPr/>
        </p:nvSpPr>
        <p:spPr>
          <a:xfrm>
            <a:off x="5265806" y="1526012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7C846C-39A2-3EB0-1660-DAFFB9D8D417}"/>
              </a:ext>
            </a:extLst>
          </p:cNvPr>
          <p:cNvSpPr txBox="1"/>
          <p:nvPr/>
        </p:nvSpPr>
        <p:spPr>
          <a:xfrm>
            <a:off x="5256833" y="177434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3C2CA5-7EDC-2C6A-19F0-CA91BF5649BE}"/>
              </a:ext>
            </a:extLst>
          </p:cNvPr>
          <p:cNvSpPr txBox="1"/>
          <p:nvPr/>
        </p:nvSpPr>
        <p:spPr>
          <a:xfrm>
            <a:off x="5256833" y="199196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E317CC-E667-229D-A564-5821AB9ED1AD}"/>
              </a:ext>
            </a:extLst>
          </p:cNvPr>
          <p:cNvSpPr/>
          <p:nvPr/>
        </p:nvSpPr>
        <p:spPr>
          <a:xfrm>
            <a:off x="3314641" y="6589143"/>
            <a:ext cx="3022596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30F98989-8EDF-E360-31B8-F5D434BF1778}"/>
              </a:ext>
            </a:extLst>
          </p:cNvPr>
          <p:cNvSpPr/>
          <p:nvPr/>
        </p:nvSpPr>
        <p:spPr>
          <a:xfrm>
            <a:off x="165828" y="673657"/>
            <a:ext cx="3043599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85CF8B-7B8E-802A-335B-15CE02D4C72C}"/>
              </a:ext>
            </a:extLst>
          </p:cNvPr>
          <p:cNvSpPr txBox="1"/>
          <p:nvPr/>
        </p:nvSpPr>
        <p:spPr>
          <a:xfrm>
            <a:off x="207205" y="1061743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BA1DC2E-14D6-C0ED-B92B-6EB0E04DE4F4}"/>
              </a:ext>
            </a:extLst>
          </p:cNvPr>
          <p:cNvSpPr/>
          <p:nvPr/>
        </p:nvSpPr>
        <p:spPr>
          <a:xfrm>
            <a:off x="92770" y="664828"/>
            <a:ext cx="3116657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3" name="그림 302">
            <a:extLst>
              <a:ext uri="{FF2B5EF4-FFF2-40B4-BE49-F238E27FC236}">
                <a16:creationId xmlns:a16="http://schemas.microsoft.com/office/drawing/2014/main" id="{8FEA23FD-3741-A07F-687F-2D646492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5" y="705054"/>
            <a:ext cx="1060021" cy="356689"/>
          </a:xfrm>
          <a:prstGeom prst="rect">
            <a:avLst/>
          </a:prstGeom>
        </p:spPr>
      </p:pic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AE19F3F0-DF7D-0649-6C4B-84BED36CF82F}"/>
              </a:ext>
            </a:extLst>
          </p:cNvPr>
          <p:cNvGrpSpPr/>
          <p:nvPr/>
        </p:nvGrpSpPr>
        <p:grpSpPr>
          <a:xfrm>
            <a:off x="2461020" y="787872"/>
            <a:ext cx="629913" cy="172355"/>
            <a:chOff x="6148364" y="711082"/>
            <a:chExt cx="1052685" cy="288032"/>
          </a:xfrm>
        </p:grpSpPr>
        <p:pic>
          <p:nvPicPr>
            <p:cNvPr id="305" name="그림 304">
              <a:extLst>
                <a:ext uri="{FF2B5EF4-FFF2-40B4-BE49-F238E27FC236}">
                  <a16:creationId xmlns:a16="http://schemas.microsoft.com/office/drawing/2014/main" id="{CFDFB2BC-AC14-4CF7-8709-0E707643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A17F9385-65C1-4E03-0316-0185E3BC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651D895A-9CF1-3360-51B3-96E81E87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308" name="순서도: 연결자 307">
            <a:extLst>
              <a:ext uri="{FF2B5EF4-FFF2-40B4-BE49-F238E27FC236}">
                <a16:creationId xmlns:a16="http://schemas.microsoft.com/office/drawing/2014/main" id="{9B5A13EF-AD34-3B49-95DF-A4D20DF0F3F2}"/>
              </a:ext>
            </a:extLst>
          </p:cNvPr>
          <p:cNvSpPr/>
          <p:nvPr/>
        </p:nvSpPr>
        <p:spPr>
          <a:xfrm>
            <a:off x="2376513" y="66325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A77561C-DCFD-9A03-3F47-9903B38506DE}"/>
              </a:ext>
            </a:extLst>
          </p:cNvPr>
          <p:cNvSpPr/>
          <p:nvPr/>
        </p:nvSpPr>
        <p:spPr>
          <a:xfrm>
            <a:off x="92770" y="1415948"/>
            <a:ext cx="3107557" cy="5424590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ADB0B498-E5A5-1063-7070-07DB675D9ACA}"/>
              </a:ext>
            </a:extLst>
          </p:cNvPr>
          <p:cNvCxnSpPr>
            <a:cxnSpLocks/>
            <a:stCxn id="308" idx="4"/>
            <a:endCxn id="299" idx="1"/>
          </p:cNvCxnSpPr>
          <p:nvPr/>
        </p:nvCxnSpPr>
        <p:spPr>
          <a:xfrm rot="16200000" flipH="1">
            <a:off x="1559825" y="2011510"/>
            <a:ext cx="2746671" cy="758914"/>
          </a:xfrm>
          <a:prstGeom prst="bentConnector2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A5CD4A45-CA38-25CC-C235-27E2EB852BF4}"/>
              </a:ext>
            </a:extLst>
          </p:cNvPr>
          <p:cNvSpPr/>
          <p:nvPr/>
        </p:nvSpPr>
        <p:spPr>
          <a:xfrm>
            <a:off x="6475026" y="662121"/>
            <a:ext cx="3536551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38577CF4-676C-CD5B-DCC5-74B5CB54664D}"/>
              </a:ext>
            </a:extLst>
          </p:cNvPr>
          <p:cNvSpPr/>
          <p:nvPr/>
        </p:nvSpPr>
        <p:spPr>
          <a:xfrm>
            <a:off x="6769002" y="742146"/>
            <a:ext cx="3095057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C90D1AA4-09EB-25F1-0668-267D2377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6841009" y="798893"/>
            <a:ext cx="239492" cy="172355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BB9B29CA-C2A8-6520-29CE-462422C34067}"/>
              </a:ext>
            </a:extLst>
          </p:cNvPr>
          <p:cNvSpPr txBox="1"/>
          <p:nvPr/>
        </p:nvSpPr>
        <p:spPr>
          <a:xfrm>
            <a:off x="6465713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7A2C89-3544-044B-692D-95ECAF9D2181}"/>
              </a:ext>
            </a:extLst>
          </p:cNvPr>
          <p:cNvSpPr txBox="1"/>
          <p:nvPr/>
        </p:nvSpPr>
        <p:spPr>
          <a:xfrm>
            <a:off x="7040501" y="76028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8A724DB1-F01E-4DE9-41F9-5B45D58B1822}"/>
              </a:ext>
            </a:extLst>
          </p:cNvPr>
          <p:cNvGrpSpPr/>
          <p:nvPr/>
        </p:nvGrpSpPr>
        <p:grpSpPr>
          <a:xfrm>
            <a:off x="9586838" y="775675"/>
            <a:ext cx="206499" cy="215444"/>
            <a:chOff x="5860406" y="1378645"/>
            <a:chExt cx="206499" cy="215444"/>
          </a:xfrm>
        </p:grpSpPr>
        <p:sp>
          <p:nvSpPr>
            <p:cNvPr id="334" name="순서도: 연결자 333">
              <a:extLst>
                <a:ext uri="{FF2B5EF4-FFF2-40B4-BE49-F238E27FC236}">
                  <a16:creationId xmlns:a16="http://schemas.microsoft.com/office/drawing/2014/main" id="{34D96A4C-6D98-26C6-20D5-597DAE3C7F9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39F74CD1-8D0F-9522-6FD4-9A27D169A21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6D3879C5-47DA-8E4E-B881-C76B6AFC9CD8}"/>
              </a:ext>
            </a:extLst>
          </p:cNvPr>
          <p:cNvSpPr/>
          <p:nvPr/>
        </p:nvSpPr>
        <p:spPr>
          <a:xfrm>
            <a:off x="6641744" y="1114285"/>
            <a:ext cx="2863561" cy="261034"/>
          </a:xfrm>
          <a:prstGeom prst="roundRect">
            <a:avLst>
              <a:gd name="adj" fmla="val 4585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                       검색 결과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9078B0A0-D8B4-09DA-701D-1F5AE2FBDFD3}"/>
              </a:ext>
            </a:extLst>
          </p:cNvPr>
          <p:cNvSpPr/>
          <p:nvPr/>
        </p:nvSpPr>
        <p:spPr>
          <a:xfrm>
            <a:off x="8196263" y="1114285"/>
            <a:ext cx="1669082" cy="26103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검색 결과</a:t>
            </a:r>
          </a:p>
        </p:txBody>
      </p:sp>
      <p:sp>
        <p:nvSpPr>
          <p:cNvPr id="402" name="TextBox 114">
            <a:extLst>
              <a:ext uri="{FF2B5EF4-FFF2-40B4-BE49-F238E27FC236}">
                <a16:creationId xmlns:a16="http://schemas.microsoft.com/office/drawing/2014/main" id="{49A086FB-EDAA-3B20-48B9-25D1A5246ADC}"/>
              </a:ext>
            </a:extLst>
          </p:cNvPr>
          <p:cNvSpPr txBox="1"/>
          <p:nvPr/>
        </p:nvSpPr>
        <p:spPr>
          <a:xfrm>
            <a:off x="6497531" y="1497188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03" name="TextBox 114">
            <a:extLst>
              <a:ext uri="{FF2B5EF4-FFF2-40B4-BE49-F238E27FC236}">
                <a16:creationId xmlns:a16="http://schemas.microsoft.com/office/drawing/2014/main" id="{42DEE863-9E2B-CCA3-901D-57F64DEC7F9C}"/>
              </a:ext>
            </a:extLst>
          </p:cNvPr>
          <p:cNvSpPr txBox="1"/>
          <p:nvPr/>
        </p:nvSpPr>
        <p:spPr>
          <a:xfrm>
            <a:off x="9064166" y="148627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3435C2-2841-AB81-B4C3-833B510BB479}"/>
              </a:ext>
            </a:extLst>
          </p:cNvPr>
          <p:cNvGrpSpPr/>
          <p:nvPr/>
        </p:nvGrpSpPr>
        <p:grpSpPr>
          <a:xfrm>
            <a:off x="9470538" y="1486276"/>
            <a:ext cx="487134" cy="224539"/>
            <a:chOff x="2940548" y="3295725"/>
            <a:chExt cx="487134" cy="224539"/>
          </a:xfrm>
        </p:grpSpPr>
        <p:sp>
          <p:nvSpPr>
            <p:cNvPr id="405" name="TextBox 114">
              <a:extLst>
                <a:ext uri="{FF2B5EF4-FFF2-40B4-BE49-F238E27FC236}">
                  <a16:creationId xmlns:a16="http://schemas.microsoft.com/office/drawing/2014/main" id="{05D7D23E-4799-15B7-1A5B-7A6C4685340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6" name="그림 405">
              <a:extLst>
                <a:ext uri="{FF2B5EF4-FFF2-40B4-BE49-F238E27FC236}">
                  <a16:creationId xmlns:a16="http://schemas.microsoft.com/office/drawing/2014/main" id="{F15A2445-405D-6913-2A75-5EAC7C01A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412" name="물결 411">
            <a:extLst>
              <a:ext uri="{FF2B5EF4-FFF2-40B4-BE49-F238E27FC236}">
                <a16:creationId xmlns:a16="http://schemas.microsoft.com/office/drawing/2014/main" id="{B42AE26F-6618-DE4B-2B4E-285142C73570}"/>
              </a:ext>
            </a:extLst>
          </p:cNvPr>
          <p:cNvSpPr/>
          <p:nvPr/>
        </p:nvSpPr>
        <p:spPr>
          <a:xfrm>
            <a:off x="6548806" y="5050445"/>
            <a:ext cx="3462771" cy="1553782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9C02D6FD-1D06-1E54-4030-52F7C75C891F}"/>
              </a:ext>
            </a:extLst>
          </p:cNvPr>
          <p:cNvSpPr/>
          <p:nvPr/>
        </p:nvSpPr>
        <p:spPr>
          <a:xfrm>
            <a:off x="6652292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07FD790A-E759-E821-1332-D44410E24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09" y="2334157"/>
            <a:ext cx="1077259" cy="648072"/>
          </a:xfrm>
          <a:prstGeom prst="rect">
            <a:avLst/>
          </a:prstGeom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30E9D7-5DDE-A642-1A72-73E2D4184135}"/>
              </a:ext>
            </a:extLst>
          </p:cNvPr>
          <p:cNvSpPr txBox="1"/>
          <p:nvPr/>
        </p:nvSpPr>
        <p:spPr>
          <a:xfrm>
            <a:off x="6652406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B1729A36-074A-7F78-DBF4-AFC7D6F00F12}"/>
              </a:ext>
            </a:extLst>
          </p:cNvPr>
          <p:cNvGrpSpPr/>
          <p:nvPr/>
        </p:nvGrpSpPr>
        <p:grpSpPr>
          <a:xfrm>
            <a:off x="6584757" y="3250653"/>
            <a:ext cx="1719436" cy="1189218"/>
            <a:chOff x="2191413" y="1613537"/>
            <a:chExt cx="1719436" cy="1189218"/>
          </a:xfrm>
        </p:grpSpPr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7811ACC-54C3-1BC5-4E45-4C90239F24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E99DB1D7-065A-CCEB-2287-6B62717053A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50E23E6F-E163-CB2C-2F10-B934C364138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BA6B8D30-1D44-9D60-B9A6-F12162CC9804}"/>
              </a:ext>
            </a:extLst>
          </p:cNvPr>
          <p:cNvSpPr txBox="1"/>
          <p:nvPr/>
        </p:nvSpPr>
        <p:spPr>
          <a:xfrm>
            <a:off x="7099929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FE0C1F29-4733-94D7-5B4D-DF2482EB9F92}"/>
              </a:ext>
            </a:extLst>
          </p:cNvPr>
          <p:cNvCxnSpPr>
            <a:cxnSpLocks/>
          </p:cNvCxnSpPr>
          <p:nvPr/>
        </p:nvCxnSpPr>
        <p:spPr>
          <a:xfrm rot="-900000">
            <a:off x="7223684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608A67E6-B234-9FF1-E375-F7B1668FDFAB}"/>
              </a:ext>
            </a:extLst>
          </p:cNvPr>
          <p:cNvSpPr txBox="1"/>
          <p:nvPr/>
        </p:nvSpPr>
        <p:spPr>
          <a:xfrm>
            <a:off x="8000331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DD05A2A-03DC-6062-FE0B-1927E93327A8}"/>
              </a:ext>
            </a:extLst>
          </p:cNvPr>
          <p:cNvSpPr txBox="1"/>
          <p:nvPr/>
        </p:nvSpPr>
        <p:spPr>
          <a:xfrm>
            <a:off x="7450638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25" name="사각형: 둥근 모서리 424">
            <a:extLst>
              <a:ext uri="{FF2B5EF4-FFF2-40B4-BE49-F238E27FC236}">
                <a16:creationId xmlns:a16="http://schemas.microsoft.com/office/drawing/2014/main" id="{D1D18C29-FEFF-B66A-43A0-ECCA305C5644}"/>
              </a:ext>
            </a:extLst>
          </p:cNvPr>
          <p:cNvSpPr/>
          <p:nvPr/>
        </p:nvSpPr>
        <p:spPr>
          <a:xfrm>
            <a:off x="6646727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1F9EFA95-E65A-1F0A-0E76-A618C82F9DDC}"/>
              </a:ext>
            </a:extLst>
          </p:cNvPr>
          <p:cNvGrpSpPr/>
          <p:nvPr/>
        </p:nvGrpSpPr>
        <p:grpSpPr>
          <a:xfrm>
            <a:off x="6646727" y="3033208"/>
            <a:ext cx="482570" cy="207749"/>
            <a:chOff x="5613970" y="995901"/>
            <a:chExt cx="482570" cy="207749"/>
          </a:xfrm>
        </p:grpSpPr>
        <p:sp>
          <p:nvSpPr>
            <p:cNvPr id="430" name="사각형: 둥근 모서리 429">
              <a:extLst>
                <a:ext uri="{FF2B5EF4-FFF2-40B4-BE49-F238E27FC236}">
                  <a16:creationId xmlns:a16="http://schemas.microsoft.com/office/drawing/2014/main" id="{0C264C24-6731-447B-E362-0C343741920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30EE9761-40F0-49D9-01E1-EAC904CE8CC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2799B124-A677-FE84-1FE2-BA563CEF231B}"/>
              </a:ext>
            </a:extLst>
          </p:cNvPr>
          <p:cNvGrpSpPr/>
          <p:nvPr/>
        </p:nvGrpSpPr>
        <p:grpSpPr>
          <a:xfrm>
            <a:off x="6988476" y="3033208"/>
            <a:ext cx="415498" cy="207749"/>
            <a:chOff x="5585876" y="994409"/>
            <a:chExt cx="415498" cy="207749"/>
          </a:xfrm>
        </p:grpSpPr>
        <p:sp>
          <p:nvSpPr>
            <p:cNvPr id="433" name="사각형: 둥근 모서리 432">
              <a:extLst>
                <a:ext uri="{FF2B5EF4-FFF2-40B4-BE49-F238E27FC236}">
                  <a16:creationId xmlns:a16="http://schemas.microsoft.com/office/drawing/2014/main" id="{3129C811-9A7E-4690-3EA5-182B880AABE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52644C10-CB47-FB32-2905-FEEF2166FAE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BC45792C-AE07-5C86-4371-10EB6F26486A}"/>
              </a:ext>
            </a:extLst>
          </p:cNvPr>
          <p:cNvSpPr/>
          <p:nvPr/>
        </p:nvSpPr>
        <p:spPr>
          <a:xfrm>
            <a:off x="8360275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그림 435">
            <a:extLst>
              <a:ext uri="{FF2B5EF4-FFF2-40B4-BE49-F238E27FC236}">
                <a16:creationId xmlns:a16="http://schemas.microsoft.com/office/drawing/2014/main" id="{9DB21A0B-E80A-961B-6930-0109AD94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692" y="2334157"/>
            <a:ext cx="1077259" cy="648072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A54D08FD-C987-FDE4-4215-6653B81B62C7}"/>
              </a:ext>
            </a:extLst>
          </p:cNvPr>
          <p:cNvSpPr txBox="1"/>
          <p:nvPr/>
        </p:nvSpPr>
        <p:spPr>
          <a:xfrm>
            <a:off x="8360389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2210082-C9CA-3993-170B-99564E4CEA45}"/>
              </a:ext>
            </a:extLst>
          </p:cNvPr>
          <p:cNvSpPr txBox="1"/>
          <p:nvPr/>
        </p:nvSpPr>
        <p:spPr>
          <a:xfrm>
            <a:off x="8807912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DF93536-F69F-D203-1FD9-F1ACB63309C9}"/>
              </a:ext>
            </a:extLst>
          </p:cNvPr>
          <p:cNvCxnSpPr>
            <a:cxnSpLocks/>
          </p:cNvCxnSpPr>
          <p:nvPr/>
        </p:nvCxnSpPr>
        <p:spPr>
          <a:xfrm rot="-900000">
            <a:off x="8931667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1BB4076-2658-A182-6ABF-93E813F2841E}"/>
              </a:ext>
            </a:extLst>
          </p:cNvPr>
          <p:cNvSpPr txBox="1"/>
          <p:nvPr/>
        </p:nvSpPr>
        <p:spPr>
          <a:xfrm>
            <a:off x="9708314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49133B9-5C67-775F-52CF-247EDEA0FE5B}"/>
              </a:ext>
            </a:extLst>
          </p:cNvPr>
          <p:cNvSpPr txBox="1"/>
          <p:nvPr/>
        </p:nvSpPr>
        <p:spPr>
          <a:xfrm>
            <a:off x="9158621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42" name="사각형: 둥근 모서리 441">
            <a:extLst>
              <a:ext uri="{FF2B5EF4-FFF2-40B4-BE49-F238E27FC236}">
                <a16:creationId xmlns:a16="http://schemas.microsoft.com/office/drawing/2014/main" id="{ED8FC126-1862-402B-A796-EF4389A3F57C}"/>
              </a:ext>
            </a:extLst>
          </p:cNvPr>
          <p:cNvSpPr/>
          <p:nvPr/>
        </p:nvSpPr>
        <p:spPr>
          <a:xfrm>
            <a:off x="8354710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F063AFB2-39EA-4942-2A08-8E7B17CCEDFD}"/>
              </a:ext>
            </a:extLst>
          </p:cNvPr>
          <p:cNvGrpSpPr/>
          <p:nvPr/>
        </p:nvGrpSpPr>
        <p:grpSpPr>
          <a:xfrm>
            <a:off x="8354710" y="3033208"/>
            <a:ext cx="482570" cy="207749"/>
            <a:chOff x="5613970" y="995901"/>
            <a:chExt cx="482570" cy="207749"/>
          </a:xfrm>
        </p:grpSpPr>
        <p:sp>
          <p:nvSpPr>
            <p:cNvPr id="444" name="사각형: 둥근 모서리 443">
              <a:extLst>
                <a:ext uri="{FF2B5EF4-FFF2-40B4-BE49-F238E27FC236}">
                  <a16:creationId xmlns:a16="http://schemas.microsoft.com/office/drawing/2014/main" id="{F1ABE726-C342-5A1D-D8CF-66E3544D31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9B63605E-93E6-01F5-6128-E178C110A89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5A494BFF-F637-39BE-9DA0-D90B8C3CEA82}"/>
              </a:ext>
            </a:extLst>
          </p:cNvPr>
          <p:cNvGrpSpPr/>
          <p:nvPr/>
        </p:nvGrpSpPr>
        <p:grpSpPr>
          <a:xfrm>
            <a:off x="8696459" y="3033208"/>
            <a:ext cx="415498" cy="207749"/>
            <a:chOff x="5585876" y="994409"/>
            <a:chExt cx="415498" cy="207749"/>
          </a:xfrm>
        </p:grpSpPr>
        <p:sp>
          <p:nvSpPr>
            <p:cNvPr id="447" name="사각형: 둥근 모서리 446">
              <a:extLst>
                <a:ext uri="{FF2B5EF4-FFF2-40B4-BE49-F238E27FC236}">
                  <a16:creationId xmlns:a16="http://schemas.microsoft.com/office/drawing/2014/main" id="{3F9E43C8-142D-FD7C-0A81-27F3C1934B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3D1C9E7D-0CC1-5034-BF53-D3A2277B73A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8295A700-61C7-4ADC-D26E-12539AEDA2B3}"/>
              </a:ext>
            </a:extLst>
          </p:cNvPr>
          <p:cNvSpPr/>
          <p:nvPr/>
        </p:nvSpPr>
        <p:spPr>
          <a:xfrm>
            <a:off x="6484339" y="6617427"/>
            <a:ext cx="3536551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AE06D3B9-B764-3BCA-E114-519D73EAFF62}"/>
              </a:ext>
            </a:extLst>
          </p:cNvPr>
          <p:cNvSpPr txBox="1"/>
          <p:nvPr/>
        </p:nvSpPr>
        <p:spPr>
          <a:xfrm>
            <a:off x="8564830" y="4094800"/>
            <a:ext cx="134006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50" b="1" i="0" dirty="0">
                <a:solidFill>
                  <a:srgbClr val="333333"/>
                </a:solidFill>
                <a:effectLst/>
                <a:latin typeface="+mn-ea"/>
              </a:rPr>
              <a:t>75</a:t>
            </a:r>
            <a:r>
              <a:rPr lang="en-US" altLang="ko-KR" sz="85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5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3422937-1C09-BFFB-D383-D0486C90E99D}"/>
              </a:ext>
            </a:extLst>
          </p:cNvPr>
          <p:cNvSpPr txBox="1"/>
          <p:nvPr/>
        </p:nvSpPr>
        <p:spPr>
          <a:xfrm>
            <a:off x="8270013" y="325049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70295F-B1EC-7E45-15A1-28B1E9613217}"/>
              </a:ext>
            </a:extLst>
          </p:cNvPr>
          <p:cNvSpPr txBox="1"/>
          <p:nvPr/>
        </p:nvSpPr>
        <p:spPr>
          <a:xfrm>
            <a:off x="8299045" y="397273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$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용량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수량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kumimoji="0" lang="ko-KR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3" name="모서리가 둥근 직사각형 114">
            <a:extLst>
              <a:ext uri="{FF2B5EF4-FFF2-40B4-BE49-F238E27FC236}">
                <a16:creationId xmlns:a16="http://schemas.microsoft.com/office/drawing/2014/main" id="{2B43ECE6-83A4-9AAE-5959-FB475352193B}"/>
              </a:ext>
            </a:extLst>
          </p:cNvPr>
          <p:cNvSpPr/>
          <p:nvPr/>
        </p:nvSpPr>
        <p:spPr>
          <a:xfrm>
            <a:off x="4377878" y="11047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모서리가 둥근 직사각형 114">
            <a:extLst>
              <a:ext uri="{FF2B5EF4-FFF2-40B4-BE49-F238E27FC236}">
                <a16:creationId xmlns:a16="http://schemas.microsoft.com/office/drawing/2014/main" id="{CC4174BA-34AC-409F-E03E-BDA275859DE6}"/>
              </a:ext>
            </a:extLst>
          </p:cNvPr>
          <p:cNvSpPr/>
          <p:nvPr/>
        </p:nvSpPr>
        <p:spPr>
          <a:xfrm>
            <a:off x="6107811" y="14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모서리가 둥근 직사각형 114">
            <a:extLst>
              <a:ext uri="{FF2B5EF4-FFF2-40B4-BE49-F238E27FC236}">
                <a16:creationId xmlns:a16="http://schemas.microsoft.com/office/drawing/2014/main" id="{F049949D-ACB2-8088-B2E4-3F4FDE37CA0D}"/>
              </a:ext>
            </a:extLst>
          </p:cNvPr>
          <p:cNvSpPr/>
          <p:nvPr/>
        </p:nvSpPr>
        <p:spPr>
          <a:xfrm>
            <a:off x="5012107" y="24421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5" name="모서리가 둥근 직사각형 114">
            <a:extLst>
              <a:ext uri="{FF2B5EF4-FFF2-40B4-BE49-F238E27FC236}">
                <a16:creationId xmlns:a16="http://schemas.microsoft.com/office/drawing/2014/main" id="{11C5B2DC-1D8C-A06E-7E61-F4431D1DA219}"/>
              </a:ext>
            </a:extLst>
          </p:cNvPr>
          <p:cNvSpPr/>
          <p:nvPr/>
        </p:nvSpPr>
        <p:spPr>
          <a:xfrm>
            <a:off x="6025619" y="719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모서리가 둥근 직사각형 114">
            <a:extLst>
              <a:ext uri="{FF2B5EF4-FFF2-40B4-BE49-F238E27FC236}">
                <a16:creationId xmlns:a16="http://schemas.microsoft.com/office/drawing/2014/main" id="{C5744D8D-CBCC-3A66-F9BF-2D44ECB9209F}"/>
              </a:ext>
            </a:extLst>
          </p:cNvPr>
          <p:cNvSpPr/>
          <p:nvPr/>
        </p:nvSpPr>
        <p:spPr>
          <a:xfrm>
            <a:off x="9621263" y="634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모서리가 둥근 직사각형 114">
            <a:extLst>
              <a:ext uri="{FF2B5EF4-FFF2-40B4-BE49-F238E27FC236}">
                <a16:creationId xmlns:a16="http://schemas.microsoft.com/office/drawing/2014/main" id="{CDBD63DF-BF55-754E-9FD0-42B16FC10B51}"/>
              </a:ext>
            </a:extLst>
          </p:cNvPr>
          <p:cNvSpPr/>
          <p:nvPr/>
        </p:nvSpPr>
        <p:spPr>
          <a:xfrm>
            <a:off x="7878028" y="1044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모서리가 둥근 직사각형 114">
            <a:extLst>
              <a:ext uri="{FF2B5EF4-FFF2-40B4-BE49-F238E27FC236}">
                <a16:creationId xmlns:a16="http://schemas.microsoft.com/office/drawing/2014/main" id="{7D31D609-C7C8-E108-3389-57BC30AFF11C}"/>
              </a:ext>
            </a:extLst>
          </p:cNvPr>
          <p:cNvSpPr/>
          <p:nvPr/>
        </p:nvSpPr>
        <p:spPr>
          <a:xfrm>
            <a:off x="9565820" y="10225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3139CBF-0BD5-B591-407A-2D3F6EBD1EC8}"/>
              </a:ext>
            </a:extLst>
          </p:cNvPr>
          <p:cNvSpPr/>
          <p:nvPr/>
        </p:nvSpPr>
        <p:spPr>
          <a:xfrm>
            <a:off x="7859040" y="179084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273CC41E-382C-72EA-C919-194D6D7AC7C7}"/>
              </a:ext>
            </a:extLst>
          </p:cNvPr>
          <p:cNvSpPr/>
          <p:nvPr/>
        </p:nvSpPr>
        <p:spPr>
          <a:xfrm>
            <a:off x="9584929" y="17894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FDC86-152D-DA35-F145-5603E26CF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543" y="4426060"/>
            <a:ext cx="143137" cy="1297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6D543B-28B2-2089-10D6-C730217EC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667" y="4436465"/>
            <a:ext cx="143137" cy="12977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817AB92-7F58-400A-70B2-0CB923BBAFD2}"/>
              </a:ext>
            </a:extLst>
          </p:cNvPr>
          <p:cNvSpPr/>
          <p:nvPr/>
        </p:nvSpPr>
        <p:spPr bwMode="auto">
          <a:xfrm>
            <a:off x="12961938" y="0"/>
            <a:ext cx="2679841" cy="67089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탭 관련 코멘트 추가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5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A44A-77E4-5DFF-8EDF-3E869A72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7DEE87-54AE-8214-19C3-E57F39ED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48222"/>
              </p:ext>
            </p:extLst>
          </p:nvPr>
        </p:nvGraphicFramePr>
        <p:xfrm>
          <a:off x="647699" y="3204245"/>
          <a:ext cx="11666539" cy="3127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15737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REQ-H_PO_001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카테고리, 브랜드, 가격대, 인기순, 최신순 등 조건으로 상품 목록을 조회할 수 있도록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상품목록 내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소팅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기능 추가 적용</a:t>
                      </a: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7/6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 필터에서 복수선택 가능토록 요청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 구분 상세화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 밴드형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팬티형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단계등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상품찾기에서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아이콘으로 표시</a:t>
                      </a:r>
                      <a:endParaRPr lang="en-US" alt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7/8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추가되며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버튼은 옵션 선택 레이어 귀속되는 것으로 변경</a:t>
                      </a: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5865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REQ-H_PO_002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회원이 구매했던 상품 및 연관 상품을 우선적으로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구매/연관 상품 추천 기능 적용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&gt;6/16 2시 회의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상세에 연관상품 영역만 잡아서 공유하는 것으로 함  (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조상희B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REQ-H_PO_003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내가 소지한 바우처에 해당되는 물품만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개인화 기능 제공 필요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1. 일반회원/바우처 없는 케이스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2. 일반회원/바우처 유형1 - 국민행복카드 보유자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3. 일반회원/바우처 유형2 - 포인트형 바우처 보유자 &gt;&gt;&gt;2차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REQ-H_PO_004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 화면에서 상품을 장바구니에 담거나 주문화면으로 이동할 수 있어야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장바구니 담기/바로구매 버튼 제공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REQ-H_PO_005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조회된 상품에 브랜드, 상품명, 가격,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지원바우처을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표시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목록에서 브랜드명/상품명/가격/구매가능한 바우처 유형 표시 하도록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57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D91194-E615-D563-0363-84D2321479C2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</p:spTree>
    <p:extLst>
      <p:ext uri="{BB962C8B-B14F-4D97-AF65-F5344CB8AC3E}">
        <p14:creationId xmlns:p14="http://schemas.microsoft.com/office/powerpoint/2010/main" val="41361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4036DC-224F-7256-63FB-ECF7AFABADF8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F1C419B-1B0B-12CE-1613-9BCE3465B55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2879" y="184312"/>
            <a:ext cx="5412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육아라이프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여성 케어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생활 지원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064905"/>
              </p:ext>
            </p:extLst>
          </p:nvPr>
        </p:nvGraphicFramePr>
        <p:xfrm>
          <a:off x="9815638" y="528855"/>
          <a:ext cx="2850436" cy="594842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카테고리별로 다름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활성화는 첫번째  카테고리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데이터 건수 출력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소팅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드롭 다운 레이어 출력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필터 레이어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목록 출력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상품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네비게이션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 화면 최 상단으로 이동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하단 고정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탭바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정보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가격정보 확인 가능한 정책 유지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디폴트 안내 문구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로그인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혜택가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확인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49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DCACF5D0-B632-0166-6379-202A97949060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D8284D-0287-C6EE-2031-45491A45D741}"/>
              </a:ext>
            </a:extLst>
          </p:cNvPr>
          <p:cNvSpPr txBox="1"/>
          <p:nvPr/>
        </p:nvSpPr>
        <p:spPr>
          <a:xfrm>
            <a:off x="383933" y="1682036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/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3EC211C-1F5E-E701-4BD5-6345F3FA0484}"/>
              </a:ext>
            </a:extLst>
          </p:cNvPr>
          <p:cNvSpPr txBox="1"/>
          <p:nvPr/>
        </p:nvSpPr>
        <p:spPr>
          <a:xfrm>
            <a:off x="362777" y="302952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9B9D8B2A-6337-E600-83D7-BF935C930798}"/>
              </a:ext>
            </a:extLst>
          </p:cNvPr>
          <p:cNvSpPr txBox="1"/>
          <p:nvPr/>
        </p:nvSpPr>
        <p:spPr>
          <a:xfrm>
            <a:off x="2929412" y="3018608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3E22AC-FB83-5146-834C-69D1A7EF7FC4}"/>
              </a:ext>
            </a:extLst>
          </p:cNvPr>
          <p:cNvGrpSpPr/>
          <p:nvPr/>
        </p:nvGrpSpPr>
        <p:grpSpPr>
          <a:xfrm>
            <a:off x="534896" y="2725389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3D1896-CB41-8801-6728-E75443BF127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B27BB2-FEA2-6BDE-838B-8162080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9E31A4-47BB-E456-1269-7929022CD37A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69A6ED-5E22-09DA-359E-580D5008B9CF}"/>
              </a:ext>
            </a:extLst>
          </p:cNvPr>
          <p:cNvGrpSpPr/>
          <p:nvPr/>
        </p:nvGrpSpPr>
        <p:grpSpPr>
          <a:xfrm>
            <a:off x="1080368" y="2726952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0F30AD-F9D5-5519-E939-A4331B7B27FA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C6B6B23-0531-5EFA-1300-B24A77BAC30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A15D012-1B9B-473E-37D0-787C77CB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76" y="2745098"/>
            <a:ext cx="131240" cy="17571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DA7FCA6-4F3A-0125-AA0E-5ABC691BFFA6}"/>
              </a:ext>
            </a:extLst>
          </p:cNvPr>
          <p:cNvCxnSpPr>
            <a:cxnSpLocks/>
          </p:cNvCxnSpPr>
          <p:nvPr/>
        </p:nvCxnSpPr>
        <p:spPr>
          <a:xfrm>
            <a:off x="408801" y="2836942"/>
            <a:ext cx="3551888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918B08-94B5-C3CA-1EEE-5D73B1D5C587}"/>
              </a:ext>
            </a:extLst>
          </p:cNvPr>
          <p:cNvSpPr txBox="1"/>
          <p:nvPr/>
        </p:nvSpPr>
        <p:spPr>
          <a:xfrm>
            <a:off x="383933" y="2464104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2A3366-2B92-281E-3521-33A13C3E89B1}"/>
              </a:ext>
            </a:extLst>
          </p:cNvPr>
          <p:cNvSpPr/>
          <p:nvPr/>
        </p:nvSpPr>
        <p:spPr>
          <a:xfrm>
            <a:off x="451118" y="2622928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65E5BA-307D-D48F-FEF7-A7783DC43B3F}"/>
              </a:ext>
            </a:extLst>
          </p:cNvPr>
          <p:cNvGrpSpPr/>
          <p:nvPr/>
        </p:nvGrpSpPr>
        <p:grpSpPr>
          <a:xfrm>
            <a:off x="1731783" y="2726952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4C4D2-4338-0AE1-19C8-3D4B4C5F4D3D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6D0FA81-1BAA-96E3-DE70-4C3944D42DC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8F99E56-4F4D-93B3-1131-CE82A654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339" y="2762156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3D8C6BC-76FD-106D-708E-96DF24A3AA54}"/>
              </a:ext>
            </a:extLst>
          </p:cNvPr>
          <p:cNvGrpSpPr/>
          <p:nvPr/>
        </p:nvGrpSpPr>
        <p:grpSpPr>
          <a:xfrm>
            <a:off x="3335784" y="3018608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53DC38C-1C9F-356E-5587-7FDB62B4A2FE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F41C0B7-04B7-4F1E-B4A6-FC074C78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06434E0-5839-AC97-9010-D75412CAB58D}"/>
              </a:ext>
            </a:extLst>
          </p:cNvPr>
          <p:cNvSpPr/>
          <p:nvPr/>
        </p:nvSpPr>
        <p:spPr>
          <a:xfrm>
            <a:off x="383933" y="6479442"/>
            <a:ext cx="3462771" cy="3252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D93697A-25DB-DE21-7A5F-F72A485915AA}"/>
              </a:ext>
            </a:extLst>
          </p:cNvPr>
          <p:cNvGrpSpPr/>
          <p:nvPr/>
        </p:nvGrpSpPr>
        <p:grpSpPr>
          <a:xfrm>
            <a:off x="447333" y="6502564"/>
            <a:ext cx="3209540" cy="292093"/>
            <a:chOff x="230935" y="6185881"/>
            <a:chExt cx="3209540" cy="292093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0FA1367F-4681-2F30-DB15-7F302D2F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935" y="6203666"/>
              <a:ext cx="309703" cy="274308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2C713876-573F-78B4-E1DD-A0A0BCC4D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" r="9162" b="19256"/>
            <a:stretch>
              <a:fillRect/>
            </a:stretch>
          </p:blipFill>
          <p:spPr>
            <a:xfrm>
              <a:off x="1218526" y="6185881"/>
              <a:ext cx="257213" cy="25721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D9454A70-E4A5-8757-BCD0-D37ADBE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124" t="19832" r="40203" b="17169"/>
            <a:stretch>
              <a:fillRect/>
            </a:stretch>
          </p:blipFill>
          <p:spPr>
            <a:xfrm>
              <a:off x="2224276" y="6228676"/>
              <a:ext cx="310915" cy="232963"/>
            </a:xfrm>
            <a:prstGeom prst="rect">
              <a:avLst/>
            </a:prstGeom>
          </p:spPr>
        </p:pic>
        <p:sp>
          <p:nvSpPr>
            <p:cNvPr id="108" name="순서도: 연결자 107">
              <a:extLst>
                <a:ext uri="{FF2B5EF4-FFF2-40B4-BE49-F238E27FC236}">
                  <a16:creationId xmlns:a16="http://schemas.microsoft.com/office/drawing/2014/main" id="{B6DC9C41-8719-4A1B-F944-7421A935FEE4}"/>
                </a:ext>
              </a:extLst>
            </p:cNvPr>
            <p:cNvSpPr/>
            <p:nvPr/>
          </p:nvSpPr>
          <p:spPr>
            <a:xfrm>
              <a:off x="3183263" y="6208968"/>
              <a:ext cx="257212" cy="25721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20" name="물결 119">
            <a:extLst>
              <a:ext uri="{FF2B5EF4-FFF2-40B4-BE49-F238E27FC236}">
                <a16:creationId xmlns:a16="http://schemas.microsoft.com/office/drawing/2014/main" id="{2C53F48A-36DC-D91B-33AD-C6958E7DCBD8}"/>
              </a:ext>
            </a:extLst>
          </p:cNvPr>
          <p:cNvSpPr/>
          <p:nvPr/>
        </p:nvSpPr>
        <p:spPr>
          <a:xfrm>
            <a:off x="375474" y="6558460"/>
            <a:ext cx="3462771" cy="263256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6" name="오른쪽 대괄호 125">
            <a:extLst>
              <a:ext uri="{FF2B5EF4-FFF2-40B4-BE49-F238E27FC236}">
                <a16:creationId xmlns:a16="http://schemas.microsoft.com/office/drawing/2014/main" id="{DA3CDB09-D197-3F37-E790-AFD650A1681D}"/>
              </a:ext>
            </a:extLst>
          </p:cNvPr>
          <p:cNvSpPr/>
          <p:nvPr/>
        </p:nvSpPr>
        <p:spPr>
          <a:xfrm>
            <a:off x="3903717" y="745932"/>
            <a:ext cx="144016" cy="1643733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오른쪽 대괄호 131">
            <a:extLst>
              <a:ext uri="{FF2B5EF4-FFF2-40B4-BE49-F238E27FC236}">
                <a16:creationId xmlns:a16="http://schemas.microsoft.com/office/drawing/2014/main" id="{CCF5F9D2-F9A0-A933-D427-579BE28BBD36}"/>
              </a:ext>
            </a:extLst>
          </p:cNvPr>
          <p:cNvSpPr/>
          <p:nvPr/>
        </p:nvSpPr>
        <p:spPr>
          <a:xfrm>
            <a:off x="3899329" y="2489221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오른쪽 대괄호 137">
            <a:extLst>
              <a:ext uri="{FF2B5EF4-FFF2-40B4-BE49-F238E27FC236}">
                <a16:creationId xmlns:a16="http://schemas.microsoft.com/office/drawing/2014/main" id="{F808669E-A94C-D2BD-3E8D-4912E96E703B}"/>
              </a:ext>
            </a:extLst>
          </p:cNvPr>
          <p:cNvSpPr/>
          <p:nvPr/>
        </p:nvSpPr>
        <p:spPr>
          <a:xfrm>
            <a:off x="3909515" y="2721054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14">
            <a:extLst>
              <a:ext uri="{FF2B5EF4-FFF2-40B4-BE49-F238E27FC236}">
                <a16:creationId xmlns:a16="http://schemas.microsoft.com/office/drawing/2014/main" id="{8504399A-FF49-4F97-180A-2C031BE8699E}"/>
              </a:ext>
            </a:extLst>
          </p:cNvPr>
          <p:cNvSpPr txBox="1"/>
          <p:nvPr/>
        </p:nvSpPr>
        <p:spPr>
          <a:xfrm>
            <a:off x="5769441" y="3218560"/>
            <a:ext cx="761501" cy="106580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       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가격순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낮은 가격순</a:t>
            </a:r>
          </a:p>
        </p:txBody>
      </p:sp>
      <p:sp>
        <p:nvSpPr>
          <p:cNvPr id="60" name="오른쪽 대괄호 59">
            <a:extLst>
              <a:ext uri="{FF2B5EF4-FFF2-40B4-BE49-F238E27FC236}">
                <a16:creationId xmlns:a16="http://schemas.microsoft.com/office/drawing/2014/main" id="{51D1C1AB-0786-FF0F-8929-486569895CF1}"/>
              </a:ext>
            </a:extLst>
          </p:cNvPr>
          <p:cNvSpPr/>
          <p:nvPr/>
        </p:nvSpPr>
        <p:spPr>
          <a:xfrm>
            <a:off x="3909514" y="3363941"/>
            <a:ext cx="178573" cy="3115501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92CBFF0F-FB69-7760-9656-3ACE274C0459}"/>
              </a:ext>
            </a:extLst>
          </p:cNvPr>
          <p:cNvSpPr/>
          <p:nvPr/>
        </p:nvSpPr>
        <p:spPr>
          <a:xfrm>
            <a:off x="4073615" y="7231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9A35F5B3-4739-F575-45E2-960F961E1DBB}"/>
              </a:ext>
            </a:extLst>
          </p:cNvPr>
          <p:cNvSpPr/>
          <p:nvPr/>
        </p:nvSpPr>
        <p:spPr>
          <a:xfrm>
            <a:off x="4058611" y="250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1" name="모서리가 둥근 직사각형 114">
            <a:extLst>
              <a:ext uri="{FF2B5EF4-FFF2-40B4-BE49-F238E27FC236}">
                <a16:creationId xmlns:a16="http://schemas.microsoft.com/office/drawing/2014/main" id="{080696A6-0B43-7B3F-FB64-4456D52A9987}"/>
              </a:ext>
            </a:extLst>
          </p:cNvPr>
          <p:cNvSpPr/>
          <p:nvPr/>
        </p:nvSpPr>
        <p:spPr>
          <a:xfrm>
            <a:off x="4064004" y="27202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2AE60193-E891-2A35-CC44-E66E062EA780}"/>
              </a:ext>
            </a:extLst>
          </p:cNvPr>
          <p:cNvSpPr/>
          <p:nvPr/>
        </p:nvSpPr>
        <p:spPr>
          <a:xfrm>
            <a:off x="4031995" y="33309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오른쪽 대괄호 114">
            <a:extLst>
              <a:ext uri="{FF2B5EF4-FFF2-40B4-BE49-F238E27FC236}">
                <a16:creationId xmlns:a16="http://schemas.microsoft.com/office/drawing/2014/main" id="{4B6EB208-B642-72B6-EAA8-7A37B9CFAC21}"/>
              </a:ext>
            </a:extLst>
          </p:cNvPr>
          <p:cNvSpPr/>
          <p:nvPr/>
        </p:nvSpPr>
        <p:spPr>
          <a:xfrm>
            <a:off x="3920141" y="6545696"/>
            <a:ext cx="114172" cy="240050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7D619A10-69F5-7CAA-88B8-8D675B8027D6}"/>
              </a:ext>
            </a:extLst>
          </p:cNvPr>
          <p:cNvSpPr/>
          <p:nvPr/>
        </p:nvSpPr>
        <p:spPr>
          <a:xfrm>
            <a:off x="4074462" y="65456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E7B4944-94F5-76F4-A8FC-530D085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61702"/>
              </p:ext>
            </p:extLst>
          </p:nvPr>
        </p:nvGraphicFramePr>
        <p:xfrm>
          <a:off x="10253244" y="3567450"/>
          <a:ext cx="1580512" cy="2072640"/>
        </p:xfrm>
        <a:graphic>
          <a:graphicData uri="http://schemas.openxmlformats.org/drawingml/2006/table">
            <a:tbl>
              <a:tblPr/>
              <a:tblGrid>
                <a:gridCol w="1580512">
                  <a:extLst>
                    <a:ext uri="{9D8B030D-6E8A-4147-A177-3AD203B41FA5}">
                      <a16:colId xmlns:a16="http://schemas.microsoft.com/office/drawing/2014/main" val="10332295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846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201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062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08219"/>
                  </a:ext>
                </a:extLst>
              </a:tr>
            </a:tbl>
          </a:graphicData>
        </a:graphic>
      </p:graphicFrame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7EDDB71-BEEA-E330-9A70-690D3544501F}"/>
              </a:ext>
            </a:extLst>
          </p:cNvPr>
          <p:cNvSpPr/>
          <p:nvPr/>
        </p:nvSpPr>
        <p:spPr>
          <a:xfrm>
            <a:off x="1006729" y="298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13DD9F91-5342-6D52-47B7-1170F95669E5}"/>
              </a:ext>
            </a:extLst>
          </p:cNvPr>
          <p:cNvSpPr/>
          <p:nvPr/>
        </p:nvSpPr>
        <p:spPr>
          <a:xfrm>
            <a:off x="3074800" y="29198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EB48E261-35F0-00E8-874D-DBA49050BF04}"/>
              </a:ext>
            </a:extLst>
          </p:cNvPr>
          <p:cNvSpPr/>
          <p:nvPr/>
        </p:nvSpPr>
        <p:spPr>
          <a:xfrm>
            <a:off x="3465136" y="2919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0FA2F3-F904-01B0-9386-7BF4ADE027C3}"/>
              </a:ext>
            </a:extLst>
          </p:cNvPr>
          <p:cNvSpPr/>
          <p:nvPr/>
        </p:nvSpPr>
        <p:spPr>
          <a:xfrm>
            <a:off x="6865211" y="501774"/>
            <a:ext cx="2496078" cy="587599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6F474B-C1D6-2A51-D1D0-05BA6099E5DF}"/>
              </a:ext>
            </a:extLst>
          </p:cNvPr>
          <p:cNvSpPr/>
          <p:nvPr/>
        </p:nvSpPr>
        <p:spPr>
          <a:xfrm>
            <a:off x="6860130" y="813308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30665FEC-79B1-8E35-742E-4F13FA28802D}"/>
              </a:ext>
            </a:extLst>
          </p:cNvPr>
          <p:cNvSpPr txBox="1"/>
          <p:nvPr/>
        </p:nvSpPr>
        <p:spPr>
          <a:xfrm>
            <a:off x="6867411" y="84017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66ABA0D-B128-BCF4-DC7F-46922926B365}"/>
              </a:ext>
            </a:extLst>
          </p:cNvPr>
          <p:cNvCxnSpPr/>
          <p:nvPr/>
        </p:nvCxnSpPr>
        <p:spPr>
          <a:xfrm>
            <a:off x="6943250" y="1069131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2674AB-D1B7-8AAC-862F-54C2A1C5C540}"/>
              </a:ext>
            </a:extLst>
          </p:cNvPr>
          <p:cNvSpPr/>
          <p:nvPr/>
        </p:nvSpPr>
        <p:spPr>
          <a:xfrm>
            <a:off x="6860130" y="6108955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26D8686-6391-48B8-21B8-DA5883AF3BEC}"/>
              </a:ext>
            </a:extLst>
          </p:cNvPr>
          <p:cNvSpPr/>
          <p:nvPr/>
        </p:nvSpPr>
        <p:spPr>
          <a:xfrm>
            <a:off x="8625207" y="6137996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C08D0C9-B629-A28A-A3DD-DFCE747EA6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73" y="6132902"/>
            <a:ext cx="223697" cy="223697"/>
          </a:xfrm>
          <a:prstGeom prst="rect">
            <a:avLst/>
          </a:prstGeom>
        </p:spPr>
      </p:pic>
      <p:sp>
        <p:nvSpPr>
          <p:cNvPr id="93" name="TextBox 114">
            <a:extLst>
              <a:ext uri="{FF2B5EF4-FFF2-40B4-BE49-F238E27FC236}">
                <a16:creationId xmlns:a16="http://schemas.microsoft.com/office/drawing/2014/main" id="{357752FD-13B6-3FCB-9A6F-A3512A43591D}"/>
              </a:ext>
            </a:extLst>
          </p:cNvPr>
          <p:cNvSpPr txBox="1"/>
          <p:nvPr/>
        </p:nvSpPr>
        <p:spPr>
          <a:xfrm>
            <a:off x="7108321" y="6125767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A5FCD5-AABB-C6A1-5030-DB85CD9CA14B}"/>
              </a:ext>
            </a:extLst>
          </p:cNvPr>
          <p:cNvSpPr txBox="1"/>
          <p:nvPr/>
        </p:nvSpPr>
        <p:spPr>
          <a:xfrm>
            <a:off x="6761546" y="270790"/>
            <a:ext cx="2188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필터 상세 기능은 다음 슬라이드 참고</a:t>
            </a:r>
            <a:endParaRPr kumimoji="0" lang="en-US" altLang="ko-KR" sz="800" b="0" i="0" u="none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AC80790-7119-0304-64F6-E0F207EEF621}"/>
              </a:ext>
            </a:extLst>
          </p:cNvPr>
          <p:cNvCxnSpPr>
            <a:cxnSpLocks/>
            <a:stCxn id="139" idx="2"/>
            <a:endCxn id="145" idx="0"/>
          </p:cNvCxnSpPr>
          <p:nvPr/>
        </p:nvCxnSpPr>
        <p:spPr>
          <a:xfrm rot="16200000" flipH="1">
            <a:off x="4624587" y="1692955"/>
            <a:ext cx="154698" cy="2896511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384494B-6520-81EC-2868-7E3313E103E8}"/>
              </a:ext>
            </a:extLst>
          </p:cNvPr>
          <p:cNvCxnSpPr>
            <a:cxnSpLocks/>
          </p:cNvCxnSpPr>
          <p:nvPr/>
        </p:nvCxnSpPr>
        <p:spPr>
          <a:xfrm flipV="1">
            <a:off x="3804617" y="1383688"/>
            <a:ext cx="3080713" cy="1615925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BC9C-E97A-9D05-76C5-058A3ED90BEE}"/>
              </a:ext>
            </a:extLst>
          </p:cNvPr>
          <p:cNvSpPr/>
          <p:nvPr/>
        </p:nvSpPr>
        <p:spPr>
          <a:xfrm>
            <a:off x="517538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F473199-1FB5-FBE7-7610-12AF66FEB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55" y="3866489"/>
            <a:ext cx="1077259" cy="64807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0ED6DB7-5E0E-9931-B0BA-4CCB770E2CAE}"/>
              </a:ext>
            </a:extLst>
          </p:cNvPr>
          <p:cNvSpPr txBox="1"/>
          <p:nvPr/>
        </p:nvSpPr>
        <p:spPr>
          <a:xfrm>
            <a:off x="517652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220C5C6-2C70-FC4C-2AE3-6EB432892023}"/>
              </a:ext>
            </a:extLst>
          </p:cNvPr>
          <p:cNvGrpSpPr/>
          <p:nvPr/>
        </p:nvGrpSpPr>
        <p:grpSpPr>
          <a:xfrm>
            <a:off x="450003" y="4782985"/>
            <a:ext cx="1719436" cy="1189218"/>
            <a:chOff x="2191413" y="1613537"/>
            <a:chExt cx="1719436" cy="118921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A2376F2-146A-224C-45C2-BED61464F90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2AD4374-ED86-2F01-D9F6-4FCCB3B9604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3D62C6-444C-5926-5986-05BAABA99A6A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77A0620-A9BB-3928-91C3-47215E502B66}"/>
              </a:ext>
            </a:extLst>
          </p:cNvPr>
          <p:cNvSpPr txBox="1"/>
          <p:nvPr/>
        </p:nvSpPr>
        <p:spPr>
          <a:xfrm>
            <a:off x="965175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B8C7880-1A2D-172C-7D54-D69DF1BC098E}"/>
              </a:ext>
            </a:extLst>
          </p:cNvPr>
          <p:cNvCxnSpPr>
            <a:cxnSpLocks/>
          </p:cNvCxnSpPr>
          <p:nvPr/>
        </p:nvCxnSpPr>
        <p:spPr>
          <a:xfrm rot="-900000">
            <a:off x="1088930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6D18FB6-310A-B734-05EA-A9FE4C6A5412}"/>
              </a:ext>
            </a:extLst>
          </p:cNvPr>
          <p:cNvSpPr txBox="1"/>
          <p:nvPr/>
        </p:nvSpPr>
        <p:spPr>
          <a:xfrm>
            <a:off x="1865577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463D50-A847-A9DD-8CA1-308CBF278085}"/>
              </a:ext>
            </a:extLst>
          </p:cNvPr>
          <p:cNvSpPr txBox="1"/>
          <p:nvPr/>
        </p:nvSpPr>
        <p:spPr>
          <a:xfrm>
            <a:off x="1315884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57B6E92-1EC8-9F48-00E1-022813327CCA}"/>
              </a:ext>
            </a:extLst>
          </p:cNvPr>
          <p:cNvGrpSpPr/>
          <p:nvPr/>
        </p:nvGrpSpPr>
        <p:grpSpPr>
          <a:xfrm>
            <a:off x="511973" y="4565540"/>
            <a:ext cx="482570" cy="207749"/>
            <a:chOff x="5613970" y="995901"/>
            <a:chExt cx="482570" cy="207749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B810B38-79C2-36CD-53A6-35C03965E48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8037C0-6060-1123-58A2-A201A4967F4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66A806A-9FEB-4F17-27C6-2944DCC4062D}"/>
              </a:ext>
            </a:extLst>
          </p:cNvPr>
          <p:cNvGrpSpPr/>
          <p:nvPr/>
        </p:nvGrpSpPr>
        <p:grpSpPr>
          <a:xfrm>
            <a:off x="853722" y="4565540"/>
            <a:ext cx="415498" cy="207749"/>
            <a:chOff x="5585876" y="994409"/>
            <a:chExt cx="415498" cy="207749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76030242-2192-71AA-5728-64B2CE748E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CD42B4-1688-E1E5-6FE4-138CEEBC106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2A01918-2779-08F0-6520-1717C3AD9DCF}"/>
              </a:ext>
            </a:extLst>
          </p:cNvPr>
          <p:cNvSpPr/>
          <p:nvPr/>
        </p:nvSpPr>
        <p:spPr>
          <a:xfrm>
            <a:off x="2225521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767C9FBE-3C12-B399-FC10-BD6F432D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6938" y="3866489"/>
            <a:ext cx="1077259" cy="648072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B3E67F54-A3DF-7BD7-4DA3-7E4BE866DFC2}"/>
              </a:ext>
            </a:extLst>
          </p:cNvPr>
          <p:cNvSpPr txBox="1"/>
          <p:nvPr/>
        </p:nvSpPr>
        <p:spPr>
          <a:xfrm>
            <a:off x="2225635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63DC636-994B-B564-27F1-EB29E37196F1}"/>
              </a:ext>
            </a:extLst>
          </p:cNvPr>
          <p:cNvGrpSpPr/>
          <p:nvPr/>
        </p:nvGrpSpPr>
        <p:grpSpPr>
          <a:xfrm>
            <a:off x="2157986" y="4782985"/>
            <a:ext cx="1719436" cy="1189218"/>
            <a:chOff x="2191413" y="1613537"/>
            <a:chExt cx="1719436" cy="118921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E8E5E1-5B41-2BBD-A9AC-685B366A464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A9BC419-B306-F5E1-8406-A38404378D20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0262717-664E-D20D-F2AB-48AEAE7155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6CE45111-FFB7-A982-B10F-25D19B037896}"/>
              </a:ext>
            </a:extLst>
          </p:cNvPr>
          <p:cNvSpPr txBox="1"/>
          <p:nvPr/>
        </p:nvSpPr>
        <p:spPr>
          <a:xfrm>
            <a:off x="2673158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C4C8AD7-8420-CFB6-1276-C458AF7C33DB}"/>
              </a:ext>
            </a:extLst>
          </p:cNvPr>
          <p:cNvCxnSpPr>
            <a:cxnSpLocks/>
          </p:cNvCxnSpPr>
          <p:nvPr/>
        </p:nvCxnSpPr>
        <p:spPr>
          <a:xfrm rot="-900000">
            <a:off x="2796913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9F93CEF-D282-0F0C-C488-7C056C3AB65B}"/>
              </a:ext>
            </a:extLst>
          </p:cNvPr>
          <p:cNvSpPr txBox="1"/>
          <p:nvPr/>
        </p:nvSpPr>
        <p:spPr>
          <a:xfrm>
            <a:off x="3573560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3DE0DD2-6720-E5D9-A101-98E1C2DC4E6F}"/>
              </a:ext>
            </a:extLst>
          </p:cNvPr>
          <p:cNvSpPr txBox="1"/>
          <p:nvPr/>
        </p:nvSpPr>
        <p:spPr>
          <a:xfrm>
            <a:off x="3023867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9FBCF96-DFEC-0631-6607-E84C43BA09B2}"/>
              </a:ext>
            </a:extLst>
          </p:cNvPr>
          <p:cNvGrpSpPr/>
          <p:nvPr/>
        </p:nvGrpSpPr>
        <p:grpSpPr>
          <a:xfrm>
            <a:off x="2219956" y="4565540"/>
            <a:ext cx="482570" cy="207749"/>
            <a:chOff x="5613970" y="995901"/>
            <a:chExt cx="482570" cy="207749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AAC5194-912E-F10F-EAB3-6B52885C288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5D2762-2FCD-FE60-F025-5E7019B588A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D602DA0-E4A0-8A3A-800E-D617505CC46D}"/>
              </a:ext>
            </a:extLst>
          </p:cNvPr>
          <p:cNvGrpSpPr/>
          <p:nvPr/>
        </p:nvGrpSpPr>
        <p:grpSpPr>
          <a:xfrm>
            <a:off x="2561705" y="4565540"/>
            <a:ext cx="415498" cy="207749"/>
            <a:chOff x="5585876" y="994409"/>
            <a:chExt cx="415498" cy="207749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46FBED2-DE90-3084-58D1-A84056AAEE7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3FF5F6-F4E9-D6E5-45BC-DFE04D17C83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58772429-1549-1EAF-3E23-087D15CD3FD8}"/>
              </a:ext>
            </a:extLst>
          </p:cNvPr>
          <p:cNvSpPr/>
          <p:nvPr/>
        </p:nvSpPr>
        <p:spPr>
          <a:xfrm>
            <a:off x="3576349" y="6276289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3FF9-0536-BE1C-CA47-4A9666AF3285}"/>
              </a:ext>
            </a:extLst>
          </p:cNvPr>
          <p:cNvSpPr/>
          <p:nvPr/>
        </p:nvSpPr>
        <p:spPr>
          <a:xfrm>
            <a:off x="2767241" y="5616893"/>
            <a:ext cx="1017859" cy="23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2CB9D863-B831-9FD5-BC1B-9DE3CAF4C5C0}"/>
              </a:ext>
            </a:extLst>
          </p:cNvPr>
          <p:cNvSpPr/>
          <p:nvPr/>
        </p:nvSpPr>
        <p:spPr>
          <a:xfrm>
            <a:off x="3434111" y="55322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70A0-7E97-E859-392F-2B47409EE0B7}"/>
              </a:ext>
            </a:extLst>
          </p:cNvPr>
          <p:cNvSpPr txBox="1"/>
          <p:nvPr/>
        </p:nvSpPr>
        <p:spPr>
          <a:xfrm>
            <a:off x="4502373" y="4644985"/>
            <a:ext cx="987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후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혜택가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EE45A-A101-A8CA-B420-6ABA4264CF3C}"/>
              </a:ext>
            </a:extLst>
          </p:cNvPr>
          <p:cNvSpPr txBox="1"/>
          <p:nvPr/>
        </p:nvSpPr>
        <p:spPr>
          <a:xfrm>
            <a:off x="4383589" y="4293915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전에는  해당 영역에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디폴트 안내 문구 출력</a:t>
            </a: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A333305-0ABE-0C3F-3E16-11DF04E691FC}"/>
              </a:ext>
            </a:extLst>
          </p:cNvPr>
          <p:cNvSpPr/>
          <p:nvPr/>
        </p:nvSpPr>
        <p:spPr>
          <a:xfrm>
            <a:off x="3682479" y="6128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43852BA-1156-6BB4-6019-CDAA71995744}"/>
              </a:ext>
            </a:extLst>
          </p:cNvPr>
          <p:cNvSpPr/>
          <p:nvPr/>
        </p:nvSpPr>
        <p:spPr>
          <a:xfrm>
            <a:off x="501715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0725EB-663D-B65F-9C95-88BB00C21E4C}"/>
              </a:ext>
            </a:extLst>
          </p:cNvPr>
          <p:cNvSpPr/>
          <p:nvPr/>
        </p:nvSpPr>
        <p:spPr>
          <a:xfrm>
            <a:off x="2209698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689061B0-3949-9EE3-CF77-5D7A224905F1}"/>
              </a:ext>
            </a:extLst>
          </p:cNvPr>
          <p:cNvSpPr/>
          <p:nvPr/>
        </p:nvSpPr>
        <p:spPr>
          <a:xfrm>
            <a:off x="1779457" y="331068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하트 44">
            <a:extLst>
              <a:ext uri="{FF2B5EF4-FFF2-40B4-BE49-F238E27FC236}">
                <a16:creationId xmlns:a16="http://schemas.microsoft.com/office/drawing/2014/main" id="{F953A402-07ED-EDFC-2EAD-B214A94ADA7C}"/>
              </a:ext>
            </a:extLst>
          </p:cNvPr>
          <p:cNvSpPr/>
          <p:nvPr/>
        </p:nvSpPr>
        <p:spPr>
          <a:xfrm>
            <a:off x="3505346" y="330926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2E1A79A-393C-90D7-AC1B-BC9D5604E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750" y="5966663"/>
            <a:ext cx="143137" cy="1297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3B0839-BEFC-EDA0-7910-6DAFE83A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7874" y="5977068"/>
            <a:ext cx="143137" cy="12977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7A93CE5-CFE3-0A9F-0505-263E282D294C}"/>
              </a:ext>
            </a:extLst>
          </p:cNvPr>
          <p:cNvSpPr txBox="1"/>
          <p:nvPr/>
        </p:nvSpPr>
        <p:spPr>
          <a:xfrm>
            <a:off x="9048890" y="831154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7" name="물결 276">
            <a:extLst>
              <a:ext uri="{FF2B5EF4-FFF2-40B4-BE49-F238E27FC236}">
                <a16:creationId xmlns:a16="http://schemas.microsoft.com/office/drawing/2014/main" id="{35AAD775-3FAA-5F68-D41B-86F6B9979577}"/>
              </a:ext>
            </a:extLst>
          </p:cNvPr>
          <p:cNvSpPr/>
          <p:nvPr/>
        </p:nvSpPr>
        <p:spPr>
          <a:xfrm>
            <a:off x="6850005" y="2871175"/>
            <a:ext cx="2501219" cy="1392549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필터 데이터 다음 슬라이드 참고</a:t>
            </a:r>
          </a:p>
        </p:txBody>
      </p:sp>
      <p:sp>
        <p:nvSpPr>
          <p:cNvPr id="291" name="TextBox 114">
            <a:extLst>
              <a:ext uri="{FF2B5EF4-FFF2-40B4-BE49-F238E27FC236}">
                <a16:creationId xmlns:a16="http://schemas.microsoft.com/office/drawing/2014/main" id="{FD4521AB-A8E8-D1C5-4945-44DA2823EE5A}"/>
              </a:ext>
            </a:extLst>
          </p:cNvPr>
          <p:cNvSpPr txBox="1"/>
          <p:nvPr/>
        </p:nvSpPr>
        <p:spPr>
          <a:xfrm>
            <a:off x="6850139" y="119592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AB06722-801C-A9E7-6782-15A45C83D684}"/>
              </a:ext>
            </a:extLst>
          </p:cNvPr>
          <p:cNvSpPr/>
          <p:nvPr/>
        </p:nvSpPr>
        <p:spPr>
          <a:xfrm>
            <a:off x="6944014" y="1387714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3586FDB3-D40D-A596-F0BB-026BEBD2C01D}"/>
              </a:ext>
            </a:extLst>
          </p:cNvPr>
          <p:cNvSpPr/>
          <p:nvPr/>
        </p:nvSpPr>
        <p:spPr>
          <a:xfrm>
            <a:off x="7776496" y="1387714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43C77B6D-EE60-D83C-1082-8EF314393A0E}"/>
              </a:ext>
            </a:extLst>
          </p:cNvPr>
          <p:cNvSpPr/>
          <p:nvPr/>
        </p:nvSpPr>
        <p:spPr>
          <a:xfrm>
            <a:off x="8677746" y="1387714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9DC27A-396F-0A22-5E59-5881702A9A86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ko-KR" sz="800" b="0" i="0" u="none" strike="noStrike" kern="0" cap="none" spc="-15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맑은 고딕" panose="020B0503020000020004" pitchFamily="50" charset="-127"/>
            </a:endParaRPr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33255C-A40F-BB95-7F94-9C1F966018E0}"/>
              </a:ext>
            </a:extLst>
          </p:cNvPr>
          <p:cNvSpPr/>
          <p:nvPr/>
        </p:nvSpPr>
        <p:spPr>
          <a:xfrm>
            <a:off x="4884558" y="6035525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F1490BC-5973-BEEB-A948-9EDFE113C618}"/>
              </a:ext>
            </a:extLst>
          </p:cNvPr>
          <p:cNvSpPr/>
          <p:nvPr/>
        </p:nvSpPr>
        <p:spPr>
          <a:xfrm>
            <a:off x="4889122" y="5720557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0971CD-8991-822B-1B29-648D8D3E2E37}"/>
              </a:ext>
            </a:extLst>
          </p:cNvPr>
          <p:cNvSpPr txBox="1"/>
          <p:nvPr/>
        </p:nvSpPr>
        <p:spPr>
          <a:xfrm>
            <a:off x="4667417" y="5460838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51B5F4F-3A7C-1D73-143E-ACCAEA4351DD}"/>
              </a:ext>
            </a:extLst>
          </p:cNvPr>
          <p:cNvSpPr/>
          <p:nvPr/>
        </p:nvSpPr>
        <p:spPr>
          <a:xfrm>
            <a:off x="4640956" y="5303498"/>
            <a:ext cx="2144904" cy="1078155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D66DD2C-F0FE-4EEE-B15F-0A3A6117709C}"/>
              </a:ext>
            </a:extLst>
          </p:cNvPr>
          <p:cNvCxnSpPr>
            <a:cxnSpLocks/>
            <a:stCxn id="4" idx="3"/>
            <a:endCxn id="21" idx="0"/>
          </p:cNvCxnSpPr>
          <p:nvPr/>
        </p:nvCxnSpPr>
        <p:spPr>
          <a:xfrm flipV="1">
            <a:off x="3785100" y="429391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E52021BB-38C1-798F-3941-E62087E5C716}"/>
              </a:ext>
            </a:extLst>
          </p:cNvPr>
          <p:cNvCxnSpPr>
            <a:cxnSpLocks/>
          </p:cNvCxnSpPr>
          <p:nvPr/>
        </p:nvCxnSpPr>
        <p:spPr>
          <a:xfrm flipV="1">
            <a:off x="3861545" y="547923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707F-23A2-7050-5BA7-5017E75A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266C-E954-47C8-699E-343D39F9980D}"/>
              </a:ext>
            </a:extLst>
          </p:cNvPr>
          <p:cNvSpPr txBox="1"/>
          <p:nvPr/>
        </p:nvSpPr>
        <p:spPr>
          <a:xfrm>
            <a:off x="314543" y="183059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- 1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08C6D6-CDC0-04CF-5068-AA39ACE31004}"/>
              </a:ext>
            </a:extLst>
          </p:cNvPr>
          <p:cNvSpPr/>
          <p:nvPr/>
        </p:nvSpPr>
        <p:spPr>
          <a:xfrm>
            <a:off x="393209" y="554279"/>
            <a:ext cx="2496078" cy="573197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844BE-E420-9A07-3813-E7AB9EA6F2B2}"/>
              </a:ext>
            </a:extLst>
          </p:cNvPr>
          <p:cNvSpPr/>
          <p:nvPr/>
        </p:nvSpPr>
        <p:spPr>
          <a:xfrm>
            <a:off x="388128" y="721797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2ACD08D6-A2E4-845F-C2B8-20A1C825D418}"/>
              </a:ext>
            </a:extLst>
          </p:cNvPr>
          <p:cNvSpPr txBox="1"/>
          <p:nvPr/>
        </p:nvSpPr>
        <p:spPr>
          <a:xfrm>
            <a:off x="395409" y="748660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9F8EEC1-F757-DF3E-C9BD-31166BFF182B}"/>
              </a:ext>
            </a:extLst>
          </p:cNvPr>
          <p:cNvSpPr txBox="1"/>
          <p:nvPr/>
        </p:nvSpPr>
        <p:spPr>
          <a:xfrm>
            <a:off x="4207751" y="185450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C045DF-A582-6C14-8D01-F4C672B4E059}"/>
              </a:ext>
            </a:extLst>
          </p:cNvPr>
          <p:cNvSpPr/>
          <p:nvPr/>
        </p:nvSpPr>
        <p:spPr>
          <a:xfrm>
            <a:off x="388128" y="6017444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0E197AB-4C6B-9AC4-412F-4381E425823C}"/>
              </a:ext>
            </a:extLst>
          </p:cNvPr>
          <p:cNvSpPr/>
          <p:nvPr/>
        </p:nvSpPr>
        <p:spPr>
          <a:xfrm>
            <a:off x="2153205" y="6046485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2F34322-FF51-5820-419F-118F708AD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1" y="6041391"/>
            <a:ext cx="223697" cy="223697"/>
          </a:xfrm>
          <a:prstGeom prst="rect">
            <a:avLst/>
          </a:prstGeom>
        </p:spPr>
      </p:pic>
      <p:sp>
        <p:nvSpPr>
          <p:cNvPr id="46" name="TextBox 114">
            <a:extLst>
              <a:ext uri="{FF2B5EF4-FFF2-40B4-BE49-F238E27FC236}">
                <a16:creationId xmlns:a16="http://schemas.microsoft.com/office/drawing/2014/main" id="{B14A31CE-9473-0608-CCA1-C21AE2BDE075}"/>
              </a:ext>
            </a:extLst>
          </p:cNvPr>
          <p:cNvSpPr txBox="1"/>
          <p:nvPr/>
        </p:nvSpPr>
        <p:spPr>
          <a:xfrm>
            <a:off x="636319" y="6034256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8C2854-C238-937D-F090-312683D32E94}"/>
              </a:ext>
            </a:extLst>
          </p:cNvPr>
          <p:cNvCxnSpPr/>
          <p:nvPr/>
        </p:nvCxnSpPr>
        <p:spPr>
          <a:xfrm>
            <a:off x="2856923" y="2684980"/>
            <a:ext cx="0" cy="1383361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8E41E2-8B42-3576-7151-43B659383678}"/>
              </a:ext>
            </a:extLst>
          </p:cNvPr>
          <p:cNvSpPr txBox="1"/>
          <p:nvPr/>
        </p:nvSpPr>
        <p:spPr>
          <a:xfrm>
            <a:off x="2576888" y="73964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D96530A-A74B-C876-64FB-89FAA1745126}"/>
              </a:ext>
            </a:extLst>
          </p:cNvPr>
          <p:cNvSpPr/>
          <p:nvPr/>
        </p:nvSpPr>
        <p:spPr>
          <a:xfrm>
            <a:off x="4708408" y="205711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C5CE99E-B85D-764C-6888-A172C3675A1D}"/>
              </a:ext>
            </a:extLst>
          </p:cNvPr>
          <p:cNvSpPr/>
          <p:nvPr/>
        </p:nvSpPr>
        <p:spPr>
          <a:xfrm>
            <a:off x="5259770" y="2053506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773367-05BA-6F75-387A-FC2E79DEB105}"/>
              </a:ext>
            </a:extLst>
          </p:cNvPr>
          <p:cNvSpPr/>
          <p:nvPr/>
        </p:nvSpPr>
        <p:spPr>
          <a:xfrm>
            <a:off x="5703999" y="2051934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6BAA7F-BADC-1649-CA80-DAE93087BE5D}"/>
              </a:ext>
            </a:extLst>
          </p:cNvPr>
          <p:cNvSpPr/>
          <p:nvPr/>
        </p:nvSpPr>
        <p:spPr>
          <a:xfrm>
            <a:off x="6148245" y="2057505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FD93690-99C5-2024-A926-2FD03C5C1A4E}"/>
              </a:ext>
            </a:extLst>
          </p:cNvPr>
          <p:cNvSpPr/>
          <p:nvPr/>
        </p:nvSpPr>
        <p:spPr>
          <a:xfrm>
            <a:off x="4284049" y="224499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FDDF84D-E488-9C39-7219-0C65913306C6}"/>
              </a:ext>
            </a:extLst>
          </p:cNvPr>
          <p:cNvSpPr txBox="1"/>
          <p:nvPr/>
        </p:nvSpPr>
        <p:spPr>
          <a:xfrm>
            <a:off x="4179085" y="33482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811764-CC93-7FE9-56B6-E00D92955027}"/>
              </a:ext>
            </a:extLst>
          </p:cNvPr>
          <p:cNvSpPr/>
          <p:nvPr/>
        </p:nvSpPr>
        <p:spPr>
          <a:xfrm>
            <a:off x="4260942" y="355772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515663C-002D-56C2-54CC-411D8041F30B}"/>
              </a:ext>
            </a:extLst>
          </p:cNvPr>
          <p:cNvSpPr/>
          <p:nvPr/>
        </p:nvSpPr>
        <p:spPr>
          <a:xfrm>
            <a:off x="4812304" y="355412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8D173F-D4F9-8850-E869-8C961AFC27DA}"/>
              </a:ext>
            </a:extLst>
          </p:cNvPr>
          <p:cNvSpPr/>
          <p:nvPr/>
        </p:nvSpPr>
        <p:spPr>
          <a:xfrm>
            <a:off x="5351783" y="3552551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625175A-4012-0D5B-4BDA-AFBFD04FE7E1}"/>
              </a:ext>
            </a:extLst>
          </p:cNvPr>
          <p:cNvSpPr/>
          <p:nvPr/>
        </p:nvSpPr>
        <p:spPr>
          <a:xfrm>
            <a:off x="5943350" y="3548947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268A25A-5661-EB9E-4163-4A788F3533C3}"/>
              </a:ext>
            </a:extLst>
          </p:cNvPr>
          <p:cNvSpPr/>
          <p:nvPr/>
        </p:nvSpPr>
        <p:spPr>
          <a:xfrm>
            <a:off x="4260942" y="3761232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2A47013-53D7-D6B7-FEC5-58C56D28A81E}"/>
              </a:ext>
            </a:extLst>
          </p:cNvPr>
          <p:cNvSpPr/>
          <p:nvPr/>
        </p:nvSpPr>
        <p:spPr>
          <a:xfrm>
            <a:off x="4815031" y="376591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9992A78-F212-099C-09A4-77F04469281B}"/>
              </a:ext>
            </a:extLst>
          </p:cNvPr>
          <p:cNvSpPr/>
          <p:nvPr/>
        </p:nvSpPr>
        <p:spPr>
          <a:xfrm>
            <a:off x="5369377" y="3764744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3732D5B-2931-5B56-1E9E-46E33D83B479}"/>
              </a:ext>
            </a:extLst>
          </p:cNvPr>
          <p:cNvSpPr/>
          <p:nvPr/>
        </p:nvSpPr>
        <p:spPr>
          <a:xfrm>
            <a:off x="5763310" y="3763233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746C53C-A03B-E5C8-E7EE-98C0764FC8BF}"/>
              </a:ext>
            </a:extLst>
          </p:cNvPr>
          <p:cNvSpPr/>
          <p:nvPr/>
        </p:nvSpPr>
        <p:spPr>
          <a:xfrm>
            <a:off x="6148270" y="3765914"/>
            <a:ext cx="473232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C5351444-729B-D00F-0D64-4C434B3ED418}"/>
              </a:ext>
            </a:extLst>
          </p:cNvPr>
          <p:cNvSpPr txBox="1"/>
          <p:nvPr/>
        </p:nvSpPr>
        <p:spPr>
          <a:xfrm>
            <a:off x="4234063" y="141005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C651AFD-9859-432C-024A-445F480C5970}"/>
              </a:ext>
            </a:extLst>
          </p:cNvPr>
          <p:cNvSpPr/>
          <p:nvPr/>
        </p:nvSpPr>
        <p:spPr>
          <a:xfrm>
            <a:off x="4291355" y="1605317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8B248D8-8DE4-9A18-F1F7-DCED7B5AF829}"/>
              </a:ext>
            </a:extLst>
          </p:cNvPr>
          <p:cNvSpPr/>
          <p:nvPr/>
        </p:nvSpPr>
        <p:spPr>
          <a:xfrm>
            <a:off x="4621961" y="1608252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0666C506-D00D-7290-53BA-05C9DD1B2DDB}"/>
              </a:ext>
            </a:extLst>
          </p:cNvPr>
          <p:cNvSpPr/>
          <p:nvPr/>
        </p:nvSpPr>
        <p:spPr>
          <a:xfrm>
            <a:off x="4257678" y="3847330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DED6C959-8EFE-9949-DEF2-AA01FEE488BC}"/>
              </a:ext>
            </a:extLst>
          </p:cNvPr>
          <p:cNvSpPr txBox="1"/>
          <p:nvPr/>
        </p:nvSpPr>
        <p:spPr>
          <a:xfrm>
            <a:off x="4216068" y="9611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935BC43-FA15-43EA-56D9-15AD9C1440A7}"/>
              </a:ext>
            </a:extLst>
          </p:cNvPr>
          <p:cNvSpPr/>
          <p:nvPr/>
        </p:nvSpPr>
        <p:spPr>
          <a:xfrm>
            <a:off x="4309943" y="1152946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B0465E3-556B-91D3-A9D7-0603FAFEA508}"/>
              </a:ext>
            </a:extLst>
          </p:cNvPr>
          <p:cNvSpPr txBox="1"/>
          <p:nvPr/>
        </p:nvSpPr>
        <p:spPr>
          <a:xfrm>
            <a:off x="5677423" y="3500795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C80E840-B9B5-3332-9A7A-D1BF66606A74}"/>
              </a:ext>
            </a:extLst>
          </p:cNvPr>
          <p:cNvSpPr/>
          <p:nvPr/>
        </p:nvSpPr>
        <p:spPr>
          <a:xfrm>
            <a:off x="5142425" y="1152946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83CC123-DE24-97A4-D661-D33EDBCC8EB2}"/>
              </a:ext>
            </a:extLst>
          </p:cNvPr>
          <p:cNvSpPr/>
          <p:nvPr/>
        </p:nvSpPr>
        <p:spPr>
          <a:xfrm>
            <a:off x="6043675" y="115294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F47BD153-16D9-AA55-5F20-28135B5DB861}"/>
              </a:ext>
            </a:extLst>
          </p:cNvPr>
          <p:cNvSpPr/>
          <p:nvPr/>
        </p:nvSpPr>
        <p:spPr>
          <a:xfrm>
            <a:off x="4281143" y="2055759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1" name="TextBox 114">
            <a:extLst>
              <a:ext uri="{FF2B5EF4-FFF2-40B4-BE49-F238E27FC236}">
                <a16:creationId xmlns:a16="http://schemas.microsoft.com/office/drawing/2014/main" id="{7B7964EF-D828-2908-7BBC-29DB67976CE6}"/>
              </a:ext>
            </a:extLst>
          </p:cNvPr>
          <p:cNvSpPr txBox="1"/>
          <p:nvPr/>
        </p:nvSpPr>
        <p:spPr>
          <a:xfrm>
            <a:off x="7057033" y="577635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4A8BB422-FFCB-8236-F3F4-0C73DD876A37}"/>
              </a:ext>
            </a:extLst>
          </p:cNvPr>
          <p:cNvSpPr/>
          <p:nvPr/>
        </p:nvSpPr>
        <p:spPr>
          <a:xfrm>
            <a:off x="7144488" y="601954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6E94366-B456-0AC0-3E92-6EF85AE40607}"/>
              </a:ext>
            </a:extLst>
          </p:cNvPr>
          <p:cNvSpPr/>
          <p:nvPr/>
        </p:nvSpPr>
        <p:spPr>
          <a:xfrm>
            <a:off x="7560001" y="601847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8F0CF1D-62CB-3A08-19AC-89A9887B33B6}"/>
              </a:ext>
            </a:extLst>
          </p:cNvPr>
          <p:cNvSpPr/>
          <p:nvPr/>
        </p:nvSpPr>
        <p:spPr>
          <a:xfrm>
            <a:off x="7966809" y="601319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BE895A-10F8-DB28-5DD9-56546BD566CF}"/>
              </a:ext>
            </a:extLst>
          </p:cNvPr>
          <p:cNvSpPr/>
          <p:nvPr/>
        </p:nvSpPr>
        <p:spPr>
          <a:xfrm>
            <a:off x="8379147" y="601212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EA9D305-B48B-A953-EC89-4DED23CD19C5}"/>
              </a:ext>
            </a:extLst>
          </p:cNvPr>
          <p:cNvSpPr/>
          <p:nvPr/>
        </p:nvSpPr>
        <p:spPr>
          <a:xfrm>
            <a:off x="8779559" y="601587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28FEF4A-5071-CEDE-05C0-37372921C39B}"/>
              </a:ext>
            </a:extLst>
          </p:cNvPr>
          <p:cNvSpPr/>
          <p:nvPr/>
        </p:nvSpPr>
        <p:spPr>
          <a:xfrm>
            <a:off x="4254116" y="4871653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2CE4E9F-ABC1-0121-3919-3F6E3CC2AC63}"/>
              </a:ext>
            </a:extLst>
          </p:cNvPr>
          <p:cNvSpPr txBox="1"/>
          <p:nvPr/>
        </p:nvSpPr>
        <p:spPr>
          <a:xfrm>
            <a:off x="4186629" y="466483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53E7924-B843-06D7-2A2C-27B692D1CB48}"/>
              </a:ext>
            </a:extLst>
          </p:cNvPr>
          <p:cNvSpPr/>
          <p:nvPr/>
        </p:nvSpPr>
        <p:spPr>
          <a:xfrm>
            <a:off x="493218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3FD981C-EEEC-CF43-C698-708732AADD61}"/>
              </a:ext>
            </a:extLst>
          </p:cNvPr>
          <p:cNvSpPr/>
          <p:nvPr/>
        </p:nvSpPr>
        <p:spPr>
          <a:xfrm>
            <a:off x="557762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67F0CEF-7904-CD1A-D94E-6C1C8B946373}"/>
              </a:ext>
            </a:extLst>
          </p:cNvPr>
          <p:cNvSpPr/>
          <p:nvPr/>
        </p:nvSpPr>
        <p:spPr>
          <a:xfrm>
            <a:off x="424837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E526804-3587-A446-CF11-4004FBF81526}"/>
              </a:ext>
            </a:extLst>
          </p:cNvPr>
          <p:cNvSpPr/>
          <p:nvPr/>
        </p:nvSpPr>
        <p:spPr>
          <a:xfrm>
            <a:off x="489381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783A9AB-2B13-1D92-4096-58AF0A310566}"/>
              </a:ext>
            </a:extLst>
          </p:cNvPr>
          <p:cNvSpPr/>
          <p:nvPr/>
        </p:nvSpPr>
        <p:spPr>
          <a:xfrm>
            <a:off x="5530465" y="5067578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57F4A2-C3F9-B8F3-C46E-28A1D762497B}"/>
              </a:ext>
            </a:extLst>
          </p:cNvPr>
          <p:cNvSpPr/>
          <p:nvPr/>
        </p:nvSpPr>
        <p:spPr>
          <a:xfrm>
            <a:off x="4271018" y="4420690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BB7410E0-82C6-6CAA-CF81-98FC64AC4B1E}"/>
              </a:ext>
            </a:extLst>
          </p:cNvPr>
          <p:cNvSpPr txBox="1"/>
          <p:nvPr/>
        </p:nvSpPr>
        <p:spPr>
          <a:xfrm>
            <a:off x="4210422" y="41809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34ADB35-F652-C606-2DDB-BBAD317226D6}"/>
              </a:ext>
            </a:extLst>
          </p:cNvPr>
          <p:cNvSpPr/>
          <p:nvPr/>
        </p:nvSpPr>
        <p:spPr>
          <a:xfrm>
            <a:off x="473318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802C96E-2928-9E09-B56C-0F7300B3573C}"/>
              </a:ext>
            </a:extLst>
          </p:cNvPr>
          <p:cNvSpPr/>
          <p:nvPr/>
        </p:nvSpPr>
        <p:spPr>
          <a:xfrm>
            <a:off x="516907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920E9CA-A1E8-41FC-A95F-96C2161F0003}"/>
              </a:ext>
            </a:extLst>
          </p:cNvPr>
          <p:cNvSpPr/>
          <p:nvPr/>
        </p:nvSpPr>
        <p:spPr>
          <a:xfrm>
            <a:off x="4232219" y="5956442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096F023-BCE9-9D6E-6BC5-04C494822390}"/>
              </a:ext>
            </a:extLst>
          </p:cNvPr>
          <p:cNvSpPr/>
          <p:nvPr/>
        </p:nvSpPr>
        <p:spPr>
          <a:xfrm>
            <a:off x="482705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6B68274-B474-66CF-1ACC-4D307A56B15A}"/>
              </a:ext>
            </a:extLst>
          </p:cNvPr>
          <p:cNvSpPr/>
          <p:nvPr/>
        </p:nvSpPr>
        <p:spPr>
          <a:xfrm>
            <a:off x="515809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5" name="TextBox 114">
            <a:extLst>
              <a:ext uri="{FF2B5EF4-FFF2-40B4-BE49-F238E27FC236}">
                <a16:creationId xmlns:a16="http://schemas.microsoft.com/office/drawing/2014/main" id="{7484B8CC-1E2E-2A00-B94B-5D0AA7A82C2A}"/>
              </a:ext>
            </a:extLst>
          </p:cNvPr>
          <p:cNvSpPr txBox="1"/>
          <p:nvPr/>
        </p:nvSpPr>
        <p:spPr>
          <a:xfrm>
            <a:off x="4173853" y="576812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E905CB33-86A8-59D4-2BF8-7A2B2E4FE663}"/>
              </a:ext>
            </a:extLst>
          </p:cNvPr>
          <p:cNvSpPr/>
          <p:nvPr/>
        </p:nvSpPr>
        <p:spPr>
          <a:xfrm>
            <a:off x="5487532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50D7C40-7838-A20A-62EC-193ABFE668D2}"/>
              </a:ext>
            </a:extLst>
          </p:cNvPr>
          <p:cNvSpPr/>
          <p:nvPr/>
        </p:nvSpPr>
        <p:spPr>
          <a:xfrm>
            <a:off x="5815430" y="5955673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BC66FAF-6AE7-2385-70F7-2756D2848556}"/>
              </a:ext>
            </a:extLst>
          </p:cNvPr>
          <p:cNvSpPr/>
          <p:nvPr/>
        </p:nvSpPr>
        <p:spPr>
          <a:xfrm>
            <a:off x="6421468" y="595699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AC104258-54D6-6458-AEA4-F0163BA22A85}"/>
              </a:ext>
            </a:extLst>
          </p:cNvPr>
          <p:cNvSpPr/>
          <p:nvPr/>
        </p:nvSpPr>
        <p:spPr>
          <a:xfrm>
            <a:off x="7144490" y="36944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177" name="TextBox 114">
            <a:extLst>
              <a:ext uri="{FF2B5EF4-FFF2-40B4-BE49-F238E27FC236}">
                <a16:creationId xmlns:a16="http://schemas.microsoft.com/office/drawing/2014/main" id="{EB50BAE3-B634-7EEE-9D26-09AB91189174}"/>
              </a:ext>
            </a:extLst>
          </p:cNvPr>
          <p:cNvSpPr txBox="1"/>
          <p:nvPr/>
        </p:nvSpPr>
        <p:spPr>
          <a:xfrm>
            <a:off x="7057033" y="348873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6892E2C7-801C-0E90-4D64-FAA40A9840B6}"/>
              </a:ext>
            </a:extLst>
          </p:cNvPr>
          <p:cNvSpPr/>
          <p:nvPr/>
        </p:nvSpPr>
        <p:spPr>
          <a:xfrm>
            <a:off x="7589896" y="36937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4CCA87D-76FD-6E4D-DF20-6AAE86C2F2A2}"/>
              </a:ext>
            </a:extLst>
          </p:cNvPr>
          <p:cNvSpPr/>
          <p:nvPr/>
        </p:nvSpPr>
        <p:spPr>
          <a:xfrm>
            <a:off x="8043524" y="36944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E2C896D-A79C-EEB4-856A-AB54443F5854}"/>
              </a:ext>
            </a:extLst>
          </p:cNvPr>
          <p:cNvSpPr/>
          <p:nvPr/>
        </p:nvSpPr>
        <p:spPr>
          <a:xfrm>
            <a:off x="8521747" y="369371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43A70C7-195F-0620-9CC2-36CF6797B953}"/>
              </a:ext>
            </a:extLst>
          </p:cNvPr>
          <p:cNvSpPr/>
          <p:nvPr/>
        </p:nvSpPr>
        <p:spPr>
          <a:xfrm>
            <a:off x="7149185" y="389442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08499AA-DBAC-C965-2BD4-D06A8ADEE990}"/>
              </a:ext>
            </a:extLst>
          </p:cNvPr>
          <p:cNvSpPr/>
          <p:nvPr/>
        </p:nvSpPr>
        <p:spPr>
          <a:xfrm>
            <a:off x="8000734" y="389442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09DDAC5-5C35-7B98-DA22-AD99598A6ECB}"/>
              </a:ext>
            </a:extLst>
          </p:cNvPr>
          <p:cNvSpPr/>
          <p:nvPr/>
        </p:nvSpPr>
        <p:spPr>
          <a:xfrm>
            <a:off x="7170807" y="442318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194" name="TextBox 114">
            <a:extLst>
              <a:ext uri="{FF2B5EF4-FFF2-40B4-BE49-F238E27FC236}">
                <a16:creationId xmlns:a16="http://schemas.microsoft.com/office/drawing/2014/main" id="{81ACC0C0-5594-3AB1-C804-E6E5239903B4}"/>
              </a:ext>
            </a:extLst>
          </p:cNvPr>
          <p:cNvSpPr txBox="1"/>
          <p:nvPr/>
        </p:nvSpPr>
        <p:spPr>
          <a:xfrm>
            <a:off x="7096975" y="420260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D1653861-098F-CDE0-9BD2-C1DFDD8384AE}"/>
              </a:ext>
            </a:extLst>
          </p:cNvPr>
          <p:cNvSpPr/>
          <p:nvPr/>
        </p:nvSpPr>
        <p:spPr>
          <a:xfrm>
            <a:off x="7616213" y="442241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EF2F442-8FB1-8084-0352-72348D28A09F}"/>
              </a:ext>
            </a:extLst>
          </p:cNvPr>
          <p:cNvSpPr/>
          <p:nvPr/>
        </p:nvSpPr>
        <p:spPr>
          <a:xfrm>
            <a:off x="8069841" y="442318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79B8038-14FB-9A20-7010-6A62ADB5AB7B}"/>
              </a:ext>
            </a:extLst>
          </p:cNvPr>
          <p:cNvSpPr/>
          <p:nvPr/>
        </p:nvSpPr>
        <p:spPr>
          <a:xfrm>
            <a:off x="8506871" y="442043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95D1D67-F669-749D-ECA8-4C96C8DA0E7F}"/>
              </a:ext>
            </a:extLst>
          </p:cNvPr>
          <p:cNvSpPr/>
          <p:nvPr/>
        </p:nvSpPr>
        <p:spPr>
          <a:xfrm>
            <a:off x="9040721" y="441805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20CD54A8-6816-E9D4-70DE-8E3BE95A70EA}"/>
              </a:ext>
            </a:extLst>
          </p:cNvPr>
          <p:cNvSpPr/>
          <p:nvPr/>
        </p:nvSpPr>
        <p:spPr>
          <a:xfrm>
            <a:off x="7170807" y="487051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114">
            <a:extLst>
              <a:ext uri="{FF2B5EF4-FFF2-40B4-BE49-F238E27FC236}">
                <a16:creationId xmlns:a16="http://schemas.microsoft.com/office/drawing/2014/main" id="{6FB5FD05-1783-4134-E559-654EC9B5003D}"/>
              </a:ext>
            </a:extLst>
          </p:cNvPr>
          <p:cNvSpPr txBox="1"/>
          <p:nvPr/>
        </p:nvSpPr>
        <p:spPr>
          <a:xfrm>
            <a:off x="7102160" y="46608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94744F82-2234-B3BA-647B-1613A1314851}"/>
              </a:ext>
            </a:extLst>
          </p:cNvPr>
          <p:cNvSpPr/>
          <p:nvPr/>
        </p:nvSpPr>
        <p:spPr>
          <a:xfrm>
            <a:off x="7616213" y="486974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F92D552-6F2E-30EF-99D7-E2D72211BFFF}"/>
              </a:ext>
            </a:extLst>
          </p:cNvPr>
          <p:cNvSpPr/>
          <p:nvPr/>
        </p:nvSpPr>
        <p:spPr>
          <a:xfrm>
            <a:off x="8069841" y="487051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3718A1D-6349-3579-7514-1228AEEFF32E}"/>
              </a:ext>
            </a:extLst>
          </p:cNvPr>
          <p:cNvSpPr/>
          <p:nvPr/>
        </p:nvSpPr>
        <p:spPr>
          <a:xfrm>
            <a:off x="8506871" y="486776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BC81A95-67DC-DB08-370F-24743FFD3E9D}"/>
              </a:ext>
            </a:extLst>
          </p:cNvPr>
          <p:cNvSpPr/>
          <p:nvPr/>
        </p:nvSpPr>
        <p:spPr>
          <a:xfrm>
            <a:off x="9040721" y="486538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565C9469-4EDD-A371-7E9C-0B2442903B67}"/>
              </a:ext>
            </a:extLst>
          </p:cNvPr>
          <p:cNvSpPr/>
          <p:nvPr/>
        </p:nvSpPr>
        <p:spPr>
          <a:xfrm>
            <a:off x="7156105" y="508212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3EE43F60-19A0-1204-C52B-90BA1BB0C395}"/>
              </a:ext>
            </a:extLst>
          </p:cNvPr>
          <p:cNvSpPr/>
          <p:nvPr/>
        </p:nvSpPr>
        <p:spPr>
          <a:xfrm>
            <a:off x="7154391" y="215362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0D8E4F5F-B30B-AE50-F8DA-E7E19E69440E}"/>
              </a:ext>
            </a:extLst>
          </p:cNvPr>
          <p:cNvSpPr/>
          <p:nvPr/>
        </p:nvSpPr>
        <p:spPr>
          <a:xfrm>
            <a:off x="761655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203B979E-F3EB-AE87-FEE8-54AAA7C403C9}"/>
              </a:ext>
            </a:extLst>
          </p:cNvPr>
          <p:cNvSpPr/>
          <p:nvPr/>
        </p:nvSpPr>
        <p:spPr>
          <a:xfrm>
            <a:off x="805244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E4CF71D5-1D83-92AD-B392-6234114A8900}"/>
              </a:ext>
            </a:extLst>
          </p:cNvPr>
          <p:cNvSpPr txBox="1"/>
          <p:nvPr/>
        </p:nvSpPr>
        <p:spPr>
          <a:xfrm>
            <a:off x="7092437" y="1951294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5E4102A-B9E2-58CC-4116-DD1648ED53DF}"/>
              </a:ext>
            </a:extLst>
          </p:cNvPr>
          <p:cNvSpPr txBox="1"/>
          <p:nvPr/>
        </p:nvSpPr>
        <p:spPr>
          <a:xfrm>
            <a:off x="4216382" y="246398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564ABE74-1703-5EAB-5258-EA37A39889B9}"/>
              </a:ext>
            </a:extLst>
          </p:cNvPr>
          <p:cNvSpPr/>
          <p:nvPr/>
        </p:nvSpPr>
        <p:spPr>
          <a:xfrm>
            <a:off x="4713790" y="266039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8EE77C2-642B-5D14-95CE-649B587DFD90}"/>
              </a:ext>
            </a:extLst>
          </p:cNvPr>
          <p:cNvSpPr/>
          <p:nvPr/>
        </p:nvSpPr>
        <p:spPr>
          <a:xfrm>
            <a:off x="5129303" y="265932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4B8B173-445A-8012-F051-04FE0F111197}"/>
              </a:ext>
            </a:extLst>
          </p:cNvPr>
          <p:cNvSpPr/>
          <p:nvPr/>
        </p:nvSpPr>
        <p:spPr>
          <a:xfrm>
            <a:off x="5536111" y="265404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79405F96-A15D-23C2-1EF1-D81244A79064}"/>
              </a:ext>
            </a:extLst>
          </p:cNvPr>
          <p:cNvSpPr/>
          <p:nvPr/>
        </p:nvSpPr>
        <p:spPr>
          <a:xfrm>
            <a:off x="5939625" y="2653417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71D1D52-2C18-DEBA-1254-E4E2E633CE0C}"/>
              </a:ext>
            </a:extLst>
          </p:cNvPr>
          <p:cNvSpPr/>
          <p:nvPr/>
        </p:nvSpPr>
        <p:spPr>
          <a:xfrm>
            <a:off x="4245361" y="5522617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2" name="TextBox 114">
            <a:extLst>
              <a:ext uri="{FF2B5EF4-FFF2-40B4-BE49-F238E27FC236}">
                <a16:creationId xmlns:a16="http://schemas.microsoft.com/office/drawing/2014/main" id="{86C2EF77-1C2E-2EF2-6154-AB584C3D53CE}"/>
              </a:ext>
            </a:extLst>
          </p:cNvPr>
          <p:cNvSpPr txBox="1"/>
          <p:nvPr/>
        </p:nvSpPr>
        <p:spPr>
          <a:xfrm>
            <a:off x="4176713" y="53357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15E7B452-BBD0-0230-72E1-464F4F9B5B88}"/>
              </a:ext>
            </a:extLst>
          </p:cNvPr>
          <p:cNvSpPr/>
          <p:nvPr/>
        </p:nvSpPr>
        <p:spPr>
          <a:xfrm>
            <a:off x="4617391" y="5523032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E665E6D5-EB46-13FF-2386-4450809ADBE5}"/>
              </a:ext>
            </a:extLst>
          </p:cNvPr>
          <p:cNvSpPr/>
          <p:nvPr/>
        </p:nvSpPr>
        <p:spPr>
          <a:xfrm>
            <a:off x="5011634" y="5521887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7D3622EB-6E17-BEF7-B53A-E4A4D1F643E9}"/>
              </a:ext>
            </a:extLst>
          </p:cNvPr>
          <p:cNvSpPr/>
          <p:nvPr/>
        </p:nvSpPr>
        <p:spPr>
          <a:xfrm>
            <a:off x="5384457" y="5525033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BA30D9C8-8684-F158-57CE-D79A8CE696C3}"/>
              </a:ext>
            </a:extLst>
          </p:cNvPr>
          <p:cNvSpPr/>
          <p:nvPr/>
        </p:nvSpPr>
        <p:spPr>
          <a:xfrm>
            <a:off x="5796888" y="5525033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516CA0E-39E8-0AE6-1245-06525C87BAC3}"/>
              </a:ext>
            </a:extLst>
          </p:cNvPr>
          <p:cNvSpPr/>
          <p:nvPr/>
        </p:nvSpPr>
        <p:spPr>
          <a:xfrm>
            <a:off x="7151466" y="266714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FA698F45-659A-3CE1-DD42-925B9D766BE5}"/>
              </a:ext>
            </a:extLst>
          </p:cNvPr>
          <p:cNvSpPr txBox="1"/>
          <p:nvPr/>
        </p:nvSpPr>
        <p:spPr>
          <a:xfrm>
            <a:off x="7090649" y="24593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552E40A-D1D2-8089-7F03-6706DC46CBDB}"/>
              </a:ext>
            </a:extLst>
          </p:cNvPr>
          <p:cNvSpPr/>
          <p:nvPr/>
        </p:nvSpPr>
        <p:spPr>
          <a:xfrm>
            <a:off x="7596872" y="266637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E056B8C-9866-A62F-6A91-7F0469D23B54}"/>
              </a:ext>
            </a:extLst>
          </p:cNvPr>
          <p:cNvSpPr/>
          <p:nvPr/>
        </p:nvSpPr>
        <p:spPr>
          <a:xfrm>
            <a:off x="7161084" y="115430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7" name="TextBox 114">
            <a:extLst>
              <a:ext uri="{FF2B5EF4-FFF2-40B4-BE49-F238E27FC236}">
                <a16:creationId xmlns:a16="http://schemas.microsoft.com/office/drawing/2014/main" id="{D931F3EE-0929-DCC0-1825-0E79B45D91DB}"/>
              </a:ext>
            </a:extLst>
          </p:cNvPr>
          <p:cNvSpPr txBox="1"/>
          <p:nvPr/>
        </p:nvSpPr>
        <p:spPr>
          <a:xfrm>
            <a:off x="7092437" y="97199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F273B2F-43DC-8B3F-CE14-A462418EB90B}"/>
              </a:ext>
            </a:extLst>
          </p:cNvPr>
          <p:cNvSpPr/>
          <p:nvPr/>
        </p:nvSpPr>
        <p:spPr>
          <a:xfrm>
            <a:off x="7606490" y="115353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6C88CE7A-B716-A0E9-A5E4-5ECAB196D76A}"/>
              </a:ext>
            </a:extLst>
          </p:cNvPr>
          <p:cNvSpPr/>
          <p:nvPr/>
        </p:nvSpPr>
        <p:spPr>
          <a:xfrm>
            <a:off x="8058749" y="115997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5B1834FE-3122-D7ED-7701-B99F4C65A3ED}"/>
              </a:ext>
            </a:extLst>
          </p:cNvPr>
          <p:cNvSpPr/>
          <p:nvPr/>
        </p:nvSpPr>
        <p:spPr>
          <a:xfrm>
            <a:off x="8504155" y="1159204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31275D6D-4F71-D317-0C92-A9612B20F457}"/>
              </a:ext>
            </a:extLst>
          </p:cNvPr>
          <p:cNvSpPr/>
          <p:nvPr/>
        </p:nvSpPr>
        <p:spPr>
          <a:xfrm>
            <a:off x="7151736" y="163859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 이하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D50792FE-E54A-ED28-236A-3AA1BEA75E5D}"/>
              </a:ext>
            </a:extLst>
          </p:cNvPr>
          <p:cNvSpPr/>
          <p:nvPr/>
        </p:nvSpPr>
        <p:spPr>
          <a:xfrm>
            <a:off x="761390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2~5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59B9CDAE-BC7F-6045-520C-81A03F2CBAAA}"/>
              </a:ext>
            </a:extLst>
          </p:cNvPr>
          <p:cNvSpPr/>
          <p:nvPr/>
        </p:nvSpPr>
        <p:spPr>
          <a:xfrm>
            <a:off x="804979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5~8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TextBox 114">
            <a:extLst>
              <a:ext uri="{FF2B5EF4-FFF2-40B4-BE49-F238E27FC236}">
                <a16:creationId xmlns:a16="http://schemas.microsoft.com/office/drawing/2014/main" id="{31E1E858-F1F9-4895-DC70-4D180F32C63F}"/>
              </a:ext>
            </a:extLst>
          </p:cNvPr>
          <p:cNvSpPr txBox="1"/>
          <p:nvPr/>
        </p:nvSpPr>
        <p:spPr>
          <a:xfrm>
            <a:off x="7092437" y="13894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연령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A64ED3D-C665-7A0D-FCBF-F06A56399BDA}"/>
              </a:ext>
            </a:extLst>
          </p:cNvPr>
          <p:cNvSpPr/>
          <p:nvPr/>
        </p:nvSpPr>
        <p:spPr>
          <a:xfrm>
            <a:off x="846511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8~13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F0EBF73-5859-7066-70C2-339060408C76}"/>
              </a:ext>
            </a:extLst>
          </p:cNvPr>
          <p:cNvSpPr/>
          <p:nvPr/>
        </p:nvSpPr>
        <p:spPr>
          <a:xfrm>
            <a:off x="890100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 이상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6950BD68-F81C-8FC3-B324-18AF13D1B3A5}"/>
              </a:ext>
            </a:extLst>
          </p:cNvPr>
          <p:cNvSpPr/>
          <p:nvPr/>
        </p:nvSpPr>
        <p:spPr>
          <a:xfrm>
            <a:off x="7152425" y="552573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114">
            <a:extLst>
              <a:ext uri="{FF2B5EF4-FFF2-40B4-BE49-F238E27FC236}">
                <a16:creationId xmlns:a16="http://schemas.microsoft.com/office/drawing/2014/main" id="{3A09A01F-BF6C-6C5B-60A9-0C8F87490CB2}"/>
              </a:ext>
            </a:extLst>
          </p:cNvPr>
          <p:cNvSpPr txBox="1"/>
          <p:nvPr/>
        </p:nvSpPr>
        <p:spPr>
          <a:xfrm>
            <a:off x="7060214" y="531230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23A8F70D-AE16-CE6F-899C-B923126C17DF}"/>
              </a:ext>
            </a:extLst>
          </p:cNvPr>
          <p:cNvSpPr/>
          <p:nvPr/>
        </p:nvSpPr>
        <p:spPr>
          <a:xfrm>
            <a:off x="7597831" y="552496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BB15024-519A-10B0-E8D9-BC1386D27923}"/>
              </a:ext>
            </a:extLst>
          </p:cNvPr>
          <p:cNvSpPr/>
          <p:nvPr/>
        </p:nvSpPr>
        <p:spPr>
          <a:xfrm>
            <a:off x="8051459" y="552573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7CA50A84-6FF7-AB92-EB29-E1EAB931D76B}"/>
              </a:ext>
            </a:extLst>
          </p:cNvPr>
          <p:cNvSpPr/>
          <p:nvPr/>
        </p:nvSpPr>
        <p:spPr>
          <a:xfrm>
            <a:off x="8488489" y="552298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36012B05-BCBC-DF5D-40F2-8C3F09EEB1C4}"/>
              </a:ext>
            </a:extLst>
          </p:cNvPr>
          <p:cNvSpPr/>
          <p:nvPr/>
        </p:nvSpPr>
        <p:spPr>
          <a:xfrm>
            <a:off x="9022339" y="552060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3C625F36-9D5C-2764-E8D3-52E9ACC653C9}"/>
              </a:ext>
            </a:extLst>
          </p:cNvPr>
          <p:cNvSpPr/>
          <p:nvPr/>
        </p:nvSpPr>
        <p:spPr>
          <a:xfrm>
            <a:off x="412710" y="985864"/>
            <a:ext cx="2453108" cy="5004153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필터 선택 데이터 영역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66604D1-AF16-3183-0871-47F3FC7A5837}"/>
              </a:ext>
            </a:extLst>
          </p:cNvPr>
          <p:cNvCxnSpPr/>
          <p:nvPr/>
        </p:nvCxnSpPr>
        <p:spPr>
          <a:xfrm>
            <a:off x="6913017" y="1260268"/>
            <a:ext cx="0" cy="432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9949A9C5-72A0-C7C4-0679-E1E12D86C1F8}"/>
              </a:ext>
            </a:extLst>
          </p:cNvPr>
          <p:cNvSpPr/>
          <p:nvPr/>
        </p:nvSpPr>
        <p:spPr>
          <a:xfrm>
            <a:off x="4281180" y="2876133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C95B50F4-3FBF-EE36-F77A-D95BEFAE62D7}"/>
              </a:ext>
            </a:extLst>
          </p:cNvPr>
          <p:cNvSpPr/>
          <p:nvPr/>
        </p:nvSpPr>
        <p:spPr>
          <a:xfrm>
            <a:off x="4939019" y="2875066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5013C912-272A-321F-9A19-0FFA899AAB46}"/>
              </a:ext>
            </a:extLst>
          </p:cNvPr>
          <p:cNvSpPr/>
          <p:nvPr/>
        </p:nvSpPr>
        <p:spPr>
          <a:xfrm>
            <a:off x="5581714" y="287576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BCD6A8BC-B534-EB4A-029F-CA36D5CC301F}"/>
              </a:ext>
            </a:extLst>
          </p:cNvPr>
          <p:cNvSpPr/>
          <p:nvPr/>
        </p:nvSpPr>
        <p:spPr>
          <a:xfrm>
            <a:off x="9270190" y="6011826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322" name="모서리가 둥근 직사각형 114">
            <a:extLst>
              <a:ext uri="{FF2B5EF4-FFF2-40B4-BE49-F238E27FC236}">
                <a16:creationId xmlns:a16="http://schemas.microsoft.com/office/drawing/2014/main" id="{587EAE82-AB60-6097-1AE6-96D5FEA0EE56}"/>
              </a:ext>
            </a:extLst>
          </p:cNvPr>
          <p:cNvSpPr/>
          <p:nvPr/>
        </p:nvSpPr>
        <p:spPr>
          <a:xfrm>
            <a:off x="2754522" y="653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114">
            <a:extLst>
              <a:ext uri="{FF2B5EF4-FFF2-40B4-BE49-F238E27FC236}">
                <a16:creationId xmlns:a16="http://schemas.microsoft.com/office/drawing/2014/main" id="{A0B9C626-E344-E967-B6AF-DF716809289C}"/>
              </a:ext>
            </a:extLst>
          </p:cNvPr>
          <p:cNvSpPr/>
          <p:nvPr/>
        </p:nvSpPr>
        <p:spPr>
          <a:xfrm>
            <a:off x="2077638" y="1702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114">
            <a:extLst>
              <a:ext uri="{FF2B5EF4-FFF2-40B4-BE49-F238E27FC236}">
                <a16:creationId xmlns:a16="http://schemas.microsoft.com/office/drawing/2014/main" id="{54FAF5C9-311F-41E5-DA88-70C6E6AEA396}"/>
              </a:ext>
            </a:extLst>
          </p:cNvPr>
          <p:cNvSpPr/>
          <p:nvPr/>
        </p:nvSpPr>
        <p:spPr>
          <a:xfrm>
            <a:off x="2792700" y="2703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114">
            <a:extLst>
              <a:ext uri="{FF2B5EF4-FFF2-40B4-BE49-F238E27FC236}">
                <a16:creationId xmlns:a16="http://schemas.microsoft.com/office/drawing/2014/main" id="{A0E622E2-B108-AB92-4958-C8329F67D5E5}"/>
              </a:ext>
            </a:extLst>
          </p:cNvPr>
          <p:cNvSpPr/>
          <p:nvPr/>
        </p:nvSpPr>
        <p:spPr>
          <a:xfrm>
            <a:off x="1047899" y="5961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0" name="모서리가 둥근 직사각형 114">
            <a:extLst>
              <a:ext uri="{FF2B5EF4-FFF2-40B4-BE49-F238E27FC236}">
                <a16:creationId xmlns:a16="http://schemas.microsoft.com/office/drawing/2014/main" id="{0122836D-967F-436D-E74F-C9D57C22D1A1}"/>
              </a:ext>
            </a:extLst>
          </p:cNvPr>
          <p:cNvSpPr/>
          <p:nvPr/>
        </p:nvSpPr>
        <p:spPr>
          <a:xfrm>
            <a:off x="2551525" y="59346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32" name="Group 59">
            <a:extLst>
              <a:ext uri="{FF2B5EF4-FFF2-40B4-BE49-F238E27FC236}">
                <a16:creationId xmlns:a16="http://schemas.microsoft.com/office/drawing/2014/main" id="{AAC96BDD-3631-21C3-E8C9-814C8CA82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03225"/>
              </p:ext>
            </p:extLst>
          </p:nvPr>
        </p:nvGraphicFramePr>
        <p:xfrm>
          <a:off x="9815638" y="528855"/>
          <a:ext cx="2850436" cy="621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900" b="1" spc="-150" dirty="0">
                          <a:solidFill>
                            <a:srgbClr val="234DD3"/>
                          </a:solidFill>
                        </a:rPr>
                        <a:t>필터 공통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5690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항목을 제외한 모든 필터 복수 선택 가능 </a:t>
                      </a:r>
                      <a:endParaRPr lang="en-US" altLang="ko-KR" sz="800" b="1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항목은 디폴트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전체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복수 선택 가능한 필터 조건은 </a:t>
                      </a:r>
                      <a:r>
                        <a:rPr lang="ko-KR" altLang="en-US" sz="800" b="0" spc="-150" dirty="0" err="1">
                          <a:solidFill>
                            <a:srgbClr val="C00000"/>
                          </a:solidFill>
                        </a:rPr>
                        <a:t>재선택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선택 해제됨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9133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닫기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레이어 닫기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선택 조건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각각 카테고리에 귀속 되는 항목에 따라 필터 조건 데이터가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달라짐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기저귀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물티슈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 선택에 따라 브랜드 데이터가 달라짐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선택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 영역 세로 스크롤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초기화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초기화 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상단 선택한  조건 모두 초기화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조회하기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상단에서 선택한 조건으로 데이터 조회 및 레이어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 상품 찾기  카테고리 선택 시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en-US" altLang="ko-KR" sz="800" b="1" spc="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23p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필터 조건 선택 불가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선택한 바우처 값으로 자동 매핑 되어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  Read only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</a:tbl>
          </a:graphicData>
        </a:graphic>
      </p:graphicFrame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E77E5510-7B8C-3903-4AC7-1D0973F3249E}"/>
              </a:ext>
            </a:extLst>
          </p:cNvPr>
          <p:cNvSpPr/>
          <p:nvPr/>
        </p:nvSpPr>
        <p:spPr>
          <a:xfrm>
            <a:off x="4281143" y="2667607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350" name="오른쪽 중괄호 349">
            <a:extLst>
              <a:ext uri="{FF2B5EF4-FFF2-40B4-BE49-F238E27FC236}">
                <a16:creationId xmlns:a16="http://schemas.microsoft.com/office/drawing/2014/main" id="{D4106095-CA16-CCE3-8A66-45B1D38AF3F1}"/>
              </a:ext>
            </a:extLst>
          </p:cNvPr>
          <p:cNvSpPr/>
          <p:nvPr/>
        </p:nvSpPr>
        <p:spPr>
          <a:xfrm>
            <a:off x="2920065" y="1061129"/>
            <a:ext cx="193821" cy="479662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6550295C-B5B7-5410-F7B8-B0ABA4A9544C}"/>
              </a:ext>
            </a:extLst>
          </p:cNvPr>
          <p:cNvSpPr txBox="1"/>
          <p:nvPr/>
        </p:nvSpPr>
        <p:spPr>
          <a:xfrm>
            <a:off x="2998967" y="332829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20B4A1AB-DCF2-87B2-B33F-14CF77BF63C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79222" y="6151672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4FE72CB-4BD9-1FD2-1EB8-834AEF673DE4}"/>
              </a:ext>
            </a:extLst>
          </p:cNvPr>
          <p:cNvSpPr txBox="1"/>
          <p:nvPr/>
        </p:nvSpPr>
        <p:spPr>
          <a:xfrm>
            <a:off x="3174521" y="5980395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97627B4-62FE-65D4-7C00-22C41C25E5FD}"/>
              </a:ext>
            </a:extLst>
          </p:cNvPr>
          <p:cNvSpPr/>
          <p:nvPr/>
        </p:nvSpPr>
        <p:spPr>
          <a:xfrm>
            <a:off x="4032697" y="827982"/>
            <a:ext cx="5760640" cy="5456304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DB45279-CA39-68F0-976C-9E41F2601F8E}"/>
              </a:ext>
            </a:extLst>
          </p:cNvPr>
          <p:cNvSpPr txBox="1"/>
          <p:nvPr/>
        </p:nvSpPr>
        <p:spPr>
          <a:xfrm>
            <a:off x="3998163" y="615196"/>
            <a:ext cx="2585707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 데이터 전체 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퍼블은</a:t>
            </a:r>
            <a:r>
              <a:rPr lang="ko-KR" altLang="en-US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해당 데이터 참고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모서리가 둥근 직사각형 114">
            <a:extLst>
              <a:ext uri="{FF2B5EF4-FFF2-40B4-BE49-F238E27FC236}">
                <a16:creationId xmlns:a16="http://schemas.microsoft.com/office/drawing/2014/main" id="{F7139BF4-6921-D06F-7217-04EDF78AD599}"/>
              </a:ext>
            </a:extLst>
          </p:cNvPr>
          <p:cNvSpPr/>
          <p:nvPr/>
        </p:nvSpPr>
        <p:spPr>
          <a:xfrm>
            <a:off x="3833853" y="27220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1" name="사각형: 둥근 모서리 360">
            <a:extLst>
              <a:ext uri="{FF2B5EF4-FFF2-40B4-BE49-F238E27FC236}">
                <a16:creationId xmlns:a16="http://schemas.microsoft.com/office/drawing/2014/main" id="{1B31720E-1957-BD7F-69CB-7326D50368B0}"/>
              </a:ext>
            </a:extLst>
          </p:cNvPr>
          <p:cNvSpPr/>
          <p:nvPr/>
        </p:nvSpPr>
        <p:spPr>
          <a:xfrm>
            <a:off x="4207751" y="3515957"/>
            <a:ext cx="2496078" cy="62224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3" name="연결선: 꺾임 362">
            <a:extLst>
              <a:ext uri="{FF2B5EF4-FFF2-40B4-BE49-F238E27FC236}">
                <a16:creationId xmlns:a16="http://schemas.microsoft.com/office/drawing/2014/main" id="{66CE7AF5-4EE9-F510-42A1-0CF2E725ACE9}"/>
              </a:ext>
            </a:extLst>
          </p:cNvPr>
          <p:cNvCxnSpPr>
            <a:stCxn id="214" idx="1"/>
            <a:endCxn id="361" idx="1"/>
          </p:cNvCxnSpPr>
          <p:nvPr/>
        </p:nvCxnSpPr>
        <p:spPr>
          <a:xfrm rot="10800000" flipV="1">
            <a:off x="4207752" y="2571708"/>
            <a:ext cx="8631" cy="1255371"/>
          </a:xfrm>
          <a:prstGeom prst="bentConnector3">
            <a:avLst>
              <a:gd name="adj1" fmla="val 274859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모서리가 둥근 직사각형 114">
            <a:extLst>
              <a:ext uri="{FF2B5EF4-FFF2-40B4-BE49-F238E27FC236}">
                <a16:creationId xmlns:a16="http://schemas.microsoft.com/office/drawing/2014/main" id="{7C357E65-53D3-6F56-43BC-B85E2C35B287}"/>
              </a:ext>
            </a:extLst>
          </p:cNvPr>
          <p:cNvSpPr/>
          <p:nvPr/>
        </p:nvSpPr>
        <p:spPr>
          <a:xfrm>
            <a:off x="4598520" y="33694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48F6A4BA-2D23-5686-E9B6-B41877D0F965}"/>
              </a:ext>
            </a:extLst>
          </p:cNvPr>
          <p:cNvSpPr txBox="1"/>
          <p:nvPr/>
        </p:nvSpPr>
        <p:spPr>
          <a:xfrm>
            <a:off x="6426621" y="3717129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사각형: 둥근 모서리 372">
            <a:extLst>
              <a:ext uri="{FF2B5EF4-FFF2-40B4-BE49-F238E27FC236}">
                <a16:creationId xmlns:a16="http://schemas.microsoft.com/office/drawing/2014/main" id="{25BE9275-D559-1BB4-FB2B-74EFE9063D5B}"/>
              </a:ext>
            </a:extLst>
          </p:cNvPr>
          <p:cNvSpPr/>
          <p:nvPr/>
        </p:nvSpPr>
        <p:spPr>
          <a:xfrm>
            <a:off x="11265424" y="5150393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AC58F87-6FAD-5733-FAC5-2C977C37389D}"/>
              </a:ext>
            </a:extLst>
          </p:cNvPr>
          <p:cNvSpPr txBox="1"/>
          <p:nvPr/>
        </p:nvSpPr>
        <p:spPr>
          <a:xfrm>
            <a:off x="10202260" y="4860429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938AC26A-A0DE-F63C-34C8-BC8925C41722}"/>
              </a:ext>
            </a:extLst>
          </p:cNvPr>
          <p:cNvSpPr/>
          <p:nvPr/>
        </p:nvSpPr>
        <p:spPr>
          <a:xfrm>
            <a:off x="11863084" y="5019253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C47653DA-1AE9-353D-0313-947DB94412F7}"/>
              </a:ext>
            </a:extLst>
          </p:cNvPr>
          <p:cNvSpPr/>
          <p:nvPr/>
        </p:nvSpPr>
        <p:spPr>
          <a:xfrm>
            <a:off x="10272386" y="51650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5" name="순서도: 연결자 384">
            <a:extLst>
              <a:ext uri="{FF2B5EF4-FFF2-40B4-BE49-F238E27FC236}">
                <a16:creationId xmlns:a16="http://schemas.microsoft.com/office/drawing/2014/main" id="{E7F1236F-1C2C-D3B1-6AEC-4E416C8C4D39}"/>
              </a:ext>
            </a:extLst>
          </p:cNvPr>
          <p:cNvSpPr/>
          <p:nvPr/>
        </p:nvSpPr>
        <p:spPr>
          <a:xfrm>
            <a:off x="10608377" y="522307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E08E6C4-E79B-515B-DE83-0EB1964318C0}"/>
              </a:ext>
            </a:extLst>
          </p:cNvPr>
          <p:cNvSpPr txBox="1"/>
          <p:nvPr/>
        </p:nvSpPr>
        <p:spPr>
          <a:xfrm>
            <a:off x="10272386" y="552566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389" name="순서도: 연결자 388">
            <a:extLst>
              <a:ext uri="{FF2B5EF4-FFF2-40B4-BE49-F238E27FC236}">
                <a16:creationId xmlns:a16="http://schemas.microsoft.com/office/drawing/2014/main" id="{3A127A3A-824A-0B18-88DD-D6DB851BAD42}"/>
              </a:ext>
            </a:extLst>
          </p:cNvPr>
          <p:cNvSpPr/>
          <p:nvPr/>
        </p:nvSpPr>
        <p:spPr>
          <a:xfrm>
            <a:off x="11577223" y="520716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1A8F578-3B1A-8C35-96E8-10E5283711AC}"/>
              </a:ext>
            </a:extLst>
          </p:cNvPr>
          <p:cNvSpPr txBox="1"/>
          <p:nvPr/>
        </p:nvSpPr>
        <p:spPr>
          <a:xfrm>
            <a:off x="11209563" y="552487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CC3DB2-598A-072E-AB2C-9E30EFBD492A}"/>
              </a:ext>
            </a:extLst>
          </p:cNvPr>
          <p:cNvSpPr/>
          <p:nvPr/>
        </p:nvSpPr>
        <p:spPr>
          <a:xfrm>
            <a:off x="11470271" y="1625500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7E2A-A68C-80F2-7D0A-D3DEDFFA2317}"/>
              </a:ext>
            </a:extLst>
          </p:cNvPr>
          <p:cNvSpPr txBox="1"/>
          <p:nvPr/>
        </p:nvSpPr>
        <p:spPr>
          <a:xfrm>
            <a:off x="11777366" y="1592439"/>
            <a:ext cx="234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C194F04-CF0F-9F8F-22DC-35F72BEF4A74}"/>
              </a:ext>
            </a:extLst>
          </p:cNvPr>
          <p:cNvSpPr/>
          <p:nvPr/>
        </p:nvSpPr>
        <p:spPr>
          <a:xfrm>
            <a:off x="10441409" y="1624634"/>
            <a:ext cx="43204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tx1"/>
                </a:solidFill>
                <a:latin typeface="+mn-ea"/>
              </a:rPr>
              <a:t>나비잠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D31E-61C4-9166-9D16-7ACA6B631F9E}"/>
              </a:ext>
            </a:extLst>
          </p:cNvPr>
          <p:cNvSpPr txBox="1"/>
          <p:nvPr/>
        </p:nvSpPr>
        <p:spPr>
          <a:xfrm>
            <a:off x="10009361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CC67E-D70D-1627-24B7-F01CADDCEBCC}"/>
              </a:ext>
            </a:extLst>
          </p:cNvPr>
          <p:cNvSpPr txBox="1"/>
          <p:nvPr/>
        </p:nvSpPr>
        <p:spPr>
          <a:xfrm>
            <a:off x="11017473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B8D2D0-B424-AECD-B320-D233CC0A7663}"/>
              </a:ext>
            </a:extLst>
          </p:cNvPr>
          <p:cNvSpPr/>
          <p:nvPr/>
        </p:nvSpPr>
        <p:spPr>
          <a:xfrm>
            <a:off x="7144488" y="316504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178D4D01-4C23-E692-C664-847907A9ADCA}"/>
              </a:ext>
            </a:extLst>
          </p:cNvPr>
          <p:cNvSpPr txBox="1"/>
          <p:nvPr/>
        </p:nvSpPr>
        <p:spPr>
          <a:xfrm>
            <a:off x="7083671" y="295727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D06E604B-3192-C7FD-9587-D997D567F86F}"/>
              </a:ext>
            </a:extLst>
          </p:cNvPr>
          <p:cNvSpPr/>
          <p:nvPr/>
        </p:nvSpPr>
        <p:spPr>
          <a:xfrm>
            <a:off x="4659988" y="9762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BA511A-96DB-E744-4D82-9F401BEC38B5}"/>
              </a:ext>
            </a:extLst>
          </p:cNvPr>
          <p:cNvSpPr/>
          <p:nvPr/>
        </p:nvSpPr>
        <p:spPr>
          <a:xfrm>
            <a:off x="4281040" y="3065281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일반생리대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4FB4AD-3BB6-2CE4-14A4-F02FB8A6ED62}"/>
              </a:ext>
            </a:extLst>
          </p:cNvPr>
          <p:cNvSpPr/>
          <p:nvPr/>
        </p:nvSpPr>
        <p:spPr>
          <a:xfrm>
            <a:off x="4930665" y="3059295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 팬티</a:t>
            </a:r>
          </a:p>
        </p:txBody>
      </p:sp>
    </p:spTree>
    <p:extLst>
      <p:ext uri="{BB962C8B-B14F-4D97-AF65-F5344CB8AC3E}">
        <p14:creationId xmlns:p14="http://schemas.microsoft.com/office/powerpoint/2010/main" val="146560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CD8F-DF88-1CCE-98A3-0A7E6BE0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08B74-8D09-1349-FEEA-74BFEE14D05C}"/>
              </a:ext>
            </a:extLst>
          </p:cNvPr>
          <p:cNvSpPr txBox="1"/>
          <p:nvPr/>
        </p:nvSpPr>
        <p:spPr>
          <a:xfrm>
            <a:off x="314543" y="183059"/>
            <a:ext cx="3749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기능성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BD8559A8-CE7A-3747-A3EE-3F3A04449434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28E9FF-4C69-E61B-8741-4A26494DB8E3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194F1B-7706-AE7C-F4BA-BAE45FF1BF5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5049DD7-1038-E7FC-0F10-824A3F924793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5248F2-4369-ED08-52DE-2852DF217D62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1E88C7B-EF99-F603-EDA7-D2ABA06C4C5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7EB10234-7791-E382-DD1F-99848BC5DE8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01BAC16-36D5-A6FE-1897-392A0DC3A359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3E3DDF-45C9-B771-E7CE-F458A4A5FBE5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FDEFCC-97B2-A219-51C3-DD5B94130FE8}"/>
              </a:ext>
            </a:extLst>
          </p:cNvPr>
          <p:cNvSpPr/>
          <p:nvPr/>
        </p:nvSpPr>
        <p:spPr>
          <a:xfrm>
            <a:off x="1499589" y="2826848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F467A85-EEA6-5629-6D74-25789A963915}"/>
              </a:ext>
            </a:extLst>
          </p:cNvPr>
          <p:cNvSpPr/>
          <p:nvPr/>
        </p:nvSpPr>
        <p:spPr>
          <a:xfrm>
            <a:off x="2091156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16F81E-61A5-9A33-84C8-F2B1B2FD8C13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DF8061F-2940-C0A7-14CF-1C84A7128114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C734049-60B3-DF6F-9581-25502EB5589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57F043-2F29-D4E7-E7BA-87373904990B}"/>
              </a:ext>
            </a:extLst>
          </p:cNvPr>
          <p:cNvSpPr/>
          <p:nvPr/>
        </p:nvSpPr>
        <p:spPr>
          <a:xfrm>
            <a:off x="1911116" y="3037530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10D191-D0A7-930F-8B07-E50F76ED0285}"/>
              </a:ext>
            </a:extLst>
          </p:cNvPr>
          <p:cNvSpPr/>
          <p:nvPr/>
        </p:nvSpPr>
        <p:spPr>
          <a:xfrm>
            <a:off x="2296076" y="3040211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F371B70C-629B-6665-F30C-96B6FECE8B0E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12E1FBF-C4CC-351A-18C6-787C52A51BA4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926C1CB-5F55-748E-14AB-3C0577BAF52D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B455652A-C8C0-44E6-CAB2-8DE55C59B797}"/>
              </a:ext>
            </a:extLst>
          </p:cNvPr>
          <p:cNvSpPr/>
          <p:nvPr/>
        </p:nvSpPr>
        <p:spPr>
          <a:xfrm>
            <a:off x="405484" y="3121627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C3B86FD4-41BB-E5B2-E5D2-9D437CB30D2D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37CE63B-58F2-A093-D4CF-62A9308E21E4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963AFF-3C2E-05C8-1CA0-FD468887C5CA}"/>
              </a:ext>
            </a:extLst>
          </p:cNvPr>
          <p:cNvSpPr txBox="1"/>
          <p:nvPr/>
        </p:nvSpPr>
        <p:spPr>
          <a:xfrm>
            <a:off x="1825229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A2CDF71-A70E-ECF9-62D2-72EE4F584641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4EB30D2-1B6D-F6F4-6B6D-021C9FC52797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9F9E93A-BCD3-4968-F8B2-E1B63FAF693D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A3D1901-AF37-3608-3EEB-FD901F5CC1DA}"/>
              </a:ext>
            </a:extLst>
          </p:cNvPr>
          <p:cNvSpPr/>
          <p:nvPr/>
        </p:nvSpPr>
        <p:spPr>
          <a:xfrm>
            <a:off x="401922" y="4193819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DF26274-F94C-592F-7C69-8FED8A8A76CE}"/>
              </a:ext>
            </a:extLst>
          </p:cNvPr>
          <p:cNvSpPr txBox="1"/>
          <p:nvPr/>
        </p:nvSpPr>
        <p:spPr>
          <a:xfrm>
            <a:off x="334435" y="398699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2F4784F9-DAAE-E001-D8E0-8BE583792CE8}"/>
              </a:ext>
            </a:extLst>
          </p:cNvPr>
          <p:cNvSpPr/>
          <p:nvPr/>
        </p:nvSpPr>
        <p:spPr>
          <a:xfrm>
            <a:off x="107998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F1E9A09A-309B-4941-7978-4516EC162DC8}"/>
              </a:ext>
            </a:extLst>
          </p:cNvPr>
          <p:cNvSpPr/>
          <p:nvPr/>
        </p:nvSpPr>
        <p:spPr>
          <a:xfrm>
            <a:off x="172542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C07D98B-7809-98C5-F5FD-0D2D86B001F4}"/>
              </a:ext>
            </a:extLst>
          </p:cNvPr>
          <p:cNvSpPr/>
          <p:nvPr/>
        </p:nvSpPr>
        <p:spPr>
          <a:xfrm>
            <a:off x="39618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9756CF5-C7FE-F4C0-93BF-82F34A7C94B1}"/>
              </a:ext>
            </a:extLst>
          </p:cNvPr>
          <p:cNvSpPr/>
          <p:nvPr/>
        </p:nvSpPr>
        <p:spPr>
          <a:xfrm>
            <a:off x="104162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A5D7316-FF3E-EFCA-2409-E1F10475488F}"/>
              </a:ext>
            </a:extLst>
          </p:cNvPr>
          <p:cNvSpPr/>
          <p:nvPr/>
        </p:nvSpPr>
        <p:spPr>
          <a:xfrm>
            <a:off x="1678271" y="4389744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A9D6DB6-E14D-5798-4098-9A6E4F014B3C}"/>
              </a:ext>
            </a:extLst>
          </p:cNvPr>
          <p:cNvSpPr/>
          <p:nvPr/>
        </p:nvSpPr>
        <p:spPr>
          <a:xfrm>
            <a:off x="419137" y="360310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3272A4D4-C9F5-D36F-4945-06E8130643C6}"/>
              </a:ext>
            </a:extLst>
          </p:cNvPr>
          <p:cNvSpPr txBox="1"/>
          <p:nvPr/>
        </p:nvSpPr>
        <p:spPr>
          <a:xfrm>
            <a:off x="358228" y="338854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F321461-74E1-885B-65A0-92A34F0132EF}"/>
              </a:ext>
            </a:extLst>
          </p:cNvPr>
          <p:cNvSpPr/>
          <p:nvPr/>
        </p:nvSpPr>
        <p:spPr>
          <a:xfrm>
            <a:off x="88130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46EE4E6-B6AE-90B8-9A58-7A0D4BEB399F}"/>
              </a:ext>
            </a:extLst>
          </p:cNvPr>
          <p:cNvSpPr/>
          <p:nvPr/>
        </p:nvSpPr>
        <p:spPr>
          <a:xfrm>
            <a:off x="131719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05727AE-034E-2BFD-2171-FCAEAE9E65E5}"/>
              </a:ext>
            </a:extLst>
          </p:cNvPr>
          <p:cNvSpPr/>
          <p:nvPr/>
        </p:nvSpPr>
        <p:spPr>
          <a:xfrm>
            <a:off x="395139" y="4918745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F989240-EF52-3199-D7A5-C119EF428CB8}"/>
              </a:ext>
            </a:extLst>
          </p:cNvPr>
          <p:cNvSpPr/>
          <p:nvPr/>
        </p:nvSpPr>
        <p:spPr>
          <a:xfrm>
            <a:off x="85730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E91A45D4-2422-2BD2-A874-CF25073788B8}"/>
              </a:ext>
            </a:extLst>
          </p:cNvPr>
          <p:cNvSpPr/>
          <p:nvPr/>
        </p:nvSpPr>
        <p:spPr>
          <a:xfrm>
            <a:off x="129319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782F851F-0056-50A8-CBA1-7366204814A8}"/>
              </a:ext>
            </a:extLst>
          </p:cNvPr>
          <p:cNvSpPr txBox="1"/>
          <p:nvPr/>
        </p:nvSpPr>
        <p:spPr>
          <a:xfrm>
            <a:off x="333185" y="4716413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E81B9D8-7E43-9712-FD1C-3D73360D3DF1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DD63152B-57BB-9A53-68DC-FB36CCBF6902}"/>
              </a:ext>
            </a:extLst>
          </p:cNvPr>
          <p:cNvSpPr/>
          <p:nvPr/>
        </p:nvSpPr>
        <p:spPr>
          <a:xfrm>
            <a:off x="822470" y="2318644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574318FF-0131-C20B-56F8-C80CD4C38C62}"/>
              </a:ext>
            </a:extLst>
          </p:cNvPr>
          <p:cNvSpPr/>
          <p:nvPr/>
        </p:nvSpPr>
        <p:spPr>
          <a:xfrm>
            <a:off x="1480309" y="2317577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5BDAA6A2-1FAC-5249-753D-C039E7DB67B4}"/>
              </a:ext>
            </a:extLst>
          </p:cNvPr>
          <p:cNvSpPr/>
          <p:nvPr/>
        </p:nvSpPr>
        <p:spPr>
          <a:xfrm>
            <a:off x="2123004" y="231827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37692E8-8DB0-C117-1E86-CEC8A7F13F6C}"/>
              </a:ext>
            </a:extLst>
          </p:cNvPr>
          <p:cNvSpPr/>
          <p:nvPr/>
        </p:nvSpPr>
        <p:spPr>
          <a:xfrm>
            <a:off x="392214" y="543226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4375B0FE-E724-7C9C-8C99-3651BCC3BCA3}"/>
              </a:ext>
            </a:extLst>
          </p:cNvPr>
          <p:cNvSpPr txBox="1"/>
          <p:nvPr/>
        </p:nvSpPr>
        <p:spPr>
          <a:xfrm>
            <a:off x="331397" y="522449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3CE9755-B7E0-44BD-9C76-1F119C77EF31}"/>
              </a:ext>
            </a:extLst>
          </p:cNvPr>
          <p:cNvSpPr/>
          <p:nvPr/>
        </p:nvSpPr>
        <p:spPr>
          <a:xfrm>
            <a:off x="837620" y="5431494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27A8E4D5-23CB-BCAF-A9D7-7EAD25B8480F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14">
            <a:extLst>
              <a:ext uri="{FF2B5EF4-FFF2-40B4-BE49-F238E27FC236}">
                <a16:creationId xmlns:a16="http://schemas.microsoft.com/office/drawing/2014/main" id="{869AAF65-46A4-F681-802B-8750EA39A2CC}"/>
              </a:ext>
            </a:extLst>
          </p:cNvPr>
          <p:cNvSpPr txBox="1"/>
          <p:nvPr/>
        </p:nvSpPr>
        <p:spPr>
          <a:xfrm>
            <a:off x="3245761" y="107561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30F578-20C1-F339-F85E-C9310F75400C}"/>
              </a:ext>
            </a:extLst>
          </p:cNvPr>
          <p:cNvSpPr/>
          <p:nvPr/>
        </p:nvSpPr>
        <p:spPr>
          <a:xfrm>
            <a:off x="3333216" y="131881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64AE71-EA8F-90D2-B4A3-BC377084DC3B}"/>
              </a:ext>
            </a:extLst>
          </p:cNvPr>
          <p:cNvSpPr/>
          <p:nvPr/>
        </p:nvSpPr>
        <p:spPr>
          <a:xfrm>
            <a:off x="3748729" y="131774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B5680E2-9AAA-11F0-FB0C-E91BF28BEDE8}"/>
              </a:ext>
            </a:extLst>
          </p:cNvPr>
          <p:cNvSpPr/>
          <p:nvPr/>
        </p:nvSpPr>
        <p:spPr>
          <a:xfrm>
            <a:off x="4155537" y="131246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DF0F60-CB6B-7A8F-206C-A08B4134C8FE}"/>
              </a:ext>
            </a:extLst>
          </p:cNvPr>
          <p:cNvSpPr/>
          <p:nvPr/>
        </p:nvSpPr>
        <p:spPr>
          <a:xfrm>
            <a:off x="4567875" y="131139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7AACA2-48EE-E22C-DA6A-A87CB2370E6A}"/>
              </a:ext>
            </a:extLst>
          </p:cNvPr>
          <p:cNvSpPr/>
          <p:nvPr/>
        </p:nvSpPr>
        <p:spPr>
          <a:xfrm>
            <a:off x="4968927" y="130821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300ED2-D461-B9B1-B3F3-F2C5EA7DCC3D}"/>
              </a:ext>
            </a:extLst>
          </p:cNvPr>
          <p:cNvSpPr/>
          <p:nvPr/>
        </p:nvSpPr>
        <p:spPr>
          <a:xfrm>
            <a:off x="5469726" y="1314715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83A74E-5A17-30FC-5EBA-2E6F7507AC38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C84B2D2-19E7-33D7-8045-A7FDAC16E1D7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CDA627-709E-9F33-CE9C-4D798486AD24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8D353E-0A7D-4284-4D2E-0D3EC35C43DC}"/>
              </a:ext>
            </a:extLst>
          </p:cNvPr>
          <p:cNvSpPr/>
          <p:nvPr/>
        </p:nvSpPr>
        <p:spPr>
          <a:xfrm>
            <a:off x="3328192" y="842107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1F7C79B-AA7D-7873-C651-E4C0C17C1E88}"/>
              </a:ext>
            </a:extLst>
          </p:cNvPr>
          <p:cNvSpPr txBox="1"/>
          <p:nvPr/>
        </p:nvSpPr>
        <p:spPr>
          <a:xfrm>
            <a:off x="3267375" y="63433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5D16FC-4DB1-BD49-9F8F-F59302AD9758}"/>
              </a:ext>
            </a:extLst>
          </p:cNvPr>
          <p:cNvSpPr/>
          <p:nvPr/>
        </p:nvSpPr>
        <p:spPr>
          <a:xfrm>
            <a:off x="2552314" y="4391645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7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559-9DA3-DFCA-D9C1-81E28E3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94AD-1B39-BB54-8A6A-65C83BFC41FC}"/>
              </a:ext>
            </a:extLst>
          </p:cNvPr>
          <p:cNvSpPr txBox="1"/>
          <p:nvPr/>
        </p:nvSpPr>
        <p:spPr>
          <a:xfrm>
            <a:off x="314543" y="183059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분유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특수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액상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D0663B88-EACA-A99D-0126-05D624CD9E4D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A0F8A52-7B24-D428-C28C-C04A7F517D2B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EC2C2D-EB5A-0963-86C8-5FF698CDBB0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8427A1-62A8-197F-82F7-A21C863F806E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AAAC3E2-0854-1689-45E7-F90D9D0F65E5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BF725A0-FE41-3B21-F1C5-6AF4664FF198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41435EE-1ECB-EB4C-FCD8-BD2623F9AB2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9AE62DD-1788-2521-2F20-6ADF53943DCE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아기사랑 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5669008-041A-0DD6-6B57-E571A7BD3EB6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아이엠마더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D814114-F35D-209D-5ACD-BB0876A05116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유기농 산양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B72CEC6-DDE5-0764-76BB-D4C0A8C7250D}"/>
              </a:ext>
            </a:extLst>
          </p:cNvPr>
          <p:cNvSpPr/>
          <p:nvPr/>
        </p:nvSpPr>
        <p:spPr>
          <a:xfrm>
            <a:off x="2232497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임페리얼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336EBBC-A32C-D883-E1DE-41B2198C8C7C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컴포트케어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F3174F-F500-4C70-1638-212CB9707868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파스퇴르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54E2DC7-93C3-7163-040D-1DFCF64836D3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홀레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B1F97125-BB76-557B-FA09-1C6506E683A4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421ABE8-8EAB-7974-6A4D-853DB15717FA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AF298BC-3D3F-B791-096D-85BAE65E8BB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FB090A4C-8FD1-EFB4-3ABB-690FAF44E121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1315207-BAEC-AC39-83AC-21BF1C8EDA90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9BA6249-77C2-AD59-7B2C-50D826076711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969CC9-1B07-A214-AB93-745D4F23E385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E2A42D3-1D1F-78A7-7ABF-461895CFE5E6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EE619E0-22E9-3D35-AFB9-AC7B8154F945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E3917A3-0F0A-0294-8B29-4D4F67B9D955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58FB0CB8-C377-3E5F-1740-C78A9C8018B3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7C136FD-C997-F0C9-FB0F-56B3CCBDEAB6}"/>
              </a:ext>
            </a:extLst>
          </p:cNvPr>
          <p:cNvSpPr/>
          <p:nvPr/>
        </p:nvSpPr>
        <p:spPr>
          <a:xfrm>
            <a:off x="392214" y="50108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1E84F008-E041-1630-A526-14D8ECDB7AC2}"/>
              </a:ext>
            </a:extLst>
          </p:cNvPr>
          <p:cNvSpPr txBox="1"/>
          <p:nvPr/>
        </p:nvSpPr>
        <p:spPr>
          <a:xfrm>
            <a:off x="283807" y="476491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63C2D99-133D-4194-C996-27BA0263F457}"/>
              </a:ext>
            </a:extLst>
          </p:cNvPr>
          <p:cNvSpPr/>
          <p:nvPr/>
        </p:nvSpPr>
        <p:spPr>
          <a:xfrm>
            <a:off x="837620" y="50100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ED9D5A5D-5970-3D03-7241-9A03CFE95B8C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C4DC7-B50D-89FF-CB14-9CC1F93F3007}"/>
              </a:ext>
            </a:extLst>
          </p:cNvPr>
          <p:cNvSpPr/>
          <p:nvPr/>
        </p:nvSpPr>
        <p:spPr>
          <a:xfrm>
            <a:off x="817737" y="230848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A81612-8371-785A-F569-13BE7CB84B66}"/>
              </a:ext>
            </a:extLst>
          </p:cNvPr>
          <p:cNvSpPr/>
          <p:nvPr/>
        </p:nvSpPr>
        <p:spPr>
          <a:xfrm>
            <a:off x="1233250" y="2307420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232FE5-5D6B-43A5-6628-56A90B1AE5E5}"/>
              </a:ext>
            </a:extLst>
          </p:cNvPr>
          <p:cNvSpPr/>
          <p:nvPr/>
        </p:nvSpPr>
        <p:spPr>
          <a:xfrm>
            <a:off x="1640058" y="230213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8EA751-E335-12ED-72B0-6824089BC884}"/>
              </a:ext>
            </a:extLst>
          </p:cNvPr>
          <p:cNvSpPr/>
          <p:nvPr/>
        </p:nvSpPr>
        <p:spPr>
          <a:xfrm>
            <a:off x="2043572" y="2301511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C1C2A-BE8D-EA21-6078-70E4A43616AB}"/>
              </a:ext>
            </a:extLst>
          </p:cNvPr>
          <p:cNvSpPr/>
          <p:nvPr/>
        </p:nvSpPr>
        <p:spPr>
          <a:xfrm>
            <a:off x="395875" y="3584491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TextBox 114">
            <a:extLst>
              <a:ext uri="{FF2B5EF4-FFF2-40B4-BE49-F238E27FC236}">
                <a16:creationId xmlns:a16="http://schemas.microsoft.com/office/drawing/2014/main" id="{5409D102-32FA-87C4-FEB9-FB9953675D12}"/>
              </a:ext>
            </a:extLst>
          </p:cNvPr>
          <p:cNvSpPr txBox="1"/>
          <p:nvPr/>
        </p:nvSpPr>
        <p:spPr>
          <a:xfrm>
            <a:off x="327227" y="339764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B358ED-45D7-ACD5-21ED-7553A2BCC39B}"/>
              </a:ext>
            </a:extLst>
          </p:cNvPr>
          <p:cNvSpPr/>
          <p:nvPr/>
        </p:nvSpPr>
        <p:spPr>
          <a:xfrm>
            <a:off x="767905" y="3584906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2F4A0B-0C95-3920-F182-32B7756BF7F6}"/>
              </a:ext>
            </a:extLst>
          </p:cNvPr>
          <p:cNvSpPr/>
          <p:nvPr/>
        </p:nvSpPr>
        <p:spPr>
          <a:xfrm>
            <a:off x="1162148" y="3583761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E58AE4-A8DF-CFAB-AABD-65E1FBECC256}"/>
              </a:ext>
            </a:extLst>
          </p:cNvPr>
          <p:cNvSpPr/>
          <p:nvPr/>
        </p:nvSpPr>
        <p:spPr>
          <a:xfrm>
            <a:off x="1534971" y="3586907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893C1E5-A60C-B9D3-60D6-EFBB07A985B9}"/>
              </a:ext>
            </a:extLst>
          </p:cNvPr>
          <p:cNvSpPr/>
          <p:nvPr/>
        </p:nvSpPr>
        <p:spPr>
          <a:xfrm>
            <a:off x="1947402" y="3586907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EFD71A-C67B-2B56-CE04-CCDBFD09B0B7}"/>
              </a:ext>
            </a:extLst>
          </p:cNvPr>
          <p:cNvSpPr/>
          <p:nvPr/>
        </p:nvSpPr>
        <p:spPr>
          <a:xfrm>
            <a:off x="378501" y="403993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114">
            <a:extLst>
              <a:ext uri="{FF2B5EF4-FFF2-40B4-BE49-F238E27FC236}">
                <a16:creationId xmlns:a16="http://schemas.microsoft.com/office/drawing/2014/main" id="{8D3926FE-AA87-0D67-19BA-CF1594A78E3F}"/>
              </a:ext>
            </a:extLst>
          </p:cNvPr>
          <p:cNvSpPr txBox="1"/>
          <p:nvPr/>
        </p:nvSpPr>
        <p:spPr>
          <a:xfrm>
            <a:off x="309854" y="385762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2A8234-8239-FD76-B5D4-9001A79CC5DD}"/>
              </a:ext>
            </a:extLst>
          </p:cNvPr>
          <p:cNvSpPr/>
          <p:nvPr/>
        </p:nvSpPr>
        <p:spPr>
          <a:xfrm>
            <a:off x="823907" y="4039162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C7A469-CF7E-3E93-50E7-14FD844E8916}"/>
              </a:ext>
            </a:extLst>
          </p:cNvPr>
          <p:cNvSpPr/>
          <p:nvPr/>
        </p:nvSpPr>
        <p:spPr>
          <a:xfrm>
            <a:off x="1276166" y="404560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C678F8-3E65-EA8B-7BE5-5130383EC465}"/>
              </a:ext>
            </a:extLst>
          </p:cNvPr>
          <p:cNvSpPr/>
          <p:nvPr/>
        </p:nvSpPr>
        <p:spPr>
          <a:xfrm>
            <a:off x="1721572" y="4044836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E72458-220A-74AA-8BBA-707A05CCC946}"/>
              </a:ext>
            </a:extLst>
          </p:cNvPr>
          <p:cNvSpPr/>
          <p:nvPr/>
        </p:nvSpPr>
        <p:spPr>
          <a:xfrm>
            <a:off x="388845" y="4514859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40E907C-E68C-DB86-98FA-0A9004CCB6C4}"/>
              </a:ext>
            </a:extLst>
          </p:cNvPr>
          <p:cNvSpPr/>
          <p:nvPr/>
        </p:nvSpPr>
        <p:spPr>
          <a:xfrm>
            <a:off x="85100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EBBB4CD-E333-2D9C-D049-9E8D12A4ABE6}"/>
              </a:ext>
            </a:extLst>
          </p:cNvPr>
          <p:cNvSpPr/>
          <p:nvPr/>
        </p:nvSpPr>
        <p:spPr>
          <a:xfrm>
            <a:off x="128689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114">
            <a:extLst>
              <a:ext uri="{FF2B5EF4-FFF2-40B4-BE49-F238E27FC236}">
                <a16:creationId xmlns:a16="http://schemas.microsoft.com/office/drawing/2014/main" id="{D28B4091-FB44-1192-7E9D-BD231CCB1BD2}"/>
              </a:ext>
            </a:extLst>
          </p:cNvPr>
          <p:cNvSpPr txBox="1"/>
          <p:nvPr/>
        </p:nvSpPr>
        <p:spPr>
          <a:xfrm>
            <a:off x="326891" y="4312527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CD0CC60-E217-6F74-3E75-BBD5EC1751E4}"/>
              </a:ext>
            </a:extLst>
          </p:cNvPr>
          <p:cNvSpPr/>
          <p:nvPr/>
        </p:nvSpPr>
        <p:spPr>
          <a:xfrm>
            <a:off x="383686" y="548695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51" name="TextBox 114">
            <a:extLst>
              <a:ext uri="{FF2B5EF4-FFF2-40B4-BE49-F238E27FC236}">
                <a16:creationId xmlns:a16="http://schemas.microsoft.com/office/drawing/2014/main" id="{C737F28E-7014-EF3D-DA97-A82FF4595F50}"/>
              </a:ext>
            </a:extLst>
          </p:cNvPr>
          <p:cNvSpPr txBox="1"/>
          <p:nvPr/>
        </p:nvSpPr>
        <p:spPr>
          <a:xfrm>
            <a:off x="309854" y="526637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74F427-5B49-173D-B6E9-A3A53303D4D4}"/>
              </a:ext>
            </a:extLst>
          </p:cNvPr>
          <p:cNvSpPr/>
          <p:nvPr/>
        </p:nvSpPr>
        <p:spPr>
          <a:xfrm>
            <a:off x="829092" y="548618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C3D5E13-A1BA-84BC-013A-AC6A251A4BBD}"/>
              </a:ext>
            </a:extLst>
          </p:cNvPr>
          <p:cNvSpPr/>
          <p:nvPr/>
        </p:nvSpPr>
        <p:spPr>
          <a:xfrm>
            <a:off x="1282720" y="548695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487C2B2-A019-CABF-5931-67A5512FCDBC}"/>
              </a:ext>
            </a:extLst>
          </p:cNvPr>
          <p:cNvSpPr/>
          <p:nvPr/>
        </p:nvSpPr>
        <p:spPr>
          <a:xfrm>
            <a:off x="1719750" y="548420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18E3316-2C97-6919-8EF7-6EB583BE4A8A}"/>
              </a:ext>
            </a:extLst>
          </p:cNvPr>
          <p:cNvSpPr/>
          <p:nvPr/>
        </p:nvSpPr>
        <p:spPr>
          <a:xfrm>
            <a:off x="2253600" y="548182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B53344-EC86-057A-553C-7CBECC48A909}"/>
              </a:ext>
            </a:extLst>
          </p:cNvPr>
          <p:cNvSpPr/>
          <p:nvPr/>
        </p:nvSpPr>
        <p:spPr>
          <a:xfrm>
            <a:off x="383686" y="59342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A8B53120-6310-E7B8-7464-02B3A01C8948}"/>
              </a:ext>
            </a:extLst>
          </p:cNvPr>
          <p:cNvSpPr txBox="1"/>
          <p:nvPr/>
        </p:nvSpPr>
        <p:spPr>
          <a:xfrm>
            <a:off x="315039" y="572463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5531AEE-2B48-5766-B221-2732EE2CD93E}"/>
              </a:ext>
            </a:extLst>
          </p:cNvPr>
          <p:cNvSpPr/>
          <p:nvPr/>
        </p:nvSpPr>
        <p:spPr>
          <a:xfrm>
            <a:off x="829092" y="59335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BFA2A00-15FD-441F-E9A0-A1D2BE763EF1}"/>
              </a:ext>
            </a:extLst>
          </p:cNvPr>
          <p:cNvSpPr/>
          <p:nvPr/>
        </p:nvSpPr>
        <p:spPr>
          <a:xfrm>
            <a:off x="1282720" y="59342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64667E7-F9F4-D382-4F23-75FF8A4F3B47}"/>
              </a:ext>
            </a:extLst>
          </p:cNvPr>
          <p:cNvSpPr/>
          <p:nvPr/>
        </p:nvSpPr>
        <p:spPr>
          <a:xfrm>
            <a:off x="1719750" y="593153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166F500-4D58-EBC2-37B5-D10C7DFB30AB}"/>
              </a:ext>
            </a:extLst>
          </p:cNvPr>
          <p:cNvSpPr/>
          <p:nvPr/>
        </p:nvSpPr>
        <p:spPr>
          <a:xfrm>
            <a:off x="2253600" y="592915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A35FFAD-6E13-CDAD-FB9F-5C75AE914777}"/>
              </a:ext>
            </a:extLst>
          </p:cNvPr>
          <p:cNvSpPr/>
          <p:nvPr/>
        </p:nvSpPr>
        <p:spPr>
          <a:xfrm>
            <a:off x="368984" y="614589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74D04DBB-FA68-5B8A-7FA0-882A1427927B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D97365-153D-2C99-09CB-03E77C74BBEC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853331-7953-1264-F1B9-F4A0DCC09FEC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4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30458-AC41-827F-B603-0550D4D4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9B1E-B810-5884-B832-0B77098B8748}"/>
              </a:ext>
            </a:extLst>
          </p:cNvPr>
          <p:cNvSpPr txBox="1"/>
          <p:nvPr/>
        </p:nvSpPr>
        <p:spPr>
          <a:xfrm>
            <a:off x="314543" y="183059"/>
            <a:ext cx="3946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일반생리대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ECED0A6C-8DFD-435C-FD82-E17D7D721E05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32DA163-28ED-6DF3-E8D2-11EF12B2D2B9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9EC0637-DF12-7390-3C7B-51AAEB87A9AD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A43D5AD-B7ED-394C-5238-DCBE8D33D2AB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4C0DDC-1E18-B1CE-8D19-20E355CAD68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2E7DAA2-4E0C-4847-C23C-DEE7329F116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544CCAD-D434-22AC-0237-D2CE3FAA1D0F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4925627-B087-CCF8-86EA-43FEDBF4886B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Tiki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B17BF2-50D7-7247-2666-78061761B5BD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212D8B2-1C9F-DCBE-8B53-C0BD3B3FF0BB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 err="1">
                <a:solidFill>
                  <a:schemeClr val="bg1"/>
                </a:solidFill>
                <a:latin typeface="+mn-ea"/>
              </a:rPr>
              <a:t>내츄럴코튼</a:t>
            </a:r>
            <a:endParaRPr lang="ko-KR" altLang="en-US" sz="75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3D31E5-2ED3-FAD0-9C53-A177CB8D0358}"/>
              </a:ext>
            </a:extLst>
          </p:cNvPr>
          <p:cNvSpPr/>
          <p:nvPr/>
        </p:nvSpPr>
        <p:spPr>
          <a:xfrm>
            <a:off x="2232497" y="2823244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단색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FA600D-305C-DBA9-3975-8AACD259B046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라엘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3C3802F-C638-4531-D1FD-23EB4675BAE3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라포레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 큐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7D33114-522F-AD87-9239-7BEA0710F3A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0F25922F-B909-5A27-0CC6-0BDBA3BD1FFC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6AD1A9C-5711-2A78-D92B-10BD037F61C8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53F67BE-BDCB-A982-4AC3-A4EA91826DD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8CC64793-4A2D-4092-8386-AF64A304F5C3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65793E6E-70C9-76F4-92B6-F56969EFB4CC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FD5F9BA-36F6-C449-70B1-6CBC105CF9BF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EA6838-E875-3441-019B-EDED98165838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36392DD-BAF4-20B7-8B54-D5FA9655742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DB43BD7-0914-037B-48BF-15A50394329E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B50D3995-ACE3-1495-B30D-3B612BF1E8A2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737E67B-6F4A-2764-2339-B17A6B638FA6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0A92D10-9CFD-C402-6057-38030B9F50E7}"/>
              </a:ext>
            </a:extLst>
          </p:cNvPr>
          <p:cNvSpPr/>
          <p:nvPr/>
        </p:nvSpPr>
        <p:spPr>
          <a:xfrm>
            <a:off x="392214" y="434379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6F591F8C-6548-2FFB-DE19-B89626F8E81F}"/>
              </a:ext>
            </a:extLst>
          </p:cNvPr>
          <p:cNvSpPr txBox="1"/>
          <p:nvPr/>
        </p:nvSpPr>
        <p:spPr>
          <a:xfrm>
            <a:off x="283807" y="409784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9A6F9F9A-EB16-F288-04B8-2FB2A8A0543A}"/>
              </a:ext>
            </a:extLst>
          </p:cNvPr>
          <p:cNvSpPr/>
          <p:nvPr/>
        </p:nvSpPr>
        <p:spPr>
          <a:xfrm>
            <a:off x="837620" y="434302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425DE22-EF34-FEEF-495A-0C598855B29E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41D917-3C88-3191-E03A-7397B0DD285C}"/>
              </a:ext>
            </a:extLst>
          </p:cNvPr>
          <p:cNvSpPr/>
          <p:nvPr/>
        </p:nvSpPr>
        <p:spPr>
          <a:xfrm>
            <a:off x="805037" y="2308487"/>
            <a:ext cx="4696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 생리대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22B5F6-FC43-8660-574F-F38D8831E29B}"/>
              </a:ext>
            </a:extLst>
          </p:cNvPr>
          <p:cNvSpPr/>
          <p:nvPr/>
        </p:nvSpPr>
        <p:spPr>
          <a:xfrm>
            <a:off x="1304261" y="2307420"/>
            <a:ext cx="46529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510B90-98B0-6F82-407A-A58F484F30B6}"/>
              </a:ext>
            </a:extLst>
          </p:cNvPr>
          <p:cNvSpPr/>
          <p:nvPr/>
        </p:nvSpPr>
        <p:spPr>
          <a:xfrm>
            <a:off x="2586465" y="2824618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더쏨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EC26FA-A0A6-0516-B3C1-5864F937572A}"/>
              </a:ext>
            </a:extLst>
          </p:cNvPr>
          <p:cNvSpPr/>
          <p:nvPr/>
        </p:nvSpPr>
        <p:spPr>
          <a:xfrm>
            <a:off x="383456" y="48452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82304D4-EED7-F9C7-3CB1-B6322E313F6A}"/>
              </a:ext>
            </a:extLst>
          </p:cNvPr>
          <p:cNvSpPr txBox="1"/>
          <p:nvPr/>
        </p:nvSpPr>
        <p:spPr>
          <a:xfrm>
            <a:off x="295999" y="463951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07D1A-CF19-85F5-7CFF-602093DB1859}"/>
              </a:ext>
            </a:extLst>
          </p:cNvPr>
          <p:cNvSpPr/>
          <p:nvPr/>
        </p:nvSpPr>
        <p:spPr>
          <a:xfrm>
            <a:off x="828862" y="48444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576730-E111-0B87-9271-9DF86307E6EA}"/>
              </a:ext>
            </a:extLst>
          </p:cNvPr>
          <p:cNvSpPr/>
          <p:nvPr/>
        </p:nvSpPr>
        <p:spPr>
          <a:xfrm>
            <a:off x="1282490" y="4845256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48B4D7-CD37-43CA-DCC3-C734B8F94933}"/>
              </a:ext>
            </a:extLst>
          </p:cNvPr>
          <p:cNvSpPr/>
          <p:nvPr/>
        </p:nvSpPr>
        <p:spPr>
          <a:xfrm>
            <a:off x="1760713" y="484448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0F5FEC3-DC36-505D-540D-1DB98DFD6D2D}"/>
              </a:ext>
            </a:extLst>
          </p:cNvPr>
          <p:cNvSpPr/>
          <p:nvPr/>
        </p:nvSpPr>
        <p:spPr>
          <a:xfrm>
            <a:off x="388151" y="504519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E3B0E2-E2D5-22D9-C140-44E0EC617557}"/>
              </a:ext>
            </a:extLst>
          </p:cNvPr>
          <p:cNvSpPr/>
          <p:nvPr/>
        </p:nvSpPr>
        <p:spPr>
          <a:xfrm>
            <a:off x="1239700" y="504519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34F5854-03EF-9764-4BE8-2CEE1BA7CC1D}"/>
              </a:ext>
            </a:extLst>
          </p:cNvPr>
          <p:cNvSpPr/>
          <p:nvPr/>
        </p:nvSpPr>
        <p:spPr>
          <a:xfrm>
            <a:off x="391391" y="549781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B260C3C2-652C-56AE-73B7-9176D29E6770}"/>
              </a:ext>
            </a:extLst>
          </p:cNvPr>
          <p:cNvSpPr txBox="1"/>
          <p:nvPr/>
        </p:nvSpPr>
        <p:spPr>
          <a:xfrm>
            <a:off x="299180" y="528438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9C41454A-8DBC-8C6A-CEDD-81312E94318E}"/>
              </a:ext>
            </a:extLst>
          </p:cNvPr>
          <p:cNvSpPr/>
          <p:nvPr/>
        </p:nvSpPr>
        <p:spPr>
          <a:xfrm>
            <a:off x="836797" y="549704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B7242C8-C754-32C4-7B0D-E6F8F3A2E957}"/>
              </a:ext>
            </a:extLst>
          </p:cNvPr>
          <p:cNvSpPr/>
          <p:nvPr/>
        </p:nvSpPr>
        <p:spPr>
          <a:xfrm>
            <a:off x="1290425" y="549781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C0B0290-922D-BFDE-382E-D2CEE6465FF6}"/>
              </a:ext>
            </a:extLst>
          </p:cNvPr>
          <p:cNvSpPr/>
          <p:nvPr/>
        </p:nvSpPr>
        <p:spPr>
          <a:xfrm>
            <a:off x="1727455" y="549506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B8B4305-B1FF-9A8F-1950-08B7575C9FF8}"/>
              </a:ext>
            </a:extLst>
          </p:cNvPr>
          <p:cNvSpPr/>
          <p:nvPr/>
        </p:nvSpPr>
        <p:spPr>
          <a:xfrm>
            <a:off x="2261305" y="549268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F9362C8-669A-B2B2-C7A3-DA55CDD53BF5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355A8BE-F207-8628-3721-7A5433BFAD6B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607696-715A-C4EE-EBB9-19EB97AC6CAA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01AE1-9719-C4EB-2261-D8FA394D9869}"/>
              </a:ext>
            </a:extLst>
          </p:cNvPr>
          <p:cNvSpPr/>
          <p:nvPr/>
        </p:nvSpPr>
        <p:spPr>
          <a:xfrm>
            <a:off x="386761" y="3625586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9E9F70-79DB-A999-F578-90478A1BBF00}"/>
              </a:ext>
            </a:extLst>
          </p:cNvPr>
          <p:cNvSpPr/>
          <p:nvPr/>
        </p:nvSpPr>
        <p:spPr>
          <a:xfrm>
            <a:off x="98159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EC3863-5F10-A582-8DAD-B1A630DEAD1B}"/>
              </a:ext>
            </a:extLst>
          </p:cNvPr>
          <p:cNvSpPr/>
          <p:nvPr/>
        </p:nvSpPr>
        <p:spPr>
          <a:xfrm>
            <a:off x="131263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D4B356C2-A9B4-5227-FE40-95D7D8D84D21}"/>
              </a:ext>
            </a:extLst>
          </p:cNvPr>
          <p:cNvSpPr txBox="1"/>
          <p:nvPr/>
        </p:nvSpPr>
        <p:spPr>
          <a:xfrm>
            <a:off x="328395" y="343727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0FB997-0C73-5F8C-46EF-3ACA8E2BB137}"/>
              </a:ext>
            </a:extLst>
          </p:cNvPr>
          <p:cNvSpPr/>
          <p:nvPr/>
        </p:nvSpPr>
        <p:spPr>
          <a:xfrm>
            <a:off x="1642074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5CD92D8-69F5-0180-2F2E-435053768379}"/>
              </a:ext>
            </a:extLst>
          </p:cNvPr>
          <p:cNvSpPr/>
          <p:nvPr/>
        </p:nvSpPr>
        <p:spPr>
          <a:xfrm>
            <a:off x="1969972" y="3624817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0AD260-ACAF-BDF9-756F-94EA845C0E68}"/>
              </a:ext>
            </a:extLst>
          </p:cNvPr>
          <p:cNvSpPr/>
          <p:nvPr/>
        </p:nvSpPr>
        <p:spPr>
          <a:xfrm>
            <a:off x="386761" y="381503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AE13-FDDF-3B64-C1E1-75055152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66B5-5793-0502-3A12-2E0FD487F8D8}"/>
              </a:ext>
            </a:extLst>
          </p:cNvPr>
          <p:cNvSpPr txBox="1"/>
          <p:nvPr/>
        </p:nvSpPr>
        <p:spPr>
          <a:xfrm>
            <a:off x="314543" y="183059"/>
            <a:ext cx="1972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AD55A2C-C23F-3EEE-5E5F-BA96ACB86348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9C26A5-4D26-129B-2E24-986382C2AB44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D98A813-C7FB-3F4D-A7E3-E8D42DFBF655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6A595F-6473-C10D-AEF8-6D61BC2FB674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26CA66F-0919-641B-F4FB-6EECD9A9FA2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E2301-4322-907E-9F83-1D11AD06943D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033B91D-ED1A-0590-4B82-41D5A8E42797}"/>
              </a:ext>
            </a:extLst>
          </p:cNvPr>
          <p:cNvSpPr txBox="1"/>
          <p:nvPr/>
        </p:nvSpPr>
        <p:spPr>
          <a:xfrm>
            <a:off x="326891" y="219613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E8BAEBF-D661-74DC-DB8E-1C79A2F1A232}"/>
              </a:ext>
            </a:extLst>
          </p:cNvPr>
          <p:cNvSpPr/>
          <p:nvPr/>
        </p:nvSpPr>
        <p:spPr>
          <a:xfrm>
            <a:off x="408748" y="240559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DDF2D97-C30D-C1ED-ECE1-ED9BC29EACE9}"/>
              </a:ext>
            </a:extLst>
          </p:cNvPr>
          <p:cNvSpPr/>
          <p:nvPr/>
        </p:nvSpPr>
        <p:spPr>
          <a:xfrm>
            <a:off x="960110" y="2401995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네이쳐러브메레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156AE9-B248-9167-551F-75C4DF182672}"/>
              </a:ext>
            </a:extLst>
          </p:cNvPr>
          <p:cNvSpPr/>
          <p:nvPr/>
        </p:nvSpPr>
        <p:spPr>
          <a:xfrm>
            <a:off x="1499589" y="2400423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라엘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C856F81-D35A-1D3B-DD51-95E97BD0650C}"/>
              </a:ext>
            </a:extLst>
          </p:cNvPr>
          <p:cNvSpPr/>
          <p:nvPr/>
        </p:nvSpPr>
        <p:spPr>
          <a:xfrm>
            <a:off x="2232497" y="2396819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137598B-897B-7CFA-D532-6541D7257119}"/>
              </a:ext>
            </a:extLst>
          </p:cNvPr>
          <p:cNvSpPr/>
          <p:nvPr/>
        </p:nvSpPr>
        <p:spPr>
          <a:xfrm>
            <a:off x="408748" y="260910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밤부베베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31B2A12-E130-8CF7-1F51-4E8399AD4F09}"/>
              </a:ext>
            </a:extLst>
          </p:cNvPr>
          <p:cNvSpPr/>
          <p:nvPr/>
        </p:nvSpPr>
        <p:spPr>
          <a:xfrm>
            <a:off x="962837" y="2613786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보솜이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1D677C-8F80-4687-365B-47C10249F37C}"/>
              </a:ext>
            </a:extLst>
          </p:cNvPr>
          <p:cNvSpPr/>
          <p:nvPr/>
        </p:nvSpPr>
        <p:spPr>
          <a:xfrm>
            <a:off x="1517183" y="2612616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싸이클린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41474266-5885-9249-031C-C2D7AC04A193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71FC5DF-178C-D7E2-2F1A-4AC2458A34FB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5C93D24-A42F-3CEC-DAAA-E86C4268DC5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467A3C7F-E184-1E30-6480-503955A159AD}"/>
              </a:ext>
            </a:extLst>
          </p:cNvPr>
          <p:cNvSpPr/>
          <p:nvPr/>
        </p:nvSpPr>
        <p:spPr>
          <a:xfrm>
            <a:off x="379609" y="2732135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F44F4593-8A80-D19E-4100-2A312BACCCDA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7CB3856-C99C-54D9-11A0-3433B772CDFB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E7D5C1-D3B1-D276-4F67-A30667B34746}"/>
              </a:ext>
            </a:extLst>
          </p:cNvPr>
          <p:cNvSpPr txBox="1"/>
          <p:nvPr/>
        </p:nvSpPr>
        <p:spPr>
          <a:xfrm>
            <a:off x="1944465" y="234866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21E4639-CCC1-2CA9-1617-5C5F4DEC3D8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6EE2092-A85B-F0A2-EDB2-FDCF85D4D9AD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907EAD8-7E2D-FE0C-D93F-57B7428360DE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E3ED420-D3EB-E142-9C7B-25C241D8C506}"/>
              </a:ext>
            </a:extLst>
          </p:cNvPr>
          <p:cNvSpPr/>
          <p:nvPr/>
        </p:nvSpPr>
        <p:spPr>
          <a:xfrm>
            <a:off x="392214" y="31991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7BB025B1-0267-9801-AF1E-B7D295029702}"/>
              </a:ext>
            </a:extLst>
          </p:cNvPr>
          <p:cNvSpPr txBox="1"/>
          <p:nvPr/>
        </p:nvSpPr>
        <p:spPr>
          <a:xfrm>
            <a:off x="283807" y="295324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12AA953-9663-C831-2BAF-E03D13D0E2A5}"/>
              </a:ext>
            </a:extLst>
          </p:cNvPr>
          <p:cNvSpPr/>
          <p:nvPr/>
        </p:nvSpPr>
        <p:spPr>
          <a:xfrm>
            <a:off x="837620" y="31984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F9D03687-29F1-6F50-A21A-BB9130F80408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073B92-378D-E4D7-5468-8F00A15AA478}"/>
              </a:ext>
            </a:extLst>
          </p:cNvPr>
          <p:cNvSpPr/>
          <p:nvPr/>
        </p:nvSpPr>
        <p:spPr>
          <a:xfrm>
            <a:off x="2586465" y="2398193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D7A8129A-3330-A512-1AF7-B7384B4459D9}"/>
              </a:ext>
            </a:extLst>
          </p:cNvPr>
          <p:cNvSpPr txBox="1"/>
          <p:nvPr/>
        </p:nvSpPr>
        <p:spPr>
          <a:xfrm>
            <a:off x="286882" y="349490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2036D4-D474-5181-663B-4CC84540C6AC}"/>
              </a:ext>
            </a:extLst>
          </p:cNvPr>
          <p:cNvSpPr/>
          <p:nvPr/>
        </p:nvSpPr>
        <p:spPr>
          <a:xfrm>
            <a:off x="374337" y="372451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8CE85-F65A-8EC5-1B78-1880CEEC877C}"/>
              </a:ext>
            </a:extLst>
          </p:cNvPr>
          <p:cNvSpPr/>
          <p:nvPr/>
        </p:nvSpPr>
        <p:spPr>
          <a:xfrm>
            <a:off x="789850" y="372344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70ABBE-9109-1874-2FFA-2EB93C6F5CC3}"/>
              </a:ext>
            </a:extLst>
          </p:cNvPr>
          <p:cNvSpPr/>
          <p:nvPr/>
        </p:nvSpPr>
        <p:spPr>
          <a:xfrm>
            <a:off x="1196658" y="371816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D0BE1F-58E1-5509-4CF6-8D27FECE1301}"/>
              </a:ext>
            </a:extLst>
          </p:cNvPr>
          <p:cNvSpPr/>
          <p:nvPr/>
        </p:nvSpPr>
        <p:spPr>
          <a:xfrm>
            <a:off x="1608996" y="371709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A5D309-412D-AB79-3CDE-ADADDC340242}"/>
              </a:ext>
            </a:extLst>
          </p:cNvPr>
          <p:cNvSpPr/>
          <p:nvPr/>
        </p:nvSpPr>
        <p:spPr>
          <a:xfrm>
            <a:off x="2010048" y="3713924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0D8828-DCA4-1904-599A-C0ACE475DB77}"/>
              </a:ext>
            </a:extLst>
          </p:cNvPr>
          <p:cNvSpPr/>
          <p:nvPr/>
        </p:nvSpPr>
        <p:spPr>
          <a:xfrm>
            <a:off x="2510031" y="3717372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</p:spTree>
    <p:extLst>
      <p:ext uri="{BB962C8B-B14F-4D97-AF65-F5344CB8AC3E}">
        <p14:creationId xmlns:p14="http://schemas.microsoft.com/office/powerpoint/2010/main" val="31865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B91815A3-0C94-87C0-FD2C-CD7B77674F31}"/>
              </a:ext>
            </a:extLst>
          </p:cNvPr>
          <p:cNvSpPr txBox="1"/>
          <p:nvPr/>
        </p:nvSpPr>
        <p:spPr>
          <a:xfrm>
            <a:off x="4589543" y="1209624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7CFAB-EC56-E5F9-D992-03E282190BE5}"/>
              </a:ext>
            </a:extLst>
          </p:cNvPr>
          <p:cNvSpPr txBox="1"/>
          <p:nvPr/>
        </p:nvSpPr>
        <p:spPr>
          <a:xfrm>
            <a:off x="379161" y="633953"/>
            <a:ext cx="298030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조제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A7A878-1AB5-4B50-1CD4-9B53C9E75BD1}"/>
              </a:ext>
            </a:extLst>
          </p:cNvPr>
          <p:cNvGrpSpPr/>
          <p:nvPr/>
        </p:nvGrpSpPr>
        <p:grpSpPr>
          <a:xfrm>
            <a:off x="4608761" y="919556"/>
            <a:ext cx="519135" cy="196456"/>
            <a:chOff x="475380" y="4490631"/>
            <a:chExt cx="519135" cy="2565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B9BD25-5371-1B90-398F-C0D1AED8D809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8F02C7B-83B4-A893-1C41-15DE8380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80DE9AB-4A50-A175-BA74-027E418FF918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D5CC6BF-0ACC-EEDB-97D1-27AE5B73B366}"/>
              </a:ext>
            </a:extLst>
          </p:cNvPr>
          <p:cNvGrpSpPr/>
          <p:nvPr/>
        </p:nvGrpSpPr>
        <p:grpSpPr>
          <a:xfrm>
            <a:off x="5154233" y="921119"/>
            <a:ext cx="615315" cy="194890"/>
            <a:chOff x="475380" y="4492676"/>
            <a:chExt cx="615315" cy="2545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9590CD-0914-5625-6F9C-423055C3DBB5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00A157A-584A-B4A0-094C-16EDDD69A6D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3E9E3037-546C-C126-F9A0-1F1F752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241" y="939265"/>
            <a:ext cx="131240" cy="175717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E484FCE8-4DDF-1150-C0E3-0245654BCF44}"/>
              </a:ext>
            </a:extLst>
          </p:cNvPr>
          <p:cNvGrpSpPr/>
          <p:nvPr/>
        </p:nvGrpSpPr>
        <p:grpSpPr>
          <a:xfrm>
            <a:off x="5805648" y="921119"/>
            <a:ext cx="644730" cy="194890"/>
            <a:chOff x="475381" y="4492676"/>
            <a:chExt cx="644730" cy="25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199526-F630-2947-89DE-4A6CE28C0E3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ADA295A-63E2-E7CA-43E8-1E0B5126B5CF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ACA86CBF-6698-1D76-88A9-9964955A3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204" y="956323"/>
            <a:ext cx="166365" cy="132680"/>
          </a:xfrm>
          <a:prstGeom prst="rect">
            <a:avLst/>
          </a:prstGeom>
        </p:spPr>
      </p:pic>
      <p:sp>
        <p:nvSpPr>
          <p:cNvPr id="48" name="TextBox 114">
            <a:extLst>
              <a:ext uri="{FF2B5EF4-FFF2-40B4-BE49-F238E27FC236}">
                <a16:creationId xmlns:a16="http://schemas.microsoft.com/office/drawing/2014/main" id="{116C9CBC-DBB5-F7F5-7EFB-FA3136C7FA9B}"/>
              </a:ext>
            </a:extLst>
          </p:cNvPr>
          <p:cNvSpPr txBox="1"/>
          <p:nvPr/>
        </p:nvSpPr>
        <p:spPr>
          <a:xfrm>
            <a:off x="7260020" y="120563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BA97C1D-CF7E-50B4-30E8-D3CA857C5BEA}"/>
              </a:ext>
            </a:extLst>
          </p:cNvPr>
          <p:cNvGrpSpPr/>
          <p:nvPr/>
        </p:nvGrpSpPr>
        <p:grpSpPr>
          <a:xfrm>
            <a:off x="7303648" y="915563"/>
            <a:ext cx="519135" cy="196456"/>
            <a:chOff x="475380" y="4490631"/>
            <a:chExt cx="519135" cy="2565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61D9F7-86CD-48B6-7032-6AB5B33DBB1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C569722-392D-3F3F-3C49-F823CC06F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B679F34-0BF0-7B7C-635B-E48D7F2CA819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AA47EB-1DAB-FF2A-A99D-2A21961A01CD}"/>
              </a:ext>
            </a:extLst>
          </p:cNvPr>
          <p:cNvGrpSpPr/>
          <p:nvPr/>
        </p:nvGrpSpPr>
        <p:grpSpPr>
          <a:xfrm>
            <a:off x="7849120" y="917126"/>
            <a:ext cx="615315" cy="194890"/>
            <a:chOff x="475380" y="4492676"/>
            <a:chExt cx="615315" cy="25453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212135-B08D-B437-128A-222684B518BE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DB3036-4ABB-75D5-E9D7-D1FCD687BB5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A3D6955-127D-7C40-1D34-5572FEBC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128" y="935272"/>
            <a:ext cx="131240" cy="175717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D195264C-BEB8-CC91-CE9E-F51BD31FC425}"/>
              </a:ext>
            </a:extLst>
          </p:cNvPr>
          <p:cNvGrpSpPr/>
          <p:nvPr/>
        </p:nvGrpSpPr>
        <p:grpSpPr>
          <a:xfrm>
            <a:off x="8500535" y="917126"/>
            <a:ext cx="644730" cy="194890"/>
            <a:chOff x="475381" y="4492676"/>
            <a:chExt cx="644730" cy="2545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DCD64B-A407-9353-5497-071E2AAA7FE4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AEC5499-2451-E38C-D0D3-4835CA12C242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7FD83A88-107F-90C2-9B03-7B81736C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091" y="952330"/>
            <a:ext cx="166365" cy="132680"/>
          </a:xfrm>
          <a:prstGeom prst="rect">
            <a:avLst/>
          </a:prstGeom>
        </p:spPr>
      </p:pic>
      <p:sp>
        <p:nvSpPr>
          <p:cNvPr id="75" name="TextBox 114">
            <a:extLst>
              <a:ext uri="{FF2B5EF4-FFF2-40B4-BE49-F238E27FC236}">
                <a16:creationId xmlns:a16="http://schemas.microsoft.com/office/drawing/2014/main" id="{88238ED5-FEB7-EE12-733B-178EC57320A0}"/>
              </a:ext>
            </a:extLst>
          </p:cNvPr>
          <p:cNvSpPr txBox="1"/>
          <p:nvPr/>
        </p:nvSpPr>
        <p:spPr>
          <a:xfrm>
            <a:off x="10009366" y="1200852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BF11376-0AA9-772A-EABF-2A028BD8517F}"/>
              </a:ext>
            </a:extLst>
          </p:cNvPr>
          <p:cNvCxnSpPr/>
          <p:nvPr/>
        </p:nvCxnSpPr>
        <p:spPr>
          <a:xfrm>
            <a:off x="10071368" y="1481388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C78DB0B-A4F0-29BC-9063-CB60100B2272}"/>
              </a:ext>
            </a:extLst>
          </p:cNvPr>
          <p:cNvGrpSpPr/>
          <p:nvPr/>
        </p:nvGrpSpPr>
        <p:grpSpPr>
          <a:xfrm>
            <a:off x="10081369" y="910784"/>
            <a:ext cx="519135" cy="196456"/>
            <a:chOff x="475380" y="4490631"/>
            <a:chExt cx="519135" cy="25657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562B1F-11B2-B370-710A-9DF1751A94E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89E9E06-73D4-0023-22B3-694CFCC7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6D2A829-2409-446C-486D-1BFC510C7C9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FA864D4-D21C-0AE2-54B7-2E2975120D10}"/>
              </a:ext>
            </a:extLst>
          </p:cNvPr>
          <p:cNvGrpSpPr/>
          <p:nvPr/>
        </p:nvGrpSpPr>
        <p:grpSpPr>
          <a:xfrm>
            <a:off x="10626841" y="912347"/>
            <a:ext cx="615315" cy="194890"/>
            <a:chOff x="475380" y="4492676"/>
            <a:chExt cx="615315" cy="2545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707273-51C5-0B62-8056-5A108CAF044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8339B84B-F935-DE11-99D9-7FDD75B0F40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2C90B9EF-118A-E9AB-58AF-AED9DD7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849" y="930493"/>
            <a:ext cx="131240" cy="175717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B6953037-D693-0059-902F-93E2BB226B9A}"/>
              </a:ext>
            </a:extLst>
          </p:cNvPr>
          <p:cNvGrpSpPr/>
          <p:nvPr/>
        </p:nvGrpSpPr>
        <p:grpSpPr>
          <a:xfrm>
            <a:off x="11278256" y="912347"/>
            <a:ext cx="644730" cy="194890"/>
            <a:chOff x="475381" y="4492676"/>
            <a:chExt cx="644730" cy="25453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2E6DDA3-A221-0DA3-ACAB-B98D688DCE00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375289D0-14BE-2CB3-428A-CAA33F563A2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F25945AB-A371-9477-20CF-31A9C9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812" y="947551"/>
            <a:ext cx="166365" cy="13268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974485-7280-F361-5EAE-6BF9FAD02EA9}"/>
              </a:ext>
            </a:extLst>
          </p:cNvPr>
          <p:cNvSpPr txBox="1"/>
          <p:nvPr/>
        </p:nvSpPr>
        <p:spPr>
          <a:xfrm>
            <a:off x="4487863" y="66915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33C5491-E1BF-6DA6-D618-541986EE9A3E}"/>
              </a:ext>
            </a:extLst>
          </p:cNvPr>
          <p:cNvSpPr/>
          <p:nvPr/>
        </p:nvSpPr>
        <p:spPr>
          <a:xfrm>
            <a:off x="4587759" y="82326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840542-9211-C077-CF25-62700C3EAEEF}"/>
              </a:ext>
            </a:extLst>
          </p:cNvPr>
          <p:cNvSpPr txBox="1"/>
          <p:nvPr/>
        </p:nvSpPr>
        <p:spPr>
          <a:xfrm>
            <a:off x="4533840" y="2525962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15B5A46-9C0E-AD68-D6BE-6F721B417C98}"/>
              </a:ext>
            </a:extLst>
          </p:cNvPr>
          <p:cNvSpPr/>
          <p:nvPr/>
        </p:nvSpPr>
        <p:spPr>
          <a:xfrm>
            <a:off x="5160463" y="268006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8C4B299-D598-F7A5-C0B6-DF410CC2CDF4}"/>
              </a:ext>
            </a:extLst>
          </p:cNvPr>
          <p:cNvGrpSpPr/>
          <p:nvPr/>
        </p:nvGrpSpPr>
        <p:grpSpPr>
          <a:xfrm>
            <a:off x="4608761" y="2805531"/>
            <a:ext cx="758906" cy="215444"/>
            <a:chOff x="475380" y="4490631"/>
            <a:chExt cx="758906" cy="28137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5D894C-4F59-1786-C276-3EFB5688EA3C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66BED849-BF19-22DD-25A2-CE0E58204547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158723E-9713-7314-AAF6-1726622B73A4}"/>
              </a:ext>
            </a:extLst>
          </p:cNvPr>
          <p:cNvGrpSpPr/>
          <p:nvPr/>
        </p:nvGrpSpPr>
        <p:grpSpPr>
          <a:xfrm>
            <a:off x="5397716" y="2805531"/>
            <a:ext cx="666884" cy="215444"/>
            <a:chOff x="475380" y="4492676"/>
            <a:chExt cx="666884" cy="281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26FFE6-A631-C4B8-E430-5A30E3499ABC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1D5C0256-612F-D906-6363-9A36927E4C4C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990930F9-82D6-96EF-6787-A299D6B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505" y="2859132"/>
            <a:ext cx="101606" cy="10196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5C679B0-34FB-5E28-4D79-9CEA7625C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22" y="2843535"/>
            <a:ext cx="128629" cy="136761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3885F604-88FD-CE89-6946-353C36AEAF21}"/>
              </a:ext>
            </a:extLst>
          </p:cNvPr>
          <p:cNvCxnSpPr/>
          <p:nvPr/>
        </p:nvCxnSpPr>
        <p:spPr>
          <a:xfrm>
            <a:off x="360367" y="2340149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E120BE4-9480-C515-2C07-C104AD9EF404}"/>
              </a:ext>
            </a:extLst>
          </p:cNvPr>
          <p:cNvSpPr txBox="1"/>
          <p:nvPr/>
        </p:nvSpPr>
        <p:spPr>
          <a:xfrm>
            <a:off x="424284" y="2412157"/>
            <a:ext cx="296908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 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775338B-BCCE-F1DE-9C39-72BD5AAAF335}"/>
              </a:ext>
            </a:extLst>
          </p:cNvPr>
          <p:cNvGrpSpPr/>
          <p:nvPr/>
        </p:nvGrpSpPr>
        <p:grpSpPr>
          <a:xfrm>
            <a:off x="7273057" y="2816321"/>
            <a:ext cx="758906" cy="215444"/>
            <a:chOff x="475380" y="4490631"/>
            <a:chExt cx="758906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E2EE60-88C7-C856-41A5-29434D149E57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D962B5B-A298-247B-17AC-AFCA72EEB463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F9D4C4D-5C55-51CD-B4C5-21C960608C98}"/>
              </a:ext>
            </a:extLst>
          </p:cNvPr>
          <p:cNvGrpSpPr/>
          <p:nvPr/>
        </p:nvGrpSpPr>
        <p:grpSpPr>
          <a:xfrm>
            <a:off x="8062012" y="2816321"/>
            <a:ext cx="666884" cy="215444"/>
            <a:chOff x="475380" y="4492676"/>
            <a:chExt cx="666884" cy="28137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0539EC7-834B-BF80-FA14-57F50505BC8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F593C344-592B-47C9-6031-650A758B798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D02BB8D0-7CAE-1E0D-60FE-353A991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801" y="2869922"/>
            <a:ext cx="101606" cy="101968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427BE87-2979-A6FF-0970-07E3D2EDE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718" y="2854325"/>
            <a:ext cx="128629" cy="13676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9D61D376-E88B-CCED-601F-2511B4E9A84B}"/>
              </a:ext>
            </a:extLst>
          </p:cNvPr>
          <p:cNvSpPr txBox="1"/>
          <p:nvPr/>
        </p:nvSpPr>
        <p:spPr>
          <a:xfrm>
            <a:off x="314543" y="437766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66" name="순서도: 연결자 165">
            <a:extLst>
              <a:ext uri="{FF2B5EF4-FFF2-40B4-BE49-F238E27FC236}">
                <a16:creationId xmlns:a16="http://schemas.microsoft.com/office/drawing/2014/main" id="{D648BAEE-3FCF-EE97-946D-351B633D3B77}"/>
              </a:ext>
            </a:extLst>
          </p:cNvPr>
          <p:cNvSpPr/>
          <p:nvPr/>
        </p:nvSpPr>
        <p:spPr>
          <a:xfrm>
            <a:off x="1394663" y="4336041"/>
            <a:ext cx="722844" cy="339915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A1CF0CEF-8211-079F-C4F8-F01560C61353}"/>
              </a:ext>
            </a:extLst>
          </p:cNvPr>
          <p:cNvCxnSpPr>
            <a:cxnSpLocks/>
            <a:stCxn id="166" idx="4"/>
          </p:cNvCxnSpPr>
          <p:nvPr/>
        </p:nvCxnSpPr>
        <p:spPr>
          <a:xfrm rot="16200000" flipH="1">
            <a:off x="1255803" y="5176238"/>
            <a:ext cx="1071190" cy="70626"/>
          </a:xfrm>
          <a:prstGeom prst="curvedConnector3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9425D-01FC-C0D0-0A0C-5B7FB3AF7A88}"/>
              </a:ext>
            </a:extLst>
          </p:cNvPr>
          <p:cNvSpPr txBox="1"/>
          <p:nvPr/>
        </p:nvSpPr>
        <p:spPr>
          <a:xfrm>
            <a:off x="367136" y="5836452"/>
            <a:ext cx="2858891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7/8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기준으로 관련 상품이 없음으로 정의불가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CE8F1F8-5888-BA7F-293A-C052897178B3}"/>
              </a:ext>
            </a:extLst>
          </p:cNvPr>
          <p:cNvSpPr txBox="1"/>
          <p:nvPr/>
        </p:nvSpPr>
        <p:spPr>
          <a:xfrm>
            <a:off x="314543" y="183059"/>
            <a:ext cx="2929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2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구분 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290E5E-209B-1A19-3109-79A0C1FE6776}"/>
              </a:ext>
            </a:extLst>
          </p:cNvPr>
          <p:cNvSpPr/>
          <p:nvPr/>
        </p:nvSpPr>
        <p:spPr>
          <a:xfrm>
            <a:off x="1435868" y="454287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6FF262A-BF6A-7359-8BB5-22DA7F81E0B5}"/>
              </a:ext>
            </a:extLst>
          </p:cNvPr>
          <p:cNvSpPr/>
          <p:nvPr/>
        </p:nvSpPr>
        <p:spPr>
          <a:xfrm>
            <a:off x="2039109" y="4529190"/>
            <a:ext cx="804151" cy="66827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FDCAE0C-BCDF-0D92-8DE7-4EF4B01A64DD}"/>
              </a:ext>
            </a:extLst>
          </p:cNvPr>
          <p:cNvSpPr/>
          <p:nvPr/>
        </p:nvSpPr>
        <p:spPr>
          <a:xfrm>
            <a:off x="5018342" y="146578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D3E253D-CD79-A1F2-A5FC-930410572883}"/>
              </a:ext>
            </a:extLst>
          </p:cNvPr>
          <p:cNvSpPr/>
          <p:nvPr/>
        </p:nvSpPr>
        <p:spPr>
          <a:xfrm>
            <a:off x="5433855" y="1464715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E96E39A-9765-1BE4-C6EF-655FEACF1D6D}"/>
              </a:ext>
            </a:extLst>
          </p:cNvPr>
          <p:cNvSpPr/>
          <p:nvPr/>
        </p:nvSpPr>
        <p:spPr>
          <a:xfrm>
            <a:off x="5840663" y="145943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475AE30-CBF3-2010-0E8A-81BD1DDD252C}"/>
              </a:ext>
            </a:extLst>
          </p:cNvPr>
          <p:cNvSpPr/>
          <p:nvPr/>
        </p:nvSpPr>
        <p:spPr>
          <a:xfrm>
            <a:off x="6244177" y="145880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BDDDDB2-9D50-E63C-6ECA-6DB8A8E609B5}"/>
              </a:ext>
            </a:extLst>
          </p:cNvPr>
          <p:cNvSpPr/>
          <p:nvPr/>
        </p:nvSpPr>
        <p:spPr>
          <a:xfrm>
            <a:off x="4585695" y="1472997"/>
            <a:ext cx="399335" cy="1342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58260678-7671-6DFA-9130-FA435CEDA52B}"/>
              </a:ext>
            </a:extLst>
          </p:cNvPr>
          <p:cNvSpPr/>
          <p:nvPr/>
        </p:nvSpPr>
        <p:spPr>
          <a:xfrm>
            <a:off x="7745277" y="146589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483DB39-C798-1E5A-7528-811ED8DD55AF}"/>
              </a:ext>
            </a:extLst>
          </p:cNvPr>
          <p:cNvSpPr/>
          <p:nvPr/>
        </p:nvSpPr>
        <p:spPr>
          <a:xfrm>
            <a:off x="8403116" y="1464824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19AF4E47-04C3-3FFC-B4EA-A2622179C6E4}"/>
              </a:ext>
            </a:extLst>
          </p:cNvPr>
          <p:cNvSpPr/>
          <p:nvPr/>
        </p:nvSpPr>
        <p:spPr>
          <a:xfrm>
            <a:off x="9045811" y="1465518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3764D8E4-078E-AFD4-B3F4-14201388FBF9}"/>
              </a:ext>
            </a:extLst>
          </p:cNvPr>
          <p:cNvSpPr/>
          <p:nvPr/>
        </p:nvSpPr>
        <p:spPr>
          <a:xfrm>
            <a:off x="7295878" y="1461815"/>
            <a:ext cx="399335" cy="1315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967526BD-35A6-3D24-4AEE-D5873CDF97E5}"/>
              </a:ext>
            </a:extLst>
          </p:cNvPr>
          <p:cNvSpPr/>
          <p:nvPr/>
        </p:nvSpPr>
        <p:spPr>
          <a:xfrm>
            <a:off x="10083341" y="1568475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TextBox 114">
            <a:extLst>
              <a:ext uri="{FF2B5EF4-FFF2-40B4-BE49-F238E27FC236}">
                <a16:creationId xmlns:a16="http://schemas.microsoft.com/office/drawing/2014/main" id="{E23B3738-D4B0-B172-F7D8-C04E7E517A5D}"/>
              </a:ext>
            </a:extLst>
          </p:cNvPr>
          <p:cNvSpPr txBox="1"/>
          <p:nvPr/>
        </p:nvSpPr>
        <p:spPr>
          <a:xfrm>
            <a:off x="4539159" y="3145919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AF89EA6-4269-4934-F05F-3A3224CE25AE}"/>
              </a:ext>
            </a:extLst>
          </p:cNvPr>
          <p:cNvSpPr/>
          <p:nvPr/>
        </p:nvSpPr>
        <p:spPr>
          <a:xfrm>
            <a:off x="4612047" y="3389295"/>
            <a:ext cx="399335" cy="13791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117B8BE-27FE-F1ED-C098-9577DC97723F}"/>
              </a:ext>
            </a:extLst>
          </p:cNvPr>
          <p:cNvSpPr/>
          <p:nvPr/>
        </p:nvSpPr>
        <p:spPr>
          <a:xfrm>
            <a:off x="5040809" y="3394294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993A0F7B-A63F-19FA-75CF-D2FA6D2CE889}"/>
              </a:ext>
            </a:extLst>
          </p:cNvPr>
          <p:cNvSpPr/>
          <p:nvPr/>
        </p:nvSpPr>
        <p:spPr>
          <a:xfrm>
            <a:off x="5534412" y="3389295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E09D046-92C2-C276-4C61-C23164C41EE3}"/>
              </a:ext>
            </a:extLst>
          </p:cNvPr>
          <p:cNvSpPr/>
          <p:nvPr/>
        </p:nvSpPr>
        <p:spPr>
          <a:xfrm>
            <a:off x="10071368" y="1200852"/>
            <a:ext cx="2336152" cy="66035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구분 영역 </a:t>
            </a:r>
            <a:r>
              <a:rPr lang="ko-KR" altLang="en-US" sz="1000" dirty="0" err="1">
                <a:solidFill>
                  <a:schemeClr val="bg1"/>
                </a:solidFill>
              </a:rPr>
              <a:t>비노출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B1A33969-5CAF-2391-9EEA-6A95E8BB3507}"/>
              </a:ext>
            </a:extLst>
          </p:cNvPr>
          <p:cNvSpPr txBox="1"/>
          <p:nvPr/>
        </p:nvSpPr>
        <p:spPr>
          <a:xfrm>
            <a:off x="7221921" y="3140265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D5E7218F-3408-E8CF-CAB5-3780B954A767}"/>
              </a:ext>
            </a:extLst>
          </p:cNvPr>
          <p:cNvSpPr/>
          <p:nvPr/>
        </p:nvSpPr>
        <p:spPr>
          <a:xfrm>
            <a:off x="7290292" y="3383348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CED084E3-E21F-4B66-EF7A-25310A29E833}"/>
              </a:ext>
            </a:extLst>
          </p:cNvPr>
          <p:cNvSpPr/>
          <p:nvPr/>
        </p:nvSpPr>
        <p:spPr>
          <a:xfrm>
            <a:off x="7707437" y="3386747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D03099D0-C08B-FCC9-4E38-71D868C42FB2}"/>
              </a:ext>
            </a:extLst>
          </p:cNvPr>
          <p:cNvSpPr/>
          <p:nvPr/>
        </p:nvSpPr>
        <p:spPr>
          <a:xfrm>
            <a:off x="8201040" y="3381748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45A290B6-B23F-7792-4779-BAE094F4A44A}"/>
              </a:ext>
            </a:extLst>
          </p:cNvPr>
          <p:cNvCxnSpPr/>
          <p:nvPr/>
        </p:nvCxnSpPr>
        <p:spPr>
          <a:xfrm>
            <a:off x="360367" y="4106871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495B58-D573-5389-3D8E-4950505D9F9C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29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C238-3F0C-9760-0FAC-721A501D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E7B7F6-2AB5-4E75-F43F-9FE3EA271749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18B6C5F-115D-9E5A-16E1-B770BD638EC6}"/>
              </a:ext>
            </a:extLst>
          </p:cNvPr>
          <p:cNvSpPr/>
          <p:nvPr/>
        </p:nvSpPr>
        <p:spPr>
          <a:xfrm>
            <a:off x="436301" y="2685550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9D02B78-CAB0-D35F-F491-93949B4F04B4}"/>
              </a:ext>
            </a:extLst>
          </p:cNvPr>
          <p:cNvSpPr/>
          <p:nvPr/>
        </p:nvSpPr>
        <p:spPr>
          <a:xfrm>
            <a:off x="1434327" y="270104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512CA0A-F939-CAB6-A908-91A2E06C9924}"/>
              </a:ext>
            </a:extLst>
          </p:cNvPr>
          <p:cNvSpPr/>
          <p:nvPr/>
        </p:nvSpPr>
        <p:spPr>
          <a:xfrm>
            <a:off x="4031028" y="474799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3725B76-237E-02C5-429F-4A547581B45D}"/>
              </a:ext>
            </a:extLst>
          </p:cNvPr>
          <p:cNvSpPr/>
          <p:nvPr/>
        </p:nvSpPr>
        <p:spPr>
          <a:xfrm>
            <a:off x="4043654" y="741304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963054-46A2-9096-4DAF-44E722B8EF1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7C430-5EC7-02BE-18B0-5505B9751A51}"/>
              </a:ext>
            </a:extLst>
          </p:cNvPr>
          <p:cNvSpPr txBox="1"/>
          <p:nvPr/>
        </p:nvSpPr>
        <p:spPr>
          <a:xfrm>
            <a:off x="262879" y="184312"/>
            <a:ext cx="4591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바우처별 상품 찾기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E0A487A-DA24-B1CA-E2CD-1693B5225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88029"/>
              </p:ext>
            </p:extLst>
          </p:nvPr>
        </p:nvGraphicFramePr>
        <p:xfrm>
          <a:off x="9815638" y="528855"/>
          <a:ext cx="2850436" cy="39624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1200" b="0" spc="-150" dirty="0" err="1">
                          <a:latin typeface="+mn-ea"/>
                          <a:ea typeface="+mn-ea"/>
                        </a:rPr>
                        <a:t>상품찾기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 선택 시</a:t>
                      </a:r>
                      <a:r>
                        <a:rPr lang="en-US" altLang="ko-KR" sz="1200" b="0" spc="-1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바우처별 상품 찾기 선택 시</a:t>
                      </a:r>
                      <a:r>
                        <a:rPr kumimoji="0" lang="en-US" altLang="ko-KR" sz="800" b="1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 썸네일 아이콘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추후 바우처 확장을 고려하여 가로 스크롤 구성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고정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선택 값에 따라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매핑되어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변경 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소개  보기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새 창 페이지 연결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/>
                        </a:rPr>
                        <a:t>https://www.socialservice.or.kr:444/user/htmlEditor/view2.do?p_sn=39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청소년 생리대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https://www.socialservice.or.kr:444/user/htmlEditor/view2.do?p_sn=66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FEC3F4-1523-329F-8636-1C5F0B119BF1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AF7FD1F5-6939-6292-E36E-352E5D05CE1E}"/>
              </a:ext>
            </a:extLst>
          </p:cNvPr>
          <p:cNvSpPr txBox="1"/>
          <p:nvPr/>
        </p:nvSpPr>
        <p:spPr>
          <a:xfrm>
            <a:off x="362777" y="3647205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05644FB8-E67F-8DC6-6206-211BF231A7ED}"/>
              </a:ext>
            </a:extLst>
          </p:cNvPr>
          <p:cNvSpPr txBox="1"/>
          <p:nvPr/>
        </p:nvSpPr>
        <p:spPr>
          <a:xfrm>
            <a:off x="2929412" y="363629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96CD73-45B0-2850-6A56-B3DD56A486F2}"/>
              </a:ext>
            </a:extLst>
          </p:cNvPr>
          <p:cNvGrpSpPr/>
          <p:nvPr/>
        </p:nvGrpSpPr>
        <p:grpSpPr>
          <a:xfrm>
            <a:off x="432297" y="3367828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C57CE-8963-10AF-BE8B-DE470BE1B086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EBE80F-9513-199D-7538-F2BE9054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485FC6E-63E7-E947-E4F3-345C94F88962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40BC01-4620-8D34-9471-1A33C382AD2B}"/>
              </a:ext>
            </a:extLst>
          </p:cNvPr>
          <p:cNvGrpSpPr/>
          <p:nvPr/>
        </p:nvGrpSpPr>
        <p:grpSpPr>
          <a:xfrm>
            <a:off x="977769" y="3369391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FB98D6-E6AA-B8D0-CE00-2455691D3844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947A4BC-6317-1C63-0122-471634B91645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B8BDC79-5E1F-271E-8F99-55835BCC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77" y="3387537"/>
            <a:ext cx="131240" cy="1757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41560AF-DCFA-59D7-7AE8-49D4573ED7D3}"/>
              </a:ext>
            </a:extLst>
          </p:cNvPr>
          <p:cNvSpPr txBox="1"/>
          <p:nvPr/>
        </p:nvSpPr>
        <p:spPr>
          <a:xfrm>
            <a:off x="383933" y="24463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D3BC128-C0F0-FA93-5FCE-CD84A8813B52}"/>
              </a:ext>
            </a:extLst>
          </p:cNvPr>
          <p:cNvSpPr/>
          <p:nvPr/>
        </p:nvSpPr>
        <p:spPr>
          <a:xfrm>
            <a:off x="2044757" y="2605185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03D1C9B-6942-6AE0-B01C-42F57E268584}"/>
              </a:ext>
            </a:extLst>
          </p:cNvPr>
          <p:cNvGrpSpPr/>
          <p:nvPr/>
        </p:nvGrpSpPr>
        <p:grpSpPr>
          <a:xfrm>
            <a:off x="1629184" y="3369391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D9B040-4571-2506-8B7B-4DD2267E738F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5C13C75-6399-F91A-A8DA-250EB7D49E56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AA589F-CA3D-7FF6-B4AD-12F23ED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740" y="3404595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2B6F97-E08D-CF00-905C-78B0E510BC92}"/>
              </a:ext>
            </a:extLst>
          </p:cNvPr>
          <p:cNvGrpSpPr/>
          <p:nvPr/>
        </p:nvGrpSpPr>
        <p:grpSpPr>
          <a:xfrm>
            <a:off x="3335784" y="3636293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9AD11077-5638-113D-8543-2FBA5B72DB5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71255B6-3DCF-137B-6169-57C124B0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AD445-D32E-5A38-DB06-E10597F7E309}"/>
              </a:ext>
            </a:extLst>
          </p:cNvPr>
          <p:cNvCxnSpPr/>
          <p:nvPr/>
        </p:nvCxnSpPr>
        <p:spPr>
          <a:xfrm>
            <a:off x="573790" y="3276253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56804-6452-F4C1-C629-82E5C823D84B}"/>
              </a:ext>
            </a:extLst>
          </p:cNvPr>
          <p:cNvSpPr txBox="1"/>
          <p:nvPr/>
        </p:nvSpPr>
        <p:spPr>
          <a:xfrm>
            <a:off x="442285" y="1686809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114EA-E8EC-D961-8AE1-811AB413A5AD}"/>
              </a:ext>
            </a:extLst>
          </p:cNvPr>
          <p:cNvSpPr/>
          <p:nvPr/>
        </p:nvSpPr>
        <p:spPr>
          <a:xfrm>
            <a:off x="2161400" y="2118857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1F76A-BB7F-4943-6C11-EDA2A6546BE2}"/>
              </a:ext>
            </a:extLst>
          </p:cNvPr>
          <p:cNvSpPr txBox="1"/>
          <p:nvPr/>
        </p:nvSpPr>
        <p:spPr>
          <a:xfrm>
            <a:off x="4077461" y="245471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57DDF3E-5287-E135-EE96-E065CF07461E}"/>
              </a:ext>
            </a:extLst>
          </p:cNvPr>
          <p:cNvSpPr/>
          <p:nvPr/>
        </p:nvSpPr>
        <p:spPr>
          <a:xfrm>
            <a:off x="5738285" y="2613542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5DA98C4-24B4-9B6E-01F9-B37E26749689}"/>
              </a:ext>
            </a:extLst>
          </p:cNvPr>
          <p:cNvCxnSpPr/>
          <p:nvPr/>
        </p:nvCxnSpPr>
        <p:spPr>
          <a:xfrm>
            <a:off x="3744665" y="3518854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FA8DC5E-0A6C-C8DF-5C9A-4DDB9C293411}"/>
              </a:ext>
            </a:extLst>
          </p:cNvPr>
          <p:cNvSpPr txBox="1"/>
          <p:nvPr/>
        </p:nvSpPr>
        <p:spPr>
          <a:xfrm>
            <a:off x="4135813" y="167742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성장지원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청소년 생리대 지원사업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2301E7B-0245-B699-0F52-12469F11D025}"/>
              </a:ext>
            </a:extLst>
          </p:cNvPr>
          <p:cNvSpPr/>
          <p:nvPr/>
        </p:nvSpPr>
        <p:spPr>
          <a:xfrm>
            <a:off x="6007143" y="210947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01933BF-9022-5F26-56E3-4984AE505603}"/>
              </a:ext>
            </a:extLst>
          </p:cNvPr>
          <p:cNvGrpSpPr/>
          <p:nvPr/>
        </p:nvGrpSpPr>
        <p:grpSpPr>
          <a:xfrm>
            <a:off x="4145270" y="3564865"/>
            <a:ext cx="758906" cy="215444"/>
            <a:chOff x="475380" y="4490631"/>
            <a:chExt cx="758906" cy="281375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5B72EA8-EF99-17F6-53D2-0846369B7B2B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2EE1D495-49AC-3CD1-92B0-79181C09E1E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706184F-EC19-249E-79FE-7E446EF32916}"/>
              </a:ext>
            </a:extLst>
          </p:cNvPr>
          <p:cNvGrpSpPr/>
          <p:nvPr/>
        </p:nvGrpSpPr>
        <p:grpSpPr>
          <a:xfrm>
            <a:off x="4934225" y="3564865"/>
            <a:ext cx="666884" cy="215444"/>
            <a:chOff x="475380" y="4492676"/>
            <a:chExt cx="666884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9D1C62F-61BB-D1AA-C572-3EF37B1F969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D5D971E-E76A-6E47-7B2C-84557AE8496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7E90AC51-E911-C027-5670-BCF0582BA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4014" y="3618466"/>
            <a:ext cx="101606" cy="101968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AD21289-8FB3-35A6-46BC-A0BF12A1A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8931" y="3602869"/>
            <a:ext cx="128629" cy="136761"/>
          </a:xfrm>
          <a:prstGeom prst="rect">
            <a:avLst/>
          </a:prstGeom>
        </p:spPr>
      </p:pic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CB7F7E0B-2897-5B01-DFD9-0B0F6B836FAE}"/>
              </a:ext>
            </a:extLst>
          </p:cNvPr>
          <p:cNvSpPr/>
          <p:nvPr/>
        </p:nvSpPr>
        <p:spPr>
          <a:xfrm>
            <a:off x="2946946" y="241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C3D021C-4D45-D681-9FCD-89C8F95F48F2}"/>
              </a:ext>
            </a:extLst>
          </p:cNvPr>
          <p:cNvSpPr/>
          <p:nvPr/>
        </p:nvSpPr>
        <p:spPr>
          <a:xfrm>
            <a:off x="3448335" y="26462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F097ACC9-5046-F002-4497-E1E0085334A8}"/>
              </a:ext>
            </a:extLst>
          </p:cNvPr>
          <p:cNvSpPr/>
          <p:nvPr/>
        </p:nvSpPr>
        <p:spPr>
          <a:xfrm>
            <a:off x="7038858" y="9000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733C0F1E-EEB8-DDB1-AEEB-0A576A209151}"/>
              </a:ext>
            </a:extLst>
          </p:cNvPr>
          <p:cNvSpPr/>
          <p:nvPr/>
        </p:nvSpPr>
        <p:spPr>
          <a:xfrm>
            <a:off x="5639989" y="35860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10636CB-4EBE-77ED-BD8A-B7C201D4B9D7}"/>
              </a:ext>
            </a:extLst>
          </p:cNvPr>
          <p:cNvSpPr/>
          <p:nvPr/>
        </p:nvSpPr>
        <p:spPr>
          <a:xfrm>
            <a:off x="4036670" y="49096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4E70418-933D-7E15-06DE-AB59AE379275}"/>
              </a:ext>
            </a:extLst>
          </p:cNvPr>
          <p:cNvSpPr/>
          <p:nvPr/>
        </p:nvSpPr>
        <p:spPr>
          <a:xfrm>
            <a:off x="4025554" y="3852795"/>
            <a:ext cx="3444249" cy="294001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>
                <a:solidFill>
                  <a:schemeClr val="bg1"/>
                </a:solidFill>
              </a:rPr>
              <a:t>공통</a:t>
            </a:r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CA88482-0E8B-FE56-EC10-559BF014120A}"/>
              </a:ext>
            </a:extLst>
          </p:cNvPr>
          <p:cNvSpPr/>
          <p:nvPr/>
        </p:nvSpPr>
        <p:spPr>
          <a:xfrm>
            <a:off x="7561030" y="501775"/>
            <a:ext cx="2153580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1BAF1F-3A94-DD25-A159-6CB910B10690}"/>
              </a:ext>
            </a:extLst>
          </p:cNvPr>
          <p:cNvSpPr/>
          <p:nvPr/>
        </p:nvSpPr>
        <p:spPr>
          <a:xfrm>
            <a:off x="7567436" y="501775"/>
            <a:ext cx="2153580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B2F9F86-CF70-D050-126F-5FCEBB23F3D3}"/>
              </a:ext>
            </a:extLst>
          </p:cNvPr>
          <p:cNvSpPr/>
          <p:nvPr/>
        </p:nvSpPr>
        <p:spPr>
          <a:xfrm>
            <a:off x="4043654" y="2405053"/>
            <a:ext cx="3444249" cy="32339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0E9D7-5396-E362-E886-CD558261A321}"/>
              </a:ext>
            </a:extLst>
          </p:cNvPr>
          <p:cNvSpPr/>
          <p:nvPr/>
        </p:nvSpPr>
        <p:spPr>
          <a:xfrm>
            <a:off x="514273" y="389817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D199B9-E7CE-9918-FC8F-1891CA211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90" y="4521519"/>
            <a:ext cx="1077259" cy="6480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AB81E9E-E9F7-90D5-8ECF-2D1DE2A2A63F}"/>
              </a:ext>
            </a:extLst>
          </p:cNvPr>
          <p:cNvGrpSpPr/>
          <p:nvPr/>
        </p:nvGrpSpPr>
        <p:grpSpPr>
          <a:xfrm>
            <a:off x="446738" y="5366007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B68A-A9F1-4F83-BE5D-301CC87E0B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B54D55-899A-D062-E6D7-B4D46B92EDB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FCF5A-3A87-D1B1-2F59-C0371F22E3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393676-91A9-5B85-EEFA-134C48C3D455}"/>
              </a:ext>
            </a:extLst>
          </p:cNvPr>
          <p:cNvSpPr txBox="1"/>
          <p:nvPr/>
        </p:nvSpPr>
        <p:spPr>
          <a:xfrm>
            <a:off x="961910" y="62255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D1629E-FA99-C7F1-455D-8B875E49B02F}"/>
              </a:ext>
            </a:extLst>
          </p:cNvPr>
          <p:cNvCxnSpPr>
            <a:cxnSpLocks/>
          </p:cNvCxnSpPr>
          <p:nvPr/>
        </p:nvCxnSpPr>
        <p:spPr>
          <a:xfrm rot="-900000">
            <a:off x="1085665" y="62651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5AF08-3EDC-556E-AAA1-D5E2C2484739}"/>
              </a:ext>
            </a:extLst>
          </p:cNvPr>
          <p:cNvSpPr txBox="1"/>
          <p:nvPr/>
        </p:nvSpPr>
        <p:spPr>
          <a:xfrm>
            <a:off x="1862312" y="621015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ABDDD2-93A5-4EAB-D4D6-087F5C391EF7}"/>
              </a:ext>
            </a:extLst>
          </p:cNvPr>
          <p:cNvGrpSpPr/>
          <p:nvPr/>
        </p:nvGrpSpPr>
        <p:grpSpPr>
          <a:xfrm>
            <a:off x="508708" y="5220570"/>
            <a:ext cx="482570" cy="207749"/>
            <a:chOff x="5613970" y="995901"/>
            <a:chExt cx="482570" cy="20774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C48C5-B138-FF80-7C54-BDE7A612573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E74310-D563-A4D8-3793-D351C9C2667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847E1C2-8104-2A76-16E3-471BF017048E}"/>
              </a:ext>
            </a:extLst>
          </p:cNvPr>
          <p:cNvGrpSpPr/>
          <p:nvPr/>
        </p:nvGrpSpPr>
        <p:grpSpPr>
          <a:xfrm>
            <a:off x="850457" y="5220570"/>
            <a:ext cx="415498" cy="207749"/>
            <a:chOff x="5585876" y="994409"/>
            <a:chExt cx="415498" cy="20774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BBACF6F-15F5-5571-7498-B863D76842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9E318-CFEC-880A-A40F-B0369FD0749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C0CF1C-8E20-DAD8-EA5A-24AD87E4BC58}"/>
              </a:ext>
            </a:extLst>
          </p:cNvPr>
          <p:cNvSpPr/>
          <p:nvPr/>
        </p:nvSpPr>
        <p:spPr>
          <a:xfrm>
            <a:off x="2190519" y="388490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E7BC7D0-FCE6-88B4-351B-66E8D3081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936" y="4508248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F8565C-3F84-4F1E-A65F-05A4F0CFD812}"/>
              </a:ext>
            </a:extLst>
          </p:cNvPr>
          <p:cNvGrpSpPr/>
          <p:nvPr/>
        </p:nvGrpSpPr>
        <p:grpSpPr>
          <a:xfrm>
            <a:off x="2122984" y="5352736"/>
            <a:ext cx="1719436" cy="1189218"/>
            <a:chOff x="2191413" y="1613537"/>
            <a:chExt cx="1719436" cy="118921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0ADF92-82C5-15D6-1386-CE74CF19596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1AD5-DC26-4FEF-E0A8-7B78E9F7080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54E8-6281-4A02-A925-DF2E6566E3A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692785D-E1AB-E3C7-9080-8004CD2B488C}"/>
              </a:ext>
            </a:extLst>
          </p:cNvPr>
          <p:cNvSpPr txBox="1"/>
          <p:nvPr/>
        </p:nvSpPr>
        <p:spPr>
          <a:xfrm>
            <a:off x="2638156" y="621227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BBE640-BE4B-5293-E77A-7C1318933EA5}"/>
              </a:ext>
            </a:extLst>
          </p:cNvPr>
          <p:cNvCxnSpPr>
            <a:cxnSpLocks/>
          </p:cNvCxnSpPr>
          <p:nvPr/>
        </p:nvCxnSpPr>
        <p:spPr>
          <a:xfrm rot="-900000">
            <a:off x="2761911" y="625188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BCC937-5289-5BC1-D097-DF8A78ED9A45}"/>
              </a:ext>
            </a:extLst>
          </p:cNvPr>
          <p:cNvSpPr txBox="1"/>
          <p:nvPr/>
        </p:nvSpPr>
        <p:spPr>
          <a:xfrm>
            <a:off x="3538558" y="619688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FC685E-4523-AC09-72B2-1210CE769D85}"/>
              </a:ext>
            </a:extLst>
          </p:cNvPr>
          <p:cNvGrpSpPr/>
          <p:nvPr/>
        </p:nvGrpSpPr>
        <p:grpSpPr>
          <a:xfrm>
            <a:off x="2184954" y="5207299"/>
            <a:ext cx="482570" cy="207749"/>
            <a:chOff x="5613970" y="995901"/>
            <a:chExt cx="482570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F55DC97-9AB0-258F-FD23-C12F5A8ECA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48BDD0-956C-2F36-85B7-74DD0553F7F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31028DC-25F0-6C8F-90A7-9747E4C25CBE}"/>
              </a:ext>
            </a:extLst>
          </p:cNvPr>
          <p:cNvGrpSpPr/>
          <p:nvPr/>
        </p:nvGrpSpPr>
        <p:grpSpPr>
          <a:xfrm>
            <a:off x="2526703" y="5207299"/>
            <a:ext cx="415498" cy="207749"/>
            <a:chOff x="5585876" y="994409"/>
            <a:chExt cx="415498" cy="2077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F2E62B1-DC07-C04C-666E-6B6CF1F8C0C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08D0FD-8811-A99F-FE48-5A9FD422CFA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C4FCE155-9270-ED25-ECFA-982B7D696513}"/>
              </a:ext>
            </a:extLst>
          </p:cNvPr>
          <p:cNvSpPr/>
          <p:nvPr/>
        </p:nvSpPr>
        <p:spPr>
          <a:xfrm>
            <a:off x="3432333" y="60602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1F10271-2148-55F9-6C7A-D81ADFC8FA68}"/>
              </a:ext>
            </a:extLst>
          </p:cNvPr>
          <p:cNvSpPr/>
          <p:nvPr/>
        </p:nvSpPr>
        <p:spPr>
          <a:xfrm>
            <a:off x="377527" y="6608708"/>
            <a:ext cx="3469177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736E72B9-351D-EFF5-1933-201FAAF32715}"/>
              </a:ext>
            </a:extLst>
          </p:cNvPr>
          <p:cNvSpPr/>
          <p:nvPr/>
        </p:nvSpPr>
        <p:spPr>
          <a:xfrm>
            <a:off x="772292" y="2743619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D9F94-798C-5E62-8928-4FBF1B624B75}"/>
              </a:ext>
            </a:extLst>
          </p:cNvPr>
          <p:cNvSpPr txBox="1"/>
          <p:nvPr/>
        </p:nvSpPr>
        <p:spPr>
          <a:xfrm>
            <a:off x="436301" y="3046203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0C9C9E4B-48E1-9144-DDAE-B55F320A8A62}"/>
              </a:ext>
            </a:extLst>
          </p:cNvPr>
          <p:cNvSpPr/>
          <p:nvPr/>
        </p:nvSpPr>
        <p:spPr>
          <a:xfrm>
            <a:off x="1741138" y="272770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1BD3BA-FA8B-4BFD-BD10-70B5064BC940}"/>
              </a:ext>
            </a:extLst>
          </p:cNvPr>
          <p:cNvSpPr txBox="1"/>
          <p:nvPr/>
        </p:nvSpPr>
        <p:spPr>
          <a:xfrm>
            <a:off x="1373478" y="3045418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ED0016C-28A6-C1C1-8CE7-8BCD38EA5D52}"/>
              </a:ext>
            </a:extLst>
          </p:cNvPr>
          <p:cNvSpPr/>
          <p:nvPr/>
        </p:nvSpPr>
        <p:spPr>
          <a:xfrm>
            <a:off x="2424325" y="270775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C74896A3-E90D-AB3C-DF73-83DCA15A3650}"/>
              </a:ext>
            </a:extLst>
          </p:cNvPr>
          <p:cNvSpPr/>
          <p:nvPr/>
        </p:nvSpPr>
        <p:spPr>
          <a:xfrm>
            <a:off x="2731136" y="273441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5F9BEB-C787-E8EE-2EA9-488BF2AE122B}"/>
              </a:ext>
            </a:extLst>
          </p:cNvPr>
          <p:cNvSpPr txBox="1"/>
          <p:nvPr/>
        </p:nvSpPr>
        <p:spPr>
          <a:xfrm>
            <a:off x="2317377" y="305238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6AACB25-D580-64B6-2C18-203D40C6933D}"/>
              </a:ext>
            </a:extLst>
          </p:cNvPr>
          <p:cNvSpPr/>
          <p:nvPr/>
        </p:nvSpPr>
        <p:spPr>
          <a:xfrm>
            <a:off x="4041234" y="280771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5EC3C47-F272-04F6-943D-244451D7EE8A}"/>
              </a:ext>
            </a:extLst>
          </p:cNvPr>
          <p:cNvSpPr/>
          <p:nvPr/>
        </p:nvSpPr>
        <p:spPr>
          <a:xfrm>
            <a:off x="5039260" y="282321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CD65DA63-03F1-E82D-CE26-590F8707158A}"/>
              </a:ext>
            </a:extLst>
          </p:cNvPr>
          <p:cNvSpPr/>
          <p:nvPr/>
        </p:nvSpPr>
        <p:spPr>
          <a:xfrm>
            <a:off x="4377225" y="286578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3BCCAC-EF00-2713-A3E6-04A7391B74F5}"/>
              </a:ext>
            </a:extLst>
          </p:cNvPr>
          <p:cNvSpPr txBox="1"/>
          <p:nvPr/>
        </p:nvSpPr>
        <p:spPr>
          <a:xfrm>
            <a:off x="4041234" y="3168370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50966235-B25C-8E7A-3BF9-48E72B457E22}"/>
              </a:ext>
            </a:extLst>
          </p:cNvPr>
          <p:cNvSpPr/>
          <p:nvPr/>
        </p:nvSpPr>
        <p:spPr>
          <a:xfrm>
            <a:off x="5346071" y="28498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42B7BB-302C-07B9-C80B-0AD9C5B959A8}"/>
              </a:ext>
            </a:extLst>
          </p:cNvPr>
          <p:cNvSpPr txBox="1"/>
          <p:nvPr/>
        </p:nvSpPr>
        <p:spPr>
          <a:xfrm>
            <a:off x="4978411" y="3167585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9C2B6E6-C971-021E-0088-C91E8D9B2FF3}"/>
              </a:ext>
            </a:extLst>
          </p:cNvPr>
          <p:cNvSpPr/>
          <p:nvPr/>
        </p:nvSpPr>
        <p:spPr>
          <a:xfrm>
            <a:off x="6029258" y="282992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1DD0C4BE-E22B-FD84-F28C-AA8284171C12}"/>
              </a:ext>
            </a:extLst>
          </p:cNvPr>
          <p:cNvSpPr/>
          <p:nvPr/>
        </p:nvSpPr>
        <p:spPr>
          <a:xfrm>
            <a:off x="6336069" y="285658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31F437-8CD0-7030-4F3E-D21D5DF13A25}"/>
              </a:ext>
            </a:extLst>
          </p:cNvPr>
          <p:cNvSpPr txBox="1"/>
          <p:nvPr/>
        </p:nvSpPr>
        <p:spPr>
          <a:xfrm>
            <a:off x="5922310" y="317455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AD1A8F7-D88F-0EBB-8C5E-5ED1DD4FA81F}"/>
              </a:ext>
            </a:extLst>
          </p:cNvPr>
          <p:cNvCxnSpPr>
            <a:cxnSpLocks/>
          </p:cNvCxnSpPr>
          <p:nvPr/>
        </p:nvCxnSpPr>
        <p:spPr>
          <a:xfrm>
            <a:off x="4025554" y="3016467"/>
            <a:ext cx="3316769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하트 49">
            <a:extLst>
              <a:ext uri="{FF2B5EF4-FFF2-40B4-BE49-F238E27FC236}">
                <a16:creationId xmlns:a16="http://schemas.microsoft.com/office/drawing/2014/main" id="{36D8700D-6A68-9198-6500-3EAED60B4C6D}"/>
              </a:ext>
            </a:extLst>
          </p:cNvPr>
          <p:cNvSpPr/>
          <p:nvPr/>
        </p:nvSpPr>
        <p:spPr>
          <a:xfrm>
            <a:off x="1742520" y="39964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하트 60">
            <a:extLst>
              <a:ext uri="{FF2B5EF4-FFF2-40B4-BE49-F238E27FC236}">
                <a16:creationId xmlns:a16="http://schemas.microsoft.com/office/drawing/2014/main" id="{CD21347A-3716-B04A-9694-2E69050A30A5}"/>
              </a:ext>
            </a:extLst>
          </p:cNvPr>
          <p:cNvSpPr/>
          <p:nvPr/>
        </p:nvSpPr>
        <p:spPr>
          <a:xfrm>
            <a:off x="3432333" y="398452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F98CCF-7BC1-3531-2BE8-E40BCE2CAACD}"/>
              </a:ext>
            </a:extLst>
          </p:cNvPr>
          <p:cNvSpPr/>
          <p:nvPr/>
        </p:nvSpPr>
        <p:spPr>
          <a:xfrm>
            <a:off x="383933" y="3682634"/>
            <a:ext cx="3444249" cy="270011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 dirty="0">
                <a:solidFill>
                  <a:schemeClr val="bg1"/>
                </a:solidFill>
              </a:rPr>
              <a:t>공통</a:t>
            </a:r>
          </a:p>
        </p:txBody>
      </p:sp>
      <p:sp>
        <p:nvSpPr>
          <p:cNvPr id="120" name="물결 119">
            <a:extLst>
              <a:ext uri="{FF2B5EF4-FFF2-40B4-BE49-F238E27FC236}">
                <a16:creationId xmlns:a16="http://schemas.microsoft.com/office/drawing/2014/main" id="{626C4192-670D-43F9-6895-27DFAF9EB2EA}"/>
              </a:ext>
            </a:extLst>
          </p:cNvPr>
          <p:cNvSpPr/>
          <p:nvPr/>
        </p:nvSpPr>
        <p:spPr>
          <a:xfrm>
            <a:off x="383933" y="6335425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27CEC1-1B9F-B507-7CD0-E969F42E64A0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94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95316"/>
              </p:ext>
            </p:extLst>
          </p:nvPr>
        </p:nvGraphicFramePr>
        <p:xfrm>
          <a:off x="432297" y="611957"/>
          <a:ext cx="12241358" cy="4559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8E8D-1BD3-8339-79C9-CF4D5BB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57D76CE-5A05-1849-76BF-A6A045439119}"/>
              </a:ext>
            </a:extLst>
          </p:cNvPr>
          <p:cNvSpPr/>
          <p:nvPr/>
        </p:nvSpPr>
        <p:spPr>
          <a:xfrm>
            <a:off x="3827901" y="1883372"/>
            <a:ext cx="3061192" cy="495716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8CFCC-3328-4EBB-F17A-977126D21029}"/>
              </a:ext>
            </a:extLst>
          </p:cNvPr>
          <p:cNvSpPr txBox="1"/>
          <p:nvPr/>
        </p:nvSpPr>
        <p:spPr>
          <a:xfrm>
            <a:off x="1307907" y="78285"/>
            <a:ext cx="1686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52688-C305-A68A-364A-219094047BE4}"/>
              </a:ext>
            </a:extLst>
          </p:cNvPr>
          <p:cNvSpPr txBox="1"/>
          <p:nvPr/>
        </p:nvSpPr>
        <p:spPr>
          <a:xfrm>
            <a:off x="1302717" y="330494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66528-9496-00F3-92AF-082597EE3644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5C9B-3D3C-06FD-B854-4593240F38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FFAB2-9112-A7B3-8314-1880C2F828D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92A205-03CF-D686-A969-155856C7E250}"/>
              </a:ext>
            </a:extLst>
          </p:cNvPr>
          <p:cNvSpPr/>
          <p:nvPr/>
        </p:nvSpPr>
        <p:spPr>
          <a:xfrm>
            <a:off x="170657" y="905956"/>
            <a:ext cx="342999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7B6875-7DD0-CD43-579D-1BFEBCC54CA5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7C1AF3C-9795-CD84-FE40-3808593684C4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E8037CE-E9AD-523C-6BDC-40D281C14B19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E4777-936B-0253-1AF7-CEDA095045F6}"/>
              </a:ext>
            </a:extLst>
          </p:cNvPr>
          <p:cNvGrpSpPr/>
          <p:nvPr/>
        </p:nvGrpSpPr>
        <p:grpSpPr>
          <a:xfrm>
            <a:off x="216273" y="2879446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B11C19-4B0A-AA5E-E60C-120134A33C9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309ACCC-5535-4BB0-7C32-EDFCB1A7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9A9CC4-BDB3-673E-BF9F-698309A9522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48976BA-0E06-AFAC-87CA-1BFE87AB7443}"/>
              </a:ext>
            </a:extLst>
          </p:cNvPr>
          <p:cNvGrpSpPr/>
          <p:nvPr/>
        </p:nvGrpSpPr>
        <p:grpSpPr>
          <a:xfrm>
            <a:off x="761745" y="2881009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C027-3229-29CD-DB32-42FFF1B53B1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78A9420-24E4-9C20-7CDF-70824576D0DD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200CDC4-3B36-9E1B-06F6-C456738F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3" y="2899155"/>
            <a:ext cx="131240" cy="1757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7440EA6-4DB4-AA7E-FE2C-CF9F87DF38D9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462DBF-5539-7D2D-5C34-89EBA31A1E01}"/>
              </a:ext>
            </a:extLst>
          </p:cNvPr>
          <p:cNvSpPr/>
          <p:nvPr/>
        </p:nvSpPr>
        <p:spPr>
          <a:xfrm>
            <a:off x="22005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3F8CF32-95F1-E7A4-F2F9-CC6F8C7711F3}"/>
              </a:ext>
            </a:extLst>
          </p:cNvPr>
          <p:cNvGrpSpPr/>
          <p:nvPr/>
        </p:nvGrpSpPr>
        <p:grpSpPr>
          <a:xfrm>
            <a:off x="1413160" y="2881009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FFE8F-8805-2361-9921-09205C561BDB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4EA94CE-A0BB-B3B0-4D6F-21D2E294EE2D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5E9AFBA-04C4-066E-B4DE-DE411AF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716" y="2916213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77F2DAD1-CF8B-FB87-F3BC-B49FA1ED2407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DDED6FE-0A7C-1902-D888-E218C52AD806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A7996232-3E5A-1887-42AD-E9052B06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7A34781C-5D8A-2C05-4478-8916559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253902"/>
              </p:ext>
            </p:extLst>
          </p:nvPr>
        </p:nvGraphicFramePr>
        <p:xfrm>
          <a:off x="10081369" y="670891"/>
          <a:ext cx="2850436" cy="469112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정의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태블릿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6~14P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 참고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목록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개씩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썸네일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썸네일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4313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 여부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할인 태그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전 금액 표기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선택 시 할인 전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정상가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사은품 여부 선택 시 사은품 태그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태그 표기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( 7/3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현재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매핑이지만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상품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개에 여러 개가 될 수 있다고 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장바구니 담기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없는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7-3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수량 선택 레이어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CH-U-PR-02-02-08p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있는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7-2 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옵션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선택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레이어출력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CH-U-PR-02-02-07p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정의는 다음 슬라이드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CFB4E-91C4-A727-6D25-AFB8F930B5F2}"/>
              </a:ext>
            </a:extLst>
          </p:cNvPr>
          <p:cNvSpPr/>
          <p:nvPr/>
        </p:nvSpPr>
        <p:spPr>
          <a:xfrm>
            <a:off x="248156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5F98953-F963-082F-DDEF-806CC9AFD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3" y="4057591"/>
            <a:ext cx="1077259" cy="648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36A8DF-7295-E197-65F4-BE7878B62627}"/>
              </a:ext>
            </a:extLst>
          </p:cNvPr>
          <p:cNvSpPr txBox="1"/>
          <p:nvPr/>
        </p:nvSpPr>
        <p:spPr>
          <a:xfrm>
            <a:off x="206618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A902AEA-2D83-6ED1-7D7A-A4EE56DF01A0}"/>
              </a:ext>
            </a:extLst>
          </p:cNvPr>
          <p:cNvGrpSpPr/>
          <p:nvPr/>
        </p:nvGrpSpPr>
        <p:grpSpPr>
          <a:xfrm>
            <a:off x="180621" y="4974087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B9D19F-58B4-4AF9-289B-84598A11155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1F79D-588F-695F-AAD9-518A40B478C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FAFD58-D7C9-0B31-DA97-340895995F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DACF5E-F628-87CF-FAB8-8FB805AE1495}"/>
              </a:ext>
            </a:extLst>
          </p:cNvPr>
          <p:cNvSpPr txBox="1"/>
          <p:nvPr/>
        </p:nvSpPr>
        <p:spPr>
          <a:xfrm>
            <a:off x="695793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3975B9-24F1-C056-44CC-279494BA7C6C}"/>
              </a:ext>
            </a:extLst>
          </p:cNvPr>
          <p:cNvCxnSpPr>
            <a:cxnSpLocks/>
          </p:cNvCxnSpPr>
          <p:nvPr/>
        </p:nvCxnSpPr>
        <p:spPr>
          <a:xfrm rot="-900000">
            <a:off x="819548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923E54-EEF0-960D-FD87-22395B9D2BA7}"/>
              </a:ext>
            </a:extLst>
          </p:cNvPr>
          <p:cNvSpPr txBox="1"/>
          <p:nvPr/>
        </p:nvSpPr>
        <p:spPr>
          <a:xfrm>
            <a:off x="1596195" y="578727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D61454-0A82-14B3-150B-E227E3672881}"/>
              </a:ext>
            </a:extLst>
          </p:cNvPr>
          <p:cNvSpPr txBox="1"/>
          <p:nvPr/>
        </p:nvSpPr>
        <p:spPr>
          <a:xfrm>
            <a:off x="1004850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C46332-595F-E823-0157-29B47BDF4DC4}"/>
              </a:ext>
            </a:extLst>
          </p:cNvPr>
          <p:cNvGrpSpPr/>
          <p:nvPr/>
        </p:nvGrpSpPr>
        <p:grpSpPr>
          <a:xfrm>
            <a:off x="242591" y="4756642"/>
            <a:ext cx="482570" cy="207749"/>
            <a:chOff x="5613970" y="995901"/>
            <a:chExt cx="482570" cy="207749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5796C1F-BD38-32EC-C00B-F55C0614F0B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836E0D-984C-A32C-3725-93FF241F12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93A798-96E6-BE29-6EE1-980485A95418}"/>
              </a:ext>
            </a:extLst>
          </p:cNvPr>
          <p:cNvGrpSpPr/>
          <p:nvPr/>
        </p:nvGrpSpPr>
        <p:grpSpPr>
          <a:xfrm>
            <a:off x="584340" y="4756642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2E7BB89B-8AF7-6CDE-19D3-315056847D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1E7075-D20C-E9A1-157B-C7BC75047CA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0E80200-A3DD-0D7C-1D10-150F4707E78C}"/>
              </a:ext>
            </a:extLst>
          </p:cNvPr>
          <p:cNvSpPr/>
          <p:nvPr/>
        </p:nvSpPr>
        <p:spPr>
          <a:xfrm>
            <a:off x="1901701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AB38E033-D38E-AD9E-8B14-8215B884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118" y="4057591"/>
            <a:ext cx="1077259" cy="64807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77CC070-4176-A212-3CEC-F34D711BDC46}"/>
              </a:ext>
            </a:extLst>
          </p:cNvPr>
          <p:cNvSpPr txBox="1"/>
          <p:nvPr/>
        </p:nvSpPr>
        <p:spPr>
          <a:xfrm>
            <a:off x="1860163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CE0E404-E629-42E8-CFE6-35B7B4A53981}"/>
              </a:ext>
            </a:extLst>
          </p:cNvPr>
          <p:cNvGrpSpPr/>
          <p:nvPr/>
        </p:nvGrpSpPr>
        <p:grpSpPr>
          <a:xfrm>
            <a:off x="1834166" y="4974087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75C343-8362-2F8C-9752-38E666D456A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82407-5A5F-E2E2-E9FA-FD45C0B178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62453F-1091-EFCC-2286-BAF9AF8D2C1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B0738B-EDFD-BFAE-32B3-7F47E6CF03B0}"/>
              </a:ext>
            </a:extLst>
          </p:cNvPr>
          <p:cNvSpPr txBox="1"/>
          <p:nvPr/>
        </p:nvSpPr>
        <p:spPr>
          <a:xfrm>
            <a:off x="2349338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A36521-E707-2D47-AA4A-0B6DD2414161}"/>
              </a:ext>
            </a:extLst>
          </p:cNvPr>
          <p:cNvCxnSpPr>
            <a:cxnSpLocks/>
          </p:cNvCxnSpPr>
          <p:nvPr/>
        </p:nvCxnSpPr>
        <p:spPr>
          <a:xfrm rot="-900000">
            <a:off x="2473093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749811C-AA5D-2167-94F7-4B543E2D0AAE}"/>
              </a:ext>
            </a:extLst>
          </p:cNvPr>
          <p:cNvSpPr txBox="1"/>
          <p:nvPr/>
        </p:nvSpPr>
        <p:spPr>
          <a:xfrm>
            <a:off x="3248501" y="57939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31F205-08B2-CE13-EC26-80DB98A9991B}"/>
              </a:ext>
            </a:extLst>
          </p:cNvPr>
          <p:cNvSpPr txBox="1"/>
          <p:nvPr/>
        </p:nvSpPr>
        <p:spPr>
          <a:xfrm>
            <a:off x="2658395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BFD9CD1-AF4A-E14A-8485-0C98C0B4AC72}"/>
              </a:ext>
            </a:extLst>
          </p:cNvPr>
          <p:cNvGrpSpPr/>
          <p:nvPr/>
        </p:nvGrpSpPr>
        <p:grpSpPr>
          <a:xfrm>
            <a:off x="1896136" y="4756642"/>
            <a:ext cx="482570" cy="207749"/>
            <a:chOff x="5613970" y="995901"/>
            <a:chExt cx="482570" cy="20774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D08C8615-0B3B-2977-40EF-A8547A7DBC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1A436B-7748-2C92-DE61-AC5F6CDD72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9582854-5656-22EF-919B-FAF5E94A557B}"/>
              </a:ext>
            </a:extLst>
          </p:cNvPr>
          <p:cNvGrpSpPr/>
          <p:nvPr/>
        </p:nvGrpSpPr>
        <p:grpSpPr>
          <a:xfrm>
            <a:off x="2237885" y="4756642"/>
            <a:ext cx="415498" cy="207749"/>
            <a:chOff x="5585876" y="994409"/>
            <a:chExt cx="415498" cy="207749"/>
          </a:xfrm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4B6064C-C7B1-5055-4E5C-8108CC8A111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AB2A8AA-1713-402B-FF3C-75D801608B1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F66028F2-E1D2-35DD-2466-F6C4037761F6}"/>
              </a:ext>
            </a:extLst>
          </p:cNvPr>
          <p:cNvSpPr/>
          <p:nvPr/>
        </p:nvSpPr>
        <p:spPr>
          <a:xfrm>
            <a:off x="191045" y="34344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CBE67D91-4DE1-C3A7-3866-068D41069295}"/>
              </a:ext>
            </a:extLst>
          </p:cNvPr>
          <p:cNvSpPr/>
          <p:nvPr/>
        </p:nvSpPr>
        <p:spPr>
          <a:xfrm>
            <a:off x="506728" y="46614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35BB6739-A658-2366-4446-C75BC6E56558}"/>
              </a:ext>
            </a:extLst>
          </p:cNvPr>
          <p:cNvSpPr/>
          <p:nvPr/>
        </p:nvSpPr>
        <p:spPr>
          <a:xfrm>
            <a:off x="902785" y="57046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391CA334-DEE6-9F7D-1F0A-997437EC5F34}"/>
              </a:ext>
            </a:extLst>
          </p:cNvPr>
          <p:cNvSpPr/>
          <p:nvPr/>
        </p:nvSpPr>
        <p:spPr>
          <a:xfrm>
            <a:off x="2549794" y="47062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CDF8643B-C5D6-8204-E659-04FA841CB0A9}"/>
              </a:ext>
            </a:extLst>
          </p:cNvPr>
          <p:cNvSpPr/>
          <p:nvPr/>
        </p:nvSpPr>
        <p:spPr>
          <a:xfrm>
            <a:off x="1572594" y="63450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0E2C51-0269-7AD6-EB0A-F6202CFCC874}"/>
              </a:ext>
            </a:extLst>
          </p:cNvPr>
          <p:cNvSpPr/>
          <p:nvPr/>
        </p:nvSpPr>
        <p:spPr>
          <a:xfrm>
            <a:off x="3863163" y="630670"/>
            <a:ext cx="2824885" cy="955044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51" name="순서도: 천공 테이프 50">
            <a:extLst>
              <a:ext uri="{FF2B5EF4-FFF2-40B4-BE49-F238E27FC236}">
                <a16:creationId xmlns:a16="http://schemas.microsoft.com/office/drawing/2014/main" id="{D6BC4136-8725-2A57-9414-054B406B3226}"/>
              </a:ext>
            </a:extLst>
          </p:cNvPr>
          <p:cNvSpPr/>
          <p:nvPr/>
        </p:nvSpPr>
        <p:spPr>
          <a:xfrm>
            <a:off x="156400" y="6588621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132F35-1727-D2C2-FEB0-A6F6E2FF38B5}"/>
              </a:ext>
            </a:extLst>
          </p:cNvPr>
          <p:cNvSpPr/>
          <p:nvPr/>
        </p:nvSpPr>
        <p:spPr>
          <a:xfrm>
            <a:off x="4683934" y="1260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61" name="순서도: 천공 테이프 60">
            <a:extLst>
              <a:ext uri="{FF2B5EF4-FFF2-40B4-BE49-F238E27FC236}">
                <a16:creationId xmlns:a16="http://schemas.microsoft.com/office/drawing/2014/main" id="{7DD25806-81AE-E4C1-9838-0EF58F3A4F91}"/>
              </a:ext>
            </a:extLst>
          </p:cNvPr>
          <p:cNvSpPr/>
          <p:nvPr/>
        </p:nvSpPr>
        <p:spPr>
          <a:xfrm>
            <a:off x="3872108" y="630669"/>
            <a:ext cx="2824885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◀ 화면 이어서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E3FFF23B-5D2D-5D39-869C-D4D02ABD5CE2}"/>
              </a:ext>
            </a:extLst>
          </p:cNvPr>
          <p:cNvSpPr/>
          <p:nvPr/>
        </p:nvSpPr>
        <p:spPr>
          <a:xfrm>
            <a:off x="5428303" y="11778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DC002-AF3C-EB23-9001-079CFB6CD403}"/>
              </a:ext>
            </a:extLst>
          </p:cNvPr>
          <p:cNvSpPr txBox="1"/>
          <p:nvPr/>
        </p:nvSpPr>
        <p:spPr>
          <a:xfrm>
            <a:off x="46699" y="3652181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F250D8-762B-A568-E75D-6873EE290CC9}"/>
              </a:ext>
            </a:extLst>
          </p:cNvPr>
          <p:cNvSpPr/>
          <p:nvPr/>
        </p:nvSpPr>
        <p:spPr>
          <a:xfrm>
            <a:off x="170903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01B224D-7417-C879-1DC3-710B39B18C3A}"/>
              </a:ext>
            </a:extLst>
          </p:cNvPr>
          <p:cNvSpPr/>
          <p:nvPr/>
        </p:nvSpPr>
        <p:spPr>
          <a:xfrm>
            <a:off x="1865562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0" name="하트 59">
            <a:extLst>
              <a:ext uri="{FF2B5EF4-FFF2-40B4-BE49-F238E27FC236}">
                <a16:creationId xmlns:a16="http://schemas.microsoft.com/office/drawing/2014/main" id="{CB9B12EB-E38A-D73A-4E60-25CD39ADBB1C}"/>
              </a:ext>
            </a:extLst>
          </p:cNvPr>
          <p:cNvSpPr/>
          <p:nvPr/>
        </p:nvSpPr>
        <p:spPr>
          <a:xfrm>
            <a:off x="1495885" y="349414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2B135E2F-1F4B-645D-692A-DB8A38910D46}"/>
              </a:ext>
            </a:extLst>
          </p:cNvPr>
          <p:cNvSpPr/>
          <p:nvPr/>
        </p:nvSpPr>
        <p:spPr>
          <a:xfrm>
            <a:off x="3147896" y="349227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EF49148-1C20-9A21-B7E3-1DB978986B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00" y="6149678"/>
            <a:ext cx="143137" cy="129778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4905960-55D0-F4C0-D1E1-F33CB69DA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424" y="6160083"/>
            <a:ext cx="143137" cy="129778"/>
          </a:xfrm>
          <a:prstGeom prst="rect">
            <a:avLst/>
          </a:prstGeom>
        </p:spPr>
      </p:pic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9C5A2759-842C-CCDE-838C-CA8B5548189A}"/>
              </a:ext>
            </a:extLst>
          </p:cNvPr>
          <p:cNvSpPr/>
          <p:nvPr/>
        </p:nvSpPr>
        <p:spPr>
          <a:xfrm>
            <a:off x="1534994" y="3348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5CED78F-7F96-FA3B-DEF6-104505E89E56}"/>
              </a:ext>
            </a:extLst>
          </p:cNvPr>
          <p:cNvSpPr/>
          <p:nvPr/>
        </p:nvSpPr>
        <p:spPr>
          <a:xfrm>
            <a:off x="3370551" y="591958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사각형: 둥근 위쪽 모서리 78">
            <a:extLst>
              <a:ext uri="{FF2B5EF4-FFF2-40B4-BE49-F238E27FC236}">
                <a16:creationId xmlns:a16="http://schemas.microsoft.com/office/drawing/2014/main" id="{81501ECC-79A0-36A5-6842-E95ECEEC4E52}"/>
              </a:ext>
            </a:extLst>
          </p:cNvPr>
          <p:cNvSpPr/>
          <p:nvPr/>
        </p:nvSpPr>
        <p:spPr>
          <a:xfrm>
            <a:off x="3816673" y="4057591"/>
            <a:ext cx="3056501" cy="2782947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DF75E5A-09A9-8633-0C3E-ED3BE61FC518}"/>
              </a:ext>
            </a:extLst>
          </p:cNvPr>
          <p:cNvCxnSpPr/>
          <p:nvPr/>
        </p:nvCxnSpPr>
        <p:spPr>
          <a:xfrm>
            <a:off x="3926584" y="545961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4B863C-F5C1-7819-39A2-C84B07A83111}"/>
              </a:ext>
            </a:extLst>
          </p:cNvPr>
          <p:cNvSpPr/>
          <p:nvPr/>
        </p:nvSpPr>
        <p:spPr>
          <a:xfrm>
            <a:off x="3822287" y="6576877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78DE99-DCC7-91CF-1611-3B10CF6B26CD}"/>
              </a:ext>
            </a:extLst>
          </p:cNvPr>
          <p:cNvSpPr txBox="1"/>
          <p:nvPr/>
        </p:nvSpPr>
        <p:spPr>
          <a:xfrm>
            <a:off x="4027920" y="521215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F6AF5C-B008-4EEB-1B8F-F6A11A735E86}"/>
              </a:ext>
            </a:extLst>
          </p:cNvPr>
          <p:cNvSpPr txBox="1"/>
          <p:nvPr/>
        </p:nvSpPr>
        <p:spPr>
          <a:xfrm rot="16200000">
            <a:off x="6347459" y="518309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F6D0BFE-B676-D317-F234-04DB7E8C8B85}"/>
              </a:ext>
            </a:extLst>
          </p:cNvPr>
          <p:cNvSpPr/>
          <p:nvPr/>
        </p:nvSpPr>
        <p:spPr>
          <a:xfrm>
            <a:off x="3887934" y="553720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3F76D9-1ED5-AACC-5622-B63110CE7EA4}"/>
              </a:ext>
            </a:extLst>
          </p:cNvPr>
          <p:cNvSpPr txBox="1"/>
          <p:nvPr/>
        </p:nvSpPr>
        <p:spPr>
          <a:xfrm>
            <a:off x="3986656" y="556360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E1E2260A-3A25-B89D-1041-40BFABDC5CDB}"/>
              </a:ext>
            </a:extLst>
          </p:cNvPr>
          <p:cNvSpPr/>
          <p:nvPr/>
        </p:nvSpPr>
        <p:spPr>
          <a:xfrm>
            <a:off x="4063651" y="577174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7BD9628E-9012-7E8B-BAB3-C9192E8FADE6}"/>
              </a:ext>
            </a:extLst>
          </p:cNvPr>
          <p:cNvSpPr/>
          <p:nvPr/>
        </p:nvSpPr>
        <p:spPr>
          <a:xfrm>
            <a:off x="6477256" y="556255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67F047-BC53-F6D1-10AE-E8E9A5584A9C}"/>
              </a:ext>
            </a:extLst>
          </p:cNvPr>
          <p:cNvSpPr txBox="1"/>
          <p:nvPr/>
        </p:nvSpPr>
        <p:spPr>
          <a:xfrm>
            <a:off x="5758680" y="576905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505D5A-AA6E-2AE6-40AA-1463DD6E0D3E}"/>
              </a:ext>
            </a:extLst>
          </p:cNvPr>
          <p:cNvSpPr txBox="1"/>
          <p:nvPr/>
        </p:nvSpPr>
        <p:spPr>
          <a:xfrm>
            <a:off x="3945844" y="620220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72DDCA-46DB-4C05-F633-8F901ACBA0FC}"/>
              </a:ext>
            </a:extLst>
          </p:cNvPr>
          <p:cNvCxnSpPr/>
          <p:nvPr/>
        </p:nvCxnSpPr>
        <p:spPr>
          <a:xfrm>
            <a:off x="3951792" y="614936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BA9544A-A697-46BD-9CA7-B46F2C9FE846}"/>
              </a:ext>
            </a:extLst>
          </p:cNvPr>
          <p:cNvCxnSpPr>
            <a:cxnSpLocks/>
            <a:stCxn id="45" idx="0"/>
            <a:endCxn id="79" idx="3"/>
          </p:cNvCxnSpPr>
          <p:nvPr/>
        </p:nvCxnSpPr>
        <p:spPr>
          <a:xfrm rot="5400000" flipH="1" flipV="1">
            <a:off x="2131431" y="2877258"/>
            <a:ext cx="2033159" cy="4393827"/>
          </a:xfrm>
          <a:prstGeom prst="curvedConnector3">
            <a:avLst>
              <a:gd name="adj1" fmla="val 111244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BE5662B-6BA7-561E-10D0-8D4BD0A6C25B}"/>
              </a:ext>
            </a:extLst>
          </p:cNvPr>
          <p:cNvSpPr/>
          <p:nvPr/>
        </p:nvSpPr>
        <p:spPr>
          <a:xfrm>
            <a:off x="1491673" y="6011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2349EAF9-AED6-4B8A-F685-5A38238FCDB6}"/>
              </a:ext>
            </a:extLst>
          </p:cNvPr>
          <p:cNvSpPr/>
          <p:nvPr/>
        </p:nvSpPr>
        <p:spPr>
          <a:xfrm>
            <a:off x="3816673" y="5183577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D50B5D96-C0EF-D478-E7D2-A4E1B6BC3EEC}"/>
              </a:ext>
            </a:extLst>
          </p:cNvPr>
          <p:cNvSpPr/>
          <p:nvPr/>
        </p:nvSpPr>
        <p:spPr>
          <a:xfrm>
            <a:off x="6425378" y="50587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4319D60-73CD-51E3-F296-C82F8296DCCD}"/>
              </a:ext>
            </a:extLst>
          </p:cNvPr>
          <p:cNvSpPr/>
          <p:nvPr/>
        </p:nvSpPr>
        <p:spPr>
          <a:xfrm>
            <a:off x="5367183" y="6576876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A9A2E38A-1AED-2382-86C4-9A4675C95601}"/>
              </a:ext>
            </a:extLst>
          </p:cNvPr>
          <p:cNvSpPr/>
          <p:nvPr/>
        </p:nvSpPr>
        <p:spPr>
          <a:xfrm>
            <a:off x="6638215" y="6460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770761ED-739D-E719-91D2-39CD86DB3C52}"/>
              </a:ext>
            </a:extLst>
          </p:cNvPr>
          <p:cNvSpPr/>
          <p:nvPr/>
        </p:nvSpPr>
        <p:spPr>
          <a:xfrm>
            <a:off x="6995977" y="4500388"/>
            <a:ext cx="3056501" cy="2338605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D276FC0-D890-BCCF-B21B-63ED8A274194}"/>
              </a:ext>
            </a:extLst>
          </p:cNvPr>
          <p:cNvSpPr/>
          <p:nvPr/>
        </p:nvSpPr>
        <p:spPr>
          <a:xfrm>
            <a:off x="7001591" y="6575332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C44AB29-8571-0766-8709-F7562D705049}"/>
              </a:ext>
            </a:extLst>
          </p:cNvPr>
          <p:cNvSpPr/>
          <p:nvPr/>
        </p:nvSpPr>
        <p:spPr>
          <a:xfrm>
            <a:off x="7067238" y="5535658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Rounded Rectangle 33">
            <a:extLst>
              <a:ext uri="{FF2B5EF4-FFF2-40B4-BE49-F238E27FC236}">
                <a16:creationId xmlns:a16="http://schemas.microsoft.com/office/drawing/2014/main" id="{CA47C590-360C-123D-2024-69AD6C55C1ED}"/>
              </a:ext>
            </a:extLst>
          </p:cNvPr>
          <p:cNvSpPr/>
          <p:nvPr/>
        </p:nvSpPr>
        <p:spPr>
          <a:xfrm>
            <a:off x="7265888" y="570719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212892-491F-524E-665B-0E839ED021F8}"/>
              </a:ext>
            </a:extLst>
          </p:cNvPr>
          <p:cNvSpPr txBox="1"/>
          <p:nvPr/>
        </p:nvSpPr>
        <p:spPr>
          <a:xfrm>
            <a:off x="8922134" y="57348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2E1AF4-E961-C3DC-99E9-33D365BFC5F0}"/>
              </a:ext>
            </a:extLst>
          </p:cNvPr>
          <p:cNvSpPr txBox="1"/>
          <p:nvPr/>
        </p:nvSpPr>
        <p:spPr>
          <a:xfrm>
            <a:off x="7125148" y="620066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C0F0CD-689B-38B4-948F-E68094AB9B34}"/>
              </a:ext>
            </a:extLst>
          </p:cNvPr>
          <p:cNvCxnSpPr/>
          <p:nvPr/>
        </p:nvCxnSpPr>
        <p:spPr>
          <a:xfrm>
            <a:off x="7131096" y="614782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D228301C-EB97-21E2-A563-4FEB70DFCF4D}"/>
              </a:ext>
            </a:extLst>
          </p:cNvPr>
          <p:cNvSpPr/>
          <p:nvPr/>
        </p:nvSpPr>
        <p:spPr>
          <a:xfrm>
            <a:off x="9784598" y="53462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F513943-2D8F-0C67-AC5E-6694D2F910D3}"/>
              </a:ext>
            </a:extLst>
          </p:cNvPr>
          <p:cNvSpPr/>
          <p:nvPr/>
        </p:nvSpPr>
        <p:spPr>
          <a:xfrm>
            <a:off x="8546487" y="6575331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268AF-E069-ECB4-9F9E-7D17010C74AD}"/>
              </a:ext>
            </a:extLst>
          </p:cNvPr>
          <p:cNvSpPr txBox="1"/>
          <p:nvPr/>
        </p:nvSpPr>
        <p:spPr>
          <a:xfrm>
            <a:off x="8676476" y="4269556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96CF928-4A4B-EC30-F5FC-EC7E44CC1E34}"/>
              </a:ext>
            </a:extLst>
          </p:cNvPr>
          <p:cNvSpPr txBox="1"/>
          <p:nvPr/>
        </p:nvSpPr>
        <p:spPr>
          <a:xfrm>
            <a:off x="5509452" y="3911890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5BD8BD-D76F-A6DF-0F4A-D9D37EAF5EF0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8/6 1.03v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spc="-150" dirty="0">
                <a:latin typeface="맑은 고딕" panose="020B0503020000020004" pitchFamily="50" charset="-127"/>
              </a:rPr>
              <a:t>8/6 pm</a:t>
            </a:r>
            <a:r>
              <a:rPr kumimoji="1" lang="ko-KR" altLang="en-US" sz="800" spc="-150" dirty="0">
                <a:latin typeface="맑은 고딕" panose="020B0503020000020004" pitchFamily="50" charset="-127"/>
              </a:rPr>
              <a:t> </a:t>
            </a:r>
            <a:r>
              <a:rPr kumimoji="1" lang="en-US" altLang="ko-KR" sz="800" dirty="0">
                <a:latin typeface="맑은 고딕" panose="020B0503020000020004" pitchFamily="50" charset="-127"/>
              </a:rPr>
              <a:t>4:00 </a:t>
            </a:r>
            <a:r>
              <a:rPr kumimoji="1" lang="ko-KR" altLang="en-US" sz="800" dirty="0">
                <a:latin typeface="맑은 고딕" panose="020B0503020000020004" pitchFamily="50" charset="-127"/>
              </a:rPr>
              <a:t>현업요청으로 인한 화면 수정 반영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CH-U-PR-02-02-0</a:t>
            </a:r>
            <a:r>
              <a:rPr lang="en-US" altLang="ko-KR" sz="800" dirty="0"/>
              <a:t>7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CH-U-PR-02-02-0</a:t>
            </a:r>
            <a:r>
              <a:rPr lang="en-US" altLang="ko-KR" sz="800" dirty="0"/>
              <a:t>8</a:t>
            </a:r>
            <a:r>
              <a:rPr lang="ko-KR" altLang="en-US" sz="800" dirty="0" err="1"/>
              <a:t>p</a:t>
            </a:r>
            <a:endParaRPr lang="en-US" altLang="ko-KR" sz="800" dirty="0"/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</a:t>
            </a:r>
            <a:r>
              <a:rPr lang="en-US" altLang="ko-KR" sz="800" dirty="0"/>
              <a:t>10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</a:t>
            </a:r>
            <a:r>
              <a:rPr lang="en-US" altLang="ko-KR" sz="800" dirty="0"/>
              <a:t>11</a:t>
            </a:r>
            <a:r>
              <a:rPr lang="ko-KR" altLang="en-US" sz="800" dirty="0" err="1"/>
              <a:t>p</a:t>
            </a:r>
            <a:endParaRPr lang="ko-KR" altLang="en-US" sz="800" dirty="0"/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       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</a:rPr>
              <a:t>상단에 상품 정보 영역 추가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B0E1312-190B-614F-9B0A-CFA96FE54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89" y="4368589"/>
            <a:ext cx="628025" cy="589121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BA9B777-A463-169C-75AD-CDBB4EA1B1C4}"/>
              </a:ext>
            </a:extLst>
          </p:cNvPr>
          <p:cNvSpPr txBox="1"/>
          <p:nvPr/>
        </p:nvSpPr>
        <p:spPr>
          <a:xfrm>
            <a:off x="4637966" y="428226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D29B872B-2909-6D64-80AE-E8008FFD0F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3752" y="4759199"/>
            <a:ext cx="628025" cy="589121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04FAEFB-C311-751E-4EF1-B21D14C921FF}"/>
              </a:ext>
            </a:extLst>
          </p:cNvPr>
          <p:cNvSpPr txBox="1"/>
          <p:nvPr/>
        </p:nvSpPr>
        <p:spPr>
          <a:xfrm>
            <a:off x="7921129" y="467287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089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2769-B86D-7A60-F4CA-5ACCD756D102}"/>
              </a:ext>
            </a:extLst>
          </p:cNvPr>
          <p:cNvSpPr/>
          <p:nvPr/>
        </p:nvSpPr>
        <p:spPr>
          <a:xfrm>
            <a:off x="1207990" y="521727"/>
            <a:ext cx="3061192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689775-44C8-2F1E-A4C4-D14A62FED207}"/>
              </a:ext>
            </a:extLst>
          </p:cNvPr>
          <p:cNvSpPr/>
          <p:nvPr/>
        </p:nvSpPr>
        <p:spPr>
          <a:xfrm>
            <a:off x="1206307" y="539949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8E7EDFEC-0F12-F7EB-E9FD-6BAB46ADDF8E}"/>
              </a:ext>
            </a:extLst>
          </p:cNvPr>
          <p:cNvSpPr/>
          <p:nvPr/>
        </p:nvSpPr>
        <p:spPr>
          <a:xfrm>
            <a:off x="1210997" y="3091251"/>
            <a:ext cx="3056501" cy="3579748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27A764-6AEF-663E-C44B-F4E74DCB4E24}"/>
              </a:ext>
            </a:extLst>
          </p:cNvPr>
          <p:cNvCxnSpPr/>
          <p:nvPr/>
        </p:nvCxnSpPr>
        <p:spPr>
          <a:xfrm>
            <a:off x="1299607" y="431241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A779959-306B-A2CD-3680-91162AC82978}"/>
              </a:ext>
            </a:extLst>
          </p:cNvPr>
          <p:cNvSpPr/>
          <p:nvPr/>
        </p:nvSpPr>
        <p:spPr>
          <a:xfrm>
            <a:off x="9505306" y="5713017"/>
            <a:ext cx="3056501" cy="116363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88285-FE5A-08A8-3D82-53A9687D98BF}"/>
              </a:ext>
            </a:extLst>
          </p:cNvPr>
          <p:cNvSpPr txBox="1"/>
          <p:nvPr/>
        </p:nvSpPr>
        <p:spPr>
          <a:xfrm>
            <a:off x="9560642" y="6034740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장바구니에 상품을 담았습니다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14AE1-2FEB-65CF-ABE2-845A61907E25}"/>
              </a:ext>
            </a:extLst>
          </p:cNvPr>
          <p:cNvSpPr txBox="1"/>
          <p:nvPr/>
        </p:nvSpPr>
        <p:spPr>
          <a:xfrm>
            <a:off x="11878805" y="6020798"/>
            <a:ext cx="518091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A743B6-959A-1C58-438F-143876244A87}"/>
              </a:ext>
            </a:extLst>
          </p:cNvPr>
          <p:cNvSpPr/>
          <p:nvPr/>
        </p:nvSpPr>
        <p:spPr>
          <a:xfrm>
            <a:off x="9505305" y="6607150"/>
            <a:ext cx="3056501" cy="2621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닫기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F5CC7-3806-1285-2BC8-F19145EBE9DE}"/>
              </a:ext>
            </a:extLst>
          </p:cNvPr>
          <p:cNvSpPr txBox="1"/>
          <p:nvPr/>
        </p:nvSpPr>
        <p:spPr>
          <a:xfrm>
            <a:off x="1422244" y="406575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DBEED-B5CD-3C2D-8631-339BB6094C4E}"/>
              </a:ext>
            </a:extLst>
          </p:cNvPr>
          <p:cNvSpPr txBox="1"/>
          <p:nvPr/>
        </p:nvSpPr>
        <p:spPr>
          <a:xfrm rot="5400000">
            <a:off x="3741783" y="403669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D02804-4D45-FA86-F42F-299195070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119322"/>
              </p:ext>
            </p:extLst>
          </p:nvPr>
        </p:nvGraphicFramePr>
        <p:xfrm>
          <a:off x="1422243" y="4348264"/>
          <a:ext cx="2596057" cy="197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블랙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M           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02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L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블랙티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베이지</a:t>
                      </a:r>
                      <a:r>
                        <a:rPr lang="en-US" altLang="ko-KR" sz="800" dirty="0"/>
                        <a:t>XS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48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라벤더</a:t>
                      </a:r>
                      <a:r>
                        <a:rPr lang="en-US" altLang="ko-KR" sz="800" dirty="0"/>
                        <a:t> + (1,000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326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20AD78-25F4-E1F5-B9F1-DFCFA924B862}"/>
              </a:ext>
            </a:extLst>
          </p:cNvPr>
          <p:cNvSpPr txBox="1"/>
          <p:nvPr/>
        </p:nvSpPr>
        <p:spPr>
          <a:xfrm>
            <a:off x="3452409" y="4383451"/>
            <a:ext cx="415498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CD55F-58E4-C0A8-0366-6BADF7AC6CEF}"/>
              </a:ext>
            </a:extLst>
          </p:cNvPr>
          <p:cNvSpPr/>
          <p:nvPr/>
        </p:nvSpPr>
        <p:spPr>
          <a:xfrm>
            <a:off x="1413992" y="4843447"/>
            <a:ext cx="2596057" cy="257108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04A17E7B-87C5-A22E-7651-A8EBABE1E88A}"/>
              </a:ext>
            </a:extLst>
          </p:cNvPr>
          <p:cNvSpPr/>
          <p:nvPr/>
        </p:nvSpPr>
        <p:spPr>
          <a:xfrm>
            <a:off x="5121185" y="552835"/>
            <a:ext cx="3056501" cy="2428684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474365-6FB3-1C36-3263-58524DBF64AC}"/>
              </a:ext>
            </a:extLst>
          </p:cNvPr>
          <p:cNvCxnSpPr/>
          <p:nvPr/>
        </p:nvCxnSpPr>
        <p:spPr>
          <a:xfrm>
            <a:off x="5231096" y="1764085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364-0A0C-69C5-BC8D-76064737D790}"/>
              </a:ext>
            </a:extLst>
          </p:cNvPr>
          <p:cNvSpPr txBox="1"/>
          <p:nvPr/>
        </p:nvSpPr>
        <p:spPr>
          <a:xfrm>
            <a:off x="5332432" y="1421238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D37E74-76A6-329C-A331-685B8A3557D0}"/>
              </a:ext>
            </a:extLst>
          </p:cNvPr>
          <p:cNvSpPr txBox="1"/>
          <p:nvPr/>
        </p:nvSpPr>
        <p:spPr>
          <a:xfrm rot="16200000">
            <a:off x="7651971" y="139217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C19E37-CEF0-92D5-67C0-60E98D1F9AFB}"/>
              </a:ext>
            </a:extLst>
          </p:cNvPr>
          <p:cNvSpPr/>
          <p:nvPr/>
        </p:nvSpPr>
        <p:spPr>
          <a:xfrm>
            <a:off x="5192446" y="177357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15D608-7A73-454D-64BA-36690DA73D08}"/>
              </a:ext>
            </a:extLst>
          </p:cNvPr>
          <p:cNvSpPr txBox="1"/>
          <p:nvPr/>
        </p:nvSpPr>
        <p:spPr>
          <a:xfrm>
            <a:off x="5291168" y="179997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C4B3871B-AB12-018F-C51D-3B4774240EA0}"/>
              </a:ext>
            </a:extLst>
          </p:cNvPr>
          <p:cNvSpPr/>
          <p:nvPr/>
        </p:nvSpPr>
        <p:spPr>
          <a:xfrm>
            <a:off x="5368163" y="200811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AF52D37E-402F-B0C7-23A7-AC5F1D74D730}"/>
              </a:ext>
            </a:extLst>
          </p:cNvPr>
          <p:cNvSpPr/>
          <p:nvPr/>
        </p:nvSpPr>
        <p:spPr>
          <a:xfrm>
            <a:off x="7781768" y="179892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12B4E5-317C-C705-AE6F-2AFE4EBFF41F}"/>
              </a:ext>
            </a:extLst>
          </p:cNvPr>
          <p:cNvSpPr txBox="1"/>
          <p:nvPr/>
        </p:nvSpPr>
        <p:spPr>
          <a:xfrm>
            <a:off x="7063192" y="200542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8F375-8BD2-6631-25DD-092188DA6168}"/>
              </a:ext>
            </a:extLst>
          </p:cNvPr>
          <p:cNvSpPr txBox="1"/>
          <p:nvPr/>
        </p:nvSpPr>
        <p:spPr>
          <a:xfrm>
            <a:off x="5250356" y="243857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F53369B-06CF-FCC1-DB39-51CE157D4E76}"/>
              </a:ext>
            </a:extLst>
          </p:cNvPr>
          <p:cNvCxnSpPr/>
          <p:nvPr/>
        </p:nvCxnSpPr>
        <p:spPr>
          <a:xfrm>
            <a:off x="5256304" y="238573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7A47B112-4732-04A0-47A1-5584EA086F44}"/>
              </a:ext>
            </a:extLst>
          </p:cNvPr>
          <p:cNvSpPr/>
          <p:nvPr/>
        </p:nvSpPr>
        <p:spPr>
          <a:xfrm>
            <a:off x="5186405" y="3454153"/>
            <a:ext cx="3056501" cy="3193672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CF02AC-9BE4-EEDE-E49F-5B49DF32C7BE}"/>
              </a:ext>
            </a:extLst>
          </p:cNvPr>
          <p:cNvCxnSpPr/>
          <p:nvPr/>
        </p:nvCxnSpPr>
        <p:spPr>
          <a:xfrm>
            <a:off x="5296316" y="470607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CCA6A5A-991E-0766-9DA4-6B070A62F0B1}"/>
              </a:ext>
            </a:extLst>
          </p:cNvPr>
          <p:cNvSpPr txBox="1"/>
          <p:nvPr/>
        </p:nvSpPr>
        <p:spPr>
          <a:xfrm>
            <a:off x="5397652" y="445861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6C7A7-EEA0-B527-ADB8-18C75AAFFC58}"/>
              </a:ext>
            </a:extLst>
          </p:cNvPr>
          <p:cNvSpPr txBox="1"/>
          <p:nvPr/>
        </p:nvSpPr>
        <p:spPr>
          <a:xfrm rot="16200000">
            <a:off x="7717191" y="442955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7F41894-4D94-9EEF-D40B-DA094E1A8EAA}"/>
              </a:ext>
            </a:extLst>
          </p:cNvPr>
          <p:cNvSpPr/>
          <p:nvPr/>
        </p:nvSpPr>
        <p:spPr>
          <a:xfrm>
            <a:off x="5257666" y="478366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22A02-F2C4-E142-614B-09A8FBAD8364}"/>
              </a:ext>
            </a:extLst>
          </p:cNvPr>
          <p:cNvSpPr txBox="1"/>
          <p:nvPr/>
        </p:nvSpPr>
        <p:spPr>
          <a:xfrm>
            <a:off x="5356388" y="481006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5F52499E-1674-F864-E442-251A59F21B9F}"/>
              </a:ext>
            </a:extLst>
          </p:cNvPr>
          <p:cNvSpPr/>
          <p:nvPr/>
        </p:nvSpPr>
        <p:spPr>
          <a:xfrm>
            <a:off x="5433383" y="501820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B963CA59-F2E6-33A4-7B9B-191964B41CA1}"/>
              </a:ext>
            </a:extLst>
          </p:cNvPr>
          <p:cNvSpPr/>
          <p:nvPr/>
        </p:nvSpPr>
        <p:spPr>
          <a:xfrm>
            <a:off x="7846988" y="480901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5AACD6-4F32-D27C-CB45-C37CF123648C}"/>
              </a:ext>
            </a:extLst>
          </p:cNvPr>
          <p:cNvSpPr txBox="1"/>
          <p:nvPr/>
        </p:nvSpPr>
        <p:spPr>
          <a:xfrm>
            <a:off x="7128412" y="501551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3A905F-6CCA-30F5-0D55-BBB37D99D695}"/>
              </a:ext>
            </a:extLst>
          </p:cNvPr>
          <p:cNvSpPr txBox="1"/>
          <p:nvPr/>
        </p:nvSpPr>
        <p:spPr>
          <a:xfrm>
            <a:off x="5315576" y="601884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78,200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E59F9E4-A388-6E1F-F825-F73411CBD451}"/>
              </a:ext>
            </a:extLst>
          </p:cNvPr>
          <p:cNvCxnSpPr/>
          <p:nvPr/>
        </p:nvCxnSpPr>
        <p:spPr>
          <a:xfrm>
            <a:off x="5321524" y="596599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9B7FD7E-B1FB-3A34-1587-A1D7BFE75DCD}"/>
              </a:ext>
            </a:extLst>
          </p:cNvPr>
          <p:cNvSpPr/>
          <p:nvPr/>
        </p:nvSpPr>
        <p:spPr>
          <a:xfrm>
            <a:off x="5257666" y="536766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883EA4-73B5-11FC-E68E-64B7F1CAE0EF}"/>
              </a:ext>
            </a:extLst>
          </p:cNvPr>
          <p:cNvSpPr txBox="1"/>
          <p:nvPr/>
        </p:nvSpPr>
        <p:spPr>
          <a:xfrm>
            <a:off x="5356388" y="5394068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라벤더 </a:t>
            </a:r>
            <a:r>
              <a:rPr lang="en-US" altLang="ko-KR" sz="800" dirty="0"/>
              <a:t>+ (1,000</a:t>
            </a:r>
            <a:r>
              <a:rPr lang="ko-KR" altLang="en-US" sz="800" dirty="0"/>
              <a:t>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F72E7C22-2BF9-9B51-AFB5-1D6B0ABD5A40}"/>
              </a:ext>
            </a:extLst>
          </p:cNvPr>
          <p:cNvSpPr/>
          <p:nvPr/>
        </p:nvSpPr>
        <p:spPr>
          <a:xfrm>
            <a:off x="5433383" y="560220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6BCB5BD4-F9DC-9BF4-B7F7-09D28220F659}"/>
              </a:ext>
            </a:extLst>
          </p:cNvPr>
          <p:cNvSpPr/>
          <p:nvPr/>
        </p:nvSpPr>
        <p:spPr>
          <a:xfrm>
            <a:off x="7846988" y="5393017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7030F3-710D-CF3C-9311-88FEDF37BC9E}"/>
              </a:ext>
            </a:extLst>
          </p:cNvPr>
          <p:cNvSpPr txBox="1"/>
          <p:nvPr/>
        </p:nvSpPr>
        <p:spPr>
          <a:xfrm>
            <a:off x="7128412" y="55995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39,600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5D3FB6-A252-B72A-89AB-571DC8BF8F55}"/>
              </a:ext>
            </a:extLst>
          </p:cNvPr>
          <p:cNvCxnSpPr>
            <a:cxnSpLocks/>
          </p:cNvCxnSpPr>
          <p:nvPr/>
        </p:nvCxnSpPr>
        <p:spPr>
          <a:xfrm>
            <a:off x="4010049" y="4348264"/>
            <a:ext cx="8251" cy="2042358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물결 26">
            <a:extLst>
              <a:ext uri="{FF2B5EF4-FFF2-40B4-BE49-F238E27FC236}">
                <a16:creationId xmlns:a16="http://schemas.microsoft.com/office/drawing/2014/main" id="{1EA16074-2BEE-CBDE-C4CA-471954C45AE5}"/>
              </a:ext>
            </a:extLst>
          </p:cNvPr>
          <p:cNvSpPr/>
          <p:nvPr/>
        </p:nvSpPr>
        <p:spPr>
          <a:xfrm>
            <a:off x="1206308" y="5817227"/>
            <a:ext cx="3072490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- </a:t>
            </a:r>
            <a:r>
              <a:rPr lang="ko-KR" altLang="en-US" sz="800" dirty="0">
                <a:solidFill>
                  <a:schemeClr val="bg1"/>
                </a:solidFill>
              </a:rPr>
              <a:t>내용 중략</a:t>
            </a:r>
            <a:r>
              <a:rPr lang="en-US" altLang="ko-KR" sz="800" dirty="0">
                <a:solidFill>
                  <a:schemeClr val="bg1"/>
                </a:solidFill>
              </a:rPr>
              <a:t> -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B49DE3-16DD-349D-E48D-CFD6DB1BCA7C}"/>
              </a:ext>
            </a:extLst>
          </p:cNvPr>
          <p:cNvCxnSpPr>
            <a:cxnSpLocks/>
          </p:cNvCxnSpPr>
          <p:nvPr/>
        </p:nvCxnSpPr>
        <p:spPr>
          <a:xfrm>
            <a:off x="8237946" y="446614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5282A9AA-A162-A269-9F11-680C6F1A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3126"/>
              </p:ext>
            </p:extLst>
          </p:nvPr>
        </p:nvGraphicFramePr>
        <p:xfrm>
          <a:off x="9705478" y="4262119"/>
          <a:ext cx="2596057" cy="1320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단계 밴드형 공용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매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팩 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MX32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66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6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MX34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옵션 선택 값은 최대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줄까지 표기</a:t>
                      </a:r>
                      <a:r>
                        <a:rPr lang="en-US" altLang="ko-KR" sz="800" dirty="0"/>
                        <a:t>..</a:t>
                      </a:r>
                      <a:r>
                        <a:rPr lang="ko-KR" altLang="en-US" sz="800" dirty="0"/>
                        <a:t>길 경우 </a:t>
                      </a:r>
                      <a:r>
                        <a:rPr lang="en-US" altLang="ko-KR" sz="800" dirty="0"/>
                        <a:t>….</a:t>
                      </a:r>
                      <a:r>
                        <a:rPr lang="ko-KR" altLang="en-US" sz="800" dirty="0"/>
                        <a:t>처리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0EC028AB-C74B-D77B-C1CD-CD2D276854D5}"/>
              </a:ext>
            </a:extLst>
          </p:cNvPr>
          <p:cNvSpPr txBox="1"/>
          <p:nvPr/>
        </p:nvSpPr>
        <p:spPr>
          <a:xfrm>
            <a:off x="11735644" y="4297306"/>
            <a:ext cx="492443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905AA-D20F-05AE-7244-9BB3AADCEE5F}"/>
              </a:ext>
            </a:extLst>
          </p:cNvPr>
          <p:cNvSpPr txBox="1"/>
          <p:nvPr/>
        </p:nvSpPr>
        <p:spPr>
          <a:xfrm>
            <a:off x="9513282" y="3222618"/>
            <a:ext cx="3360215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정의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옵션별 추가 금액이 붙는 경우만 데이터 끝에  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+(4000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출력됨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값이 품절일 경우는 선택 불가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데이터가 길 경우 최대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출력 가능 그 이상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868E-68DA-CBE0-5517-1AF7E1740986}"/>
              </a:ext>
            </a:extLst>
          </p:cNvPr>
          <p:cNvSpPr txBox="1"/>
          <p:nvPr/>
        </p:nvSpPr>
        <p:spPr>
          <a:xfrm>
            <a:off x="314543" y="183059"/>
            <a:ext cx="308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장바구니 담기 후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옵션 선택이 있는 케이스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EA14CC9-B0DC-A3D5-45E5-B50C6A5F6DC5}"/>
              </a:ext>
            </a:extLst>
          </p:cNvPr>
          <p:cNvCxnSpPr>
            <a:cxnSpLocks/>
            <a:stCxn id="4" idx="3"/>
          </p:cNvCxnSpPr>
          <p:nvPr/>
        </p:nvCxnSpPr>
        <p:spPr>
          <a:xfrm rot="5400000" flipH="1" flipV="1">
            <a:off x="2977935" y="1242554"/>
            <a:ext cx="1610010" cy="2087384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9B578BC-2457-A76F-7D83-3A8578B70FD9}"/>
              </a:ext>
            </a:extLst>
          </p:cNvPr>
          <p:cNvCxnSpPr>
            <a:cxnSpLocks/>
            <a:stCxn id="29" idx="1"/>
            <a:endCxn id="53" idx="3"/>
          </p:cNvCxnSpPr>
          <p:nvPr/>
        </p:nvCxnSpPr>
        <p:spPr>
          <a:xfrm>
            <a:off x="6649436" y="2981519"/>
            <a:ext cx="65220" cy="472634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F186E5-B857-110C-5FAF-10EA61C1604B}"/>
              </a:ext>
            </a:extLst>
          </p:cNvPr>
          <p:cNvCxnSpPr>
            <a:cxnSpLocks/>
          </p:cNvCxnSpPr>
          <p:nvPr/>
        </p:nvCxnSpPr>
        <p:spPr>
          <a:xfrm flipV="1">
            <a:off x="6092301" y="6080318"/>
            <a:ext cx="3383880" cy="350433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59">
            <a:extLst>
              <a:ext uri="{FF2B5EF4-FFF2-40B4-BE49-F238E27FC236}">
                <a16:creationId xmlns:a16="http://schemas.microsoft.com/office/drawing/2014/main" id="{C1ACBD3B-6A9B-75EC-FC93-F5E1EE148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33791"/>
              </p:ext>
            </p:extLst>
          </p:nvPr>
        </p:nvGraphicFramePr>
        <p:xfrm>
          <a:off x="9660356" y="547708"/>
          <a:ext cx="2850436" cy="24286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 있는 상품의 경우 옵션 선택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박스 영역이 출력됨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수량 수정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상품  담은 내용 삭제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완료 레이어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결제하기 화면으로 이동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CH-U-CA-02-01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옵션은 최소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개는 담겨져 있는 조건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바로가기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목록 화면으로 이동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CH-U-CA-01-01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</a:tbl>
          </a:graphicData>
        </a:graphic>
      </p:graphicFrame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648EB7F6-6ABF-D7DF-9A49-ED7DF5A10A92}"/>
              </a:ext>
            </a:extLst>
          </p:cNvPr>
          <p:cNvSpPr/>
          <p:nvPr/>
        </p:nvSpPr>
        <p:spPr>
          <a:xfrm>
            <a:off x="3801788" y="4821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671454C-6F3D-8B68-90F9-4D6D7B2049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378" y="4842220"/>
            <a:ext cx="465405" cy="69810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872843-1E6A-D201-498C-AA862D6D53F7}"/>
              </a:ext>
            </a:extLst>
          </p:cNvPr>
          <p:cNvSpPr txBox="1"/>
          <p:nvPr/>
        </p:nvSpPr>
        <p:spPr>
          <a:xfrm>
            <a:off x="3306320" y="3140326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선택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6B2-786D-A9ED-DF08-6F7BEBF2D2F0}"/>
              </a:ext>
            </a:extLst>
          </p:cNvPr>
          <p:cNvSpPr txBox="1"/>
          <p:nvPr/>
        </p:nvSpPr>
        <p:spPr>
          <a:xfrm>
            <a:off x="7264469" y="471594"/>
            <a:ext cx="89960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담긴 화면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C81D18-050A-4894-FB95-F4691E20364C}"/>
              </a:ext>
            </a:extLst>
          </p:cNvPr>
          <p:cNvSpPr txBox="1"/>
          <p:nvPr/>
        </p:nvSpPr>
        <p:spPr>
          <a:xfrm>
            <a:off x="7321289" y="3264258"/>
            <a:ext cx="19014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 추가 담긴 화면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영역 안에서 옵션 값 세로 스크롤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6CB28-75E0-B114-5D22-476018448E36}"/>
              </a:ext>
            </a:extLst>
          </p:cNvPr>
          <p:cNvSpPr/>
          <p:nvPr/>
        </p:nvSpPr>
        <p:spPr>
          <a:xfrm>
            <a:off x="1214377" y="640763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CBCE0A-F7DD-CA7E-69C2-A18274DE5EEC}"/>
              </a:ext>
            </a:extLst>
          </p:cNvPr>
          <p:cNvSpPr/>
          <p:nvPr/>
        </p:nvSpPr>
        <p:spPr>
          <a:xfrm>
            <a:off x="2759273" y="640763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820684-0C87-D735-C7E6-911D2C392FBC}"/>
              </a:ext>
            </a:extLst>
          </p:cNvPr>
          <p:cNvSpPr/>
          <p:nvPr/>
        </p:nvSpPr>
        <p:spPr>
          <a:xfrm>
            <a:off x="5184825" y="6424085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C18F61-CC55-A57B-9202-9BDE4601F75B}"/>
              </a:ext>
            </a:extLst>
          </p:cNvPr>
          <p:cNvSpPr/>
          <p:nvPr/>
        </p:nvSpPr>
        <p:spPr>
          <a:xfrm>
            <a:off x="6729721" y="6424084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61DC9-34C5-D2FC-EF42-9F0718864FFC}"/>
              </a:ext>
            </a:extLst>
          </p:cNvPr>
          <p:cNvSpPr/>
          <p:nvPr/>
        </p:nvSpPr>
        <p:spPr>
          <a:xfrm>
            <a:off x="5124565" y="2726104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70A7A8-8A37-787C-9FBB-122BA2C06FBD}"/>
              </a:ext>
            </a:extLst>
          </p:cNvPr>
          <p:cNvSpPr/>
          <p:nvPr/>
        </p:nvSpPr>
        <p:spPr>
          <a:xfrm>
            <a:off x="6669461" y="2726103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967EBFFD-3A32-95C3-8124-7BF1A4919A2B}"/>
              </a:ext>
            </a:extLst>
          </p:cNvPr>
          <p:cNvSpPr/>
          <p:nvPr/>
        </p:nvSpPr>
        <p:spPr>
          <a:xfrm>
            <a:off x="6424526" y="63347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오른쪽 중괄호 99">
            <a:extLst>
              <a:ext uri="{FF2B5EF4-FFF2-40B4-BE49-F238E27FC236}">
                <a16:creationId xmlns:a16="http://schemas.microsoft.com/office/drawing/2014/main" id="{F7229608-6768-97B3-7CD9-A77215F74AC7}"/>
              </a:ext>
            </a:extLst>
          </p:cNvPr>
          <p:cNvSpPr/>
          <p:nvPr/>
        </p:nvSpPr>
        <p:spPr>
          <a:xfrm>
            <a:off x="4231108" y="4338535"/>
            <a:ext cx="233637" cy="198027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A203-45ED-25DC-5E4D-AFD3CE191B27}"/>
              </a:ext>
            </a:extLst>
          </p:cNvPr>
          <p:cNvSpPr txBox="1"/>
          <p:nvPr/>
        </p:nvSpPr>
        <p:spPr>
          <a:xfrm>
            <a:off x="4278612" y="4716809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923ACBC-FC72-B7F4-95A3-F6E0DAC586C2}"/>
              </a:ext>
            </a:extLst>
          </p:cNvPr>
          <p:cNvCxnSpPr>
            <a:cxnSpLocks/>
          </p:cNvCxnSpPr>
          <p:nvPr/>
        </p:nvCxnSpPr>
        <p:spPr>
          <a:xfrm rot="10800000">
            <a:off x="796910" y="6532473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36C107-E5EE-B03C-9185-9684272C3B02}"/>
              </a:ext>
            </a:extLst>
          </p:cNvPr>
          <p:cNvSpPr txBox="1"/>
          <p:nvPr/>
        </p:nvSpPr>
        <p:spPr>
          <a:xfrm>
            <a:off x="136399" y="6363196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05D1319E-8BC4-5AB8-D474-EF1AE02B51A6}"/>
              </a:ext>
            </a:extLst>
          </p:cNvPr>
          <p:cNvSpPr/>
          <p:nvPr/>
        </p:nvSpPr>
        <p:spPr>
          <a:xfrm>
            <a:off x="7914269" y="63154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C6D9A721-2393-809A-4178-C1BAE49FE26C}"/>
              </a:ext>
            </a:extLst>
          </p:cNvPr>
          <p:cNvSpPr/>
          <p:nvPr/>
        </p:nvSpPr>
        <p:spPr>
          <a:xfrm>
            <a:off x="6047710" y="19241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0EBA2D4D-7309-47ED-F87E-DF113BF4D58D}"/>
              </a:ext>
            </a:extLst>
          </p:cNvPr>
          <p:cNvSpPr/>
          <p:nvPr/>
        </p:nvSpPr>
        <p:spPr>
          <a:xfrm>
            <a:off x="7998805" y="18059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489F6B8-206F-D1F2-FE03-28C96980B34E}"/>
              </a:ext>
            </a:extLst>
          </p:cNvPr>
          <p:cNvSpPr/>
          <p:nvPr/>
        </p:nvSpPr>
        <p:spPr>
          <a:xfrm>
            <a:off x="12332131" y="59430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F1BA242-F9E2-AB32-652E-A90BC94A6C08}"/>
              </a:ext>
            </a:extLst>
          </p:cNvPr>
          <p:cNvSpPr/>
          <p:nvPr/>
        </p:nvSpPr>
        <p:spPr>
          <a:xfrm>
            <a:off x="12221225" y="65941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37FE616-802D-192A-1E18-89D19D9BCE15}"/>
              </a:ext>
            </a:extLst>
          </p:cNvPr>
          <p:cNvSpPr/>
          <p:nvPr/>
        </p:nvSpPr>
        <p:spPr>
          <a:xfrm>
            <a:off x="5151496" y="1370209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C45D848-46CA-A64C-808E-4313AA054FCE}"/>
              </a:ext>
            </a:extLst>
          </p:cNvPr>
          <p:cNvSpPr txBox="1"/>
          <p:nvPr/>
        </p:nvSpPr>
        <p:spPr>
          <a:xfrm>
            <a:off x="8500149" y="755973"/>
            <a:ext cx="10166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값이 없는 경우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수량만 변경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D7791-A01C-6833-DF7E-8817AFE923CC}"/>
              </a:ext>
            </a:extLst>
          </p:cNvPr>
          <p:cNvSpPr txBox="1"/>
          <p:nvPr/>
        </p:nvSpPr>
        <p:spPr>
          <a:xfrm>
            <a:off x="11677106" y="5585398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9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B41AD07-D162-D13D-6FC7-9C459E24F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240" y="3364088"/>
            <a:ext cx="682422" cy="5891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4B008A8-435F-9625-C851-C5D6D825370A}"/>
              </a:ext>
            </a:extLst>
          </p:cNvPr>
          <p:cNvSpPr txBox="1"/>
          <p:nvPr/>
        </p:nvSpPr>
        <p:spPr>
          <a:xfrm>
            <a:off x="2142616" y="3277766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885124FE-478E-EA3D-D999-BB599F2E4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307" y="3722615"/>
            <a:ext cx="682422" cy="589121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87DB812-E2E3-63CE-192B-9E8C4FF39559}"/>
              </a:ext>
            </a:extLst>
          </p:cNvPr>
          <p:cNvSpPr txBox="1"/>
          <p:nvPr/>
        </p:nvSpPr>
        <p:spPr>
          <a:xfrm>
            <a:off x="5971683" y="3636293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ACCE782B-21A8-8504-4D60-ACFC00DD2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852" y="704782"/>
            <a:ext cx="682422" cy="589121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01C4460F-61B0-C347-F2C8-D0FEC3085954}"/>
              </a:ext>
            </a:extLst>
          </p:cNvPr>
          <p:cNvSpPr txBox="1"/>
          <p:nvPr/>
        </p:nvSpPr>
        <p:spPr>
          <a:xfrm>
            <a:off x="5973228" y="618460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108DCA-BD6B-0DB9-B8DD-1475373FA867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8/6 1.03v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spc="-150" dirty="0">
                <a:latin typeface="맑은 고딕" panose="020B0503020000020004" pitchFamily="50" charset="-127"/>
              </a:rPr>
              <a:t>8/6 pm</a:t>
            </a:r>
            <a:r>
              <a:rPr kumimoji="1" lang="ko-KR" altLang="en-US" sz="800" spc="-150" dirty="0">
                <a:latin typeface="맑은 고딕" panose="020B0503020000020004" pitchFamily="50" charset="-127"/>
              </a:rPr>
              <a:t> </a:t>
            </a:r>
            <a:r>
              <a:rPr kumimoji="1" lang="en-US" altLang="ko-KR" sz="800" dirty="0">
                <a:latin typeface="맑은 고딕" panose="020B0503020000020004" pitchFamily="50" charset="-127"/>
              </a:rPr>
              <a:t>4:00 </a:t>
            </a:r>
            <a:r>
              <a:rPr kumimoji="1" lang="ko-KR" altLang="en-US" sz="800" dirty="0">
                <a:latin typeface="맑은 고딕" panose="020B0503020000020004" pitchFamily="50" charset="-127"/>
              </a:rPr>
              <a:t>현업요청으로 인한 화면 수정 반영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CH-U-PR-02-02-0</a:t>
            </a:r>
            <a:r>
              <a:rPr lang="en-US" altLang="ko-KR" sz="800" dirty="0"/>
              <a:t>7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CH-U-PR-02-02-0</a:t>
            </a:r>
            <a:r>
              <a:rPr lang="en-US" altLang="ko-KR" sz="800" dirty="0"/>
              <a:t>8</a:t>
            </a:r>
            <a:r>
              <a:rPr lang="ko-KR" altLang="en-US" sz="800" dirty="0" err="1"/>
              <a:t>p</a:t>
            </a:r>
            <a:endParaRPr lang="en-US" altLang="ko-KR" sz="800" dirty="0"/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</a:t>
            </a:r>
            <a:r>
              <a:rPr lang="en-US" altLang="ko-KR" sz="800" dirty="0"/>
              <a:t>10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</a:t>
            </a:r>
            <a:r>
              <a:rPr lang="en-US" altLang="ko-KR" sz="800" dirty="0"/>
              <a:t>11</a:t>
            </a:r>
            <a:r>
              <a:rPr lang="ko-KR" altLang="en-US" sz="800" dirty="0" err="1"/>
              <a:t>p</a:t>
            </a:r>
            <a:endParaRPr lang="ko-KR" altLang="en-US" sz="800" dirty="0"/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        </a:t>
            </a:r>
            <a:r>
              <a:rPr kumimoji="1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상단에 상품 정보 영역 추가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30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CCDA-DEE7-BAB3-85A0-AE1C8F3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34FD0-A9A4-437C-F6D6-72DFCBD15069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 케어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92CBD-8763-9628-1A87-DBD1C345CCA8}"/>
              </a:ext>
            </a:extLst>
          </p:cNvPr>
          <p:cNvSpPr txBox="1"/>
          <p:nvPr/>
        </p:nvSpPr>
        <p:spPr>
          <a:xfrm>
            <a:off x="1302717" y="33049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72141-D663-DE88-4D6E-A6F9C9871FF6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CD27-48BE-9A00-4B06-982A9CFD99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DCCE-F774-26E6-9269-6112A9E53F9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18D99D5-A4B9-A16C-B4AB-3A41C1B315CF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7C096-3743-8667-62DC-772598DA2F52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건강한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케어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E2E9A450-2287-A4BA-9964-4C3F2A9D51C8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FC677C53-314A-BACE-A2B2-DB7600971560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2AC86A-38CF-E1A3-AE49-D73238D5EC14}"/>
              </a:ext>
            </a:extLst>
          </p:cNvPr>
          <p:cNvGrpSpPr/>
          <p:nvPr/>
        </p:nvGrpSpPr>
        <p:grpSpPr>
          <a:xfrm>
            <a:off x="272602" y="2879443"/>
            <a:ext cx="758906" cy="215444"/>
            <a:chOff x="475380" y="4490631"/>
            <a:chExt cx="758906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C7EFCA-F53A-B20B-D905-2AFE67938330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0B3845-0111-353E-1DCE-B1FDF3562B5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709D54-447D-B838-08F8-4F3381B75475}"/>
              </a:ext>
            </a:extLst>
          </p:cNvPr>
          <p:cNvGrpSpPr/>
          <p:nvPr/>
        </p:nvGrpSpPr>
        <p:grpSpPr>
          <a:xfrm>
            <a:off x="1061557" y="2879443"/>
            <a:ext cx="666884" cy="215444"/>
            <a:chOff x="475380" y="4492676"/>
            <a:chExt cx="666884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69A9F-4D6A-1F79-02F3-02A9F221D2F5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B16BC07-5588-2879-7D3B-55A5700815E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682DD0-64DC-37CB-1FA3-E6B8D888F68E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E010E2-915E-3271-BC45-38F753D3D5CE}"/>
              </a:ext>
            </a:extLst>
          </p:cNvPr>
          <p:cNvSpPr/>
          <p:nvPr/>
        </p:nvSpPr>
        <p:spPr>
          <a:xfrm>
            <a:off x="792337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97542B8-7A60-0C5F-08D5-350A51D3175E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256C6CE3-9CFC-CE46-2726-9FB3BB6EE75A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E028700-DA19-99D2-9C42-426E8954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C10EBF6-35C1-1B8D-533B-E223CE23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6" y="2933044"/>
            <a:ext cx="101606" cy="1019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8107AAA-7D13-5B01-CAA0-701B8E75F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63" y="2917447"/>
            <a:ext cx="128629" cy="136761"/>
          </a:xfrm>
          <a:prstGeom prst="rect">
            <a:avLst/>
          </a:prstGeom>
        </p:spPr>
      </p:pic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72A4509-88BA-08A1-DEAE-77CB57C48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67032"/>
              </p:ext>
            </p:extLst>
          </p:nvPr>
        </p:nvGraphicFramePr>
        <p:xfrm>
          <a:off x="10081369" y="670891"/>
          <a:ext cx="2850436" cy="312414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 유기농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입력한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케이스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C52BBC-51FC-76B3-C9F6-435F9DB3B064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C7FB1-06AA-1646-FB1F-DF245A4E5B00}"/>
              </a:ext>
            </a:extLst>
          </p:cNvPr>
          <p:cNvSpPr txBox="1"/>
          <p:nvPr/>
        </p:nvSpPr>
        <p:spPr>
          <a:xfrm>
            <a:off x="262654" y="6359626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7B6377-3A96-772B-29EF-AB1ACA2E6E7A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B6C5DE-2BC9-4B07-9E16-0E05A5199B3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DF7D1A-E5AB-F579-9881-CC4973644B0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F393DD-51AD-4E03-F9FB-3BCCEAAE71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AB2CEB5-FA01-007A-B886-571253C2D35A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8EAC0-4B45-3407-252B-70FD580EAEDA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DB868A0-B924-D653-B46F-B432354D16A0}"/>
              </a:ext>
            </a:extLst>
          </p:cNvPr>
          <p:cNvSpPr txBox="1"/>
          <p:nvPr/>
        </p:nvSpPr>
        <p:spPr>
          <a:xfrm>
            <a:off x="1626025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89E87CE-C4E4-1B50-88E2-AD9D84C610FF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068987F-9EAF-CEDF-158A-AA765ECEA8F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8606276-3DAD-8B0F-78CF-982304FDBF2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544B9A-233D-6624-CDAD-4E23BCA419C2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0554CB-B4D8-B183-4F79-A3C548DE219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D6F021-4FE9-9949-9DBB-23DFDFDFF14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14D378CD-5683-C5E5-DB30-999BC6C1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8" y="3797980"/>
            <a:ext cx="981612" cy="8955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4DDDAC0-5A29-F9BC-BD1F-B1E03E4A4CD9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4D7D1F-062B-7DD4-0829-9967F8D6A10B}"/>
              </a:ext>
            </a:extLst>
          </p:cNvPr>
          <p:cNvSpPr/>
          <p:nvPr/>
        </p:nvSpPr>
        <p:spPr>
          <a:xfrm>
            <a:off x="1974321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C3EFC-A8CD-5F0C-8ADB-F49AC8601EF4}"/>
              </a:ext>
            </a:extLst>
          </p:cNvPr>
          <p:cNvSpPr txBox="1"/>
          <p:nvPr/>
        </p:nvSpPr>
        <p:spPr>
          <a:xfrm>
            <a:off x="1974321" y="63542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8B1988-65C8-5726-1071-8182990EC84A}"/>
              </a:ext>
            </a:extLst>
          </p:cNvPr>
          <p:cNvGrpSpPr/>
          <p:nvPr/>
        </p:nvGrpSpPr>
        <p:grpSpPr>
          <a:xfrm>
            <a:off x="1906786" y="4968628"/>
            <a:ext cx="1719436" cy="1189218"/>
            <a:chOff x="2191413" y="1613537"/>
            <a:chExt cx="1719436" cy="11892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ADAC8-9240-EF43-0D05-0FCEA25E61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BAE2AF-EE96-97A2-F8AD-12C589261002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37B17D-EC3C-F8AC-DBF0-EDAE2C50CD62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C22E567-B915-C443-BA07-D17FA25FAFD0}"/>
              </a:ext>
            </a:extLst>
          </p:cNvPr>
          <p:cNvCxnSpPr>
            <a:cxnSpLocks/>
          </p:cNvCxnSpPr>
          <p:nvPr/>
        </p:nvCxnSpPr>
        <p:spPr>
          <a:xfrm rot="-900000">
            <a:off x="2545713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C2166-2876-54FE-8118-4908FEF86D55}"/>
              </a:ext>
            </a:extLst>
          </p:cNvPr>
          <p:cNvSpPr txBox="1"/>
          <p:nvPr/>
        </p:nvSpPr>
        <p:spPr>
          <a:xfrm>
            <a:off x="3332742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6EAA074-6B2D-E9FC-89F0-7F021C601198}"/>
              </a:ext>
            </a:extLst>
          </p:cNvPr>
          <p:cNvGrpSpPr/>
          <p:nvPr/>
        </p:nvGrpSpPr>
        <p:grpSpPr>
          <a:xfrm>
            <a:off x="1965770" y="4742208"/>
            <a:ext cx="415498" cy="207749"/>
            <a:chOff x="5585876" y="994409"/>
            <a:chExt cx="415498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6E26EA9-662C-0E1E-0FD5-666B94B8C92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AE76968-388F-17BF-2BE9-1E9AF1F23A7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93C152C-DD68-00E5-B238-4C36B4A00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50" y="3797980"/>
            <a:ext cx="981612" cy="89557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DD18DA8-9CDD-6588-D058-CF8B37361BFE}"/>
              </a:ext>
            </a:extLst>
          </p:cNvPr>
          <p:cNvSpPr txBox="1"/>
          <p:nvPr/>
        </p:nvSpPr>
        <p:spPr>
          <a:xfrm>
            <a:off x="2726213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56B2917-A1C6-6CDA-D648-3C081D608EC0}"/>
              </a:ext>
            </a:extLst>
          </p:cNvPr>
          <p:cNvSpPr/>
          <p:nvPr/>
        </p:nvSpPr>
        <p:spPr>
          <a:xfrm>
            <a:off x="166140" y="6635035"/>
            <a:ext cx="3434510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78AC12DA-6BE5-31FD-7280-B0C0A98E17CE}"/>
              </a:ext>
            </a:extLst>
          </p:cNvPr>
          <p:cNvSpPr/>
          <p:nvPr/>
        </p:nvSpPr>
        <p:spPr>
          <a:xfrm>
            <a:off x="1549024" y="48966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599091-E945-3690-BC50-0EC9AF155763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FEC98DBC-AA2D-D8E2-1989-706236495822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하트 49">
            <a:extLst>
              <a:ext uri="{FF2B5EF4-FFF2-40B4-BE49-F238E27FC236}">
                <a16:creationId xmlns:a16="http://schemas.microsoft.com/office/drawing/2014/main" id="{2A173607-DB81-B12D-BFA3-DECBF91269D0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D90F98E-72A9-6B82-2931-18253751B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7A73FDA-3DE1-2E2E-B2AD-40B687F5D04B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DDD5A89-D061-D2E6-56E1-490575033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100" name="순서도: 연결자 99">
            <a:extLst>
              <a:ext uri="{FF2B5EF4-FFF2-40B4-BE49-F238E27FC236}">
                <a16:creationId xmlns:a16="http://schemas.microsoft.com/office/drawing/2014/main" id="{1A622387-4FCF-CDDC-E1DF-41F516D03B53}"/>
              </a:ext>
            </a:extLst>
          </p:cNvPr>
          <p:cNvSpPr/>
          <p:nvPr/>
        </p:nvSpPr>
        <p:spPr>
          <a:xfrm>
            <a:off x="3332742" y="6227144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D41AF-47E3-2BCD-33E2-95A004ED308F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37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E12C-F5C2-EDC1-AB3D-6E4FA815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895A3-CD7D-3920-8945-8B312008C6E6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생활 지원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51D1-ACB0-EF63-A948-9CA6081E1D74}"/>
              </a:ext>
            </a:extLst>
          </p:cNvPr>
          <p:cNvSpPr txBox="1"/>
          <p:nvPr/>
        </p:nvSpPr>
        <p:spPr>
          <a:xfrm>
            <a:off x="1302717" y="330494"/>
            <a:ext cx="1063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604960-BC23-A813-EDB3-A4517A3380D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B5BAF-B514-1D2D-B72A-415A845F95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63E6-300D-CA90-7D9D-01C30D07A0A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784E622-E3AF-62EB-37DF-0799D25C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24350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A9E44F-3067-3C7A-F800-3D07CA71C9A6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9F5EB3-9DBB-0F18-F9E8-EB0AC52EB8AF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나은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생활 지원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F6F2D975-104F-24DA-9D74-920B2E3401C0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B196607-5979-E378-1485-606672EB5E2C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5D9F9D-CA4C-577F-C7DF-D65EB9326A6C}"/>
              </a:ext>
            </a:extLst>
          </p:cNvPr>
          <p:cNvGrpSpPr/>
          <p:nvPr/>
        </p:nvGrpSpPr>
        <p:grpSpPr>
          <a:xfrm>
            <a:off x="216273" y="2879443"/>
            <a:ext cx="586657" cy="215444"/>
            <a:chOff x="475380" y="4490631"/>
            <a:chExt cx="586657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7D8AC-1E6F-9804-73E2-64EEB7AA162D}"/>
                </a:ext>
              </a:extLst>
            </p:cNvPr>
            <p:cNvSpPr txBox="1"/>
            <p:nvPr/>
          </p:nvSpPr>
          <p:spPr>
            <a:xfrm>
              <a:off x="615206" y="4490631"/>
              <a:ext cx="425116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E92B532-0D8A-ED89-3627-ECF9C746AB37}"/>
                </a:ext>
              </a:extLst>
            </p:cNvPr>
            <p:cNvSpPr/>
            <p:nvPr/>
          </p:nvSpPr>
          <p:spPr>
            <a:xfrm>
              <a:off x="475380" y="4506768"/>
              <a:ext cx="586657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092B81A-1C43-AD22-0C0B-B32B4C91DA0F}"/>
              </a:ext>
            </a:extLst>
          </p:cNvPr>
          <p:cNvGrpSpPr/>
          <p:nvPr/>
        </p:nvGrpSpPr>
        <p:grpSpPr>
          <a:xfrm>
            <a:off x="846417" y="2879443"/>
            <a:ext cx="615315" cy="215444"/>
            <a:chOff x="475380" y="4492676"/>
            <a:chExt cx="615315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6BCC53-175C-4A57-D5D6-69B3414E6F08}"/>
                </a:ext>
              </a:extLst>
            </p:cNvPr>
            <p:cNvSpPr txBox="1"/>
            <p:nvPr/>
          </p:nvSpPr>
          <p:spPr>
            <a:xfrm>
              <a:off x="624173" y="4492676"/>
              <a:ext cx="44275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0F85E4-A589-E1A3-092D-61313960FBD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DA3330-CC90-D75F-4C8A-EECA38A1F555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EC7C1C-3E33-578B-4AC5-E950B9BAD4AE}"/>
              </a:ext>
            </a:extLst>
          </p:cNvPr>
          <p:cNvSpPr/>
          <p:nvPr/>
        </p:nvSpPr>
        <p:spPr>
          <a:xfrm>
            <a:off x="131118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B8C64F-85C5-FB95-3190-FAF4F359F7D3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041BEC77-BC32-70D7-CAB5-A943BB781B04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CF26706-42C9-5ECD-BA15-414287551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9CCEA66-6756-A43A-C057-69792B855BF3}"/>
              </a:ext>
            </a:extLst>
          </p:cNvPr>
          <p:cNvSpPr/>
          <p:nvPr/>
        </p:nvSpPr>
        <p:spPr>
          <a:xfrm>
            <a:off x="229235" y="2893694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1BA95572-56E3-B796-BE76-1986BDC769F5}"/>
              </a:ext>
            </a:extLst>
          </p:cNvPr>
          <p:cNvSpPr/>
          <p:nvPr/>
        </p:nvSpPr>
        <p:spPr>
          <a:xfrm>
            <a:off x="908079" y="2901405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6362E-FC86-5C5B-CEA7-D65692051EAA}"/>
              </a:ext>
            </a:extLst>
          </p:cNvPr>
          <p:cNvSpPr/>
          <p:nvPr/>
        </p:nvSpPr>
        <p:spPr>
          <a:xfrm>
            <a:off x="170657" y="6632497"/>
            <a:ext cx="3444249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7CE57-766D-5F75-9406-3EE1150E915F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4F98D-DAE4-2309-B972-6DB9DAAAA0DB}"/>
              </a:ext>
            </a:extLst>
          </p:cNvPr>
          <p:cNvSpPr txBox="1"/>
          <p:nvPr/>
        </p:nvSpPr>
        <p:spPr>
          <a:xfrm>
            <a:off x="268333" y="64193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03F5CD-0D1C-242E-146F-7B9D7A4B91C2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9DD97-83FE-30EE-BAB6-7604B47A862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96729-A6AB-EBD6-CA75-1C7A26D983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DB592E-D278-C299-8577-32172A647F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FE6AC8-0F65-80FD-15FC-CA9EAF8254C5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BBC939-B0A2-70CD-7F36-2E93A2A1A87B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D2104A-0279-DA8C-37B6-CB75505FF057}"/>
              </a:ext>
            </a:extLst>
          </p:cNvPr>
          <p:cNvSpPr txBox="1"/>
          <p:nvPr/>
        </p:nvSpPr>
        <p:spPr>
          <a:xfrm>
            <a:off x="1616258" y="581277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0626A0A-8497-E0DB-6D44-2E6ABAEF61EA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E7EF48A-614D-DAFA-F8FC-80D1FF99B1A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FD287D-C329-E7B7-8D71-14720ABE6B5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AFE403-DA47-AE4F-AB76-8CAE963D5838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BBD4D5-B5EE-752C-7ED1-1B53E026A25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5805E-FA09-BEBA-7BCA-F8495FFED15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87364D0-C63C-7AD0-0C20-49A94A9EBA85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85E56166-521B-BF3C-C5B5-2809A44A5E22}"/>
              </a:ext>
            </a:extLst>
          </p:cNvPr>
          <p:cNvSpPr/>
          <p:nvPr/>
        </p:nvSpPr>
        <p:spPr>
          <a:xfrm>
            <a:off x="557341" y="373020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302041-909F-D40C-38F9-260FE99FF375}"/>
              </a:ext>
            </a:extLst>
          </p:cNvPr>
          <p:cNvSpPr/>
          <p:nvPr/>
        </p:nvSpPr>
        <p:spPr>
          <a:xfrm>
            <a:off x="1969952" y="341633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A47C7B-5F0B-BCE4-12F3-4A252B4EAC5D}"/>
              </a:ext>
            </a:extLst>
          </p:cNvPr>
          <p:cNvSpPr txBox="1"/>
          <p:nvPr/>
        </p:nvSpPr>
        <p:spPr>
          <a:xfrm>
            <a:off x="1970066" y="640685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EBB1B9-B942-F485-50A8-571AD1BDE52D}"/>
              </a:ext>
            </a:extLst>
          </p:cNvPr>
          <p:cNvGrpSpPr/>
          <p:nvPr/>
        </p:nvGrpSpPr>
        <p:grpSpPr>
          <a:xfrm>
            <a:off x="1902417" y="4956168"/>
            <a:ext cx="1719436" cy="1189218"/>
            <a:chOff x="2191413" y="1613537"/>
            <a:chExt cx="1719436" cy="11892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4A364D-2882-DB47-F77A-7B0C3D75CCF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1D509C-7412-65B5-34DE-9E519264AF4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D29EB9-A2BB-8E58-5D5D-7C91AA1A5E3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FB070B-DDC0-7F8B-407D-8870B8440ABE}"/>
              </a:ext>
            </a:extLst>
          </p:cNvPr>
          <p:cNvSpPr txBox="1"/>
          <p:nvPr/>
        </p:nvSpPr>
        <p:spPr>
          <a:xfrm>
            <a:off x="2417589" y="581570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F8C2F8D-F3EB-7B14-8BEA-C6781D551130}"/>
              </a:ext>
            </a:extLst>
          </p:cNvPr>
          <p:cNvCxnSpPr>
            <a:cxnSpLocks/>
          </p:cNvCxnSpPr>
          <p:nvPr/>
        </p:nvCxnSpPr>
        <p:spPr>
          <a:xfrm rot="-900000">
            <a:off x="2541344" y="585531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C74BFFB-E21D-9487-CA44-7C920B762875}"/>
              </a:ext>
            </a:extLst>
          </p:cNvPr>
          <p:cNvSpPr txBox="1"/>
          <p:nvPr/>
        </p:nvSpPr>
        <p:spPr>
          <a:xfrm>
            <a:off x="3317991" y="580031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0068FB9-6F2A-C482-7C00-A19EE36E9B1E}"/>
              </a:ext>
            </a:extLst>
          </p:cNvPr>
          <p:cNvGrpSpPr/>
          <p:nvPr/>
        </p:nvGrpSpPr>
        <p:grpSpPr>
          <a:xfrm>
            <a:off x="1964387" y="4738723"/>
            <a:ext cx="482570" cy="207749"/>
            <a:chOff x="5613970" y="995901"/>
            <a:chExt cx="482570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F9EFD5F-F8D1-08EB-BE4F-938AE46472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CBB2E78-D27C-842B-C084-F3447FCD1A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950338-1B32-0095-E119-F022CCD16C73}"/>
              </a:ext>
            </a:extLst>
          </p:cNvPr>
          <p:cNvGrpSpPr/>
          <p:nvPr/>
        </p:nvGrpSpPr>
        <p:grpSpPr>
          <a:xfrm>
            <a:off x="2306136" y="4738723"/>
            <a:ext cx="415498" cy="207749"/>
            <a:chOff x="5585876" y="994409"/>
            <a:chExt cx="415498" cy="2077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DD23501-F1D6-439D-1BC4-B892F2C3C8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244BC1-5D8C-0727-E1A6-6D37570C97D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E7F8C6F-98BF-155A-283D-E4BAF2AA26B7}"/>
              </a:ext>
            </a:extLst>
          </p:cNvPr>
          <p:cNvSpPr txBox="1"/>
          <p:nvPr/>
        </p:nvSpPr>
        <p:spPr>
          <a:xfrm>
            <a:off x="2721844" y="500525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7DF322FF-D234-B8A2-C546-B9A85B559A39}"/>
              </a:ext>
            </a:extLst>
          </p:cNvPr>
          <p:cNvSpPr/>
          <p:nvPr/>
        </p:nvSpPr>
        <p:spPr>
          <a:xfrm>
            <a:off x="2259074" y="371774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9BE4E-4BFF-FF44-3876-A5ACA662BADB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DC1B6CBD-75DE-A8D5-6D3E-4C38624BC32F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8861B0F2-35A2-766C-62D4-DC553707F336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2DAC1C8-27D7-CBFD-3F17-38DFC8EB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EE94A80-D629-E5F4-B522-7B9E36A21654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1BCCA36-43CF-17EC-9B18-3EFCF98F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FB5B1C8B-8F34-F4FF-32F2-3B2DF64433CF}"/>
              </a:ext>
            </a:extLst>
          </p:cNvPr>
          <p:cNvSpPr/>
          <p:nvPr/>
        </p:nvSpPr>
        <p:spPr>
          <a:xfrm>
            <a:off x="3373917" y="623869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7C1834-6078-FB89-0765-13372FE6C8F4}"/>
              </a:ext>
            </a:extLst>
          </p:cNvPr>
          <p:cNvSpPr/>
          <p:nvPr/>
        </p:nvSpPr>
        <p:spPr>
          <a:xfrm>
            <a:off x="33705" y="58428"/>
            <a:ext cx="12928233" cy="6840538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7/2 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기준 생활지원 카테고리 내 상품이 없음으로</a:t>
            </a:r>
            <a:endParaRPr lang="en-US" altLang="ko-KR" sz="3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기본 설계만 작성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디자인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X) </a:t>
            </a:r>
            <a:endParaRPr lang="ko-KR" altLang="en-US" sz="3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866B7C-AFFF-35F8-3741-ECD01887F4A9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399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839-4B4E-8281-3235-D098E049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C54A7-1161-A4B0-FF06-235CAE94846B}"/>
              </a:ext>
            </a:extLst>
          </p:cNvPr>
          <p:cNvSpPr txBox="1"/>
          <p:nvPr/>
        </p:nvSpPr>
        <p:spPr>
          <a:xfrm>
            <a:off x="1307907" y="78285"/>
            <a:ext cx="43332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  -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기저귀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조제분유 지원사업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여성청소년 생리대 지원 사업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185B-0346-C352-7815-6EFCF3A4F1F2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E4A77F-9C8F-84E0-E8E9-1881185825F8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DA36-3EA2-E3BC-0C5A-C573A87E66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B591-3718-235F-C108-862885B94F5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ED3CC18-CABC-E2E8-4519-27CBE7599BC8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447A9C95-F840-0762-1A76-C642D637A3C7}"/>
              </a:ext>
            </a:extLst>
          </p:cNvPr>
          <p:cNvSpPr txBox="1"/>
          <p:nvPr/>
        </p:nvSpPr>
        <p:spPr>
          <a:xfrm>
            <a:off x="131717" y="3773959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8D8797D-0D9D-4EB8-FB37-9817CA91AF1B}"/>
              </a:ext>
            </a:extLst>
          </p:cNvPr>
          <p:cNvSpPr txBox="1"/>
          <p:nvPr/>
        </p:nvSpPr>
        <p:spPr>
          <a:xfrm>
            <a:off x="2698352" y="376304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7E57E-1A23-A289-BA47-C7B7EB6320F2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7CBF70-DE87-2682-FF48-069FEDF6C636}"/>
              </a:ext>
            </a:extLst>
          </p:cNvPr>
          <p:cNvSpPr/>
          <p:nvPr/>
        </p:nvSpPr>
        <p:spPr>
          <a:xfrm>
            <a:off x="1823818" y="2767165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87C8404-43C3-3CC4-796E-43B1D46CC6B2}"/>
              </a:ext>
            </a:extLst>
          </p:cNvPr>
          <p:cNvGrpSpPr/>
          <p:nvPr/>
        </p:nvGrpSpPr>
        <p:grpSpPr>
          <a:xfrm>
            <a:off x="3104724" y="3763047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4C148666-6CE8-146D-FDF0-02BDAF08849F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B3388F0-5CFC-DE32-D811-8B7BB99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2AAD59-47F4-EF5F-E4C0-4918E9AAC4AC}"/>
              </a:ext>
            </a:extLst>
          </p:cNvPr>
          <p:cNvCxnSpPr/>
          <p:nvPr/>
        </p:nvCxnSpPr>
        <p:spPr>
          <a:xfrm>
            <a:off x="257122" y="3492277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4723D-9E3D-5069-8E3D-2B8AC660558B}"/>
              </a:ext>
            </a:extLst>
          </p:cNvPr>
          <p:cNvGrpSpPr/>
          <p:nvPr/>
        </p:nvGrpSpPr>
        <p:grpSpPr>
          <a:xfrm>
            <a:off x="246864" y="3564285"/>
            <a:ext cx="519135" cy="196456"/>
            <a:chOff x="475380" y="4490631"/>
            <a:chExt cx="519135" cy="25657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3266D4-77B7-9B1E-C497-AED1633409FA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34CDB0D-0384-6D59-2B28-2A5AAF60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46E79E-8BDE-7B91-09A7-0A13B5CDFE1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468B4C-1AD9-F750-4231-83CD13979004}"/>
              </a:ext>
            </a:extLst>
          </p:cNvPr>
          <p:cNvGrpSpPr/>
          <p:nvPr/>
        </p:nvGrpSpPr>
        <p:grpSpPr>
          <a:xfrm>
            <a:off x="792336" y="3565848"/>
            <a:ext cx="615315" cy="194890"/>
            <a:chOff x="475380" y="4492676"/>
            <a:chExt cx="615315" cy="2545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F32999-6E8B-86E9-C20E-2DA95981B88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422E119-B7FE-82BB-E1AE-08A9ECFB92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6B8B653D-C5C3-9EC4-7ACA-59860F44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44" y="3583994"/>
            <a:ext cx="131240" cy="175717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03349-2F1C-764C-8A45-90BA1AB39878}"/>
              </a:ext>
            </a:extLst>
          </p:cNvPr>
          <p:cNvGrpSpPr/>
          <p:nvPr/>
        </p:nvGrpSpPr>
        <p:grpSpPr>
          <a:xfrm>
            <a:off x="1443751" y="3565848"/>
            <a:ext cx="644730" cy="194890"/>
            <a:chOff x="475381" y="4492676"/>
            <a:chExt cx="644730" cy="2545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3206CEA-F339-B486-8934-9DEAEBC06B2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163FEF-DFC6-F2A8-CA31-14C118A9EC6A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2C508EE3-3320-BD3A-FC1E-C4B6B1D0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307" y="3601052"/>
            <a:ext cx="166365" cy="13268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6C50D5C2-C66A-53BD-F777-4CD41E40B3FE}"/>
              </a:ext>
            </a:extLst>
          </p:cNvPr>
          <p:cNvSpPr txBox="1"/>
          <p:nvPr/>
        </p:nvSpPr>
        <p:spPr>
          <a:xfrm>
            <a:off x="152873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9AB25E5-18A3-7499-850E-7C23FE8596BA}"/>
              </a:ext>
            </a:extLst>
          </p:cNvPr>
          <p:cNvSpPr/>
          <p:nvPr/>
        </p:nvSpPr>
        <p:spPr>
          <a:xfrm>
            <a:off x="1871988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aphicFrame>
        <p:nvGraphicFramePr>
          <p:cNvPr id="179" name="Group 59">
            <a:extLst>
              <a:ext uri="{FF2B5EF4-FFF2-40B4-BE49-F238E27FC236}">
                <a16:creationId xmlns:a16="http://schemas.microsoft.com/office/drawing/2014/main" id="{B858E28F-2716-5034-92F1-1A00FD23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10705"/>
              </p:ext>
            </p:extLst>
          </p:nvPr>
        </p:nvGraphicFramePr>
        <p:xfrm>
          <a:off x="10090644" y="652974"/>
          <a:ext cx="2850436" cy="17970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b="1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EC5BA0-0075-C2CC-DDC3-420C3236765E}"/>
              </a:ext>
            </a:extLst>
          </p:cNvPr>
          <p:cNvSpPr/>
          <p:nvPr/>
        </p:nvSpPr>
        <p:spPr>
          <a:xfrm>
            <a:off x="280701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C80D-02F1-F43C-F1B6-6B6C11A66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8" y="4647421"/>
            <a:ext cx="1077259" cy="64807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BF3E9D-3BD1-492C-F3E8-905E344F4AB3}"/>
              </a:ext>
            </a:extLst>
          </p:cNvPr>
          <p:cNvGrpSpPr/>
          <p:nvPr/>
        </p:nvGrpSpPr>
        <p:grpSpPr>
          <a:xfrm>
            <a:off x="213166" y="5472551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A831B4-F518-3D72-AE97-CA230C3F49B3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7FB610-41A5-FBCD-57B0-66D14B001B0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48B7F-72F1-A79E-FB59-DD1114F836F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F93F52-7F4D-3980-2984-0737F62FD7F6}"/>
              </a:ext>
            </a:extLst>
          </p:cNvPr>
          <p:cNvSpPr txBox="1"/>
          <p:nvPr/>
        </p:nvSpPr>
        <p:spPr>
          <a:xfrm>
            <a:off x="728338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5135D81-78CE-17F7-6840-969411314620}"/>
              </a:ext>
            </a:extLst>
          </p:cNvPr>
          <p:cNvCxnSpPr>
            <a:cxnSpLocks/>
          </p:cNvCxnSpPr>
          <p:nvPr/>
        </p:nvCxnSpPr>
        <p:spPr>
          <a:xfrm rot="-900000">
            <a:off x="852093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DD43C5-0FBF-8477-22C5-15C8C9661DB8}"/>
              </a:ext>
            </a:extLst>
          </p:cNvPr>
          <p:cNvSpPr txBox="1"/>
          <p:nvPr/>
        </p:nvSpPr>
        <p:spPr>
          <a:xfrm>
            <a:off x="1628740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D96298-98B9-A269-3C4C-BD9D5545E7DF}"/>
              </a:ext>
            </a:extLst>
          </p:cNvPr>
          <p:cNvGrpSpPr/>
          <p:nvPr/>
        </p:nvGrpSpPr>
        <p:grpSpPr>
          <a:xfrm>
            <a:off x="275136" y="5346472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DB8D19-7F8A-1617-7CEF-F5A4035EAB4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80E6DD-729A-4867-CD6A-B2D8C54C0E3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4D6AE6-9F0B-89EC-2839-17C496145EA4}"/>
              </a:ext>
            </a:extLst>
          </p:cNvPr>
          <p:cNvGrpSpPr/>
          <p:nvPr/>
        </p:nvGrpSpPr>
        <p:grpSpPr>
          <a:xfrm>
            <a:off x="616885" y="5346472"/>
            <a:ext cx="415498" cy="207749"/>
            <a:chOff x="5585876" y="994409"/>
            <a:chExt cx="415498" cy="2077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03B447C-86C2-74AE-2894-3F3E7035BD6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E3C2EB-E5AF-8971-5810-5B8671E4D9E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3CB3BF-26AA-6B8C-BDB1-8635D8432415}"/>
              </a:ext>
            </a:extLst>
          </p:cNvPr>
          <p:cNvSpPr/>
          <p:nvPr/>
        </p:nvSpPr>
        <p:spPr>
          <a:xfrm>
            <a:off x="1934246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13AD44F-DACF-2F50-A763-0F9C59630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663" y="4647421"/>
            <a:ext cx="1077259" cy="648072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49F791-558B-3DE4-2C9E-636175800468}"/>
              </a:ext>
            </a:extLst>
          </p:cNvPr>
          <p:cNvGrpSpPr/>
          <p:nvPr/>
        </p:nvGrpSpPr>
        <p:grpSpPr>
          <a:xfrm>
            <a:off x="1866711" y="5472551"/>
            <a:ext cx="1719436" cy="1189218"/>
            <a:chOff x="2191413" y="1613537"/>
            <a:chExt cx="1719436" cy="118921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2816E2-8685-F844-03FE-B98478F455E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57E64A-C0FC-CFBA-6467-8E96877DC15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E3E56E-5F0D-5A60-A972-1C99FB8AE60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204FC4E-620B-5E10-4B7C-6282E35DBD55}"/>
              </a:ext>
            </a:extLst>
          </p:cNvPr>
          <p:cNvSpPr txBox="1"/>
          <p:nvPr/>
        </p:nvSpPr>
        <p:spPr>
          <a:xfrm>
            <a:off x="2381883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AC23740-5DD0-10E8-BCF9-5484997299ED}"/>
              </a:ext>
            </a:extLst>
          </p:cNvPr>
          <p:cNvCxnSpPr>
            <a:cxnSpLocks/>
          </p:cNvCxnSpPr>
          <p:nvPr/>
        </p:nvCxnSpPr>
        <p:spPr>
          <a:xfrm rot="-900000">
            <a:off x="2505638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90F7E1-578E-98F9-C5FD-7DDEB39FD8C9}"/>
              </a:ext>
            </a:extLst>
          </p:cNvPr>
          <p:cNvSpPr txBox="1"/>
          <p:nvPr/>
        </p:nvSpPr>
        <p:spPr>
          <a:xfrm>
            <a:off x="3282285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4CB8E6A-527F-546B-136E-998B837B05AA}"/>
              </a:ext>
            </a:extLst>
          </p:cNvPr>
          <p:cNvGrpSpPr/>
          <p:nvPr/>
        </p:nvGrpSpPr>
        <p:grpSpPr>
          <a:xfrm>
            <a:off x="1928681" y="5346472"/>
            <a:ext cx="482570" cy="207749"/>
            <a:chOff x="5613970" y="995901"/>
            <a:chExt cx="482570" cy="2077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17B0A88-8AA5-5B27-9937-83FEAF58CB4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D4D6F-83D8-35A7-C3A0-B1A821A4F6E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37D115-B283-D1CF-8B3A-ACE321B2ADB6}"/>
              </a:ext>
            </a:extLst>
          </p:cNvPr>
          <p:cNvGrpSpPr/>
          <p:nvPr/>
        </p:nvGrpSpPr>
        <p:grpSpPr>
          <a:xfrm>
            <a:off x="2270430" y="5346472"/>
            <a:ext cx="415498" cy="207749"/>
            <a:chOff x="5585876" y="994409"/>
            <a:chExt cx="415498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E67EC8B-F134-AB50-C162-1ADEE84F659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841BC9-F0E4-08B5-4274-7F4071A86F7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0" name="물결 69">
            <a:extLst>
              <a:ext uri="{FF2B5EF4-FFF2-40B4-BE49-F238E27FC236}">
                <a16:creationId xmlns:a16="http://schemas.microsoft.com/office/drawing/2014/main" id="{99177FDA-B6C8-0281-139D-039077AA6396}"/>
              </a:ext>
            </a:extLst>
          </p:cNvPr>
          <p:cNvSpPr/>
          <p:nvPr/>
        </p:nvSpPr>
        <p:spPr>
          <a:xfrm>
            <a:off x="147974" y="654075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E38C1-0B2B-C5BE-A2BD-3C0A0D29CFBC}"/>
              </a:ext>
            </a:extLst>
          </p:cNvPr>
          <p:cNvSpPr txBox="1"/>
          <p:nvPr/>
        </p:nvSpPr>
        <p:spPr>
          <a:xfrm>
            <a:off x="4137760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일상을 위한 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여성청소년 생리대 지원사업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847532-0E2F-AA18-E198-11ACB11BCCF2}"/>
              </a:ext>
            </a:extLst>
          </p:cNvPr>
          <p:cNvSpPr/>
          <p:nvPr/>
        </p:nvSpPr>
        <p:spPr>
          <a:xfrm>
            <a:off x="5955784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16213F-D5BB-972A-743C-D2768DE89EC4}"/>
              </a:ext>
            </a:extLst>
          </p:cNvPr>
          <p:cNvCxnSpPr/>
          <p:nvPr/>
        </p:nvCxnSpPr>
        <p:spPr>
          <a:xfrm>
            <a:off x="4228062" y="1822806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3657967-CECF-1298-347E-BAE5DD948FA5}"/>
              </a:ext>
            </a:extLst>
          </p:cNvPr>
          <p:cNvCxnSpPr/>
          <p:nvPr/>
        </p:nvCxnSpPr>
        <p:spPr>
          <a:xfrm>
            <a:off x="4228062" y="2618161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3B0B574-641D-0C06-D765-302DB45E1A1B}"/>
              </a:ext>
            </a:extLst>
          </p:cNvPr>
          <p:cNvSpPr txBox="1"/>
          <p:nvPr/>
        </p:nvSpPr>
        <p:spPr>
          <a:xfrm>
            <a:off x="4104705" y="1429151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지원 사업의 경우 상단 영역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C5040-213A-F797-E4B5-9C4EA9C40908}"/>
              </a:ext>
            </a:extLst>
          </p:cNvPr>
          <p:cNvSpPr txBox="1"/>
          <p:nvPr/>
        </p:nvSpPr>
        <p:spPr>
          <a:xfrm>
            <a:off x="4216900" y="271449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45602CD-A172-B59A-0073-ECAF6EF56591}"/>
              </a:ext>
            </a:extLst>
          </p:cNvPr>
          <p:cNvSpPr/>
          <p:nvPr/>
        </p:nvSpPr>
        <p:spPr>
          <a:xfrm>
            <a:off x="5887845" y="2863502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87BCEBE-4411-2C80-6C25-2571EC299A51}"/>
              </a:ext>
            </a:extLst>
          </p:cNvPr>
          <p:cNvGrpSpPr/>
          <p:nvPr/>
        </p:nvGrpSpPr>
        <p:grpSpPr>
          <a:xfrm>
            <a:off x="4248721" y="3636873"/>
            <a:ext cx="758906" cy="215444"/>
            <a:chOff x="475380" y="4490631"/>
            <a:chExt cx="758906" cy="28137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831161-5A37-5DE3-B93E-BABEE135F7F1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EA285D8-DFD3-0F41-F250-A2EB41BA44CF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DFDCF7C5-5DBC-136E-BE2A-D22A5259A3C9}"/>
              </a:ext>
            </a:extLst>
          </p:cNvPr>
          <p:cNvGrpSpPr/>
          <p:nvPr/>
        </p:nvGrpSpPr>
        <p:grpSpPr>
          <a:xfrm>
            <a:off x="5037676" y="3636873"/>
            <a:ext cx="666884" cy="215444"/>
            <a:chOff x="475380" y="4492676"/>
            <a:chExt cx="666884" cy="28137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CDBC38-1DAE-49A3-ABE3-40095BBADF56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5A92BD2-294A-479B-5329-AB1302605E0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27416393-7695-2C26-1D51-9B0893E8D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465" y="3690474"/>
            <a:ext cx="101606" cy="101968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32D32C97-8454-F6FE-0E8B-D8B79392E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382" y="3674877"/>
            <a:ext cx="128629" cy="136761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0EEA766-7AC0-192B-089F-89B7CF303D11}"/>
              </a:ext>
            </a:extLst>
          </p:cNvPr>
          <p:cNvSpPr/>
          <p:nvPr/>
        </p:nvSpPr>
        <p:spPr>
          <a:xfrm>
            <a:off x="4137760" y="1732533"/>
            <a:ext cx="3357244" cy="2255053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56B63D-EE0D-0A31-43C3-9B3128CEBDD3}"/>
              </a:ext>
            </a:extLst>
          </p:cNvPr>
          <p:cNvSpPr/>
          <p:nvPr/>
        </p:nvSpPr>
        <p:spPr>
          <a:xfrm>
            <a:off x="270803" y="284623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9BD0D66-66F4-E8B2-1DB8-4E4A19043514}"/>
              </a:ext>
            </a:extLst>
          </p:cNvPr>
          <p:cNvSpPr/>
          <p:nvPr/>
        </p:nvSpPr>
        <p:spPr>
          <a:xfrm>
            <a:off x="1268829" y="286173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BCFCF1CE-5CAC-D657-E189-E3BEABD5499E}"/>
              </a:ext>
            </a:extLst>
          </p:cNvPr>
          <p:cNvSpPr/>
          <p:nvPr/>
        </p:nvSpPr>
        <p:spPr>
          <a:xfrm>
            <a:off x="606794" y="290430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81081-E40F-5DFB-129A-3B31A4C411A3}"/>
              </a:ext>
            </a:extLst>
          </p:cNvPr>
          <p:cNvSpPr txBox="1"/>
          <p:nvPr/>
        </p:nvSpPr>
        <p:spPr>
          <a:xfrm>
            <a:off x="270803" y="320689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A7E08E7F-392F-F0CF-364F-DDBBB875FF11}"/>
              </a:ext>
            </a:extLst>
          </p:cNvPr>
          <p:cNvSpPr/>
          <p:nvPr/>
        </p:nvSpPr>
        <p:spPr>
          <a:xfrm>
            <a:off x="1575640" y="288839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BB7D81-89D2-7B6A-1739-27B0442B0E96}"/>
              </a:ext>
            </a:extLst>
          </p:cNvPr>
          <p:cNvSpPr txBox="1"/>
          <p:nvPr/>
        </p:nvSpPr>
        <p:spPr>
          <a:xfrm>
            <a:off x="1207980" y="320610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81BE332-56D7-E975-659D-EC642B523DBB}"/>
              </a:ext>
            </a:extLst>
          </p:cNvPr>
          <p:cNvSpPr/>
          <p:nvPr/>
        </p:nvSpPr>
        <p:spPr>
          <a:xfrm>
            <a:off x="2258827" y="286844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15F6C677-889F-22B7-4D2D-C1A5F475FEBB}"/>
              </a:ext>
            </a:extLst>
          </p:cNvPr>
          <p:cNvSpPr/>
          <p:nvPr/>
        </p:nvSpPr>
        <p:spPr>
          <a:xfrm>
            <a:off x="2565638" y="289510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42CBB3-F472-9453-3359-7745A189B3A8}"/>
              </a:ext>
            </a:extLst>
          </p:cNvPr>
          <p:cNvSpPr txBox="1"/>
          <p:nvPr/>
        </p:nvSpPr>
        <p:spPr>
          <a:xfrm>
            <a:off x="2151879" y="3213077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BA65DC2-BADD-C505-FF47-63D046DFF1B7}"/>
              </a:ext>
            </a:extLst>
          </p:cNvPr>
          <p:cNvCxnSpPr/>
          <p:nvPr/>
        </p:nvCxnSpPr>
        <p:spPr>
          <a:xfrm>
            <a:off x="4078029" y="3638239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3CD0B6A-8702-56FF-14A5-680EA0B856C9}"/>
              </a:ext>
            </a:extLst>
          </p:cNvPr>
          <p:cNvSpPr/>
          <p:nvPr/>
        </p:nvSpPr>
        <p:spPr>
          <a:xfrm>
            <a:off x="4204060" y="299160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22051B3-EA3C-13E2-9BEE-865691E329A5}"/>
              </a:ext>
            </a:extLst>
          </p:cNvPr>
          <p:cNvSpPr/>
          <p:nvPr/>
        </p:nvSpPr>
        <p:spPr>
          <a:xfrm>
            <a:off x="5202086" y="300709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15B17038-D93F-561B-A204-8BB6D067133E}"/>
              </a:ext>
            </a:extLst>
          </p:cNvPr>
          <p:cNvSpPr/>
          <p:nvPr/>
        </p:nvSpPr>
        <p:spPr>
          <a:xfrm>
            <a:off x="4540051" y="30496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09C00D-DB02-D508-B0D9-D8C4909C9B35}"/>
              </a:ext>
            </a:extLst>
          </p:cNvPr>
          <p:cNvSpPr txBox="1"/>
          <p:nvPr/>
        </p:nvSpPr>
        <p:spPr>
          <a:xfrm>
            <a:off x="4204060" y="3352254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1F334571-8FC2-6A4F-BC97-A4435EE0D984}"/>
              </a:ext>
            </a:extLst>
          </p:cNvPr>
          <p:cNvSpPr/>
          <p:nvPr/>
        </p:nvSpPr>
        <p:spPr>
          <a:xfrm>
            <a:off x="5508897" y="303375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3DBF73-CAC9-6B9B-243A-429608A14BAD}"/>
              </a:ext>
            </a:extLst>
          </p:cNvPr>
          <p:cNvSpPr txBox="1"/>
          <p:nvPr/>
        </p:nvSpPr>
        <p:spPr>
          <a:xfrm>
            <a:off x="5141237" y="335146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4C876E3-84F4-B37A-489B-75F4894BAE04}"/>
              </a:ext>
            </a:extLst>
          </p:cNvPr>
          <p:cNvSpPr/>
          <p:nvPr/>
        </p:nvSpPr>
        <p:spPr>
          <a:xfrm>
            <a:off x="6192084" y="30138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순서도: 연결자 119">
            <a:extLst>
              <a:ext uri="{FF2B5EF4-FFF2-40B4-BE49-F238E27FC236}">
                <a16:creationId xmlns:a16="http://schemas.microsoft.com/office/drawing/2014/main" id="{70503720-7DA0-8D2C-659A-0B4F90129E49}"/>
              </a:ext>
            </a:extLst>
          </p:cNvPr>
          <p:cNvSpPr/>
          <p:nvPr/>
        </p:nvSpPr>
        <p:spPr>
          <a:xfrm>
            <a:off x="6498895" y="304046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B40169-D3AE-BDF7-C016-D222ACA967D4}"/>
              </a:ext>
            </a:extLst>
          </p:cNvPr>
          <p:cNvSpPr txBox="1"/>
          <p:nvPr/>
        </p:nvSpPr>
        <p:spPr>
          <a:xfrm>
            <a:off x="6085136" y="335844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9421EA36-9C7C-4E78-F42B-F1F6C2CA0D1B}"/>
              </a:ext>
            </a:extLst>
          </p:cNvPr>
          <p:cNvSpPr/>
          <p:nvPr/>
        </p:nvSpPr>
        <p:spPr>
          <a:xfrm>
            <a:off x="1523441" y="409351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하트 28">
            <a:extLst>
              <a:ext uri="{FF2B5EF4-FFF2-40B4-BE49-F238E27FC236}">
                <a16:creationId xmlns:a16="http://schemas.microsoft.com/office/drawing/2014/main" id="{751618CE-EEDA-435D-D4BA-B3037BC3E03A}"/>
              </a:ext>
            </a:extLst>
          </p:cNvPr>
          <p:cNvSpPr/>
          <p:nvPr/>
        </p:nvSpPr>
        <p:spPr>
          <a:xfrm>
            <a:off x="3222922" y="4091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E9A6E7-7EAE-51E5-CC66-8C6B2CF63615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2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4988-E498-61EB-5ACA-D8EA2A6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60BA391-189C-D8E5-E7D7-0AFD4EC01276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B5B831-8EB6-073E-1ED6-E303690BD23F}"/>
              </a:ext>
            </a:extLst>
          </p:cNvPr>
          <p:cNvSpPr/>
          <p:nvPr/>
        </p:nvSpPr>
        <p:spPr>
          <a:xfrm>
            <a:off x="45483" y="6133703"/>
            <a:ext cx="999065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216F0-3F7D-F6D9-F227-2A975FDEF804}"/>
              </a:ext>
            </a:extLst>
          </p:cNvPr>
          <p:cNvSpPr txBox="1"/>
          <p:nvPr/>
        </p:nvSpPr>
        <p:spPr>
          <a:xfrm>
            <a:off x="1307907" y="78285"/>
            <a:ext cx="26709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 err="1">
                <a:solidFill>
                  <a:srgbClr val="234DD3"/>
                </a:solidFill>
                <a:latin typeface="+mn-ea"/>
              </a:rPr>
              <a:t>여성케어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생활지원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089E-E3B7-5C2A-3DC5-83971E433B7B}"/>
              </a:ext>
            </a:extLst>
          </p:cNvPr>
          <p:cNvSpPr txBox="1"/>
          <p:nvPr/>
        </p:nvSpPr>
        <p:spPr>
          <a:xfrm>
            <a:off x="1302717" y="330494"/>
            <a:ext cx="1941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BDA83A-BE98-B12D-0705-B704A149B8FA}"/>
              </a:ext>
            </a:extLst>
          </p:cNvPr>
          <p:cNvSpPr/>
          <p:nvPr/>
        </p:nvSpPr>
        <p:spPr>
          <a:xfrm>
            <a:off x="7921129" y="58428"/>
            <a:ext cx="269176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 ,  CH-U-PR-02-02, 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F340-3699-82E0-F563-C2CFD937E99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7F7E-E6D8-5F2B-80CD-124FC9011A5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B70035C-5CBA-7713-11DC-8F690574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7259"/>
              </p:ext>
            </p:extLst>
          </p:nvPr>
        </p:nvGraphicFramePr>
        <p:xfrm>
          <a:off x="10128399" y="623854"/>
          <a:ext cx="2850436" cy="38425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선택 값 초기화 및 상품 목록 리스트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필터 기능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7~13p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공통 정의 참고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영역 접힘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항목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항목에 대한 디폴트 데이터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＂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귀속된 브랜드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영역에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데이터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데이터 목록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 선택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슬라이드 참고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52D86-B00D-6920-2B1D-53B4BDC8BF64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D77B3-D885-015D-7F1E-FFBE64F742FC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F7FDD7-E0B4-F2BE-0B09-F2D28445FB9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5E1855-F3B4-90C6-524A-EFE5C5D33A89}"/>
              </a:ext>
            </a:extLst>
          </p:cNvPr>
          <p:cNvSpPr/>
          <p:nvPr/>
        </p:nvSpPr>
        <p:spPr>
          <a:xfrm>
            <a:off x="1424783" y="2368742"/>
            <a:ext cx="2081668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7F8E861E-C7D3-7311-9FCA-FA299D9D4044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6" name="TextBox 114">
            <a:extLst>
              <a:ext uri="{FF2B5EF4-FFF2-40B4-BE49-F238E27FC236}">
                <a16:creationId xmlns:a16="http://schemas.microsoft.com/office/drawing/2014/main" id="{E1E5BC9D-7F6D-485B-954D-3C9FFBF267C7}"/>
              </a:ext>
            </a:extLst>
          </p:cNvPr>
          <p:cNvSpPr txBox="1"/>
          <p:nvPr/>
        </p:nvSpPr>
        <p:spPr>
          <a:xfrm>
            <a:off x="1440409" y="2783604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5469A37-FB5B-A99D-D335-1DFA4DEF4628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E5FFA0E-DD03-3FA2-CE85-4917134DC169}"/>
              </a:ext>
            </a:extLst>
          </p:cNvPr>
          <p:cNvCxnSpPr/>
          <p:nvPr/>
        </p:nvCxnSpPr>
        <p:spPr>
          <a:xfrm>
            <a:off x="1547742" y="3036493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998CBE4-14E1-D286-E8F1-C4F646FF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03595A79-11B8-3962-8FDE-F1515CE8C7AB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AF77673-1D6E-F6E8-4542-8CF03D3B67C6}"/>
              </a:ext>
            </a:extLst>
          </p:cNvPr>
          <p:cNvSpPr/>
          <p:nvPr/>
        </p:nvSpPr>
        <p:spPr>
          <a:xfrm>
            <a:off x="249" y="6666811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sp>
        <p:nvSpPr>
          <p:cNvPr id="64" name="TextBox 114">
            <a:extLst>
              <a:ext uri="{FF2B5EF4-FFF2-40B4-BE49-F238E27FC236}">
                <a16:creationId xmlns:a16="http://schemas.microsoft.com/office/drawing/2014/main" id="{5BCA366A-BEAB-159C-EF22-81F0902AFCC3}"/>
              </a:ext>
            </a:extLst>
          </p:cNvPr>
          <p:cNvSpPr txBox="1"/>
          <p:nvPr/>
        </p:nvSpPr>
        <p:spPr>
          <a:xfrm rot="10800000">
            <a:off x="3125025" y="2792173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물결 81">
            <a:extLst>
              <a:ext uri="{FF2B5EF4-FFF2-40B4-BE49-F238E27FC236}">
                <a16:creationId xmlns:a16="http://schemas.microsoft.com/office/drawing/2014/main" id="{B35F22C6-61FC-C494-5722-28C9745ACB80}"/>
              </a:ext>
            </a:extLst>
          </p:cNvPr>
          <p:cNvSpPr/>
          <p:nvPr/>
        </p:nvSpPr>
        <p:spPr>
          <a:xfrm>
            <a:off x="1431456" y="6568118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3" name="TextBox 114">
            <a:extLst>
              <a:ext uri="{FF2B5EF4-FFF2-40B4-BE49-F238E27FC236}">
                <a16:creationId xmlns:a16="http://schemas.microsoft.com/office/drawing/2014/main" id="{3EE41FCE-F30F-BE60-8364-B6304C2BFA28}"/>
              </a:ext>
            </a:extLst>
          </p:cNvPr>
          <p:cNvSpPr txBox="1"/>
          <p:nvPr/>
        </p:nvSpPr>
        <p:spPr>
          <a:xfrm>
            <a:off x="3552361" y="3105383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E8E4E475-73BF-D17C-F088-92C4A9507C62}"/>
              </a:ext>
            </a:extLst>
          </p:cNvPr>
          <p:cNvSpPr txBox="1"/>
          <p:nvPr/>
        </p:nvSpPr>
        <p:spPr>
          <a:xfrm>
            <a:off x="7991117" y="310953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793971D-83D8-00A0-F7BF-D3C5F5A3AB2D}"/>
              </a:ext>
            </a:extLst>
          </p:cNvPr>
          <p:cNvGrpSpPr/>
          <p:nvPr/>
        </p:nvGrpSpPr>
        <p:grpSpPr>
          <a:xfrm>
            <a:off x="3672657" y="2759759"/>
            <a:ext cx="519135" cy="196456"/>
            <a:chOff x="475380" y="4490631"/>
            <a:chExt cx="519135" cy="25657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B5EB-1326-6E23-9D23-8757D2638E1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382E0561-FE04-07F2-9D84-55007EA14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CE3D381-E0B2-D65C-4110-BD462F2ADD5B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C5598F6-0131-AC3A-85FB-A8B3D596C3F4}"/>
              </a:ext>
            </a:extLst>
          </p:cNvPr>
          <p:cNvGrpSpPr/>
          <p:nvPr/>
        </p:nvGrpSpPr>
        <p:grpSpPr>
          <a:xfrm>
            <a:off x="4218129" y="2761322"/>
            <a:ext cx="615315" cy="194890"/>
            <a:chOff x="475380" y="4492676"/>
            <a:chExt cx="615315" cy="25453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FFDC7C2-F768-3F43-4FB5-62471C87D9D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D166E3F6-8FD2-DD04-2B10-B2F2F8284D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6" name="그림 125">
            <a:extLst>
              <a:ext uri="{FF2B5EF4-FFF2-40B4-BE49-F238E27FC236}">
                <a16:creationId xmlns:a16="http://schemas.microsoft.com/office/drawing/2014/main" id="{9E36AC73-42FB-9A39-040C-61FE168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137" y="2779468"/>
            <a:ext cx="131240" cy="17571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44486866-C718-EF41-1755-134142A35156}"/>
              </a:ext>
            </a:extLst>
          </p:cNvPr>
          <p:cNvSpPr txBox="1"/>
          <p:nvPr/>
        </p:nvSpPr>
        <p:spPr>
          <a:xfrm>
            <a:off x="3592731" y="24291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1104C94-06EB-E2ED-F538-B4F1A718DB55}"/>
              </a:ext>
            </a:extLst>
          </p:cNvPr>
          <p:cNvSpPr/>
          <p:nvPr/>
        </p:nvSpPr>
        <p:spPr>
          <a:xfrm>
            <a:off x="3659916" y="258794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690475B-F5FB-5223-D41A-67B67AAA4C70}"/>
              </a:ext>
            </a:extLst>
          </p:cNvPr>
          <p:cNvGrpSpPr/>
          <p:nvPr/>
        </p:nvGrpSpPr>
        <p:grpSpPr>
          <a:xfrm>
            <a:off x="4869544" y="2761322"/>
            <a:ext cx="644730" cy="194890"/>
            <a:chOff x="475381" y="4492676"/>
            <a:chExt cx="644730" cy="25453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F1EF0A3-A6E5-D8FD-F508-272C4C9D06E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17D3F09-4BAC-C911-5F24-BB463E7684AB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B59A0BD0-D8D8-0E7E-B7B3-F2E24C14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100" y="2796526"/>
            <a:ext cx="166365" cy="132680"/>
          </a:xfrm>
          <a:prstGeom prst="rect">
            <a:avLst/>
          </a:prstGeom>
        </p:spPr>
      </p:pic>
      <p:sp>
        <p:nvSpPr>
          <p:cNvPr id="185" name="물결 184">
            <a:extLst>
              <a:ext uri="{FF2B5EF4-FFF2-40B4-BE49-F238E27FC236}">
                <a16:creationId xmlns:a16="http://schemas.microsoft.com/office/drawing/2014/main" id="{7E3A7807-CCDB-C06E-8B04-5FD298539C47}"/>
              </a:ext>
            </a:extLst>
          </p:cNvPr>
          <p:cNvSpPr/>
          <p:nvPr/>
        </p:nvSpPr>
        <p:spPr>
          <a:xfrm>
            <a:off x="3652912" y="6444605"/>
            <a:ext cx="5026242" cy="28803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3F334-4017-0EF6-DEB7-7BE199BE7194}"/>
              </a:ext>
            </a:extLst>
          </p:cNvPr>
          <p:cNvSpPr/>
          <p:nvPr/>
        </p:nvSpPr>
        <p:spPr>
          <a:xfrm>
            <a:off x="3668910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41D44C-7FB8-BB57-6D8B-D95908C6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27" y="4002492"/>
            <a:ext cx="1077259" cy="64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C58CA-CA6E-EDDF-1DD9-F91246FCDC6A}"/>
              </a:ext>
            </a:extLst>
          </p:cNvPr>
          <p:cNvSpPr txBox="1"/>
          <p:nvPr/>
        </p:nvSpPr>
        <p:spPr>
          <a:xfrm>
            <a:off x="3659916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A7936D-6363-5805-949E-17CC239B5944}"/>
              </a:ext>
            </a:extLst>
          </p:cNvPr>
          <p:cNvGrpSpPr/>
          <p:nvPr/>
        </p:nvGrpSpPr>
        <p:grpSpPr>
          <a:xfrm>
            <a:off x="3601375" y="4860429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F526F0-E153-6BD9-07FC-58964AA689E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E4F11E-6F71-A78D-6013-A4622BD2A72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B2DE9-D58C-4267-F901-AB5BA1F311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D9E31C-ACAF-5053-63E4-7BDF521BB557}"/>
              </a:ext>
            </a:extLst>
          </p:cNvPr>
          <p:cNvSpPr txBox="1"/>
          <p:nvPr/>
        </p:nvSpPr>
        <p:spPr>
          <a:xfrm>
            <a:off x="4116547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4744C27-47E1-EFC9-F7E3-0D7EE22E4C7C}"/>
              </a:ext>
            </a:extLst>
          </p:cNvPr>
          <p:cNvCxnSpPr>
            <a:cxnSpLocks/>
          </p:cNvCxnSpPr>
          <p:nvPr/>
        </p:nvCxnSpPr>
        <p:spPr>
          <a:xfrm rot="-900000">
            <a:off x="4240302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2AB0C-13F3-13E4-49E5-72204FA998F4}"/>
              </a:ext>
            </a:extLst>
          </p:cNvPr>
          <p:cNvSpPr txBox="1"/>
          <p:nvPr/>
        </p:nvSpPr>
        <p:spPr>
          <a:xfrm>
            <a:off x="5016949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39F0DF6-6DA9-86B2-0335-BA2A7C4FD741}"/>
              </a:ext>
            </a:extLst>
          </p:cNvPr>
          <p:cNvGrpSpPr/>
          <p:nvPr/>
        </p:nvGrpSpPr>
        <p:grpSpPr>
          <a:xfrm>
            <a:off x="3663345" y="4701543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C3991-3869-77A0-3AAE-438EEA91C60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54FA2-6972-992E-879F-BC25F98C80B1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239959-ECE9-5099-D9CA-937E652CB871}"/>
              </a:ext>
            </a:extLst>
          </p:cNvPr>
          <p:cNvGrpSpPr/>
          <p:nvPr/>
        </p:nvGrpSpPr>
        <p:grpSpPr>
          <a:xfrm>
            <a:off x="4005094" y="4701543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FD4E89-7371-B404-FC57-3EECC78B8A7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95CA7A-58A2-26DA-044A-14ABE55C5D5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30DD8D-EA06-11D9-BE5D-06E4E103C838}"/>
              </a:ext>
            </a:extLst>
          </p:cNvPr>
          <p:cNvSpPr/>
          <p:nvPr/>
        </p:nvSpPr>
        <p:spPr>
          <a:xfrm>
            <a:off x="5351334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7046967-B3F4-3229-90D5-6E431954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51" y="4002492"/>
            <a:ext cx="1077259" cy="6480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1973DB-04AD-490F-7496-97D4681B4A50}"/>
              </a:ext>
            </a:extLst>
          </p:cNvPr>
          <p:cNvSpPr txBox="1"/>
          <p:nvPr/>
        </p:nvSpPr>
        <p:spPr>
          <a:xfrm>
            <a:off x="5342340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C81E05-2FDE-99E0-884A-5A46B2D44134}"/>
              </a:ext>
            </a:extLst>
          </p:cNvPr>
          <p:cNvGrpSpPr/>
          <p:nvPr/>
        </p:nvGrpSpPr>
        <p:grpSpPr>
          <a:xfrm>
            <a:off x="5283799" y="4860429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AFF3BA-4B97-CB51-06BE-16051EFDD3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408B86-F122-5242-9C3E-7E3E874BBA6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E0F1F25-E94F-9AB7-1015-F18ACC5D1C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2A8A489-862A-FB6C-DBCC-D6003870660E}"/>
              </a:ext>
            </a:extLst>
          </p:cNvPr>
          <p:cNvSpPr txBox="1"/>
          <p:nvPr/>
        </p:nvSpPr>
        <p:spPr>
          <a:xfrm>
            <a:off x="5798971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5C79F4-55B8-FC7F-6532-90ECBC618D2D}"/>
              </a:ext>
            </a:extLst>
          </p:cNvPr>
          <p:cNvCxnSpPr>
            <a:cxnSpLocks/>
          </p:cNvCxnSpPr>
          <p:nvPr/>
        </p:nvCxnSpPr>
        <p:spPr>
          <a:xfrm rot="-900000">
            <a:off x="5922726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3CDBDA7-B92F-6BCD-D08E-8CD4D9AC0FA5}"/>
              </a:ext>
            </a:extLst>
          </p:cNvPr>
          <p:cNvSpPr txBox="1"/>
          <p:nvPr/>
        </p:nvSpPr>
        <p:spPr>
          <a:xfrm>
            <a:off x="6699373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C767C5-52D2-3F9E-2B89-6643A5FF22CF}"/>
              </a:ext>
            </a:extLst>
          </p:cNvPr>
          <p:cNvGrpSpPr/>
          <p:nvPr/>
        </p:nvGrpSpPr>
        <p:grpSpPr>
          <a:xfrm>
            <a:off x="5345769" y="4701543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331AB4D-5D68-0AC4-A1D2-AFC9B07E909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58B630-975E-7147-9764-CD38F208BB0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199A875-253E-DD55-27B8-DE256BA8E649}"/>
              </a:ext>
            </a:extLst>
          </p:cNvPr>
          <p:cNvSpPr/>
          <p:nvPr/>
        </p:nvSpPr>
        <p:spPr>
          <a:xfrm>
            <a:off x="6984913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BBA9A21-483F-A3F8-E0E0-B9E988F2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30" y="4002492"/>
            <a:ext cx="1077259" cy="64807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727C8F9-E1F9-7BA6-7943-074E6A5D8102}"/>
              </a:ext>
            </a:extLst>
          </p:cNvPr>
          <p:cNvSpPr txBox="1"/>
          <p:nvPr/>
        </p:nvSpPr>
        <p:spPr>
          <a:xfrm>
            <a:off x="6975919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B5E439B-B6D7-4E64-46C5-8B69201D5CC6}"/>
              </a:ext>
            </a:extLst>
          </p:cNvPr>
          <p:cNvGrpSpPr/>
          <p:nvPr/>
        </p:nvGrpSpPr>
        <p:grpSpPr>
          <a:xfrm>
            <a:off x="6917378" y="4860429"/>
            <a:ext cx="1719436" cy="1189218"/>
            <a:chOff x="2191413" y="1613537"/>
            <a:chExt cx="1719436" cy="1189218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A98812-1CF0-7325-90CD-E55B99EE1BB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7095EBC-30A8-E765-CBFB-623FB9B3B72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40B3EA-D557-A9F6-1F37-C1A9BCDD1F7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EA424B2-13F0-E57A-E3FB-8A26D5430D69}"/>
              </a:ext>
            </a:extLst>
          </p:cNvPr>
          <p:cNvSpPr txBox="1"/>
          <p:nvPr/>
        </p:nvSpPr>
        <p:spPr>
          <a:xfrm>
            <a:off x="8332952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884C730-8B6C-93E7-DE29-27B5701F9B03}"/>
              </a:ext>
            </a:extLst>
          </p:cNvPr>
          <p:cNvGrpSpPr/>
          <p:nvPr/>
        </p:nvGrpSpPr>
        <p:grpSpPr>
          <a:xfrm>
            <a:off x="6929567" y="4701543"/>
            <a:ext cx="415498" cy="207749"/>
            <a:chOff x="5585876" y="994409"/>
            <a:chExt cx="415498" cy="207749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B28BA6D5-C2E7-B637-287A-3861321A6C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023B8-F134-76C9-0278-AFA125A05384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F095DD86-A29B-378F-274A-CB9F05CE5941}"/>
              </a:ext>
            </a:extLst>
          </p:cNvPr>
          <p:cNvSpPr/>
          <p:nvPr/>
        </p:nvSpPr>
        <p:spPr>
          <a:xfrm>
            <a:off x="3108526" y="2322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B7A9E881-60E8-A650-EA44-D4826318BAE5}"/>
              </a:ext>
            </a:extLst>
          </p:cNvPr>
          <p:cNvSpPr/>
          <p:nvPr/>
        </p:nvSpPr>
        <p:spPr>
          <a:xfrm>
            <a:off x="1849292" y="27959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9A86DB81-1F27-A6A2-B4A4-88FAA68061A9}"/>
              </a:ext>
            </a:extLst>
          </p:cNvPr>
          <p:cNvSpPr/>
          <p:nvPr/>
        </p:nvSpPr>
        <p:spPr>
          <a:xfrm>
            <a:off x="4681300" y="26525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B90FD826-A5AE-B298-38EF-D30B378CC45B}"/>
              </a:ext>
            </a:extLst>
          </p:cNvPr>
          <p:cNvSpPr/>
          <p:nvPr/>
        </p:nvSpPr>
        <p:spPr>
          <a:xfrm>
            <a:off x="3221169" y="27044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F4FBD83-FCCE-7DD6-618A-F75F8FDE7856}"/>
              </a:ext>
            </a:extLst>
          </p:cNvPr>
          <p:cNvCxnSpPr/>
          <p:nvPr/>
        </p:nvCxnSpPr>
        <p:spPr>
          <a:xfrm>
            <a:off x="8679154" y="3682604"/>
            <a:ext cx="439337" cy="0"/>
          </a:xfrm>
          <a:prstGeom prst="line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2D28E3-25D3-FB4C-6209-9ACDAA014D0A}"/>
              </a:ext>
            </a:extLst>
          </p:cNvPr>
          <p:cNvSpPr txBox="1"/>
          <p:nvPr/>
        </p:nvSpPr>
        <p:spPr>
          <a:xfrm>
            <a:off x="8743796" y="3770167"/>
            <a:ext cx="11063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6A8DB0E-296C-51F0-148C-BE33A356A30B}"/>
              </a:ext>
            </a:extLst>
          </p:cNvPr>
          <p:cNvSpPr/>
          <p:nvPr/>
        </p:nvSpPr>
        <p:spPr>
          <a:xfrm>
            <a:off x="3667969" y="594980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8" name="하트 87">
            <a:extLst>
              <a:ext uri="{FF2B5EF4-FFF2-40B4-BE49-F238E27FC236}">
                <a16:creationId xmlns:a16="http://schemas.microsoft.com/office/drawing/2014/main" id="{C5BAE0C9-8905-5689-19FB-56D48084141D}"/>
              </a:ext>
            </a:extLst>
          </p:cNvPr>
          <p:cNvSpPr/>
          <p:nvPr/>
        </p:nvSpPr>
        <p:spPr>
          <a:xfrm>
            <a:off x="4942957" y="344248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하트 96">
            <a:extLst>
              <a:ext uri="{FF2B5EF4-FFF2-40B4-BE49-F238E27FC236}">
                <a16:creationId xmlns:a16="http://schemas.microsoft.com/office/drawing/2014/main" id="{14937BA8-FE96-AD1A-65EE-F1D4BEAC5AAA}"/>
              </a:ext>
            </a:extLst>
          </p:cNvPr>
          <p:cNvSpPr/>
          <p:nvPr/>
        </p:nvSpPr>
        <p:spPr>
          <a:xfrm>
            <a:off x="6642438" y="344062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5E27DEE-220D-268E-B1A7-6E779B14F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580" y="5988229"/>
            <a:ext cx="143137" cy="129778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2542FB7-732B-9537-92BF-9D0ECFBD640F}"/>
              </a:ext>
            </a:extLst>
          </p:cNvPr>
          <p:cNvSpPr/>
          <p:nvPr/>
        </p:nvSpPr>
        <p:spPr>
          <a:xfrm>
            <a:off x="5351334" y="593942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FD485FD4-8241-1A90-CF63-A4F140CDC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945" y="5977846"/>
            <a:ext cx="143137" cy="129778"/>
          </a:xfrm>
          <a:prstGeom prst="rect">
            <a:avLst/>
          </a:prstGeom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BDE902-11DB-42BE-ADF5-E2D9E70BD220}"/>
              </a:ext>
            </a:extLst>
          </p:cNvPr>
          <p:cNvSpPr/>
          <p:nvPr/>
        </p:nvSpPr>
        <p:spPr>
          <a:xfrm>
            <a:off x="6975919" y="59410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2704221-DA0E-C266-ED46-4E6946774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30" y="5979472"/>
            <a:ext cx="143137" cy="129778"/>
          </a:xfrm>
          <a:prstGeom prst="rect">
            <a:avLst/>
          </a:prstGeom>
        </p:spPr>
      </p:pic>
      <p:sp>
        <p:nvSpPr>
          <p:cNvPr id="115" name="하트 114">
            <a:extLst>
              <a:ext uri="{FF2B5EF4-FFF2-40B4-BE49-F238E27FC236}">
                <a16:creationId xmlns:a16="http://schemas.microsoft.com/office/drawing/2014/main" id="{9565A755-5B59-27E1-989C-76CA28B4D40A}"/>
              </a:ext>
            </a:extLst>
          </p:cNvPr>
          <p:cNvSpPr/>
          <p:nvPr/>
        </p:nvSpPr>
        <p:spPr>
          <a:xfrm>
            <a:off x="8273589" y="344248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0830D17A-2A83-AC2D-84E5-467D12CCB89C}"/>
              </a:ext>
            </a:extLst>
          </p:cNvPr>
          <p:cNvSpPr/>
          <p:nvPr/>
        </p:nvSpPr>
        <p:spPr>
          <a:xfrm>
            <a:off x="1538195" y="3145837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F5839C79-9465-E34C-2E68-5C45ACEC5DAA}"/>
              </a:ext>
            </a:extLst>
          </p:cNvPr>
          <p:cNvSpPr/>
          <p:nvPr/>
        </p:nvSpPr>
        <p:spPr>
          <a:xfrm>
            <a:off x="1530006" y="3343540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여성청소년 생리대지원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B0BEB3C-687B-A397-92C3-D73390D394C8}"/>
              </a:ext>
            </a:extLst>
          </p:cNvPr>
          <p:cNvSpPr/>
          <p:nvPr/>
        </p:nvSpPr>
        <p:spPr>
          <a:xfrm>
            <a:off x="1520472" y="354092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첫만남 이용권</a:t>
            </a:r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AFD105AB-AF0D-8838-644F-DF12F638ECCE}"/>
              </a:ext>
            </a:extLst>
          </p:cNvPr>
          <p:cNvSpPr txBox="1"/>
          <p:nvPr/>
        </p:nvSpPr>
        <p:spPr>
          <a:xfrm>
            <a:off x="1456389" y="379157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7CCA536B-5209-C0BD-21A5-8E9709ECC85C}"/>
              </a:ext>
            </a:extLst>
          </p:cNvPr>
          <p:cNvCxnSpPr/>
          <p:nvPr/>
        </p:nvCxnSpPr>
        <p:spPr>
          <a:xfrm>
            <a:off x="1538195" y="378020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2F52971-7DE2-E576-6474-9AD609408279}"/>
              </a:ext>
            </a:extLst>
          </p:cNvPr>
          <p:cNvCxnSpPr/>
          <p:nvPr/>
        </p:nvCxnSpPr>
        <p:spPr>
          <a:xfrm>
            <a:off x="1547742" y="402213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14">
            <a:extLst>
              <a:ext uri="{FF2B5EF4-FFF2-40B4-BE49-F238E27FC236}">
                <a16:creationId xmlns:a16="http://schemas.microsoft.com/office/drawing/2014/main" id="{42ABBBB8-C7B0-CA25-81BA-4BA0BF7D071E}"/>
              </a:ext>
            </a:extLst>
          </p:cNvPr>
          <p:cNvSpPr txBox="1"/>
          <p:nvPr/>
        </p:nvSpPr>
        <p:spPr>
          <a:xfrm rot="10800000">
            <a:off x="3140945" y="37960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16C36826-5D6E-2862-410B-A2243F834A9F}"/>
              </a:ext>
            </a:extLst>
          </p:cNvPr>
          <p:cNvSpPr/>
          <p:nvPr/>
        </p:nvSpPr>
        <p:spPr>
          <a:xfrm>
            <a:off x="1597292" y="40683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할인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84F21DEE-00F7-4B7E-E2D3-240A46A17E34}"/>
              </a:ext>
            </a:extLst>
          </p:cNvPr>
          <p:cNvSpPr/>
          <p:nvPr/>
        </p:nvSpPr>
        <p:spPr>
          <a:xfrm>
            <a:off x="1623662" y="425672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사은품</a:t>
            </a:r>
          </a:p>
        </p:txBody>
      </p:sp>
      <p:sp>
        <p:nvSpPr>
          <p:cNvPr id="172" name="TextBox 114">
            <a:extLst>
              <a:ext uri="{FF2B5EF4-FFF2-40B4-BE49-F238E27FC236}">
                <a16:creationId xmlns:a16="http://schemas.microsoft.com/office/drawing/2014/main" id="{CA5C823B-AC95-166A-4B39-52F61F21A4CC}"/>
              </a:ext>
            </a:extLst>
          </p:cNvPr>
          <p:cNvSpPr txBox="1"/>
          <p:nvPr/>
        </p:nvSpPr>
        <p:spPr>
          <a:xfrm>
            <a:off x="1443704" y="451569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3E2E0F3-F46F-E0DE-CA7F-0CC03E106019}"/>
              </a:ext>
            </a:extLst>
          </p:cNvPr>
          <p:cNvCxnSpPr/>
          <p:nvPr/>
        </p:nvCxnSpPr>
        <p:spPr>
          <a:xfrm>
            <a:off x="1525510" y="450432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DBAAC7E-3FB8-F581-08C2-6114D8B1EE55}"/>
              </a:ext>
            </a:extLst>
          </p:cNvPr>
          <p:cNvCxnSpPr/>
          <p:nvPr/>
        </p:nvCxnSpPr>
        <p:spPr>
          <a:xfrm>
            <a:off x="1535057" y="474625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14">
            <a:extLst>
              <a:ext uri="{FF2B5EF4-FFF2-40B4-BE49-F238E27FC236}">
                <a16:creationId xmlns:a16="http://schemas.microsoft.com/office/drawing/2014/main" id="{3A958FF6-5D69-702D-99B7-87973950A7C0}"/>
              </a:ext>
            </a:extLst>
          </p:cNvPr>
          <p:cNvSpPr txBox="1"/>
          <p:nvPr/>
        </p:nvSpPr>
        <p:spPr>
          <a:xfrm rot="10800000">
            <a:off x="3128260" y="452018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51A1A6B-8270-D03C-9D17-0C68FD457EB0}"/>
              </a:ext>
            </a:extLst>
          </p:cNvPr>
          <p:cNvSpPr/>
          <p:nvPr/>
        </p:nvSpPr>
        <p:spPr>
          <a:xfrm>
            <a:off x="1511444" y="4820746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EB243FC-A2C3-7BC1-BDF2-6F51D7051C41}"/>
              </a:ext>
            </a:extLst>
          </p:cNvPr>
          <p:cNvSpPr/>
          <p:nvPr/>
        </p:nvSpPr>
        <p:spPr>
          <a:xfrm>
            <a:off x="1597603" y="49924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42DEA11-9584-0FE9-C85B-4861DEFE9571}"/>
              </a:ext>
            </a:extLst>
          </p:cNvPr>
          <p:cNvSpPr/>
          <p:nvPr/>
        </p:nvSpPr>
        <p:spPr>
          <a:xfrm>
            <a:off x="1554911" y="5147140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9C96FE7E-FAC9-C033-DE57-8F850D622435}"/>
              </a:ext>
            </a:extLst>
          </p:cNvPr>
          <p:cNvSpPr/>
          <p:nvPr/>
        </p:nvSpPr>
        <p:spPr>
          <a:xfrm>
            <a:off x="1558862" y="531083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E9C3C0E9-445E-B8E7-9141-FBEA43BC227C}"/>
              </a:ext>
            </a:extLst>
          </p:cNvPr>
          <p:cNvSpPr/>
          <p:nvPr/>
        </p:nvSpPr>
        <p:spPr>
          <a:xfrm>
            <a:off x="1577391" y="54655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0DF81A20-1FBF-19C8-E82D-2C967FAFA0D9}"/>
              </a:ext>
            </a:extLst>
          </p:cNvPr>
          <p:cNvSpPr/>
          <p:nvPr/>
        </p:nvSpPr>
        <p:spPr>
          <a:xfrm>
            <a:off x="1608632" y="5610213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203" name="TextBox 114">
            <a:extLst>
              <a:ext uri="{FF2B5EF4-FFF2-40B4-BE49-F238E27FC236}">
                <a16:creationId xmlns:a16="http://schemas.microsoft.com/office/drawing/2014/main" id="{491288E0-7653-D88B-71E5-820A56A62717}"/>
              </a:ext>
            </a:extLst>
          </p:cNvPr>
          <p:cNvSpPr txBox="1"/>
          <p:nvPr/>
        </p:nvSpPr>
        <p:spPr>
          <a:xfrm>
            <a:off x="1459524" y="581938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8374751-ABF9-B4C8-AC02-61A8F22C04D4}"/>
              </a:ext>
            </a:extLst>
          </p:cNvPr>
          <p:cNvCxnSpPr/>
          <p:nvPr/>
        </p:nvCxnSpPr>
        <p:spPr>
          <a:xfrm>
            <a:off x="1541330" y="580801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21FFC37-4B78-A02F-F7C7-C61305FBABB3}"/>
              </a:ext>
            </a:extLst>
          </p:cNvPr>
          <p:cNvCxnSpPr/>
          <p:nvPr/>
        </p:nvCxnSpPr>
        <p:spPr>
          <a:xfrm>
            <a:off x="1550877" y="604994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114">
            <a:extLst>
              <a:ext uri="{FF2B5EF4-FFF2-40B4-BE49-F238E27FC236}">
                <a16:creationId xmlns:a16="http://schemas.microsoft.com/office/drawing/2014/main" id="{7B58F62F-5301-D822-CF27-98AE3128F274}"/>
              </a:ext>
            </a:extLst>
          </p:cNvPr>
          <p:cNvSpPr txBox="1"/>
          <p:nvPr/>
        </p:nvSpPr>
        <p:spPr>
          <a:xfrm rot="10800000">
            <a:off x="3144080" y="582387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706ACE2B-8C54-C2EE-B688-11429144912F}"/>
              </a:ext>
            </a:extLst>
          </p:cNvPr>
          <p:cNvSpPr/>
          <p:nvPr/>
        </p:nvSpPr>
        <p:spPr>
          <a:xfrm>
            <a:off x="1527264" y="61244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E2C7C480-C510-2DE0-5088-EF35C28080F7}"/>
              </a:ext>
            </a:extLst>
          </p:cNvPr>
          <p:cNvSpPr/>
          <p:nvPr/>
        </p:nvSpPr>
        <p:spPr>
          <a:xfrm>
            <a:off x="1613423" y="6296129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국내 기저귀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4A3957-6EF2-8A1C-2A79-E1DF95E96892}"/>
              </a:ext>
            </a:extLst>
          </p:cNvPr>
          <p:cNvSpPr/>
          <p:nvPr/>
        </p:nvSpPr>
        <p:spPr>
          <a:xfrm>
            <a:off x="1613212" y="6451067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수입기저귀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1C38314-47E9-DBEE-1479-DD532A737319}"/>
              </a:ext>
            </a:extLst>
          </p:cNvPr>
          <p:cNvSpPr/>
          <p:nvPr/>
        </p:nvSpPr>
        <p:spPr>
          <a:xfrm>
            <a:off x="1778074" y="481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AC05B3-9700-21F6-83AD-313FCA18987C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18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68FA51-1530-045A-9A09-AF06738F7ECA}"/>
              </a:ext>
            </a:extLst>
          </p:cNvPr>
          <p:cNvSpPr/>
          <p:nvPr/>
        </p:nvSpPr>
        <p:spPr>
          <a:xfrm>
            <a:off x="3559034" y="231038"/>
            <a:ext cx="5074886" cy="65015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DF31E-5ABB-5DE2-1FA1-CD945D54A894}"/>
              </a:ext>
            </a:extLst>
          </p:cNvPr>
          <p:cNvSpPr/>
          <p:nvPr/>
        </p:nvSpPr>
        <p:spPr>
          <a:xfrm>
            <a:off x="1440409" y="231038"/>
            <a:ext cx="2081668" cy="6573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285F2C3-DA1D-9F3D-A7C8-020602917D29}"/>
              </a:ext>
            </a:extLst>
          </p:cNvPr>
          <p:cNvSpPr/>
          <p:nvPr/>
        </p:nvSpPr>
        <p:spPr>
          <a:xfrm>
            <a:off x="5584298" y="615262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099C9-E6AD-630D-AD78-67E9BD0612E9}"/>
              </a:ext>
            </a:extLst>
          </p:cNvPr>
          <p:cNvSpPr txBox="1"/>
          <p:nvPr/>
        </p:nvSpPr>
        <p:spPr>
          <a:xfrm>
            <a:off x="3659916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863411-66A9-E3C1-852C-5CCFCCCAF085}"/>
              </a:ext>
            </a:extLst>
          </p:cNvPr>
          <p:cNvGrpSpPr/>
          <p:nvPr/>
        </p:nvGrpSpPr>
        <p:grpSpPr>
          <a:xfrm>
            <a:off x="3601375" y="757394"/>
            <a:ext cx="1719436" cy="1189218"/>
            <a:chOff x="2191413" y="1613537"/>
            <a:chExt cx="1719436" cy="11892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22591B-F02E-50A5-5E6A-EA69424638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5D831D-19D2-F391-0514-43BB285D329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E2A477-8948-2276-450F-CCD0F3031BF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479-9D4E-DC77-FB1D-59CBC7B3A54C}"/>
              </a:ext>
            </a:extLst>
          </p:cNvPr>
          <p:cNvSpPr txBox="1"/>
          <p:nvPr/>
        </p:nvSpPr>
        <p:spPr>
          <a:xfrm>
            <a:off x="4116547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7E59B2-88DC-4A54-87C4-0884CB0193CF}"/>
              </a:ext>
            </a:extLst>
          </p:cNvPr>
          <p:cNvCxnSpPr>
            <a:cxnSpLocks/>
          </p:cNvCxnSpPr>
          <p:nvPr/>
        </p:nvCxnSpPr>
        <p:spPr>
          <a:xfrm rot="-900000">
            <a:off x="4240302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72EB8C-F873-D4B3-9F87-D2F78CF5D84C}"/>
              </a:ext>
            </a:extLst>
          </p:cNvPr>
          <p:cNvSpPr txBox="1"/>
          <p:nvPr/>
        </p:nvSpPr>
        <p:spPr>
          <a:xfrm>
            <a:off x="5016949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D74647-A4F1-EB57-6E3A-57F59D07436F}"/>
              </a:ext>
            </a:extLst>
          </p:cNvPr>
          <p:cNvGrpSpPr/>
          <p:nvPr/>
        </p:nvGrpSpPr>
        <p:grpSpPr>
          <a:xfrm>
            <a:off x="3663345" y="539949"/>
            <a:ext cx="482570" cy="207749"/>
            <a:chOff x="5613970" y="995901"/>
            <a:chExt cx="482570" cy="207749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3353E77-0B35-E669-F016-E6A3A76C305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437D05-DC41-BC6D-24AA-6DC5DC8AAA6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BCCAA-A462-DD61-D4D6-272B4BEA2C57}"/>
              </a:ext>
            </a:extLst>
          </p:cNvPr>
          <p:cNvGrpSpPr/>
          <p:nvPr/>
        </p:nvGrpSpPr>
        <p:grpSpPr>
          <a:xfrm>
            <a:off x="4005094" y="539949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FBCEBF3-5708-12E2-987C-04B3FE1AF0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D859B9-C620-3F22-6B2E-6D15F367058D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946EB89-0EC4-0F8B-C754-4F4140CAE7D1}"/>
              </a:ext>
            </a:extLst>
          </p:cNvPr>
          <p:cNvSpPr txBox="1"/>
          <p:nvPr/>
        </p:nvSpPr>
        <p:spPr>
          <a:xfrm>
            <a:off x="5342340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35D4C8-34DF-9E9A-1CE5-AFBF488CB35D}"/>
              </a:ext>
            </a:extLst>
          </p:cNvPr>
          <p:cNvGrpSpPr/>
          <p:nvPr/>
        </p:nvGrpSpPr>
        <p:grpSpPr>
          <a:xfrm>
            <a:off x="5283799" y="757394"/>
            <a:ext cx="1719436" cy="1189218"/>
            <a:chOff x="2191413" y="1613537"/>
            <a:chExt cx="1719436" cy="118921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F7B74D-3DAF-257D-79B0-59C8F63028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549CA-F244-ACD2-83D7-D7035DC53C3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C8A87-FF46-B00D-D56C-EA7F20B6BD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40C6001-8A36-78B7-02C7-166EABE1AEA7}"/>
              </a:ext>
            </a:extLst>
          </p:cNvPr>
          <p:cNvSpPr txBox="1"/>
          <p:nvPr/>
        </p:nvSpPr>
        <p:spPr>
          <a:xfrm>
            <a:off x="5798971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0E7FAE-49AF-0306-EAE2-59D36D3DD90B}"/>
              </a:ext>
            </a:extLst>
          </p:cNvPr>
          <p:cNvCxnSpPr>
            <a:cxnSpLocks/>
          </p:cNvCxnSpPr>
          <p:nvPr/>
        </p:nvCxnSpPr>
        <p:spPr>
          <a:xfrm rot="-900000">
            <a:off x="5922726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FF7ED-C77B-65B0-484F-FD2FF36059A1}"/>
              </a:ext>
            </a:extLst>
          </p:cNvPr>
          <p:cNvSpPr txBox="1"/>
          <p:nvPr/>
        </p:nvSpPr>
        <p:spPr>
          <a:xfrm>
            <a:off x="6699373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A55264-5F4C-2278-3FC6-F55DF8FD6F79}"/>
              </a:ext>
            </a:extLst>
          </p:cNvPr>
          <p:cNvGrpSpPr/>
          <p:nvPr/>
        </p:nvGrpSpPr>
        <p:grpSpPr>
          <a:xfrm>
            <a:off x="5345769" y="539949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FE1C047-C73F-2CC3-1C19-64AFBD8AB0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B5C875-9879-F6AA-B62C-D9BE32C245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C282A7-4E7A-88B8-114C-ADF5343C4BE5}"/>
              </a:ext>
            </a:extLst>
          </p:cNvPr>
          <p:cNvSpPr txBox="1"/>
          <p:nvPr/>
        </p:nvSpPr>
        <p:spPr>
          <a:xfrm>
            <a:off x="6975919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225413-DEBE-BBE8-2DDD-1CF52BA17D0B}"/>
              </a:ext>
            </a:extLst>
          </p:cNvPr>
          <p:cNvGrpSpPr/>
          <p:nvPr/>
        </p:nvGrpSpPr>
        <p:grpSpPr>
          <a:xfrm>
            <a:off x="6917378" y="757394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F1FF33-429F-E0F2-1C03-94635090934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07DCCA-FE5B-D582-3388-EF09EAD414C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BCB8EC-237A-4187-0520-FCFFBDF06B14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DAF70A-B767-E09F-9700-262BC06B086B}"/>
              </a:ext>
            </a:extLst>
          </p:cNvPr>
          <p:cNvSpPr txBox="1"/>
          <p:nvPr/>
        </p:nvSpPr>
        <p:spPr>
          <a:xfrm>
            <a:off x="8332952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296D6DC-E588-11D7-937D-6A4C124877CE}"/>
              </a:ext>
            </a:extLst>
          </p:cNvPr>
          <p:cNvGrpSpPr/>
          <p:nvPr/>
        </p:nvGrpSpPr>
        <p:grpSpPr>
          <a:xfrm>
            <a:off x="6929567" y="539949"/>
            <a:ext cx="415498" cy="207749"/>
            <a:chOff x="5585876" y="994409"/>
            <a:chExt cx="415498" cy="20774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A901F90-BA88-C8E0-F4B8-0CF40E003C1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D2A89A8-DB4C-0C54-FBF5-486C9DC2F19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1DD52A8-D5FF-94F5-6DC6-0A8B2291A2D6}"/>
              </a:ext>
            </a:extLst>
          </p:cNvPr>
          <p:cNvSpPr/>
          <p:nvPr/>
        </p:nvSpPr>
        <p:spPr>
          <a:xfrm>
            <a:off x="3672801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DE92F04A-71EB-130B-610B-1819DE1E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218" y="3047087"/>
            <a:ext cx="1077259" cy="648072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1EA1D60A-8542-BF56-9F8F-1146899E15B6}"/>
              </a:ext>
            </a:extLst>
          </p:cNvPr>
          <p:cNvSpPr txBox="1"/>
          <p:nvPr/>
        </p:nvSpPr>
        <p:spPr>
          <a:xfrm>
            <a:off x="3663807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925CFE5-F4DD-9A61-DCDA-9302F9F37FFD}"/>
              </a:ext>
            </a:extLst>
          </p:cNvPr>
          <p:cNvGrpSpPr/>
          <p:nvPr/>
        </p:nvGrpSpPr>
        <p:grpSpPr>
          <a:xfrm>
            <a:off x="3605266" y="3963583"/>
            <a:ext cx="1719436" cy="1189218"/>
            <a:chOff x="2191413" y="1613537"/>
            <a:chExt cx="1719436" cy="118921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5F206-47A7-FC4F-410A-799D6695CF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C0CA45F-1B36-AA83-F715-AD20FE6DE3A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6261F-53F1-708B-54D1-E38C4F18706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A36D2231-301C-AFEB-55C7-19C4E797C6CE}"/>
              </a:ext>
            </a:extLst>
          </p:cNvPr>
          <p:cNvSpPr txBox="1"/>
          <p:nvPr/>
        </p:nvSpPr>
        <p:spPr>
          <a:xfrm>
            <a:off x="4120438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4648920-A7C3-8605-89A9-7047DB28868B}"/>
              </a:ext>
            </a:extLst>
          </p:cNvPr>
          <p:cNvCxnSpPr>
            <a:cxnSpLocks/>
          </p:cNvCxnSpPr>
          <p:nvPr/>
        </p:nvCxnSpPr>
        <p:spPr>
          <a:xfrm rot="-900000">
            <a:off x="4244193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A2E3817-33A1-A2E2-734D-518E05F9D914}"/>
              </a:ext>
            </a:extLst>
          </p:cNvPr>
          <p:cNvSpPr txBox="1"/>
          <p:nvPr/>
        </p:nvSpPr>
        <p:spPr>
          <a:xfrm>
            <a:off x="5020840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1FB5FC8-7B0C-3D53-2CDA-26FA6F834ACA}"/>
              </a:ext>
            </a:extLst>
          </p:cNvPr>
          <p:cNvGrpSpPr/>
          <p:nvPr/>
        </p:nvGrpSpPr>
        <p:grpSpPr>
          <a:xfrm>
            <a:off x="3667236" y="3746138"/>
            <a:ext cx="482570" cy="207749"/>
            <a:chOff x="5613970" y="995901"/>
            <a:chExt cx="482570" cy="207749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20824E3A-BDCC-8480-4DDE-143DDA1953B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E543AB-03BD-5F3A-0D09-97D75DF73A9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F4E616D-B649-6832-EB63-CCFE0330A3C3}"/>
              </a:ext>
            </a:extLst>
          </p:cNvPr>
          <p:cNvGrpSpPr/>
          <p:nvPr/>
        </p:nvGrpSpPr>
        <p:grpSpPr>
          <a:xfrm>
            <a:off x="4008985" y="3746138"/>
            <a:ext cx="415498" cy="207749"/>
            <a:chOff x="5585876" y="994409"/>
            <a:chExt cx="415498" cy="207749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C47F1CA-9CF8-A64B-A1D5-1BBE53A4700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02FCD72-A360-E720-9D5A-8F5517459D6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9123FE3-B8EF-E88D-67A0-9DC3DDB1D02A}"/>
              </a:ext>
            </a:extLst>
          </p:cNvPr>
          <p:cNvSpPr/>
          <p:nvPr/>
        </p:nvSpPr>
        <p:spPr>
          <a:xfrm>
            <a:off x="5355225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4089BEE3-4896-1C36-6B25-E17996A1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2" y="3047087"/>
            <a:ext cx="1077259" cy="64807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20E3E18-9FE6-4136-B16F-FFCC5C1FDE16}"/>
              </a:ext>
            </a:extLst>
          </p:cNvPr>
          <p:cNvSpPr txBox="1"/>
          <p:nvPr/>
        </p:nvSpPr>
        <p:spPr>
          <a:xfrm>
            <a:off x="5346231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EB316F9-226A-35C8-E23B-8593382AE3CF}"/>
              </a:ext>
            </a:extLst>
          </p:cNvPr>
          <p:cNvGrpSpPr/>
          <p:nvPr/>
        </p:nvGrpSpPr>
        <p:grpSpPr>
          <a:xfrm>
            <a:off x="5287690" y="3963583"/>
            <a:ext cx="1719436" cy="1189218"/>
            <a:chOff x="2191413" y="1613537"/>
            <a:chExt cx="1719436" cy="118921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D3C542-F238-5B00-0545-BD387DD89E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2CB651F-7D57-DFB1-9D61-60235859FBC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6E3A030-8495-D815-867D-9B6BD2AC600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49F2C-EF7F-153C-A418-9CBFA89A2CCC}"/>
              </a:ext>
            </a:extLst>
          </p:cNvPr>
          <p:cNvSpPr txBox="1"/>
          <p:nvPr/>
        </p:nvSpPr>
        <p:spPr>
          <a:xfrm>
            <a:off x="5802862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413626D-C3CB-6832-8C55-1E003B02612C}"/>
              </a:ext>
            </a:extLst>
          </p:cNvPr>
          <p:cNvCxnSpPr>
            <a:cxnSpLocks/>
          </p:cNvCxnSpPr>
          <p:nvPr/>
        </p:nvCxnSpPr>
        <p:spPr>
          <a:xfrm rot="-900000">
            <a:off x="5926617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B9D867-A99E-9446-1E63-918613F2C54A}"/>
              </a:ext>
            </a:extLst>
          </p:cNvPr>
          <p:cNvSpPr txBox="1"/>
          <p:nvPr/>
        </p:nvSpPr>
        <p:spPr>
          <a:xfrm>
            <a:off x="6703264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A89B8EC0-500B-6C74-A861-25EBE6759CA2}"/>
              </a:ext>
            </a:extLst>
          </p:cNvPr>
          <p:cNvGrpSpPr/>
          <p:nvPr/>
        </p:nvGrpSpPr>
        <p:grpSpPr>
          <a:xfrm>
            <a:off x="5349660" y="3746138"/>
            <a:ext cx="482570" cy="207749"/>
            <a:chOff x="5613970" y="995901"/>
            <a:chExt cx="482570" cy="207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78924A3-EA3B-5F7F-B861-575C001DA96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F405E46-0F81-D902-A494-D7A9B0AF3EC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16FD51B-8A65-1B47-F83F-F1669E374FB0}"/>
              </a:ext>
            </a:extLst>
          </p:cNvPr>
          <p:cNvSpPr/>
          <p:nvPr/>
        </p:nvSpPr>
        <p:spPr>
          <a:xfrm>
            <a:off x="6988804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5" name="그림 164">
            <a:extLst>
              <a:ext uri="{FF2B5EF4-FFF2-40B4-BE49-F238E27FC236}">
                <a16:creationId xmlns:a16="http://schemas.microsoft.com/office/drawing/2014/main" id="{ADCD042A-238A-A7FB-C8F0-A741C5B7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1" y="3047087"/>
            <a:ext cx="1077259" cy="64807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21F72855-2D98-CDCA-007D-7B823E313590}"/>
              </a:ext>
            </a:extLst>
          </p:cNvPr>
          <p:cNvSpPr txBox="1"/>
          <p:nvPr/>
        </p:nvSpPr>
        <p:spPr>
          <a:xfrm>
            <a:off x="6979810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3798062-213F-1D70-F340-C1FFDC3413FC}"/>
              </a:ext>
            </a:extLst>
          </p:cNvPr>
          <p:cNvGrpSpPr/>
          <p:nvPr/>
        </p:nvGrpSpPr>
        <p:grpSpPr>
          <a:xfrm>
            <a:off x="6921269" y="3963583"/>
            <a:ext cx="1719436" cy="1189218"/>
            <a:chOff x="2191413" y="1613537"/>
            <a:chExt cx="1719436" cy="118921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6420B-5641-F815-CCFF-DBE743522E2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30C7D2-1D59-D355-CAF9-E781DA61108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EDA60C-C5FB-1027-FB72-5EC6FACCB7D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16A34FC5-E269-A71F-F323-FAB6DC75F4B2}"/>
              </a:ext>
            </a:extLst>
          </p:cNvPr>
          <p:cNvSpPr txBox="1"/>
          <p:nvPr/>
        </p:nvSpPr>
        <p:spPr>
          <a:xfrm>
            <a:off x="8336843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3B794F9-AF6B-26A1-3BE5-7AF01131D7BD}"/>
              </a:ext>
            </a:extLst>
          </p:cNvPr>
          <p:cNvGrpSpPr/>
          <p:nvPr/>
        </p:nvGrpSpPr>
        <p:grpSpPr>
          <a:xfrm>
            <a:off x="6933458" y="3746138"/>
            <a:ext cx="415498" cy="207749"/>
            <a:chOff x="5585876" y="994409"/>
            <a:chExt cx="415498" cy="20774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D4DBDB24-F0AA-D6EC-745E-2467FC8B6E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CDCF9E0-8A61-3F87-24B7-F2651851D24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0" name="물결 179">
            <a:extLst>
              <a:ext uri="{FF2B5EF4-FFF2-40B4-BE49-F238E27FC236}">
                <a16:creationId xmlns:a16="http://schemas.microsoft.com/office/drawing/2014/main" id="{EC315207-33DC-E38D-306D-D0905DE172B7}"/>
              </a:ext>
            </a:extLst>
          </p:cNvPr>
          <p:cNvSpPr/>
          <p:nvPr/>
        </p:nvSpPr>
        <p:spPr>
          <a:xfrm>
            <a:off x="3571052" y="268313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E02AB29-A564-165A-2959-7CA56FCC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11886"/>
              </p:ext>
            </p:extLst>
          </p:nvPr>
        </p:nvGraphicFramePr>
        <p:xfrm>
          <a:off x="10128399" y="623854"/>
          <a:ext cx="2850436" cy="24459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2B3E0DF8-E04A-CD63-A61C-2D0BA196AB64}"/>
              </a:ext>
            </a:extLst>
          </p:cNvPr>
          <p:cNvSpPr/>
          <p:nvPr/>
        </p:nvSpPr>
        <p:spPr>
          <a:xfrm>
            <a:off x="6251286" y="6018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A1939-0C29-50A4-9E94-6AC577B3652C}"/>
              </a:ext>
            </a:extLst>
          </p:cNvPr>
          <p:cNvSpPr txBox="1"/>
          <p:nvPr/>
        </p:nvSpPr>
        <p:spPr>
          <a:xfrm>
            <a:off x="6327388" y="6332195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추가 출력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5768E08-74B1-749B-CEFB-35AADBFE2717}"/>
              </a:ext>
            </a:extLst>
          </p:cNvPr>
          <p:cNvSpPr/>
          <p:nvPr/>
        </p:nvSpPr>
        <p:spPr>
          <a:xfrm>
            <a:off x="3667969" y="500739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7AC50298-A5AB-7022-1883-C18013184DB1}"/>
              </a:ext>
            </a:extLst>
          </p:cNvPr>
          <p:cNvSpPr/>
          <p:nvPr/>
        </p:nvSpPr>
        <p:spPr>
          <a:xfrm>
            <a:off x="4942957" y="2500070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하트 46">
            <a:extLst>
              <a:ext uri="{FF2B5EF4-FFF2-40B4-BE49-F238E27FC236}">
                <a16:creationId xmlns:a16="http://schemas.microsoft.com/office/drawing/2014/main" id="{83DF7597-3409-E7DA-A323-646AC1E3F040}"/>
              </a:ext>
            </a:extLst>
          </p:cNvPr>
          <p:cNvSpPr/>
          <p:nvPr/>
        </p:nvSpPr>
        <p:spPr>
          <a:xfrm>
            <a:off x="6642438" y="249821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E437870-3193-2FBA-A9C4-B3651C56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0" y="5045814"/>
            <a:ext cx="143137" cy="129778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B5D6B35-6C54-2A90-D3A2-45D80F4BD3BC}"/>
              </a:ext>
            </a:extLst>
          </p:cNvPr>
          <p:cNvSpPr/>
          <p:nvPr/>
        </p:nvSpPr>
        <p:spPr>
          <a:xfrm>
            <a:off x="5351334" y="499700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55349F2-FBAA-641E-1336-331D86BE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45" y="5035431"/>
            <a:ext cx="143137" cy="12977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1CB8E8-0FCA-8947-DB8F-DB2850B60876}"/>
              </a:ext>
            </a:extLst>
          </p:cNvPr>
          <p:cNvSpPr/>
          <p:nvPr/>
        </p:nvSpPr>
        <p:spPr>
          <a:xfrm>
            <a:off x="6975919" y="499863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F2AC8BF-7895-67A2-E413-1BDF6DB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0" y="5037057"/>
            <a:ext cx="143137" cy="129778"/>
          </a:xfrm>
          <a:prstGeom prst="rect">
            <a:avLst/>
          </a:prstGeom>
        </p:spPr>
      </p:pic>
      <p:sp>
        <p:nvSpPr>
          <p:cNvPr id="65" name="하트 64">
            <a:extLst>
              <a:ext uri="{FF2B5EF4-FFF2-40B4-BE49-F238E27FC236}">
                <a16:creationId xmlns:a16="http://schemas.microsoft.com/office/drawing/2014/main" id="{6A8D9CA5-1955-0180-B850-2901914EF772}"/>
              </a:ext>
            </a:extLst>
          </p:cNvPr>
          <p:cNvSpPr/>
          <p:nvPr/>
        </p:nvSpPr>
        <p:spPr>
          <a:xfrm>
            <a:off x="8273589" y="250007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60A920F-0C2F-4EB9-DCD2-E506FB189E0F}"/>
              </a:ext>
            </a:extLst>
          </p:cNvPr>
          <p:cNvSpPr/>
          <p:nvPr/>
        </p:nvSpPr>
        <p:spPr>
          <a:xfrm>
            <a:off x="3610770" y="185079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117002C-E86A-1392-BF48-927AC1C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381" y="1889216"/>
            <a:ext cx="143137" cy="129778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690A142-9B69-DF0F-7129-BAA3D43541DF}"/>
              </a:ext>
            </a:extLst>
          </p:cNvPr>
          <p:cNvSpPr/>
          <p:nvPr/>
        </p:nvSpPr>
        <p:spPr>
          <a:xfrm>
            <a:off x="5294135" y="1840411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97AD640-2F59-1F41-FC75-F4E9F88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46" y="1878833"/>
            <a:ext cx="143137" cy="129778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E8348C-5421-96B3-92EA-56D59CB6B06A}"/>
              </a:ext>
            </a:extLst>
          </p:cNvPr>
          <p:cNvSpPr/>
          <p:nvPr/>
        </p:nvSpPr>
        <p:spPr>
          <a:xfrm>
            <a:off x="6918720" y="184203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240B2119-1E99-8043-DC64-02927607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31" y="1880459"/>
            <a:ext cx="143137" cy="129778"/>
          </a:xfrm>
          <a:prstGeom prst="rect">
            <a:avLst/>
          </a:prstGeom>
        </p:spPr>
      </p:pic>
      <p:sp>
        <p:nvSpPr>
          <p:cNvPr id="125" name="TextBox 114">
            <a:extLst>
              <a:ext uri="{FF2B5EF4-FFF2-40B4-BE49-F238E27FC236}">
                <a16:creationId xmlns:a16="http://schemas.microsoft.com/office/drawing/2014/main" id="{3BD90154-E5E6-369A-3697-43DDE0E707F6}"/>
              </a:ext>
            </a:extLst>
          </p:cNvPr>
          <p:cNvSpPr txBox="1"/>
          <p:nvPr/>
        </p:nvSpPr>
        <p:spPr>
          <a:xfrm>
            <a:off x="5349888" y="61782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14">
            <a:extLst>
              <a:ext uri="{FF2B5EF4-FFF2-40B4-BE49-F238E27FC236}">
                <a16:creationId xmlns:a16="http://schemas.microsoft.com/office/drawing/2014/main" id="{099EE46C-5770-C985-3BDF-430821A8ED4D}"/>
              </a:ext>
            </a:extLst>
          </p:cNvPr>
          <p:cNvSpPr txBox="1"/>
          <p:nvPr/>
        </p:nvSpPr>
        <p:spPr>
          <a:xfrm>
            <a:off x="1462240" y="28132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1FCCB8-9880-7829-383B-7D2447C6C4CA}"/>
              </a:ext>
            </a:extLst>
          </p:cNvPr>
          <p:cNvCxnSpPr/>
          <p:nvPr/>
        </p:nvCxnSpPr>
        <p:spPr>
          <a:xfrm>
            <a:off x="1533275" y="23701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002F65E-1FAF-0033-FA46-922408C95ADF}"/>
              </a:ext>
            </a:extLst>
          </p:cNvPr>
          <p:cNvCxnSpPr/>
          <p:nvPr/>
        </p:nvCxnSpPr>
        <p:spPr>
          <a:xfrm>
            <a:off x="1569573" y="53421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14">
            <a:extLst>
              <a:ext uri="{FF2B5EF4-FFF2-40B4-BE49-F238E27FC236}">
                <a16:creationId xmlns:a16="http://schemas.microsoft.com/office/drawing/2014/main" id="{AA6B19B6-4A27-3500-DC58-CCDD44E9EEFC}"/>
              </a:ext>
            </a:extLst>
          </p:cNvPr>
          <p:cNvSpPr txBox="1"/>
          <p:nvPr/>
        </p:nvSpPr>
        <p:spPr>
          <a:xfrm rot="10800000">
            <a:off x="3146856" y="28989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물결 175">
            <a:extLst>
              <a:ext uri="{FF2B5EF4-FFF2-40B4-BE49-F238E27FC236}">
                <a16:creationId xmlns:a16="http://schemas.microsoft.com/office/drawing/2014/main" id="{1DF15C53-4E54-2DCF-3122-7133C8204A2F}"/>
              </a:ext>
            </a:extLst>
          </p:cNvPr>
          <p:cNvSpPr/>
          <p:nvPr/>
        </p:nvSpPr>
        <p:spPr>
          <a:xfrm>
            <a:off x="1440864" y="3980497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7" name="모서리가 둥근 직사각형 114">
            <a:extLst>
              <a:ext uri="{FF2B5EF4-FFF2-40B4-BE49-F238E27FC236}">
                <a16:creationId xmlns:a16="http://schemas.microsoft.com/office/drawing/2014/main" id="{9C89A96B-6EFA-AD25-EB90-B7846E4C6A3A}"/>
              </a:ext>
            </a:extLst>
          </p:cNvPr>
          <p:cNvSpPr/>
          <p:nvPr/>
        </p:nvSpPr>
        <p:spPr>
          <a:xfrm>
            <a:off x="1871123" y="293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7AFD5CBA-F7E1-9F73-11D9-8CC8AD329FEA}"/>
              </a:ext>
            </a:extLst>
          </p:cNvPr>
          <p:cNvSpPr/>
          <p:nvPr/>
        </p:nvSpPr>
        <p:spPr>
          <a:xfrm>
            <a:off x="1451137" y="595754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군 기저귀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2E75451-1C69-67DE-AD10-0FFF7F4E2A2C}"/>
              </a:ext>
            </a:extLst>
          </p:cNvPr>
          <p:cNvSpPr/>
          <p:nvPr/>
        </p:nvSpPr>
        <p:spPr>
          <a:xfrm>
            <a:off x="1451137" y="773975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깨끗한 나라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A80BB6AC-C799-F64C-ED02-F541E61AF46D}"/>
              </a:ext>
            </a:extLst>
          </p:cNvPr>
          <p:cNvSpPr/>
          <p:nvPr/>
        </p:nvSpPr>
        <p:spPr>
          <a:xfrm>
            <a:off x="1451137" y="957534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나비잠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056B02B-C426-7DF0-6C37-902FBCAF7C24}"/>
              </a:ext>
            </a:extLst>
          </p:cNvPr>
          <p:cNvSpPr/>
          <p:nvPr/>
        </p:nvSpPr>
        <p:spPr>
          <a:xfrm>
            <a:off x="1287961" y="387144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EBC466B-DCF0-98BC-4CFD-ADFABC43AC00}"/>
              </a:ext>
            </a:extLst>
          </p:cNvPr>
          <p:cNvSpPr/>
          <p:nvPr/>
        </p:nvSpPr>
        <p:spPr>
          <a:xfrm>
            <a:off x="1447094" y="110711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네이처러브메레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42F8FDE5-8D8A-B2A8-11F2-B240A2B81492}"/>
              </a:ext>
            </a:extLst>
          </p:cNvPr>
          <p:cNvSpPr/>
          <p:nvPr/>
        </p:nvSpPr>
        <p:spPr>
          <a:xfrm>
            <a:off x="1447094" y="129067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네추럴블라썸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7E2894-E8B9-7952-DF8F-038FC53C6863}"/>
              </a:ext>
            </a:extLst>
          </p:cNvPr>
          <p:cNvSpPr/>
          <p:nvPr/>
        </p:nvSpPr>
        <p:spPr>
          <a:xfrm>
            <a:off x="1287961" y="146799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7" name="TextBox 114">
            <a:extLst>
              <a:ext uri="{FF2B5EF4-FFF2-40B4-BE49-F238E27FC236}">
                <a16:creationId xmlns:a16="http://schemas.microsoft.com/office/drawing/2014/main" id="{79C35733-FB4E-F059-E04D-26C4BBB15854}"/>
              </a:ext>
            </a:extLst>
          </p:cNvPr>
          <p:cNvSpPr txBox="1"/>
          <p:nvPr/>
        </p:nvSpPr>
        <p:spPr>
          <a:xfrm>
            <a:off x="1465797" y="175391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99459D0-F403-3974-DF5C-01B168C47B91}"/>
              </a:ext>
            </a:extLst>
          </p:cNvPr>
          <p:cNvCxnSpPr/>
          <p:nvPr/>
        </p:nvCxnSpPr>
        <p:spPr>
          <a:xfrm>
            <a:off x="1504261" y="1710079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418F32A3-8C60-F602-7956-178DC2F28149}"/>
              </a:ext>
            </a:extLst>
          </p:cNvPr>
          <p:cNvCxnSpPr/>
          <p:nvPr/>
        </p:nvCxnSpPr>
        <p:spPr>
          <a:xfrm>
            <a:off x="1540559" y="200728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14">
            <a:extLst>
              <a:ext uri="{FF2B5EF4-FFF2-40B4-BE49-F238E27FC236}">
                <a16:creationId xmlns:a16="http://schemas.microsoft.com/office/drawing/2014/main" id="{0D9A73F4-DEDB-1E4F-B418-33C0748D426C}"/>
              </a:ext>
            </a:extLst>
          </p:cNvPr>
          <p:cNvSpPr txBox="1"/>
          <p:nvPr/>
        </p:nvSpPr>
        <p:spPr>
          <a:xfrm rot="10800000">
            <a:off x="3117842" y="176296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80222DC-D675-681E-2006-D9332FAA0C21}"/>
              </a:ext>
            </a:extLst>
          </p:cNvPr>
          <p:cNvSpPr/>
          <p:nvPr/>
        </p:nvSpPr>
        <p:spPr>
          <a:xfrm>
            <a:off x="1422123" y="2068821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팬티형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049414A-EDDC-E8B7-6AA1-9336641ABD54}"/>
              </a:ext>
            </a:extLst>
          </p:cNvPr>
          <p:cNvSpPr/>
          <p:nvPr/>
        </p:nvSpPr>
        <p:spPr>
          <a:xfrm>
            <a:off x="1422123" y="2247042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밴드형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29C4128-4BF6-F7A2-FA28-29B93F40A445}"/>
              </a:ext>
            </a:extLst>
          </p:cNvPr>
          <p:cNvSpPr/>
          <p:nvPr/>
        </p:nvSpPr>
        <p:spPr>
          <a:xfrm>
            <a:off x="1422123" y="2430601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일자형</a:t>
            </a:r>
          </a:p>
        </p:txBody>
      </p:sp>
      <p:sp>
        <p:nvSpPr>
          <p:cNvPr id="195" name="TextBox 114">
            <a:extLst>
              <a:ext uri="{FF2B5EF4-FFF2-40B4-BE49-F238E27FC236}">
                <a16:creationId xmlns:a16="http://schemas.microsoft.com/office/drawing/2014/main" id="{2365E0B9-105F-6163-F0CA-7A2C2E08599D}"/>
              </a:ext>
            </a:extLst>
          </p:cNvPr>
          <p:cNvSpPr txBox="1"/>
          <p:nvPr/>
        </p:nvSpPr>
        <p:spPr>
          <a:xfrm>
            <a:off x="1509711" y="269266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9922945-3FFC-A46C-8D01-87B0F5549C15}"/>
              </a:ext>
            </a:extLst>
          </p:cNvPr>
          <p:cNvCxnSpPr/>
          <p:nvPr/>
        </p:nvCxnSpPr>
        <p:spPr>
          <a:xfrm>
            <a:off x="1548175" y="264883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2CC6848-7621-8324-5C8F-AD54A3921D16}"/>
              </a:ext>
            </a:extLst>
          </p:cNvPr>
          <p:cNvCxnSpPr/>
          <p:nvPr/>
        </p:nvCxnSpPr>
        <p:spPr>
          <a:xfrm>
            <a:off x="1584473" y="294603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14">
            <a:extLst>
              <a:ext uri="{FF2B5EF4-FFF2-40B4-BE49-F238E27FC236}">
                <a16:creationId xmlns:a16="http://schemas.microsoft.com/office/drawing/2014/main" id="{37738456-A54F-D747-E15A-EECD1001A16D}"/>
              </a:ext>
            </a:extLst>
          </p:cNvPr>
          <p:cNvSpPr txBox="1"/>
          <p:nvPr/>
        </p:nvSpPr>
        <p:spPr>
          <a:xfrm rot="10800000">
            <a:off x="3161756" y="270171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4E51906-6C4A-F0FB-D2A9-BDC2CE0A42BB}"/>
              </a:ext>
            </a:extLst>
          </p:cNvPr>
          <p:cNvSpPr/>
          <p:nvPr/>
        </p:nvSpPr>
        <p:spPr>
          <a:xfrm>
            <a:off x="1466037" y="3007577"/>
            <a:ext cx="1076323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347FDBD-3E0F-4860-1ADF-7B80229F39B8}"/>
              </a:ext>
            </a:extLst>
          </p:cNvPr>
          <p:cNvSpPr/>
          <p:nvPr/>
        </p:nvSpPr>
        <p:spPr>
          <a:xfrm>
            <a:off x="1466037" y="318579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BA20E5-C989-E318-AE16-8780E9FECC0C}"/>
              </a:ext>
            </a:extLst>
          </p:cNvPr>
          <p:cNvSpPr/>
          <p:nvPr/>
        </p:nvSpPr>
        <p:spPr>
          <a:xfrm>
            <a:off x="1466037" y="336935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6266C6FB-AF7D-D995-842F-5E0F11130883}"/>
              </a:ext>
            </a:extLst>
          </p:cNvPr>
          <p:cNvSpPr/>
          <p:nvPr/>
        </p:nvSpPr>
        <p:spPr>
          <a:xfrm>
            <a:off x="1462240" y="3524997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F88245A-5454-196C-4E64-84123BF20503}"/>
              </a:ext>
            </a:extLst>
          </p:cNvPr>
          <p:cNvSpPr/>
          <p:nvPr/>
        </p:nvSpPr>
        <p:spPr>
          <a:xfrm>
            <a:off x="1462240" y="3708556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TextBox 114">
            <a:extLst>
              <a:ext uri="{FF2B5EF4-FFF2-40B4-BE49-F238E27FC236}">
                <a16:creationId xmlns:a16="http://schemas.microsoft.com/office/drawing/2014/main" id="{E843173E-75EF-59D7-9C62-53856CEF2E67}"/>
              </a:ext>
            </a:extLst>
          </p:cNvPr>
          <p:cNvSpPr txBox="1"/>
          <p:nvPr/>
        </p:nvSpPr>
        <p:spPr>
          <a:xfrm>
            <a:off x="1465710" y="42818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F8653EE-4864-849C-8FA3-4CB492CBBB14}"/>
              </a:ext>
            </a:extLst>
          </p:cNvPr>
          <p:cNvCxnSpPr/>
          <p:nvPr/>
        </p:nvCxnSpPr>
        <p:spPr>
          <a:xfrm>
            <a:off x="1557063" y="45249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114">
            <a:extLst>
              <a:ext uri="{FF2B5EF4-FFF2-40B4-BE49-F238E27FC236}">
                <a16:creationId xmlns:a16="http://schemas.microsoft.com/office/drawing/2014/main" id="{2C807470-6FB0-02B3-C2E7-8520CD87207F}"/>
              </a:ext>
            </a:extLst>
          </p:cNvPr>
          <p:cNvSpPr txBox="1"/>
          <p:nvPr/>
        </p:nvSpPr>
        <p:spPr>
          <a:xfrm rot="10800000">
            <a:off x="3150326" y="42535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30BCBAE-58C5-EEED-CFE0-B15DF0C1C82D}"/>
              </a:ext>
            </a:extLst>
          </p:cNvPr>
          <p:cNvSpPr txBox="1"/>
          <p:nvPr/>
        </p:nvSpPr>
        <p:spPr>
          <a:xfrm>
            <a:off x="1474427" y="4578690"/>
            <a:ext cx="999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미니 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(XS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이하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소</a:t>
            </a:r>
            <a:r>
              <a:rPr lang="en-US" altLang="ko-KR" sz="800" spc="-150" dirty="0">
                <a:latin typeface="+mn-ea"/>
              </a:rPr>
              <a:t>(S)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중</a:t>
            </a:r>
            <a:r>
              <a:rPr lang="en-US" altLang="ko-KR" sz="800" spc="-150" dirty="0">
                <a:latin typeface="+mn-ea"/>
              </a:rPr>
              <a:t>(M)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대</a:t>
            </a:r>
            <a:r>
              <a:rPr lang="en-US" altLang="ko-KR" sz="800" spc="-150" dirty="0">
                <a:latin typeface="+mn-ea"/>
              </a:rPr>
              <a:t>(L)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특대</a:t>
            </a:r>
            <a:r>
              <a:rPr lang="en-US" altLang="ko-KR" sz="800" spc="-150" dirty="0">
                <a:latin typeface="+mn-ea"/>
              </a:rPr>
              <a:t>(XL</a:t>
            </a:r>
            <a:r>
              <a:rPr lang="ko-KR" altLang="en-US" sz="800" spc="-150" dirty="0">
                <a:latin typeface="+mn-ea"/>
              </a:rPr>
              <a:t>이상</a:t>
            </a:r>
            <a:r>
              <a:rPr lang="en-US" altLang="ko-KR" sz="800" spc="-150" dirty="0">
                <a:latin typeface="+mn-ea"/>
              </a:rPr>
              <a:t>)</a:t>
            </a:r>
          </a:p>
        </p:txBody>
      </p:sp>
      <p:sp>
        <p:nvSpPr>
          <p:cNvPr id="209" name="TextBox 114">
            <a:extLst>
              <a:ext uri="{FF2B5EF4-FFF2-40B4-BE49-F238E27FC236}">
                <a16:creationId xmlns:a16="http://schemas.microsoft.com/office/drawing/2014/main" id="{E8036708-255E-4640-82C4-DDBD4A66F0B8}"/>
              </a:ext>
            </a:extLst>
          </p:cNvPr>
          <p:cNvSpPr txBox="1"/>
          <p:nvPr/>
        </p:nvSpPr>
        <p:spPr>
          <a:xfrm>
            <a:off x="1488795" y="55910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1CCEF11-F41F-9568-5C03-3BC9D7153E14}"/>
              </a:ext>
            </a:extLst>
          </p:cNvPr>
          <p:cNvCxnSpPr/>
          <p:nvPr/>
        </p:nvCxnSpPr>
        <p:spPr>
          <a:xfrm>
            <a:off x="1559830" y="550984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9CA4B99-C800-2769-9A0E-81CCEBAA3E19}"/>
              </a:ext>
            </a:extLst>
          </p:cNvPr>
          <p:cNvCxnSpPr/>
          <p:nvPr/>
        </p:nvCxnSpPr>
        <p:spPr>
          <a:xfrm>
            <a:off x="1580148" y="58341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14">
            <a:extLst>
              <a:ext uri="{FF2B5EF4-FFF2-40B4-BE49-F238E27FC236}">
                <a16:creationId xmlns:a16="http://schemas.microsoft.com/office/drawing/2014/main" id="{CB740BF0-1143-E199-3418-8C77D842AAB3}"/>
              </a:ext>
            </a:extLst>
          </p:cNvPr>
          <p:cNvSpPr txBox="1"/>
          <p:nvPr/>
        </p:nvSpPr>
        <p:spPr>
          <a:xfrm rot="10800000">
            <a:off x="3173411" y="55627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94DC42B-ABB2-4697-CAB3-A112C63BB31F}"/>
              </a:ext>
            </a:extLst>
          </p:cNvPr>
          <p:cNvSpPr txBox="1"/>
          <p:nvPr/>
        </p:nvSpPr>
        <p:spPr>
          <a:xfrm>
            <a:off x="1497512" y="5887890"/>
            <a:ext cx="999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남녀공용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여아용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남아용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E567C4B-46AD-B421-DE81-6C19D72EA9FE}"/>
              </a:ext>
            </a:extLst>
          </p:cNvPr>
          <p:cNvSpPr txBox="1"/>
          <p:nvPr/>
        </p:nvSpPr>
        <p:spPr>
          <a:xfrm>
            <a:off x="1494396" y="643075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75799BD7-EB54-C06D-1B0E-795D0BA6C2CC}"/>
              </a:ext>
            </a:extLst>
          </p:cNvPr>
          <p:cNvCxnSpPr/>
          <p:nvPr/>
        </p:nvCxnSpPr>
        <p:spPr>
          <a:xfrm>
            <a:off x="1565431" y="634955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43E92334-678F-86FF-B316-F7C9063CB5A0}"/>
              </a:ext>
            </a:extLst>
          </p:cNvPr>
          <p:cNvCxnSpPr/>
          <p:nvPr/>
        </p:nvCxnSpPr>
        <p:spPr>
          <a:xfrm>
            <a:off x="1585749" y="667390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14">
            <a:extLst>
              <a:ext uri="{FF2B5EF4-FFF2-40B4-BE49-F238E27FC236}">
                <a16:creationId xmlns:a16="http://schemas.microsoft.com/office/drawing/2014/main" id="{39F5AE23-70E5-24B1-5F93-95CCCA444623}"/>
              </a:ext>
            </a:extLst>
          </p:cNvPr>
          <p:cNvSpPr txBox="1"/>
          <p:nvPr/>
        </p:nvSpPr>
        <p:spPr>
          <a:xfrm rot="10800000">
            <a:off x="3179012" y="640243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AFF6-DD98-77D9-5F1C-11F41288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2552B8-7550-BEBD-D965-CE719D7DD92A}"/>
              </a:ext>
            </a:extLst>
          </p:cNvPr>
          <p:cNvSpPr/>
          <p:nvPr/>
        </p:nvSpPr>
        <p:spPr>
          <a:xfrm>
            <a:off x="1440409" y="231038"/>
            <a:ext cx="2081668" cy="30638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9E8D5A6-AF00-B5D1-C4E8-E3E71C1B3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49072"/>
              </p:ext>
            </p:extLst>
          </p:nvPr>
        </p:nvGraphicFramePr>
        <p:xfrm>
          <a:off x="10128399" y="623854"/>
          <a:ext cx="2850436" cy="25304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이상 데이터가 있는 경우 출력되는 기능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나머지 데이터 전체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01A597AE-2DE0-5616-3BF5-EA15BA1DCC83}"/>
              </a:ext>
            </a:extLst>
          </p:cNvPr>
          <p:cNvSpPr txBox="1"/>
          <p:nvPr/>
        </p:nvSpPr>
        <p:spPr>
          <a:xfrm>
            <a:off x="1493979" y="265102"/>
            <a:ext cx="999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유기농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친환경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89" name="TextBox 114">
            <a:extLst>
              <a:ext uri="{FF2B5EF4-FFF2-40B4-BE49-F238E27FC236}">
                <a16:creationId xmlns:a16="http://schemas.microsoft.com/office/drawing/2014/main" id="{1C70FA7A-FFB4-FD4A-0F77-6C3B2DB64DA8}"/>
              </a:ext>
            </a:extLst>
          </p:cNvPr>
          <p:cNvSpPr txBox="1"/>
          <p:nvPr/>
        </p:nvSpPr>
        <p:spPr>
          <a:xfrm>
            <a:off x="1481990" y="66433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수영장용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6BDB36C-1FF8-6B5C-0D9F-2B00876FE431}"/>
              </a:ext>
            </a:extLst>
          </p:cNvPr>
          <p:cNvCxnSpPr/>
          <p:nvPr/>
        </p:nvCxnSpPr>
        <p:spPr>
          <a:xfrm>
            <a:off x="1556297" y="65772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1329EC8-2812-CF9B-2FF0-EE24049CF7F9}"/>
              </a:ext>
            </a:extLst>
          </p:cNvPr>
          <p:cNvCxnSpPr/>
          <p:nvPr/>
        </p:nvCxnSpPr>
        <p:spPr>
          <a:xfrm>
            <a:off x="1573343" y="89516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4">
            <a:extLst>
              <a:ext uri="{FF2B5EF4-FFF2-40B4-BE49-F238E27FC236}">
                <a16:creationId xmlns:a16="http://schemas.microsoft.com/office/drawing/2014/main" id="{B89F69A7-5B6E-7AF9-3465-0C1E32664934}"/>
              </a:ext>
            </a:extLst>
          </p:cNvPr>
          <p:cNvSpPr txBox="1"/>
          <p:nvPr/>
        </p:nvSpPr>
        <p:spPr>
          <a:xfrm rot="10800000">
            <a:off x="3166606" y="67914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54087D-8913-6FB6-9ED9-4B5888048B9B}"/>
              </a:ext>
            </a:extLst>
          </p:cNvPr>
          <p:cNvSpPr txBox="1"/>
          <p:nvPr/>
        </p:nvSpPr>
        <p:spPr>
          <a:xfrm>
            <a:off x="1490707" y="967176"/>
            <a:ext cx="999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수영장용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8" name="TextBox 114">
            <a:extLst>
              <a:ext uri="{FF2B5EF4-FFF2-40B4-BE49-F238E27FC236}">
                <a16:creationId xmlns:a16="http://schemas.microsoft.com/office/drawing/2014/main" id="{7488DBDA-34BC-9EEF-FACE-ACB1906F8AE7}"/>
              </a:ext>
            </a:extLst>
          </p:cNvPr>
          <p:cNvSpPr txBox="1"/>
          <p:nvPr/>
        </p:nvSpPr>
        <p:spPr>
          <a:xfrm>
            <a:off x="1465293" y="131240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5E7BB81B-DFEE-0050-C2FE-5B162FCDE117}"/>
              </a:ext>
            </a:extLst>
          </p:cNvPr>
          <p:cNvCxnSpPr/>
          <p:nvPr/>
        </p:nvCxnSpPr>
        <p:spPr>
          <a:xfrm>
            <a:off x="1536328" y="1255208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6E71029-0095-E5DC-8BC9-DFB88BAC0B09}"/>
              </a:ext>
            </a:extLst>
          </p:cNvPr>
          <p:cNvCxnSpPr/>
          <p:nvPr/>
        </p:nvCxnSpPr>
        <p:spPr>
          <a:xfrm>
            <a:off x="1556646" y="152125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4">
            <a:extLst>
              <a:ext uri="{FF2B5EF4-FFF2-40B4-BE49-F238E27FC236}">
                <a16:creationId xmlns:a16="http://schemas.microsoft.com/office/drawing/2014/main" id="{05F7AD3B-30CB-D210-AA85-B3D7CCDAED34}"/>
              </a:ext>
            </a:extLst>
          </p:cNvPr>
          <p:cNvSpPr txBox="1"/>
          <p:nvPr/>
        </p:nvSpPr>
        <p:spPr>
          <a:xfrm rot="10800000">
            <a:off x="3149909" y="129701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E754102-D929-68B3-1FA0-A38A1FFB7F06}"/>
              </a:ext>
            </a:extLst>
          </p:cNvPr>
          <p:cNvSpPr txBox="1"/>
          <p:nvPr/>
        </p:nvSpPr>
        <p:spPr>
          <a:xfrm>
            <a:off x="1474010" y="1574954"/>
            <a:ext cx="999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851A804-E89F-BDE6-41FD-E7159163C5EB}"/>
              </a:ext>
            </a:extLst>
          </p:cNvPr>
          <p:cNvSpPr/>
          <p:nvPr/>
        </p:nvSpPr>
        <p:spPr>
          <a:xfrm>
            <a:off x="1214784" y="2254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A62080-5B1E-B4E3-E894-996F5E888065}"/>
              </a:ext>
            </a:extLst>
          </p:cNvPr>
          <p:cNvSpPr txBox="1"/>
          <p:nvPr/>
        </p:nvSpPr>
        <p:spPr>
          <a:xfrm>
            <a:off x="3665272" y="195329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13CB5F3-84DB-BAA9-9D3A-27FB98481563}"/>
              </a:ext>
            </a:extLst>
          </p:cNvPr>
          <p:cNvCxnSpPr/>
          <p:nvPr/>
        </p:nvCxnSpPr>
        <p:spPr>
          <a:xfrm>
            <a:off x="3736307" y="187209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D466D7D-F419-068D-E5BD-2032391C59CD}"/>
              </a:ext>
            </a:extLst>
          </p:cNvPr>
          <p:cNvCxnSpPr/>
          <p:nvPr/>
        </p:nvCxnSpPr>
        <p:spPr>
          <a:xfrm>
            <a:off x="3756625" y="219644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14">
            <a:extLst>
              <a:ext uri="{FF2B5EF4-FFF2-40B4-BE49-F238E27FC236}">
                <a16:creationId xmlns:a16="http://schemas.microsoft.com/office/drawing/2014/main" id="{40C55FFC-8F76-D20D-991E-07BBF44F32E8}"/>
              </a:ext>
            </a:extLst>
          </p:cNvPr>
          <p:cNvSpPr txBox="1"/>
          <p:nvPr/>
        </p:nvSpPr>
        <p:spPr>
          <a:xfrm rot="10800000">
            <a:off x="5349888" y="192497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945496-1248-3FA2-8088-92079924B7CD}"/>
              </a:ext>
            </a:extLst>
          </p:cNvPr>
          <p:cNvSpPr txBox="1"/>
          <p:nvPr/>
        </p:nvSpPr>
        <p:spPr>
          <a:xfrm>
            <a:off x="3673989" y="2250138"/>
            <a:ext cx="9998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5" name="연결선: 구부러짐 144">
            <a:extLst>
              <a:ext uri="{FF2B5EF4-FFF2-40B4-BE49-F238E27FC236}">
                <a16:creationId xmlns:a16="http://schemas.microsoft.com/office/drawing/2014/main" id="{05B53485-0185-3D79-AD29-37B76E72ACED}"/>
              </a:ext>
            </a:extLst>
          </p:cNvPr>
          <p:cNvCxnSpPr>
            <a:cxnSpLocks/>
            <a:stCxn id="114" idx="2"/>
            <a:endCxn id="115" idx="1"/>
          </p:cNvCxnSpPr>
          <p:nvPr/>
        </p:nvCxnSpPr>
        <p:spPr>
          <a:xfrm rot="5400000" flipH="1" flipV="1">
            <a:off x="2465979" y="1285569"/>
            <a:ext cx="416149" cy="1982436"/>
          </a:xfrm>
          <a:prstGeom prst="curvedConnector4">
            <a:avLst>
              <a:gd name="adj1" fmla="val -54932"/>
              <a:gd name="adj2" fmla="val 61805"/>
            </a:avLst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04B563E2-DFD9-676B-F754-3C330B4B64B1}"/>
              </a:ext>
            </a:extLst>
          </p:cNvPr>
          <p:cNvSpPr/>
          <p:nvPr/>
        </p:nvSpPr>
        <p:spPr>
          <a:xfrm>
            <a:off x="1948468" y="2263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5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C683-B44C-361E-8A07-CE11A939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2A35147-3224-A8D4-9893-437B9FD182B4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FD79A-7995-0FEA-5A65-5CB20C9519B1}"/>
              </a:ext>
            </a:extLst>
          </p:cNvPr>
          <p:cNvSpPr/>
          <p:nvPr/>
        </p:nvSpPr>
        <p:spPr>
          <a:xfrm>
            <a:off x="72257" y="6141110"/>
            <a:ext cx="1000911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B2EF-31FA-DD59-5361-79AD65A7CA27}"/>
              </a:ext>
            </a:extLst>
          </p:cNvPr>
          <p:cNvSpPr txBox="1"/>
          <p:nvPr/>
        </p:nvSpPr>
        <p:spPr>
          <a:xfrm>
            <a:off x="1307907" y="78285"/>
            <a:ext cx="1891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21817-8892-872D-EF9A-23F10B318824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AE1B-B9F9-F676-50CF-09708FB24C79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05C78-D547-A431-29C7-30558BD9B5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52DC-8E16-7CB0-20AF-5C4F4BE4057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4930E1A-875D-198F-E37F-FB6383E6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93565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카테고리 선택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none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바우처별 상품 찾기로 접근한 경우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 1-1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선택한 값이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필터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1-2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조건에 자동 선택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되어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처리됨</a:t>
                      </a:r>
                      <a:endParaRPr lang="en-US" altLang="ko-KR" sz="8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E62EFDD-1287-F6E5-E510-44EB90D9FD91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8E062-87C1-5210-8C4F-A6D7442A8B96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6D5C22-26C9-6C79-73D2-6B48481B895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DE057A-BDC1-397B-D8A9-AB64287D476A}"/>
              </a:ext>
            </a:extLst>
          </p:cNvPr>
          <p:cNvSpPr/>
          <p:nvPr/>
        </p:nvSpPr>
        <p:spPr>
          <a:xfrm>
            <a:off x="1438759" y="2330946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4FD49D48-A296-77A6-EA78-718E861ECB68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8E5C1C8-7069-6838-1F2B-2F0207761280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3CBD12D-1B5C-CA99-5F21-7FCCF612C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6687AF56-FA73-B817-D1BC-D094C73A90E4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575000E-DA91-1D96-3358-736C480F3DD7}"/>
              </a:ext>
            </a:extLst>
          </p:cNvPr>
          <p:cNvSpPr txBox="1"/>
          <p:nvPr/>
        </p:nvSpPr>
        <p:spPr>
          <a:xfrm>
            <a:off x="3596496" y="24735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8933DDD-9CB9-3286-69DE-5742FEBF2B1B}"/>
              </a:ext>
            </a:extLst>
          </p:cNvPr>
          <p:cNvSpPr/>
          <p:nvPr/>
        </p:nvSpPr>
        <p:spPr>
          <a:xfrm>
            <a:off x="5328964" y="2620524"/>
            <a:ext cx="720000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F88CA-8AE4-8111-6B18-10C46237D2F0}"/>
              </a:ext>
            </a:extLst>
          </p:cNvPr>
          <p:cNvSpPr/>
          <p:nvPr/>
        </p:nvSpPr>
        <p:spPr>
          <a:xfrm>
            <a:off x="3263557" y="1980874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A4E13A-F8E2-465A-AC48-3F4AF07CBAF7}"/>
              </a:ext>
            </a:extLst>
          </p:cNvPr>
          <p:cNvCxnSpPr/>
          <p:nvPr/>
        </p:nvCxnSpPr>
        <p:spPr>
          <a:xfrm>
            <a:off x="3616526" y="2726722"/>
            <a:ext cx="478738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14">
            <a:extLst>
              <a:ext uri="{FF2B5EF4-FFF2-40B4-BE49-F238E27FC236}">
                <a16:creationId xmlns:a16="http://schemas.microsoft.com/office/drawing/2014/main" id="{FCB1FE12-A7D5-A5C7-7773-E9397883BD0D}"/>
              </a:ext>
            </a:extLst>
          </p:cNvPr>
          <p:cNvSpPr txBox="1"/>
          <p:nvPr/>
        </p:nvSpPr>
        <p:spPr>
          <a:xfrm>
            <a:off x="3567023" y="390078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58" name="TextBox 114">
            <a:extLst>
              <a:ext uri="{FF2B5EF4-FFF2-40B4-BE49-F238E27FC236}">
                <a16:creationId xmlns:a16="http://schemas.microsoft.com/office/drawing/2014/main" id="{09B96821-F1B7-AC36-D969-2DB75FA05033}"/>
              </a:ext>
            </a:extLst>
          </p:cNvPr>
          <p:cNvSpPr txBox="1"/>
          <p:nvPr/>
        </p:nvSpPr>
        <p:spPr>
          <a:xfrm>
            <a:off x="8005779" y="390493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E7AD762-EE28-F2BC-6B12-1E320C5A6665}"/>
              </a:ext>
            </a:extLst>
          </p:cNvPr>
          <p:cNvSpPr/>
          <p:nvPr/>
        </p:nvSpPr>
        <p:spPr>
          <a:xfrm>
            <a:off x="3683572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5863145-2716-C4BE-BB39-6E15BC6C3E46}"/>
              </a:ext>
            </a:extLst>
          </p:cNvPr>
          <p:cNvGrpSpPr/>
          <p:nvPr/>
        </p:nvGrpSpPr>
        <p:grpSpPr>
          <a:xfrm>
            <a:off x="3616037" y="5714391"/>
            <a:ext cx="1719436" cy="1189218"/>
            <a:chOff x="2191413" y="1613537"/>
            <a:chExt cx="1719436" cy="1189218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79A57AD-266A-8857-7514-DA3EC699A5D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A623C13-0279-C6F2-0956-1BA42B754C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1B036E5-F8B5-EC03-7662-A42DEC9F664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4508FB6-2915-1010-C40F-0EB68AB9EC02}"/>
              </a:ext>
            </a:extLst>
          </p:cNvPr>
          <p:cNvGrpSpPr/>
          <p:nvPr/>
        </p:nvGrpSpPr>
        <p:grpSpPr>
          <a:xfrm>
            <a:off x="3678007" y="5496946"/>
            <a:ext cx="482570" cy="207749"/>
            <a:chOff x="5613970" y="995901"/>
            <a:chExt cx="482570" cy="207749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C266CDBA-3600-A7E1-E0D0-A166E75C8DE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9132A55-0E61-109C-A736-EEC4FFC4CC7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5F9CB9A-D457-CA1B-263D-1836C3857A74}"/>
              </a:ext>
            </a:extLst>
          </p:cNvPr>
          <p:cNvGrpSpPr/>
          <p:nvPr/>
        </p:nvGrpSpPr>
        <p:grpSpPr>
          <a:xfrm>
            <a:off x="4019756" y="5496946"/>
            <a:ext cx="415498" cy="207749"/>
            <a:chOff x="5585876" y="994409"/>
            <a:chExt cx="415498" cy="207749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77E6424-E5EB-3060-EE7B-D2EFC176888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684E3B-7D2C-EFBC-EFD0-1E7D83457F2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82A3E33-D11D-1735-0485-832CE1E49851}"/>
              </a:ext>
            </a:extLst>
          </p:cNvPr>
          <p:cNvSpPr/>
          <p:nvPr/>
        </p:nvSpPr>
        <p:spPr>
          <a:xfrm>
            <a:off x="5365996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6E6C6C9-BCB6-CE3D-AB19-7769DB5B989E}"/>
              </a:ext>
            </a:extLst>
          </p:cNvPr>
          <p:cNvGrpSpPr/>
          <p:nvPr/>
        </p:nvGrpSpPr>
        <p:grpSpPr>
          <a:xfrm>
            <a:off x="5298461" y="5714391"/>
            <a:ext cx="1719436" cy="1189218"/>
            <a:chOff x="2191413" y="1613537"/>
            <a:chExt cx="1719436" cy="1189218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190B208-ADBA-C1FE-E068-9B16C53887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537DC5D-CB2E-E09E-610A-A8A8CAEE53F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21C13D-3E45-8A70-536B-2D92ECC42E1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10E5FFB-56E8-67B6-27BA-B00ADD550359}"/>
              </a:ext>
            </a:extLst>
          </p:cNvPr>
          <p:cNvGrpSpPr/>
          <p:nvPr/>
        </p:nvGrpSpPr>
        <p:grpSpPr>
          <a:xfrm>
            <a:off x="5360431" y="5496946"/>
            <a:ext cx="482570" cy="207749"/>
            <a:chOff x="5613970" y="995901"/>
            <a:chExt cx="482570" cy="207749"/>
          </a:xfrm>
        </p:grpSpPr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C5C1C515-3F02-4EC8-0B76-7667B3BD0B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BC42589-A8A9-B042-69C7-6A72B916581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4C07DD9-D53B-89A8-EDAE-F85080166745}"/>
              </a:ext>
            </a:extLst>
          </p:cNvPr>
          <p:cNvSpPr/>
          <p:nvPr/>
        </p:nvSpPr>
        <p:spPr>
          <a:xfrm>
            <a:off x="6999575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EF618A5E-BB6E-66EC-1E2F-9675C0492AD6}"/>
              </a:ext>
            </a:extLst>
          </p:cNvPr>
          <p:cNvGrpSpPr/>
          <p:nvPr/>
        </p:nvGrpSpPr>
        <p:grpSpPr>
          <a:xfrm>
            <a:off x="6932040" y="5714391"/>
            <a:ext cx="1719436" cy="1189218"/>
            <a:chOff x="2191413" y="1613537"/>
            <a:chExt cx="1719436" cy="1189218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4B31CC-149C-0DCF-578D-468E7D0204E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A46478-8E48-5CDB-7B6D-7CC65CC3F99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C6426F8-7C08-067C-45A2-01414C928A26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EDC3C8-3F0B-9F91-FCD3-9EC4E704B68B}"/>
              </a:ext>
            </a:extLst>
          </p:cNvPr>
          <p:cNvGrpSpPr/>
          <p:nvPr/>
        </p:nvGrpSpPr>
        <p:grpSpPr>
          <a:xfrm>
            <a:off x="6944229" y="5496946"/>
            <a:ext cx="415498" cy="207749"/>
            <a:chOff x="5585876" y="994409"/>
            <a:chExt cx="415498" cy="207749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6DDE3C1-3A92-9D76-BB7E-F98C48D7A4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23761C4-A641-0C3C-5F11-E69D20F1D5D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36DA8D71-1391-5EBB-B4D4-79CE35EA25B4}"/>
              </a:ext>
            </a:extLst>
          </p:cNvPr>
          <p:cNvGrpSpPr/>
          <p:nvPr/>
        </p:nvGrpSpPr>
        <p:grpSpPr>
          <a:xfrm>
            <a:off x="3672657" y="3601151"/>
            <a:ext cx="519135" cy="196456"/>
            <a:chOff x="475380" y="4490631"/>
            <a:chExt cx="519135" cy="256576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82FA1B6-37DC-ADCC-1CC5-F3BE2E789F1D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6001681-A5D5-4A01-10AA-A184D3547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00E006C1-52CC-8F7E-4C03-60E7CF9218D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556F77F-D67F-6BCD-CA87-C2ED88A3A274}"/>
              </a:ext>
            </a:extLst>
          </p:cNvPr>
          <p:cNvGrpSpPr/>
          <p:nvPr/>
        </p:nvGrpSpPr>
        <p:grpSpPr>
          <a:xfrm>
            <a:off x="4218129" y="3602714"/>
            <a:ext cx="615315" cy="194890"/>
            <a:chOff x="475380" y="4492676"/>
            <a:chExt cx="615315" cy="25453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D08C61-1675-40A5-B531-BFAF4E2580AF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25E99D97-1D92-EE16-220B-82D769951BA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DD116A61-A7DD-3F21-F4D9-DF3F1B5F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137" y="3620860"/>
            <a:ext cx="131240" cy="175717"/>
          </a:xfrm>
          <a:prstGeom prst="rect">
            <a:avLst/>
          </a:prstGeom>
        </p:spPr>
      </p:pic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4E4A492-473C-82DA-23E7-7B1DDBD37AA2}"/>
              </a:ext>
            </a:extLst>
          </p:cNvPr>
          <p:cNvGrpSpPr/>
          <p:nvPr/>
        </p:nvGrpSpPr>
        <p:grpSpPr>
          <a:xfrm>
            <a:off x="4869544" y="3602714"/>
            <a:ext cx="644730" cy="194890"/>
            <a:chOff x="475381" y="4492676"/>
            <a:chExt cx="644730" cy="25453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63F67E6-771C-277B-D996-C535FF52988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C577287-DCF9-88D9-EE47-A246E236A0B5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09544081-D2F0-3138-AD64-5F470B19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100" y="3637918"/>
            <a:ext cx="166365" cy="13268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C24389B-3FD8-66C9-B987-5F2480BBA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641" y="4494206"/>
            <a:ext cx="751542" cy="88636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7A90CF0F-FD9B-13B6-CAF6-5AF8BBC10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44" y="4508560"/>
            <a:ext cx="751542" cy="886361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44A683A4-0ABD-7904-0AF1-D90E76A1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859" y="4520109"/>
            <a:ext cx="751542" cy="886361"/>
          </a:xfrm>
          <a:prstGeom prst="rect">
            <a:avLst/>
          </a:prstGeom>
        </p:spPr>
      </p:pic>
      <p:sp>
        <p:nvSpPr>
          <p:cNvPr id="29" name="하트 28">
            <a:extLst>
              <a:ext uri="{FF2B5EF4-FFF2-40B4-BE49-F238E27FC236}">
                <a16:creationId xmlns:a16="http://schemas.microsoft.com/office/drawing/2014/main" id="{79E2C0C5-3C2E-B3D6-8D25-8FF30AE6A0D1}"/>
              </a:ext>
            </a:extLst>
          </p:cNvPr>
          <p:cNvSpPr/>
          <p:nvPr/>
        </p:nvSpPr>
        <p:spPr>
          <a:xfrm>
            <a:off x="4935054" y="424307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CA6D8CDA-C545-05CA-B3B3-0CF0292A586C}"/>
              </a:ext>
            </a:extLst>
          </p:cNvPr>
          <p:cNvSpPr/>
          <p:nvPr/>
        </p:nvSpPr>
        <p:spPr>
          <a:xfrm>
            <a:off x="6634535" y="42412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하트 38">
            <a:extLst>
              <a:ext uri="{FF2B5EF4-FFF2-40B4-BE49-F238E27FC236}">
                <a16:creationId xmlns:a16="http://schemas.microsoft.com/office/drawing/2014/main" id="{0EEA9730-09E4-5A4D-D622-CA6654C73CCD}"/>
              </a:ext>
            </a:extLst>
          </p:cNvPr>
          <p:cNvSpPr/>
          <p:nvPr/>
        </p:nvSpPr>
        <p:spPr>
          <a:xfrm>
            <a:off x="8265686" y="424307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08C13EDD-49B8-602B-39DB-70541F2E9EFA}"/>
              </a:ext>
            </a:extLst>
          </p:cNvPr>
          <p:cNvSpPr txBox="1"/>
          <p:nvPr/>
        </p:nvSpPr>
        <p:spPr>
          <a:xfrm>
            <a:off x="1456567" y="2888335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704234-02C6-2F2A-F7E0-C9442C043305}"/>
              </a:ext>
            </a:extLst>
          </p:cNvPr>
          <p:cNvCxnSpPr/>
          <p:nvPr/>
        </p:nvCxnSpPr>
        <p:spPr>
          <a:xfrm>
            <a:off x="1527602" y="2807131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DA298F-4638-943A-E9D2-17C4070908FF}"/>
              </a:ext>
            </a:extLst>
          </p:cNvPr>
          <p:cNvCxnSpPr/>
          <p:nvPr/>
        </p:nvCxnSpPr>
        <p:spPr>
          <a:xfrm>
            <a:off x="1547920" y="3131481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14">
            <a:extLst>
              <a:ext uri="{FF2B5EF4-FFF2-40B4-BE49-F238E27FC236}">
                <a16:creationId xmlns:a16="http://schemas.microsoft.com/office/drawing/2014/main" id="{570690D7-0927-54AE-2024-3C00235EAF46}"/>
              </a:ext>
            </a:extLst>
          </p:cNvPr>
          <p:cNvSpPr txBox="1"/>
          <p:nvPr/>
        </p:nvSpPr>
        <p:spPr>
          <a:xfrm rot="10800000">
            <a:off x="3141183" y="286001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66DBDB2-3886-4525-2369-328ED042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16376"/>
              </p:ext>
            </p:extLst>
          </p:nvPr>
        </p:nvGraphicFramePr>
        <p:xfrm>
          <a:off x="1472546" y="3187155"/>
          <a:ext cx="2006957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57">
                  <a:extLst>
                    <a:ext uri="{9D8B030D-6E8A-4147-A177-3AD203B41FA5}">
                      <a16:colId xmlns:a16="http://schemas.microsoft.com/office/drawing/2014/main" val="3181309464"/>
                    </a:ext>
                  </a:extLst>
                </a:gridCol>
              </a:tblGrid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조제분유 지원사업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389829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여성청소년 생리대지원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058008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첫만남 이용권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264167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542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898F8D-4A56-55F4-FDB2-1A51D364D34B}"/>
              </a:ext>
            </a:extLst>
          </p:cNvPr>
          <p:cNvGrpSpPr/>
          <p:nvPr/>
        </p:nvGrpSpPr>
        <p:grpSpPr>
          <a:xfrm>
            <a:off x="1486239" y="3187068"/>
            <a:ext cx="227948" cy="579825"/>
            <a:chOff x="1486248" y="593782"/>
            <a:chExt cx="227948" cy="579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04FE3-730C-2264-DC4D-AEB3F86BE339}"/>
                </a:ext>
              </a:extLst>
            </p:cNvPr>
            <p:cNvSpPr txBox="1"/>
            <p:nvPr/>
          </p:nvSpPr>
          <p:spPr>
            <a:xfrm>
              <a:off x="1486248" y="593782"/>
              <a:ext cx="227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0E2CC44-2ABF-3D7C-19EB-EFFE50A2E799}"/>
                </a:ext>
              </a:extLst>
            </p:cNvPr>
            <p:cNvSpPr/>
            <p:nvPr/>
          </p:nvSpPr>
          <p:spPr>
            <a:xfrm>
              <a:off x="1563909" y="667340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F6B77D0-746B-17C9-DBD1-92EF994B9406}"/>
                </a:ext>
              </a:extLst>
            </p:cNvPr>
            <p:cNvSpPr/>
            <p:nvPr/>
          </p:nvSpPr>
          <p:spPr>
            <a:xfrm>
              <a:off x="1563909" y="882055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D2839E-9F69-636D-6AEC-1E6E900BC1C3}"/>
                </a:ext>
              </a:extLst>
            </p:cNvPr>
            <p:cNvSpPr/>
            <p:nvPr/>
          </p:nvSpPr>
          <p:spPr>
            <a:xfrm>
              <a:off x="1563909" y="1092403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물결 57">
            <a:extLst>
              <a:ext uri="{FF2B5EF4-FFF2-40B4-BE49-F238E27FC236}">
                <a16:creationId xmlns:a16="http://schemas.microsoft.com/office/drawing/2014/main" id="{BD64ACF7-9AC6-68B8-30EC-C9677D878738}"/>
              </a:ext>
            </a:extLst>
          </p:cNvPr>
          <p:cNvSpPr/>
          <p:nvPr/>
        </p:nvSpPr>
        <p:spPr>
          <a:xfrm>
            <a:off x="3507583" y="6506248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물결 60">
            <a:extLst>
              <a:ext uri="{FF2B5EF4-FFF2-40B4-BE49-F238E27FC236}">
                <a16:creationId xmlns:a16="http://schemas.microsoft.com/office/drawing/2014/main" id="{7FEA703E-89FC-DA90-C9FA-738FF8C9A08A}"/>
              </a:ext>
            </a:extLst>
          </p:cNvPr>
          <p:cNvSpPr/>
          <p:nvPr/>
        </p:nvSpPr>
        <p:spPr>
          <a:xfrm>
            <a:off x="1432268" y="4408565"/>
            <a:ext cx="2047235" cy="682287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3BC980F8-BC2B-B917-D31F-C2A251AA492C}"/>
              </a:ext>
            </a:extLst>
          </p:cNvPr>
          <p:cNvSpPr/>
          <p:nvPr/>
        </p:nvSpPr>
        <p:spPr>
          <a:xfrm>
            <a:off x="5195200" y="2796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25DAEABE-7A0B-2980-A672-9A77B0DE3A9D}"/>
              </a:ext>
            </a:extLst>
          </p:cNvPr>
          <p:cNvSpPr/>
          <p:nvPr/>
        </p:nvSpPr>
        <p:spPr>
          <a:xfrm>
            <a:off x="2699122" y="32434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2360F2-EF95-91E3-C12B-7CCAD2E1747E}"/>
              </a:ext>
            </a:extLst>
          </p:cNvPr>
          <p:cNvSpPr/>
          <p:nvPr/>
        </p:nvSpPr>
        <p:spPr>
          <a:xfrm>
            <a:off x="4514502" y="289441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200A93-DFD5-4DA0-ED34-F4B97A5F5E06}"/>
              </a:ext>
            </a:extLst>
          </p:cNvPr>
          <p:cNvSpPr/>
          <p:nvPr/>
        </p:nvSpPr>
        <p:spPr>
          <a:xfrm>
            <a:off x="5512528" y="2909906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40AE775D-64AD-8D3B-5345-7A2FA1AAA59A}"/>
              </a:ext>
            </a:extLst>
          </p:cNvPr>
          <p:cNvSpPr/>
          <p:nvPr/>
        </p:nvSpPr>
        <p:spPr>
          <a:xfrm>
            <a:off x="4850493" y="295248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5A4D82-6A1C-7171-5320-A16C8C2BDBEE}"/>
              </a:ext>
            </a:extLst>
          </p:cNvPr>
          <p:cNvSpPr txBox="1"/>
          <p:nvPr/>
        </p:nvSpPr>
        <p:spPr>
          <a:xfrm>
            <a:off x="4514502" y="3255065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CA238103-E345-99D4-023B-335A8564A795}"/>
              </a:ext>
            </a:extLst>
          </p:cNvPr>
          <p:cNvSpPr/>
          <p:nvPr/>
        </p:nvSpPr>
        <p:spPr>
          <a:xfrm>
            <a:off x="5819339" y="2936565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D6428-FDB4-4E7D-E8E5-62F14EA1F5A2}"/>
              </a:ext>
            </a:extLst>
          </p:cNvPr>
          <p:cNvSpPr txBox="1"/>
          <p:nvPr/>
        </p:nvSpPr>
        <p:spPr>
          <a:xfrm>
            <a:off x="5451679" y="325428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AEBC12D-34FE-1270-2A78-6EB77F841FBC}"/>
              </a:ext>
            </a:extLst>
          </p:cNvPr>
          <p:cNvSpPr/>
          <p:nvPr/>
        </p:nvSpPr>
        <p:spPr>
          <a:xfrm>
            <a:off x="6502526" y="2916619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7472B039-2800-2498-FA96-6072FD4BA8DB}"/>
              </a:ext>
            </a:extLst>
          </p:cNvPr>
          <p:cNvSpPr/>
          <p:nvPr/>
        </p:nvSpPr>
        <p:spPr>
          <a:xfrm>
            <a:off x="6809337" y="2943278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94B84E-64AD-F9BD-5B0A-7BEDB6DF119E}"/>
              </a:ext>
            </a:extLst>
          </p:cNvPr>
          <p:cNvSpPr txBox="1"/>
          <p:nvPr/>
        </p:nvSpPr>
        <p:spPr>
          <a:xfrm>
            <a:off x="6395578" y="3261251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첫만남 이용권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D6E7C8-E262-67E5-8271-965E8D50E4CF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83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59EEF0-6BD0-52C4-2E82-0E87D90D6356}"/>
              </a:ext>
            </a:extLst>
          </p:cNvPr>
          <p:cNvSpPr/>
          <p:nvPr/>
        </p:nvSpPr>
        <p:spPr>
          <a:xfrm>
            <a:off x="1584425" y="951118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114">
            <a:extLst>
              <a:ext uri="{FF2B5EF4-FFF2-40B4-BE49-F238E27FC236}">
                <a16:creationId xmlns:a16="http://schemas.microsoft.com/office/drawing/2014/main" id="{16063C13-8DC6-B951-96CF-3B390AC16826}"/>
              </a:ext>
            </a:extLst>
          </p:cNvPr>
          <p:cNvSpPr txBox="1"/>
          <p:nvPr/>
        </p:nvSpPr>
        <p:spPr>
          <a:xfrm>
            <a:off x="1613858" y="1078185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4" name="TextBox 114">
            <a:extLst>
              <a:ext uri="{FF2B5EF4-FFF2-40B4-BE49-F238E27FC236}">
                <a16:creationId xmlns:a16="http://schemas.microsoft.com/office/drawing/2014/main" id="{15D7D20C-F58B-9A26-21EA-43983501ADDB}"/>
              </a:ext>
            </a:extLst>
          </p:cNvPr>
          <p:cNvSpPr txBox="1"/>
          <p:nvPr/>
        </p:nvSpPr>
        <p:spPr>
          <a:xfrm>
            <a:off x="1613857" y="1440666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8DDB0C-59DF-EB3F-B333-68EB1EC240B9}"/>
              </a:ext>
            </a:extLst>
          </p:cNvPr>
          <p:cNvCxnSpPr/>
          <p:nvPr/>
        </p:nvCxnSpPr>
        <p:spPr>
          <a:xfrm>
            <a:off x="1657110" y="135946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772018-564F-2A75-B818-8A7EC3C44AB2}"/>
              </a:ext>
            </a:extLst>
          </p:cNvPr>
          <p:cNvCxnSpPr/>
          <p:nvPr/>
        </p:nvCxnSpPr>
        <p:spPr>
          <a:xfrm>
            <a:off x="1677428" y="168381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C86478A-076D-6DC3-6A5D-305E1FC58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21" y="1089007"/>
            <a:ext cx="223697" cy="223697"/>
          </a:xfrm>
          <a:prstGeom prst="rect">
            <a:avLst/>
          </a:prstGeom>
        </p:spPr>
      </p:pic>
      <p:sp>
        <p:nvSpPr>
          <p:cNvPr id="14" name="TextBox 114">
            <a:extLst>
              <a:ext uri="{FF2B5EF4-FFF2-40B4-BE49-F238E27FC236}">
                <a16:creationId xmlns:a16="http://schemas.microsoft.com/office/drawing/2014/main" id="{21392416-344F-00EC-ACCB-DEFF1B1BFC44}"/>
              </a:ext>
            </a:extLst>
          </p:cNvPr>
          <p:cNvSpPr txBox="1"/>
          <p:nvPr/>
        </p:nvSpPr>
        <p:spPr>
          <a:xfrm>
            <a:off x="3023669" y="1081872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CA44D323-2231-37E5-7522-9DB65A3EA4E0}"/>
              </a:ext>
            </a:extLst>
          </p:cNvPr>
          <p:cNvSpPr txBox="1"/>
          <p:nvPr/>
        </p:nvSpPr>
        <p:spPr>
          <a:xfrm>
            <a:off x="3270691" y="141234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114">
            <a:extLst>
              <a:ext uri="{FF2B5EF4-FFF2-40B4-BE49-F238E27FC236}">
                <a16:creationId xmlns:a16="http://schemas.microsoft.com/office/drawing/2014/main" id="{618849F7-1414-B17B-2464-786A4DBFBA0D}"/>
              </a:ext>
            </a:extLst>
          </p:cNvPr>
          <p:cNvSpPr txBox="1"/>
          <p:nvPr/>
        </p:nvSpPr>
        <p:spPr>
          <a:xfrm>
            <a:off x="1602055" y="171395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CB60E7-83DE-077F-B5D4-6CFB68A152B9}"/>
              </a:ext>
            </a:extLst>
          </p:cNvPr>
          <p:cNvCxnSpPr/>
          <p:nvPr/>
        </p:nvCxnSpPr>
        <p:spPr>
          <a:xfrm>
            <a:off x="1693408" y="195709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4">
            <a:extLst>
              <a:ext uri="{FF2B5EF4-FFF2-40B4-BE49-F238E27FC236}">
                <a16:creationId xmlns:a16="http://schemas.microsoft.com/office/drawing/2014/main" id="{5F83EDC4-1320-8C9F-E54B-C41091287665}"/>
              </a:ext>
            </a:extLst>
          </p:cNvPr>
          <p:cNvSpPr txBox="1"/>
          <p:nvPr/>
        </p:nvSpPr>
        <p:spPr>
          <a:xfrm>
            <a:off x="3286671" y="168563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A24C9695-CB8B-9D0C-3FE8-359A49A312F5}"/>
              </a:ext>
            </a:extLst>
          </p:cNvPr>
          <p:cNvSpPr txBox="1"/>
          <p:nvPr/>
        </p:nvSpPr>
        <p:spPr>
          <a:xfrm>
            <a:off x="1606107" y="1978622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AEC181E5-262E-10A2-7325-A88ABF71A52D}"/>
              </a:ext>
            </a:extLst>
          </p:cNvPr>
          <p:cNvSpPr txBox="1"/>
          <p:nvPr/>
        </p:nvSpPr>
        <p:spPr>
          <a:xfrm>
            <a:off x="3298474" y="1988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EC19DD-FA6A-504C-93AE-3C5A0E5A2666}"/>
              </a:ext>
            </a:extLst>
          </p:cNvPr>
          <p:cNvCxnSpPr/>
          <p:nvPr/>
        </p:nvCxnSpPr>
        <p:spPr>
          <a:xfrm>
            <a:off x="1666138" y="2247262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14">
            <a:extLst>
              <a:ext uri="{FF2B5EF4-FFF2-40B4-BE49-F238E27FC236}">
                <a16:creationId xmlns:a16="http://schemas.microsoft.com/office/drawing/2014/main" id="{FD0E0D02-FDCC-5E03-CFC9-7BBC2C6E1D88}"/>
              </a:ext>
            </a:extLst>
          </p:cNvPr>
          <p:cNvSpPr txBox="1"/>
          <p:nvPr/>
        </p:nvSpPr>
        <p:spPr>
          <a:xfrm>
            <a:off x="1610762" y="227558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DCDABA-9682-2E7A-CC5C-8DD6455624F6}"/>
              </a:ext>
            </a:extLst>
          </p:cNvPr>
          <p:cNvCxnSpPr/>
          <p:nvPr/>
        </p:nvCxnSpPr>
        <p:spPr>
          <a:xfrm>
            <a:off x="1702115" y="251872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4">
            <a:extLst>
              <a:ext uri="{FF2B5EF4-FFF2-40B4-BE49-F238E27FC236}">
                <a16:creationId xmlns:a16="http://schemas.microsoft.com/office/drawing/2014/main" id="{495A0C4E-1487-5B2B-8C17-A9AB30F5BEE5}"/>
              </a:ext>
            </a:extLst>
          </p:cNvPr>
          <p:cNvSpPr txBox="1"/>
          <p:nvPr/>
        </p:nvSpPr>
        <p:spPr>
          <a:xfrm>
            <a:off x="3312617" y="224792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E7FA2A35-F1D9-02EF-9605-5FE09628F35F}"/>
              </a:ext>
            </a:extLst>
          </p:cNvPr>
          <p:cNvSpPr txBox="1"/>
          <p:nvPr/>
        </p:nvSpPr>
        <p:spPr>
          <a:xfrm>
            <a:off x="1602055" y="256413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A6B710B-DBE8-159A-9652-0C753A8BB155}"/>
              </a:ext>
            </a:extLst>
          </p:cNvPr>
          <p:cNvCxnSpPr/>
          <p:nvPr/>
        </p:nvCxnSpPr>
        <p:spPr>
          <a:xfrm>
            <a:off x="1693408" y="280727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4">
            <a:extLst>
              <a:ext uri="{FF2B5EF4-FFF2-40B4-BE49-F238E27FC236}">
                <a16:creationId xmlns:a16="http://schemas.microsoft.com/office/drawing/2014/main" id="{0FCD2E4D-39C8-B7FD-5064-8E69931CAC06}"/>
              </a:ext>
            </a:extLst>
          </p:cNvPr>
          <p:cNvSpPr txBox="1"/>
          <p:nvPr/>
        </p:nvSpPr>
        <p:spPr>
          <a:xfrm>
            <a:off x="3312313" y="253282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90EBAA-E698-BFE5-CDBE-E8E645608762}"/>
              </a:ext>
            </a:extLst>
          </p:cNvPr>
          <p:cNvSpPr/>
          <p:nvPr/>
        </p:nvSpPr>
        <p:spPr>
          <a:xfrm>
            <a:off x="3658440" y="951118"/>
            <a:ext cx="5558833" cy="441336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상품 목록</a:t>
            </a:r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공통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B4099-3656-D6A9-CCDE-C1263855EBD8}"/>
              </a:ext>
            </a:extLst>
          </p:cNvPr>
          <p:cNvSpPr txBox="1"/>
          <p:nvPr/>
        </p:nvSpPr>
        <p:spPr>
          <a:xfrm>
            <a:off x="314543" y="183059"/>
            <a:ext cx="3344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PC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아코디언 영역 닫혔을 경우</a:t>
            </a: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3420E353-D924-0AC8-D44A-7D2223E7B486}"/>
              </a:ext>
            </a:extLst>
          </p:cNvPr>
          <p:cNvSpPr txBox="1"/>
          <p:nvPr/>
        </p:nvSpPr>
        <p:spPr>
          <a:xfrm>
            <a:off x="1613857" y="2873853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4E8EE9-7861-15D3-0BF4-B6BED3A442A2}"/>
              </a:ext>
            </a:extLst>
          </p:cNvPr>
          <p:cNvCxnSpPr/>
          <p:nvPr/>
        </p:nvCxnSpPr>
        <p:spPr>
          <a:xfrm>
            <a:off x="1677428" y="311699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4">
            <a:extLst>
              <a:ext uri="{FF2B5EF4-FFF2-40B4-BE49-F238E27FC236}">
                <a16:creationId xmlns:a16="http://schemas.microsoft.com/office/drawing/2014/main" id="{988E2329-D77E-0235-06F2-9B636FEF0E19}"/>
              </a:ext>
            </a:extLst>
          </p:cNvPr>
          <p:cNvSpPr txBox="1"/>
          <p:nvPr/>
        </p:nvSpPr>
        <p:spPr>
          <a:xfrm>
            <a:off x="3270691" y="284553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9C3FA4F2-A008-918D-ABF5-288E21BC2483}"/>
              </a:ext>
            </a:extLst>
          </p:cNvPr>
          <p:cNvSpPr txBox="1"/>
          <p:nvPr/>
        </p:nvSpPr>
        <p:spPr>
          <a:xfrm>
            <a:off x="1602055" y="314713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544BE8-D49C-0CB7-50C3-8C45C6D54C6E}"/>
              </a:ext>
            </a:extLst>
          </p:cNvPr>
          <p:cNvCxnSpPr/>
          <p:nvPr/>
        </p:nvCxnSpPr>
        <p:spPr>
          <a:xfrm>
            <a:off x="1693408" y="339028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4">
            <a:extLst>
              <a:ext uri="{FF2B5EF4-FFF2-40B4-BE49-F238E27FC236}">
                <a16:creationId xmlns:a16="http://schemas.microsoft.com/office/drawing/2014/main" id="{3A36411E-60A4-9EE9-F76A-64C122A2C896}"/>
              </a:ext>
            </a:extLst>
          </p:cNvPr>
          <p:cNvSpPr txBox="1"/>
          <p:nvPr/>
        </p:nvSpPr>
        <p:spPr>
          <a:xfrm>
            <a:off x="3286671" y="311881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136D2F85-9DE2-FFA9-7172-E946494D6F24}"/>
              </a:ext>
            </a:extLst>
          </p:cNvPr>
          <p:cNvSpPr txBox="1"/>
          <p:nvPr/>
        </p:nvSpPr>
        <p:spPr>
          <a:xfrm>
            <a:off x="1606107" y="3411809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sp>
        <p:nvSpPr>
          <p:cNvPr id="16" name="TextBox 114">
            <a:extLst>
              <a:ext uri="{FF2B5EF4-FFF2-40B4-BE49-F238E27FC236}">
                <a16:creationId xmlns:a16="http://schemas.microsoft.com/office/drawing/2014/main" id="{A17EBF29-9F77-CC29-00E0-D37EB53C4AD2}"/>
              </a:ext>
            </a:extLst>
          </p:cNvPr>
          <p:cNvSpPr txBox="1"/>
          <p:nvPr/>
        </p:nvSpPr>
        <p:spPr>
          <a:xfrm>
            <a:off x="3298474" y="342129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C7D93C-F5D0-FD78-6C35-6804AF80A036}"/>
              </a:ext>
            </a:extLst>
          </p:cNvPr>
          <p:cNvCxnSpPr/>
          <p:nvPr/>
        </p:nvCxnSpPr>
        <p:spPr>
          <a:xfrm>
            <a:off x="1666138" y="3680449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4">
            <a:extLst>
              <a:ext uri="{FF2B5EF4-FFF2-40B4-BE49-F238E27FC236}">
                <a16:creationId xmlns:a16="http://schemas.microsoft.com/office/drawing/2014/main" id="{9D571564-3676-BD6A-7C60-0C2A88ABE31A}"/>
              </a:ext>
            </a:extLst>
          </p:cNvPr>
          <p:cNvSpPr txBox="1"/>
          <p:nvPr/>
        </p:nvSpPr>
        <p:spPr>
          <a:xfrm>
            <a:off x="1610762" y="3708770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AC9E62-CB25-E77F-B1E8-0F108C150447}"/>
              </a:ext>
            </a:extLst>
          </p:cNvPr>
          <p:cNvCxnSpPr/>
          <p:nvPr/>
        </p:nvCxnSpPr>
        <p:spPr>
          <a:xfrm>
            <a:off x="1702115" y="3951916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14">
            <a:extLst>
              <a:ext uri="{FF2B5EF4-FFF2-40B4-BE49-F238E27FC236}">
                <a16:creationId xmlns:a16="http://schemas.microsoft.com/office/drawing/2014/main" id="{BD07A1DE-AE47-F151-69AA-F4C864C8DE55}"/>
              </a:ext>
            </a:extLst>
          </p:cNvPr>
          <p:cNvSpPr txBox="1"/>
          <p:nvPr/>
        </p:nvSpPr>
        <p:spPr>
          <a:xfrm>
            <a:off x="3312617" y="3681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14">
            <a:extLst>
              <a:ext uri="{FF2B5EF4-FFF2-40B4-BE49-F238E27FC236}">
                <a16:creationId xmlns:a16="http://schemas.microsoft.com/office/drawing/2014/main" id="{4544C6CE-2D60-57EF-E22D-4FA86613A920}"/>
              </a:ext>
            </a:extLst>
          </p:cNvPr>
          <p:cNvSpPr txBox="1"/>
          <p:nvPr/>
        </p:nvSpPr>
        <p:spPr>
          <a:xfrm>
            <a:off x="1602055" y="399731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AD48D85-6CCB-D81F-55C4-9E222B865446}"/>
              </a:ext>
            </a:extLst>
          </p:cNvPr>
          <p:cNvCxnSpPr/>
          <p:nvPr/>
        </p:nvCxnSpPr>
        <p:spPr>
          <a:xfrm>
            <a:off x="1693408" y="424046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14">
            <a:extLst>
              <a:ext uri="{FF2B5EF4-FFF2-40B4-BE49-F238E27FC236}">
                <a16:creationId xmlns:a16="http://schemas.microsoft.com/office/drawing/2014/main" id="{AB582738-DF9B-AB68-C238-CE287DC98E1F}"/>
              </a:ext>
            </a:extLst>
          </p:cNvPr>
          <p:cNvSpPr txBox="1"/>
          <p:nvPr/>
        </p:nvSpPr>
        <p:spPr>
          <a:xfrm>
            <a:off x="3312313" y="396600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0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14549</TotalTime>
  <Words>5224</Words>
  <Application>Microsoft Office PowerPoint</Application>
  <PresentationFormat>사용자 지정</PresentationFormat>
  <Paragraphs>1712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1949</cp:revision>
  <dcterms:created xsi:type="dcterms:W3CDTF">2020-09-28T12:25:11Z</dcterms:created>
  <dcterms:modified xsi:type="dcterms:W3CDTF">2026-08-06T08:21:13Z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