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1803" r:id="rId5"/>
    <p:sldId id="624" r:id="rId6"/>
    <p:sldId id="1973" r:id="rId7"/>
    <p:sldId id="2003" r:id="rId8"/>
    <p:sldId id="2028" r:id="rId9"/>
    <p:sldId id="2002" r:id="rId10"/>
    <p:sldId id="2022" r:id="rId11"/>
    <p:sldId id="2018" r:id="rId12"/>
    <p:sldId id="2008" r:id="rId13"/>
    <p:sldId id="2019" r:id="rId14"/>
    <p:sldId id="2020" r:id="rId15"/>
    <p:sldId id="2021" r:id="rId16"/>
    <p:sldId id="2023" r:id="rId17"/>
    <p:sldId id="2024" r:id="rId18"/>
    <p:sldId id="2009" r:id="rId19"/>
    <p:sldId id="2016" r:id="rId20"/>
    <p:sldId id="2017" r:id="rId21"/>
    <p:sldId id="2025" r:id="rId22"/>
    <p:sldId id="2027" r:id="rId2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3_상품 상세" id="{5D06658F-88A9-4249-9D9A-3769C7D14741}">
          <p14:sldIdLst>
            <p14:sldId id="2003"/>
          </p14:sldIdLst>
        </p14:section>
        <p14:section name="0_모바일" id="{3E74C4AE-9902-4F12-A334-4749621D746C}">
          <p14:sldIdLst>
            <p14:sldId id="2028"/>
            <p14:sldId id="2002"/>
            <p14:sldId id="2022"/>
            <p14:sldId id="2018"/>
            <p14:sldId id="2008"/>
            <p14:sldId id="2019"/>
            <p14:sldId id="2020"/>
            <p14:sldId id="2021"/>
            <p14:sldId id="2023"/>
            <p14:sldId id="2024"/>
            <p14:sldId id="2009"/>
            <p14:sldId id="2016"/>
            <p14:sldId id="2017"/>
          </p14:sldIdLst>
        </p14:section>
        <p14:section name="0_PC" id="{6808EE20-551B-4C4D-A1DD-41F3AB14CFCE}">
          <p14:sldIdLst>
            <p14:sldId id="2025"/>
            <p14:sldId id="20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F9933"/>
    <a:srgbClr val="34A44E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25" d="100"/>
          <a:sy n="125" d="100"/>
        </p:scale>
        <p:origin x="90" y="26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5485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23731"/>
              </p:ext>
            </p:extLst>
          </p:nvPr>
        </p:nvGraphicFramePr>
        <p:xfrm>
          <a:off x="360289" y="1293813"/>
          <a:ext cx="12241360" cy="433470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7/16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품절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 케이스 버튼 추가 반영</a:t>
                      </a: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7/29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상품 문의 답변 대기 상태인 경우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수정</a:t>
                      </a:r>
                      <a:r>
                        <a:rPr kumimoji="1" lang="en-US" altLang="ko-KR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kern="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기능 누락 부분 반영</a:t>
                      </a:r>
                      <a:endParaRPr kumimoji="1" lang="en-US" altLang="ko-KR" sz="900" kern="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5p 관련 </a:t>
                      </a:r>
                      <a:r>
                        <a:rPr kumimoji="1" lang="ko-KR" altLang="ko-KR" sz="7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메세지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 정의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16p CH-U-PR-02-(공통)상품 상세(문의)(TAB) - CH-U-PR-02-02-05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5-8 추가 반영</a:t>
                      </a:r>
                      <a:endParaRPr kumimoji="1" lang="en-US" altLang="ko-KR" sz="7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17p (공통)문의하기 레이어 팝업  CH-U-PR-02-02-06p</a:t>
                      </a:r>
                      <a:r>
                        <a:rPr kumimoji="1" lang="en-US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 / </a:t>
                      </a:r>
                      <a:r>
                        <a:rPr kumimoji="1" lang="ko-KR" altLang="ko-KR" sz="7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"/>
                        </a:rPr>
                        <a:t>7번 추가 반영</a:t>
                      </a:r>
                      <a:endParaRPr kumimoji="1" lang="ko-KR" altLang="en-US" sz="7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8/6 pm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4:00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현업요청으로 인한 화면 수정 반영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C/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슬랙요청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               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CH-U-PR-02-02-07p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장바구니 담기 수량 선택 레이어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CH-U-PR-02-02-08p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옵션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 선택 레이어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CH-U-PR-02-02-10p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ko-KR" altLang="en-US" sz="8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수량 선택 레이어            	</a:t>
                      </a:r>
                      <a:r>
                        <a:rPr kumimoji="1" lang="en-US" altLang="ko-KR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CH-U-PR-02-02-11p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34-E0EC-61FA-B9AC-8386B88A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C86D9-FF33-F09B-ECAB-AB92DC5FB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9007"/>
              </p:ext>
            </p:extLst>
          </p:nvPr>
        </p:nvGraphicFramePr>
        <p:xfrm>
          <a:off x="576313" y="4212357"/>
          <a:ext cx="11666539" cy="215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3256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FRONT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사용자는 상품 이미지, 가격, 옵션, </a:t>
                      </a:r>
                      <a:r>
                        <a:rPr lang="ko-KR" sz="800" u="none" strike="dblStrike" baseline="0" dirty="0">
                          <a:effectLst/>
                        </a:rPr>
                        <a:t>재고</a:t>
                      </a:r>
                      <a:r>
                        <a:rPr lang="ko-KR" sz="800" u="none" strike="noStrike" dirty="0">
                          <a:effectLst/>
                        </a:rPr>
                        <a:t>, 배송정보, 리뷰, 평점을 확인할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1. 바우처가 없는 일반회원도 동일하게 볼 수 있도록 로그인전/후 동일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&gt; 6/16 2시 회의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현재 로그인 전 비공개/ 로그인 후 공개는 동일하게 가져감</a:t>
                      </a:r>
                      <a:br>
                        <a:rPr lang="ko-KR" sz="800" u="none" strike="noStrike">
                          <a:effectLst/>
                        </a:rPr>
                      </a:br>
                      <a:r>
                        <a:rPr lang="ko-KR" sz="800" u="none" strike="noStrike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수량 및 옵션 </a:t>
                      </a:r>
                      <a:r>
                        <a:rPr lang="ko-KR" sz="800" u="none" strike="noStrike" dirty="0" err="1">
                          <a:effectLst/>
                        </a:rPr>
                        <a:t>변경시</a:t>
                      </a:r>
                      <a:r>
                        <a:rPr lang="ko-KR" sz="800" u="none" strike="noStrike" dirty="0">
                          <a:effectLst/>
                        </a:rPr>
                        <a:t> 최종 금액을 보여주어야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1. 바우처가 없는 일반회원도 동일하게 볼 수 있도록 </a:t>
                      </a:r>
                      <a:r>
                        <a:rPr lang="ko-KR" sz="800" u="none" strike="noStrike" dirty="0" err="1">
                          <a:effectLst/>
                        </a:rPr>
                        <a:t>로그인전</a:t>
                      </a:r>
                      <a:r>
                        <a:rPr lang="ko-KR" sz="800" u="none" strike="noStrike" dirty="0">
                          <a:effectLst/>
                        </a:rPr>
                        <a:t>/후 동일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2. 현재 개발 화면상 구현되어 있음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 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현재 로그인 전 비공개/ 로그인 후 공개는 동일하게 </a:t>
                      </a:r>
                      <a:r>
                        <a:rPr lang="ko-KR" sz="800" u="none" strike="noStrike" dirty="0" err="1">
                          <a:effectLst/>
                        </a:rPr>
                        <a:t>가져감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새로운 디자인 가이드만 적용하는 것으로 정의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641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REQ-H_PO_010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선택한 상품을 장바구니에 담을 수 있어야 하며 장바구니화면 및 주문화면으로 이동할 수 있어야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현재 개발 화면상 구현되어 있음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67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상세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해당상품과 연관되는 상품을 보여줌.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연관 상품 정책 정의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영역만 제공하는 것으로 함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8E0A6C-0D28-0AEC-9486-AD97B15E16DC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</a:t>
            </a:r>
          </a:p>
        </p:txBody>
      </p:sp>
    </p:spTree>
    <p:extLst>
      <p:ext uri="{BB962C8B-B14F-4D97-AF65-F5344CB8AC3E}">
        <p14:creationId xmlns:p14="http://schemas.microsoft.com/office/powerpoint/2010/main" val="9068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08649"/>
              </p:ext>
            </p:extLst>
          </p:nvPr>
        </p:nvGraphicFramePr>
        <p:xfrm>
          <a:off x="407381" y="683965"/>
          <a:ext cx="12147175" cy="507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 정보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)(TAB)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CH-U-PR-02-02-04</a:t>
                      </a:r>
                      <a:endParaRPr lang="ko-KR" altLang="en-US" sz="800" spc="-8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CH-U-PR-02-02-05</a:t>
                      </a:r>
                      <a:endParaRPr lang="ko-KR" altLang="en-US" sz="800" spc="-80" dirty="0"/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8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11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장바구니 담기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버튼 옵션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수량 선택 레이어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CH-U-PR-02-02-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 err="1"/>
                        <a:t>p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상세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후기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</a:rPr>
                        <a:t>)(TAB)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</a:rPr>
                        <a:t>CH-U-PR-02-02-04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상태의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글을 삭제 시도한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문의를 삭제 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삭제 처리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3402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 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내용에 최대 입력 가능 글자 수 초과 한 경우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입력 가능 글자 수를 초과하였습니다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 정상 입력 완료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CH-U-PR-02-02-06p</a:t>
                      </a: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글 정상 등록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정상등록 완료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작성 중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내용을 삭제하고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등록을 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 레이어 팝업 닫힘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CH-U-PR-02-02-06p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 상태인 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문의 글 수정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문의가  정상  적으로 수정되었습니다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057A-F487-7DE7-1919-40F201684E6C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80068-30FA-EF16-0A1E-707D38CD8FDF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4BC78A-F159-9443-840D-3D70B2CE8E0A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96004-2E0A-7CA6-5F1B-B5733D08A0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389DB-89A2-86E3-3920-956C6390CD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FC6B9B-38D5-9261-6895-02AF1CEEE78E}"/>
              </a:ext>
            </a:extLst>
          </p:cNvPr>
          <p:cNvSpPr/>
          <p:nvPr/>
        </p:nvSpPr>
        <p:spPr>
          <a:xfrm>
            <a:off x="157868" y="905956"/>
            <a:ext cx="343643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7E11BEF-BBBE-E868-E84C-7D89776A467E}"/>
              </a:ext>
            </a:extLst>
          </p:cNvPr>
          <p:cNvGrpSpPr/>
          <p:nvPr/>
        </p:nvGrpSpPr>
        <p:grpSpPr>
          <a:xfrm>
            <a:off x="151074" y="2556173"/>
            <a:ext cx="3445266" cy="1247772"/>
            <a:chOff x="2191413" y="1613537"/>
            <a:chExt cx="3445266" cy="1247772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48AF5F3-D136-4911-5F81-2403C5E29E8E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9302753-388C-AE22-0137-D98E0D19C5EE}"/>
                </a:ext>
              </a:extLst>
            </p:cNvPr>
            <p:cNvSpPr txBox="1"/>
            <p:nvPr/>
          </p:nvSpPr>
          <p:spPr>
            <a:xfrm>
              <a:off x="4296615" y="2461199"/>
              <a:ext cx="13400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1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1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0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0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B9E5B4-2D39-FA57-87A7-22B882BFC99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AF2B98E-D931-3F6A-E549-1BB0771543AF}"/>
              </a:ext>
            </a:extLst>
          </p:cNvPr>
          <p:cNvGrpSpPr/>
          <p:nvPr/>
        </p:nvGrpSpPr>
        <p:grpSpPr>
          <a:xfrm>
            <a:off x="819241" y="2637557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736813EC-BEB2-F058-B273-A5DBB1BEE1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978F0D1-4865-4A28-25AC-33DC42E3A28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9E1251A7-40C0-CAB1-289F-616A9A9F5715}"/>
              </a:ext>
            </a:extLst>
          </p:cNvPr>
          <p:cNvGrpSpPr/>
          <p:nvPr/>
        </p:nvGrpSpPr>
        <p:grpSpPr>
          <a:xfrm>
            <a:off x="1160990" y="2637557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AB9EFA70-6EEC-62C3-631A-D61E3944E7D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48092F-FC32-B7D5-FC9E-4BCB17AE65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37506E63-74EC-EB49-A3E2-4532F3635023}"/>
              </a:ext>
            </a:extLst>
          </p:cNvPr>
          <p:cNvSpPr txBox="1"/>
          <p:nvPr/>
        </p:nvSpPr>
        <p:spPr>
          <a:xfrm>
            <a:off x="2199564" y="3437642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9C431E8F-9096-E3B4-CC7E-468546A1D94E}"/>
              </a:ext>
            </a:extLst>
          </p:cNvPr>
          <p:cNvCxnSpPr>
            <a:cxnSpLocks/>
          </p:cNvCxnSpPr>
          <p:nvPr/>
        </p:nvCxnSpPr>
        <p:spPr>
          <a:xfrm rot="-900000">
            <a:off x="2456177" y="347899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83E7EE5-55CA-B133-61FB-C8D3CA5F3997}"/>
              </a:ext>
            </a:extLst>
          </p:cNvPr>
          <p:cNvSpPr txBox="1"/>
          <p:nvPr/>
        </p:nvSpPr>
        <p:spPr>
          <a:xfrm>
            <a:off x="1984932" y="37108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5B3963-3F3E-689B-16E7-63FE3CED8323}"/>
              </a:ext>
            </a:extLst>
          </p:cNvPr>
          <p:cNvSpPr txBox="1"/>
          <p:nvPr/>
        </p:nvSpPr>
        <p:spPr>
          <a:xfrm>
            <a:off x="2783164" y="37083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FF6CE07-791F-79D4-8F9B-2F8F21F1D5B7}"/>
              </a:ext>
            </a:extLst>
          </p:cNvPr>
          <p:cNvCxnSpPr/>
          <p:nvPr/>
        </p:nvCxnSpPr>
        <p:spPr>
          <a:xfrm>
            <a:off x="191640" y="4259683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14">
            <a:extLst>
              <a:ext uri="{FF2B5EF4-FFF2-40B4-BE49-F238E27FC236}">
                <a16:creationId xmlns:a16="http://schemas.microsoft.com/office/drawing/2014/main" id="{73DC8329-56BB-AE25-253F-9A545936B566}"/>
              </a:ext>
            </a:extLst>
          </p:cNvPr>
          <p:cNvSpPr txBox="1"/>
          <p:nvPr/>
        </p:nvSpPr>
        <p:spPr>
          <a:xfrm>
            <a:off x="210144" y="459220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491DF05B-EA8B-DE79-5AAC-2351B4DBAB6B}"/>
              </a:ext>
            </a:extLst>
          </p:cNvPr>
          <p:cNvSpPr txBox="1"/>
          <p:nvPr/>
        </p:nvSpPr>
        <p:spPr>
          <a:xfrm>
            <a:off x="518039" y="459073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36A4CE5-9CA3-785E-EF39-FF81020E6E4C}"/>
              </a:ext>
            </a:extLst>
          </p:cNvPr>
          <p:cNvCxnSpPr/>
          <p:nvPr/>
        </p:nvCxnSpPr>
        <p:spPr>
          <a:xfrm>
            <a:off x="210144" y="5086064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9A9241E-DA12-98D0-3AA0-35C7811DE11B}"/>
              </a:ext>
            </a:extLst>
          </p:cNvPr>
          <p:cNvSpPr txBox="1"/>
          <p:nvPr/>
        </p:nvSpPr>
        <p:spPr>
          <a:xfrm>
            <a:off x="181663" y="508459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5D5320-9814-EA81-A517-F93C6C9D4211}"/>
              </a:ext>
            </a:extLst>
          </p:cNvPr>
          <p:cNvSpPr/>
          <p:nvPr/>
        </p:nvSpPr>
        <p:spPr>
          <a:xfrm>
            <a:off x="259800" y="5209964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A8675E0-2B73-D616-09DD-ED4D2522AFEE}"/>
              </a:ext>
            </a:extLst>
          </p:cNvPr>
          <p:cNvSpPr/>
          <p:nvPr/>
        </p:nvSpPr>
        <p:spPr>
          <a:xfrm>
            <a:off x="225879" y="5350562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90A9672-4BFB-4C42-1A5A-4E59DD0405E6}"/>
              </a:ext>
            </a:extLst>
          </p:cNvPr>
          <p:cNvSpPr txBox="1"/>
          <p:nvPr/>
        </p:nvSpPr>
        <p:spPr>
          <a:xfrm>
            <a:off x="124890" y="6011947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A1427A9-F6A7-A3B2-CF03-8380FC26F4F1}"/>
              </a:ext>
            </a:extLst>
          </p:cNvPr>
          <p:cNvSpPr/>
          <p:nvPr/>
        </p:nvSpPr>
        <p:spPr>
          <a:xfrm>
            <a:off x="1202132" y="5348639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D9EA0ED-4017-4590-2092-4185CFAE8F4C}"/>
              </a:ext>
            </a:extLst>
          </p:cNvPr>
          <p:cNvSpPr txBox="1"/>
          <p:nvPr/>
        </p:nvSpPr>
        <p:spPr>
          <a:xfrm>
            <a:off x="1101143" y="6010024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D5846435-3837-E656-7FD6-EB47C868696A}"/>
              </a:ext>
            </a:extLst>
          </p:cNvPr>
          <p:cNvSpPr/>
          <p:nvPr/>
        </p:nvSpPr>
        <p:spPr>
          <a:xfrm>
            <a:off x="2152978" y="5346500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51F206E-277B-499B-FD1C-ECD2BA3F33CC}"/>
              </a:ext>
            </a:extLst>
          </p:cNvPr>
          <p:cNvSpPr txBox="1"/>
          <p:nvPr/>
        </p:nvSpPr>
        <p:spPr>
          <a:xfrm>
            <a:off x="2051989" y="6007885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250B303-990C-A210-AFE5-9AB863111094}"/>
              </a:ext>
            </a:extLst>
          </p:cNvPr>
          <p:cNvSpPr/>
          <p:nvPr/>
        </p:nvSpPr>
        <p:spPr>
          <a:xfrm>
            <a:off x="3077978" y="5354067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D9622F-CD50-BA65-68CD-D5ED382223C4}"/>
              </a:ext>
            </a:extLst>
          </p:cNvPr>
          <p:cNvSpPr txBox="1"/>
          <p:nvPr/>
        </p:nvSpPr>
        <p:spPr>
          <a:xfrm>
            <a:off x="2992703" y="6009593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C6FB42F-88E3-8186-8A5A-DA0A0B210C36}"/>
              </a:ext>
            </a:extLst>
          </p:cNvPr>
          <p:cNvGrpSpPr/>
          <p:nvPr/>
        </p:nvGrpSpPr>
        <p:grpSpPr>
          <a:xfrm>
            <a:off x="210144" y="4398364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849851E4-FF34-CE8C-F101-904FEF99047C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7389BC9D-9E27-AE00-EDA9-D2CF45EF5401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2F1208-43AA-D8A7-581F-E0D1C59E562A}"/>
              </a:ext>
            </a:extLst>
          </p:cNvPr>
          <p:cNvSpPr txBox="1"/>
          <p:nvPr/>
        </p:nvSpPr>
        <p:spPr>
          <a:xfrm>
            <a:off x="3983784" y="132621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E6D05A-8113-A44D-2D62-942D8398C648}"/>
              </a:ext>
            </a:extLst>
          </p:cNvPr>
          <p:cNvCxnSpPr/>
          <p:nvPr/>
        </p:nvCxnSpPr>
        <p:spPr>
          <a:xfrm>
            <a:off x="3983784" y="155704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F59A51-1626-5ABD-AB82-3DBB60BBD14D}"/>
              </a:ext>
            </a:extLst>
          </p:cNvPr>
          <p:cNvCxnSpPr/>
          <p:nvPr/>
        </p:nvCxnSpPr>
        <p:spPr>
          <a:xfrm>
            <a:off x="4015534" y="156339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BB18D93-7803-6589-9F70-790FC64B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3" r="170" b="35902"/>
          <a:stretch>
            <a:fillRect/>
          </a:stretch>
        </p:blipFill>
        <p:spPr>
          <a:xfrm>
            <a:off x="4002868" y="3500890"/>
            <a:ext cx="3345302" cy="3115712"/>
          </a:xfrm>
          <a:prstGeom prst="rect">
            <a:avLst/>
          </a:prstGeom>
        </p:spPr>
      </p:pic>
      <p:sp>
        <p:nvSpPr>
          <p:cNvPr id="18" name="물결 17">
            <a:extLst>
              <a:ext uri="{FF2B5EF4-FFF2-40B4-BE49-F238E27FC236}">
                <a16:creationId xmlns:a16="http://schemas.microsoft.com/office/drawing/2014/main" id="{98ABDB43-8A09-A240-97DD-F116535FB018}"/>
              </a:ext>
            </a:extLst>
          </p:cNvPr>
          <p:cNvSpPr/>
          <p:nvPr/>
        </p:nvSpPr>
        <p:spPr>
          <a:xfrm>
            <a:off x="3954595" y="6014042"/>
            <a:ext cx="3461030" cy="586574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8B9DA7-BFF0-1546-1C8F-098F80993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004711" y="1004791"/>
            <a:ext cx="1653664" cy="1666009"/>
          </a:xfrm>
          <a:prstGeom prst="rect">
            <a:avLst/>
          </a:prstGeom>
        </p:spPr>
      </p:pic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F10AFFF-5411-5F9B-66FA-20100B92CFD6}"/>
              </a:ext>
            </a:extLst>
          </p:cNvPr>
          <p:cNvSpPr/>
          <p:nvPr/>
        </p:nvSpPr>
        <p:spPr>
          <a:xfrm>
            <a:off x="1570943" y="234309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E28AE772-4856-7DEE-1BF9-382A012C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7707"/>
              </p:ext>
            </p:extLst>
          </p:nvPr>
        </p:nvGraphicFramePr>
        <p:xfrm>
          <a:off x="10086305" y="636529"/>
          <a:ext cx="2850436" cy="6315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이미지 롤링 가능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해당영역 관리자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 평균 점수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하단 후기 탭 활성화 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스크롤 업 처리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후기 탭이 활성화 된 채로 후기 영역으로 화면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마일리지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확정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적립되는 마일리지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전 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“0”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값으로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*7/10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마일리지 적립 비율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미정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배송비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배송 데이터 값 출력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(AS-IS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배송정보 데이터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고객이 함께 본 상품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연관 상품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스크롤 기능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관리에서 설정한 상품 상세 이벤트 배너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이벤트 상세페이지 이동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 입력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상품  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이미지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CH-U-PR-02-02-08p / CH-U-PR-02-02-09p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43618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옵션 유무에 따라 레이어 구분하여 출력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CH-U-PR-02-02-10p / CH-U-PR-02-02-11p </a:t>
                      </a:r>
                    </a:p>
                    <a:p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선택  완료 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화면으로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CH-U-CA-02-01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19297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6253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  디폴트 가격 안내 문구로 출력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정의 참고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i="0" spc="-150" dirty="0">
                          <a:solidFill>
                            <a:srgbClr val="234DD3"/>
                          </a:solidFill>
                          <a:effectLst/>
                          <a:latin typeface="+mn-ea"/>
                        </a:rPr>
                        <a:t>로그인 후 판매가 확인</a:t>
                      </a:r>
                      <a:endParaRPr lang="ko-KR" altLang="ko-KR" sz="800" b="1" i="0" spc="-150" dirty="0">
                        <a:solidFill>
                          <a:srgbClr val="234DD3"/>
                        </a:solidFill>
                        <a:effectLst/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925492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066618-0160-0A85-2A7F-D3D36193B037}"/>
              </a:ext>
            </a:extLst>
          </p:cNvPr>
          <p:cNvSpPr/>
          <p:nvPr/>
        </p:nvSpPr>
        <p:spPr>
          <a:xfrm>
            <a:off x="3977434" y="662951"/>
            <a:ext cx="3411248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BA1D53ED-BC3D-C8A2-AD8D-EBCC3BCBC591}"/>
              </a:ext>
            </a:extLst>
          </p:cNvPr>
          <p:cNvSpPr txBox="1"/>
          <p:nvPr/>
        </p:nvSpPr>
        <p:spPr>
          <a:xfrm>
            <a:off x="4010375" y="726884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2930CB6-24A6-7B31-CA5A-EEEA4906E09F}"/>
              </a:ext>
            </a:extLst>
          </p:cNvPr>
          <p:cNvSpPr txBox="1"/>
          <p:nvPr/>
        </p:nvSpPr>
        <p:spPr>
          <a:xfrm>
            <a:off x="4013238" y="938575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1E9DD4B-E42C-06DD-0F9A-7B74B009B0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57" y="761821"/>
            <a:ext cx="434788" cy="434788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E789D5-9A6C-DEC5-A8C4-69BAA093905C}"/>
              </a:ext>
            </a:extLst>
          </p:cNvPr>
          <p:cNvSpPr/>
          <p:nvPr/>
        </p:nvSpPr>
        <p:spPr>
          <a:xfrm rot="1622654">
            <a:off x="6935725" y="736402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" name="하트 3">
            <a:extLst>
              <a:ext uri="{FF2B5EF4-FFF2-40B4-BE49-F238E27FC236}">
                <a16:creationId xmlns:a16="http://schemas.microsoft.com/office/drawing/2014/main" id="{9D8DCB8A-CDE6-56A0-DB2C-263C2BD9A284}"/>
              </a:ext>
            </a:extLst>
          </p:cNvPr>
          <p:cNvSpPr/>
          <p:nvPr/>
        </p:nvSpPr>
        <p:spPr>
          <a:xfrm>
            <a:off x="3253845" y="100212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C6C3246E-142D-3D82-915B-DDA90B90626D}"/>
              </a:ext>
            </a:extLst>
          </p:cNvPr>
          <p:cNvSpPr/>
          <p:nvPr/>
        </p:nvSpPr>
        <p:spPr>
          <a:xfrm>
            <a:off x="850436" y="5397630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092342EF-2619-48F7-68E5-8A2EBEF00FCE}"/>
              </a:ext>
            </a:extLst>
          </p:cNvPr>
          <p:cNvSpPr/>
          <p:nvPr/>
        </p:nvSpPr>
        <p:spPr>
          <a:xfrm>
            <a:off x="1873793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F1E376C8-333F-1258-B6F1-5D7406A4A135}"/>
              </a:ext>
            </a:extLst>
          </p:cNvPr>
          <p:cNvSpPr/>
          <p:nvPr/>
        </p:nvSpPr>
        <p:spPr>
          <a:xfrm>
            <a:off x="2817006" y="5391988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004B9B26-258E-D4FC-127D-4CDDAEEA5770}"/>
              </a:ext>
            </a:extLst>
          </p:cNvPr>
          <p:cNvSpPr txBox="1"/>
          <p:nvPr/>
        </p:nvSpPr>
        <p:spPr>
          <a:xfrm>
            <a:off x="522505" y="4813232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63016-F704-7753-8CD9-844D88BE3E36}"/>
              </a:ext>
            </a:extLst>
          </p:cNvPr>
          <p:cNvSpPr txBox="1"/>
          <p:nvPr/>
        </p:nvSpPr>
        <p:spPr>
          <a:xfrm>
            <a:off x="82167" y="63543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3FE1816-12F5-BEC0-59E2-C95F6243B38A}"/>
              </a:ext>
            </a:extLst>
          </p:cNvPr>
          <p:cNvCxnSpPr>
            <a:cxnSpLocks/>
          </p:cNvCxnSpPr>
          <p:nvPr/>
        </p:nvCxnSpPr>
        <p:spPr>
          <a:xfrm rot="-900000">
            <a:off x="205922" y="63939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871662-91E2-6D08-4F1C-C3EC9547FE51}"/>
              </a:ext>
            </a:extLst>
          </p:cNvPr>
          <p:cNvSpPr txBox="1"/>
          <p:nvPr/>
        </p:nvSpPr>
        <p:spPr>
          <a:xfrm>
            <a:off x="894464" y="64625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0879C-BB30-DFB8-F661-7BBE458F2DD5}"/>
              </a:ext>
            </a:extLst>
          </p:cNvPr>
          <p:cNvSpPr txBox="1"/>
          <p:nvPr/>
        </p:nvSpPr>
        <p:spPr>
          <a:xfrm>
            <a:off x="73959" y="6430678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87020-7D47-FC34-DDBD-33A2EE876D2E}"/>
              </a:ext>
            </a:extLst>
          </p:cNvPr>
          <p:cNvSpPr txBox="1"/>
          <p:nvPr/>
        </p:nvSpPr>
        <p:spPr>
          <a:xfrm>
            <a:off x="1058420" y="636161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012368-DC16-3ECA-9944-C352525C6E07}"/>
              </a:ext>
            </a:extLst>
          </p:cNvPr>
          <p:cNvCxnSpPr>
            <a:cxnSpLocks/>
          </p:cNvCxnSpPr>
          <p:nvPr/>
        </p:nvCxnSpPr>
        <p:spPr>
          <a:xfrm rot="-900000">
            <a:off x="1182175" y="640122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96B911-DF82-1ED9-7123-F7074634E3AF}"/>
              </a:ext>
            </a:extLst>
          </p:cNvPr>
          <p:cNvSpPr txBox="1"/>
          <p:nvPr/>
        </p:nvSpPr>
        <p:spPr>
          <a:xfrm>
            <a:off x="1870717" y="646059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D0309-A2BD-C010-39BA-BABC248BD71C}"/>
              </a:ext>
            </a:extLst>
          </p:cNvPr>
          <p:cNvSpPr txBox="1"/>
          <p:nvPr/>
        </p:nvSpPr>
        <p:spPr>
          <a:xfrm>
            <a:off x="2009266" y="63594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95A5E83-BE1F-71FC-B042-E5EB2C23BEED}"/>
              </a:ext>
            </a:extLst>
          </p:cNvPr>
          <p:cNvCxnSpPr>
            <a:cxnSpLocks/>
          </p:cNvCxnSpPr>
          <p:nvPr/>
        </p:nvCxnSpPr>
        <p:spPr>
          <a:xfrm rot="-900000">
            <a:off x="2133021" y="639908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7CB687-9FAB-2B7C-E3D9-A70CFD6454E5}"/>
              </a:ext>
            </a:extLst>
          </p:cNvPr>
          <p:cNvSpPr txBox="1"/>
          <p:nvPr/>
        </p:nvSpPr>
        <p:spPr>
          <a:xfrm>
            <a:off x="2807854" y="644462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762038-2F30-2409-7883-F4148EFEA8CC}"/>
              </a:ext>
            </a:extLst>
          </p:cNvPr>
          <p:cNvSpPr txBox="1"/>
          <p:nvPr/>
        </p:nvSpPr>
        <p:spPr>
          <a:xfrm>
            <a:off x="2962301" y="63762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C5817A-8930-862B-939E-BF73E0A72EBF}"/>
              </a:ext>
            </a:extLst>
          </p:cNvPr>
          <p:cNvSpPr txBox="1"/>
          <p:nvPr/>
        </p:nvSpPr>
        <p:spPr>
          <a:xfrm>
            <a:off x="1037137" y="6420899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232633-CA44-BAD2-A5C0-2A43E987716D}"/>
              </a:ext>
            </a:extLst>
          </p:cNvPr>
          <p:cNvSpPr txBox="1"/>
          <p:nvPr/>
        </p:nvSpPr>
        <p:spPr>
          <a:xfrm>
            <a:off x="1972768" y="641847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31A2388-CF06-15C6-F0B5-44B1F9ABCC73}"/>
              </a:ext>
            </a:extLst>
          </p:cNvPr>
          <p:cNvSpPr/>
          <p:nvPr/>
        </p:nvSpPr>
        <p:spPr>
          <a:xfrm>
            <a:off x="194023" y="6639098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7D7E70C-CE8C-E54D-6041-1386DF289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08" y="6645743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C4E132F-F140-98FD-D196-6370CF120C37}"/>
              </a:ext>
            </a:extLst>
          </p:cNvPr>
          <p:cNvSpPr/>
          <p:nvPr/>
        </p:nvSpPr>
        <p:spPr>
          <a:xfrm>
            <a:off x="1143977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35E77A1-B437-13F9-622D-FA55D0D91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962" y="6644646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0452FFA-9AB4-B1B1-A639-69D09C6BC348}"/>
              </a:ext>
            </a:extLst>
          </p:cNvPr>
          <p:cNvSpPr/>
          <p:nvPr/>
        </p:nvSpPr>
        <p:spPr>
          <a:xfrm>
            <a:off x="2102765" y="6638001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9DEA48F-6EB0-98F4-DC80-C163A35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750" y="6644646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A41484C-85D4-1537-42E9-F3BFAAB8F795}"/>
              </a:ext>
            </a:extLst>
          </p:cNvPr>
          <p:cNvSpPr/>
          <p:nvPr/>
        </p:nvSpPr>
        <p:spPr>
          <a:xfrm>
            <a:off x="3054450" y="6638001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A1DE7BE-51E2-79B8-0D8E-ECB6F7A7E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160" y="6641106"/>
            <a:ext cx="143137" cy="12977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7ADB2E-FF69-3A6F-4396-A3BEEF8C6D58}"/>
              </a:ext>
            </a:extLst>
          </p:cNvPr>
          <p:cNvSpPr txBox="1"/>
          <p:nvPr/>
        </p:nvSpPr>
        <p:spPr>
          <a:xfrm>
            <a:off x="290355" y="3872093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BDA0B-9A3B-C849-CD34-A6CDAE1EF2AA}"/>
              </a:ext>
            </a:extLst>
          </p:cNvPr>
          <p:cNvSpPr txBox="1"/>
          <p:nvPr/>
        </p:nvSpPr>
        <p:spPr>
          <a:xfrm>
            <a:off x="130696" y="3864306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3084A51D-7219-C2F3-2A0D-972B6F1B7C71}"/>
              </a:ext>
            </a:extLst>
          </p:cNvPr>
          <p:cNvSpPr/>
          <p:nvPr/>
        </p:nvSpPr>
        <p:spPr>
          <a:xfrm>
            <a:off x="7208764" y="621627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6E15DED-2151-64CC-0EA9-021994F71D47}"/>
              </a:ext>
            </a:extLst>
          </p:cNvPr>
          <p:cNvCxnSpPr/>
          <p:nvPr/>
        </p:nvCxnSpPr>
        <p:spPr>
          <a:xfrm>
            <a:off x="191640" y="1704501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114">
            <a:extLst>
              <a:ext uri="{FF2B5EF4-FFF2-40B4-BE49-F238E27FC236}">
                <a16:creationId xmlns:a16="http://schemas.microsoft.com/office/drawing/2014/main" id="{D188BD14-D10B-F324-8FBF-57C30AA2B5D1}"/>
              </a:ext>
            </a:extLst>
          </p:cNvPr>
          <p:cNvSpPr txBox="1"/>
          <p:nvPr/>
        </p:nvSpPr>
        <p:spPr>
          <a:xfrm>
            <a:off x="2256581" y="3949452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DDED6CED-293A-223A-91F6-4EF54F361FA9}"/>
              </a:ext>
            </a:extLst>
          </p:cNvPr>
          <p:cNvSpPr txBox="1"/>
          <p:nvPr/>
        </p:nvSpPr>
        <p:spPr>
          <a:xfrm>
            <a:off x="3005570" y="3947520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85FCE59-6BE8-4003-BBEA-52B98DCB58A3}"/>
              </a:ext>
            </a:extLst>
          </p:cNvPr>
          <p:cNvSpPr/>
          <p:nvPr/>
        </p:nvSpPr>
        <p:spPr>
          <a:xfrm>
            <a:off x="3980476" y="6616520"/>
            <a:ext cx="1675577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2C315995-3A85-B9EB-F5E5-B36D0718A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337" y="6681353"/>
            <a:ext cx="143137" cy="129778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77866B2-5F43-CC5A-3414-7CD46DBB93E4}"/>
              </a:ext>
            </a:extLst>
          </p:cNvPr>
          <p:cNvSpPr/>
          <p:nvPr/>
        </p:nvSpPr>
        <p:spPr>
          <a:xfrm>
            <a:off x="5663396" y="6619667"/>
            <a:ext cx="1725286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A75BE9-37EA-DD25-D0AF-DC00056E38FB}"/>
              </a:ext>
            </a:extLst>
          </p:cNvPr>
          <p:cNvCxnSpPr>
            <a:cxnSpLocks/>
          </p:cNvCxnSpPr>
          <p:nvPr/>
        </p:nvCxnSpPr>
        <p:spPr>
          <a:xfrm>
            <a:off x="7388682" y="365308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42E03AC-2C23-1709-DF4E-5A6808F4E748}"/>
              </a:ext>
            </a:extLst>
          </p:cNvPr>
          <p:cNvCxnSpPr/>
          <p:nvPr/>
        </p:nvCxnSpPr>
        <p:spPr>
          <a:xfrm>
            <a:off x="7427228" y="1549122"/>
            <a:ext cx="576695" cy="0"/>
          </a:xfrm>
          <a:prstGeom prst="line">
            <a:avLst/>
          </a:prstGeom>
          <a:ln w="952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7383A7B-426B-EF0E-7E19-AF775C0B8894}"/>
              </a:ext>
            </a:extLst>
          </p:cNvPr>
          <p:cNvSpPr txBox="1"/>
          <p:nvPr/>
        </p:nvSpPr>
        <p:spPr>
          <a:xfrm>
            <a:off x="7400934" y="1174564"/>
            <a:ext cx="2707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스크롤 시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헤더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탭 영역 고정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https://www.vouchermall.co.kr/goods/goodsDetail.do?goodsNo=240503002824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C4FD8203-3A6E-8A4B-156E-7BC927B4A026}"/>
              </a:ext>
            </a:extLst>
          </p:cNvPr>
          <p:cNvSpPr/>
          <p:nvPr/>
        </p:nvSpPr>
        <p:spPr>
          <a:xfrm>
            <a:off x="3401961" y="8566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75C94A77-2F17-4BDC-F18C-0A1166F80E92}"/>
              </a:ext>
            </a:extLst>
          </p:cNvPr>
          <p:cNvSpPr/>
          <p:nvPr/>
        </p:nvSpPr>
        <p:spPr>
          <a:xfrm>
            <a:off x="2192874" y="22701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0E371D60-AAEA-F4C7-BD2A-84DE72F6DCA4}"/>
              </a:ext>
            </a:extLst>
          </p:cNvPr>
          <p:cNvSpPr/>
          <p:nvPr/>
        </p:nvSpPr>
        <p:spPr>
          <a:xfrm>
            <a:off x="1010139" y="3906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91E5B921-31A6-C53B-7DCB-363F1471C726}"/>
              </a:ext>
            </a:extLst>
          </p:cNvPr>
          <p:cNvSpPr/>
          <p:nvPr/>
        </p:nvSpPr>
        <p:spPr>
          <a:xfrm>
            <a:off x="3520477" y="38791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모서리가 둥근 직사각형 114">
            <a:extLst>
              <a:ext uri="{FF2B5EF4-FFF2-40B4-BE49-F238E27FC236}">
                <a16:creationId xmlns:a16="http://schemas.microsoft.com/office/drawing/2014/main" id="{C7F5F949-E04D-9723-0D41-D5F458630E56}"/>
              </a:ext>
            </a:extLst>
          </p:cNvPr>
          <p:cNvSpPr/>
          <p:nvPr/>
        </p:nvSpPr>
        <p:spPr>
          <a:xfrm>
            <a:off x="909320" y="43532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28B5100-6DFA-A774-F2A9-54D781C94C82}"/>
              </a:ext>
            </a:extLst>
          </p:cNvPr>
          <p:cNvSpPr/>
          <p:nvPr/>
        </p:nvSpPr>
        <p:spPr>
          <a:xfrm>
            <a:off x="1441530" y="4596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902DDC7F-4425-E930-8819-EB3ED283AE9B}"/>
              </a:ext>
            </a:extLst>
          </p:cNvPr>
          <p:cNvSpPr/>
          <p:nvPr/>
        </p:nvSpPr>
        <p:spPr>
          <a:xfrm>
            <a:off x="3203607" y="5144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CFBF9F8-01CC-282D-B496-F462607B09D5}"/>
              </a:ext>
            </a:extLst>
          </p:cNvPr>
          <p:cNvCxnSpPr/>
          <p:nvPr/>
        </p:nvCxnSpPr>
        <p:spPr>
          <a:xfrm>
            <a:off x="479783" y="5724525"/>
            <a:ext cx="3424072" cy="0"/>
          </a:xfrm>
          <a:prstGeom prst="straightConnector1">
            <a:avLst/>
          </a:prstGeom>
          <a:ln w="63500">
            <a:solidFill>
              <a:srgbClr val="7030A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68318A79-F19D-9B30-A1E8-600CBBBB620E}"/>
              </a:ext>
            </a:extLst>
          </p:cNvPr>
          <p:cNvSpPr/>
          <p:nvPr/>
        </p:nvSpPr>
        <p:spPr>
          <a:xfrm>
            <a:off x="6086168" y="604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AB6ACC2A-A2CC-6F60-E6A0-9A072521D01F}"/>
              </a:ext>
            </a:extLst>
          </p:cNvPr>
          <p:cNvSpPr/>
          <p:nvPr/>
        </p:nvSpPr>
        <p:spPr>
          <a:xfrm>
            <a:off x="4495272" y="11862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54077D26-60F9-A44A-ADA8-7DFA0A98AFEC}"/>
              </a:ext>
            </a:extLst>
          </p:cNvPr>
          <p:cNvSpPr/>
          <p:nvPr/>
        </p:nvSpPr>
        <p:spPr>
          <a:xfrm>
            <a:off x="5307869" y="65346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FFF6C0B8-A733-0AFA-D7E6-3AB619450D2C}"/>
              </a:ext>
            </a:extLst>
          </p:cNvPr>
          <p:cNvSpPr/>
          <p:nvPr/>
        </p:nvSpPr>
        <p:spPr>
          <a:xfrm>
            <a:off x="7030920" y="6554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모서리가 둥근 직사각형 114">
            <a:extLst>
              <a:ext uri="{FF2B5EF4-FFF2-40B4-BE49-F238E27FC236}">
                <a16:creationId xmlns:a16="http://schemas.microsoft.com/office/drawing/2014/main" id="{10436C26-EBED-6233-7BEE-EAC1D393AB14}"/>
              </a:ext>
            </a:extLst>
          </p:cNvPr>
          <p:cNvSpPr/>
          <p:nvPr/>
        </p:nvSpPr>
        <p:spPr>
          <a:xfrm>
            <a:off x="824536" y="65799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0CF86F5-A491-922E-0BC3-78025E999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24762"/>
              </p:ext>
            </p:extLst>
          </p:nvPr>
        </p:nvGraphicFramePr>
        <p:xfrm>
          <a:off x="4012376" y="1612069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7E389A12-18A2-324D-0299-25E386F02957}"/>
              </a:ext>
            </a:extLst>
          </p:cNvPr>
          <p:cNvSpPr/>
          <p:nvPr/>
        </p:nvSpPr>
        <p:spPr>
          <a:xfrm>
            <a:off x="7345066" y="1643995"/>
            <a:ext cx="274332" cy="1742842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ECA9A-F372-D7E8-B1E4-E24FB93F146B}"/>
              </a:ext>
            </a:extLst>
          </p:cNvPr>
          <p:cNvSpPr txBox="1"/>
          <p:nvPr/>
        </p:nvSpPr>
        <p:spPr>
          <a:xfrm>
            <a:off x="7715575" y="1980889"/>
            <a:ext cx="2156360" cy="1038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 상단 디폴트 정보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조건이랑 맞물리는 데이터 영역</a:t>
            </a:r>
            <a:endParaRPr lang="en-US" altLang="ko-KR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입력 데이터 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해당 없을 경우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없음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endParaRPr lang="en-US" altLang="ko-KR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마다 출력 항목 다름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슬라이드 참고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F4E49B1-2178-8AAE-8855-2AB64FADE588}"/>
              </a:ext>
            </a:extLst>
          </p:cNvPr>
          <p:cNvCxnSpPr/>
          <p:nvPr/>
        </p:nvCxnSpPr>
        <p:spPr>
          <a:xfrm>
            <a:off x="6275575" y="3414515"/>
            <a:ext cx="1440000" cy="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5E1771-134B-978F-1998-07BC06A84A72}"/>
              </a:ext>
            </a:extLst>
          </p:cNvPr>
          <p:cNvSpPr txBox="1"/>
          <p:nvPr/>
        </p:nvSpPr>
        <p:spPr>
          <a:xfrm>
            <a:off x="7715575" y="3314532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5CEFAC-FF6F-A574-9345-344FA636ABFD}"/>
              </a:ext>
            </a:extLst>
          </p:cNvPr>
          <p:cNvSpPr/>
          <p:nvPr/>
        </p:nvSpPr>
        <p:spPr>
          <a:xfrm>
            <a:off x="7497181" y="6607485"/>
            <a:ext cx="236247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CAB6840-DD1D-7AE0-6343-E2208117598E}"/>
              </a:ext>
            </a:extLst>
          </p:cNvPr>
          <p:cNvSpPr/>
          <p:nvPr/>
        </p:nvSpPr>
        <p:spPr>
          <a:xfrm>
            <a:off x="9635935" y="65157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29200165-CEA5-9163-8615-82DCF3AB2A6F}"/>
              </a:ext>
            </a:extLst>
          </p:cNvPr>
          <p:cNvSpPr/>
          <p:nvPr/>
        </p:nvSpPr>
        <p:spPr>
          <a:xfrm>
            <a:off x="3362454" y="33437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5972AA3-438D-9FCD-B0D1-FCB8D4E6C52C}"/>
              </a:ext>
            </a:extLst>
          </p:cNvPr>
          <p:cNvSpPr/>
          <p:nvPr/>
        </p:nvSpPr>
        <p:spPr>
          <a:xfrm>
            <a:off x="7516921" y="5757710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3C996C-CC05-A316-769D-D84D06BF81D5}"/>
              </a:ext>
            </a:extLst>
          </p:cNvPr>
          <p:cNvSpPr/>
          <p:nvPr/>
        </p:nvSpPr>
        <p:spPr>
          <a:xfrm>
            <a:off x="7521485" y="5442742"/>
            <a:ext cx="2362475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90B48-1A34-C7AB-943E-EFF4B7AD395F}"/>
              </a:ext>
            </a:extLst>
          </p:cNvPr>
          <p:cNvSpPr txBox="1"/>
          <p:nvPr/>
        </p:nvSpPr>
        <p:spPr>
          <a:xfrm>
            <a:off x="7445657" y="5193583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186C6ED-6CBE-73F3-29CA-62B812E7728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687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1B829-8935-F491-0A34-99769D35646F}"/>
              </a:ext>
            </a:extLst>
          </p:cNvPr>
          <p:cNvSpPr txBox="1"/>
          <p:nvPr/>
        </p:nvSpPr>
        <p:spPr>
          <a:xfrm>
            <a:off x="410485" y="885952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B416F7-B17A-9AFD-C70A-EE947F33B906}"/>
              </a:ext>
            </a:extLst>
          </p:cNvPr>
          <p:cNvCxnSpPr/>
          <p:nvPr/>
        </p:nvCxnSpPr>
        <p:spPr>
          <a:xfrm>
            <a:off x="410485" y="1116784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5FF9E2-F6EC-4145-4914-795141897165}"/>
              </a:ext>
            </a:extLst>
          </p:cNvPr>
          <p:cNvCxnSpPr/>
          <p:nvPr/>
        </p:nvCxnSpPr>
        <p:spPr>
          <a:xfrm>
            <a:off x="442235" y="1123134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3738DA-B081-62B5-1959-225BEB339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17336"/>
              </p:ext>
            </p:extLst>
          </p:nvPr>
        </p:nvGraphicFramePr>
        <p:xfrm>
          <a:off x="439077" y="1171807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DCC1A-8F59-4281-F664-6EF8CDDB65B6}"/>
              </a:ext>
            </a:extLst>
          </p:cNvPr>
          <p:cNvSpPr txBox="1"/>
          <p:nvPr/>
        </p:nvSpPr>
        <p:spPr>
          <a:xfrm>
            <a:off x="6610880" y="89589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B600F0-A749-2446-F3E5-DFB46B44EA24}"/>
              </a:ext>
            </a:extLst>
          </p:cNvPr>
          <p:cNvCxnSpPr/>
          <p:nvPr/>
        </p:nvCxnSpPr>
        <p:spPr>
          <a:xfrm>
            <a:off x="6610880" y="112672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6D24E4D-FBF6-A2BD-4344-DFB7CC9892B6}"/>
              </a:ext>
            </a:extLst>
          </p:cNvPr>
          <p:cNvCxnSpPr/>
          <p:nvPr/>
        </p:nvCxnSpPr>
        <p:spPr>
          <a:xfrm>
            <a:off x="6642630" y="113307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72B6B81-7181-3CF0-672D-A1701E66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37546"/>
              </p:ext>
            </p:extLst>
          </p:nvPr>
        </p:nvGraphicFramePr>
        <p:xfrm>
          <a:off x="6639472" y="1181750"/>
          <a:ext cx="328177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 이상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사용 개월 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미숙아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남녀공용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59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개당 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800g(500~900g)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개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EE9007-E90E-445A-B0F8-8B9D9444269E}"/>
              </a:ext>
            </a:extLst>
          </p:cNvPr>
          <p:cNvSpPr txBox="1"/>
          <p:nvPr/>
        </p:nvSpPr>
        <p:spPr>
          <a:xfrm>
            <a:off x="458189" y="4103925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7091CD-007D-680D-45DB-1FF5B7A52C58}"/>
              </a:ext>
            </a:extLst>
          </p:cNvPr>
          <p:cNvCxnSpPr/>
          <p:nvPr/>
        </p:nvCxnSpPr>
        <p:spPr>
          <a:xfrm>
            <a:off x="458189" y="4334757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981320-E4EB-185F-972F-5D1BC0B1B505}"/>
              </a:ext>
            </a:extLst>
          </p:cNvPr>
          <p:cNvCxnSpPr/>
          <p:nvPr/>
        </p:nvCxnSpPr>
        <p:spPr>
          <a:xfrm>
            <a:off x="489939" y="4341107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E8B2F56-E494-8430-9899-4AAD79770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52955"/>
              </p:ext>
            </p:extLst>
          </p:nvPr>
        </p:nvGraphicFramePr>
        <p:xfrm>
          <a:off x="486781" y="4389780"/>
          <a:ext cx="3281774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일반 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사이즈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소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(S),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중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(M)/(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혼합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생리대 종류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면생리대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총 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(20p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A0616AE-212F-A644-641C-6CF6AF1BD5EC}"/>
              </a:ext>
            </a:extLst>
          </p:cNvPr>
          <p:cNvSpPr txBox="1"/>
          <p:nvPr/>
        </p:nvSpPr>
        <p:spPr>
          <a:xfrm>
            <a:off x="314543" y="183059"/>
            <a:ext cx="320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설명 상단 디폴트 상단 영역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안내정보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87440-F7B0-E2E4-B5E3-D1CE827C2718}"/>
              </a:ext>
            </a:extLst>
          </p:cNvPr>
          <p:cNvSpPr txBox="1"/>
          <p:nvPr/>
        </p:nvSpPr>
        <p:spPr>
          <a:xfrm>
            <a:off x="384867" y="3732581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생리대</a:t>
            </a:r>
            <a:r>
              <a:rPr lang="en-US" altLang="ko-KR" sz="1200" b="1" spc="-150" dirty="0">
                <a:latin typeface="+mn-ea"/>
              </a:rPr>
              <a:t>/</a:t>
            </a:r>
            <a:r>
              <a:rPr lang="ko-KR" altLang="en-US" sz="1200" b="1" spc="-150" dirty="0">
                <a:latin typeface="+mn-ea"/>
              </a:rPr>
              <a:t>생리팬티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E09D2-4A28-AEB3-2E16-9A8838BAA511}"/>
              </a:ext>
            </a:extLst>
          </p:cNvPr>
          <p:cNvSpPr txBox="1"/>
          <p:nvPr/>
        </p:nvSpPr>
        <p:spPr>
          <a:xfrm>
            <a:off x="6567464" y="591384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분유 케이스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4C25DE-2FA5-5473-E1BB-55C3B1AE5D7E}"/>
              </a:ext>
            </a:extLst>
          </p:cNvPr>
          <p:cNvCxnSpPr>
            <a:cxnSpLocks/>
          </p:cNvCxnSpPr>
          <p:nvPr/>
        </p:nvCxnSpPr>
        <p:spPr>
          <a:xfrm>
            <a:off x="8302880" y="1908101"/>
            <a:ext cx="2080848" cy="211930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F18E58-6FBE-745D-DCF7-D97946F172A5}"/>
              </a:ext>
            </a:extLst>
          </p:cNvPr>
          <p:cNvSpPr txBox="1"/>
          <p:nvPr/>
        </p:nvSpPr>
        <p:spPr>
          <a:xfrm>
            <a:off x="10383728" y="202004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D4D11C-A98D-506B-8FB1-E4D2C8E7586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302880" y="2135464"/>
            <a:ext cx="2080848" cy="56472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1A48E7-8EC6-3550-0628-83A1E5DE37B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209161" y="2135464"/>
            <a:ext cx="2174567" cy="780749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A437C-87E0-3C5B-6FAF-965B2B9F0165}"/>
              </a:ext>
            </a:extLst>
          </p:cNvPr>
          <p:cNvSpPr txBox="1"/>
          <p:nvPr/>
        </p:nvSpPr>
        <p:spPr>
          <a:xfrm>
            <a:off x="358238" y="581442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기저귀 케이스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C032E81-19E8-68C5-B33D-16F79DFB273F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127668" y="5150180"/>
            <a:ext cx="1959876" cy="56507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7F094E1-2E9A-FA2B-C5B1-54F64F6A8B4C}"/>
              </a:ext>
            </a:extLst>
          </p:cNvPr>
          <p:cNvCxnSpPr>
            <a:cxnSpLocks/>
          </p:cNvCxnSpPr>
          <p:nvPr/>
        </p:nvCxnSpPr>
        <p:spPr>
          <a:xfrm>
            <a:off x="2209026" y="5109870"/>
            <a:ext cx="1878518" cy="24877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27F262-C0A9-B9D8-C398-41232F2160F5}"/>
              </a:ext>
            </a:extLst>
          </p:cNvPr>
          <p:cNvSpPr txBox="1"/>
          <p:nvPr/>
        </p:nvSpPr>
        <p:spPr>
          <a:xfrm>
            <a:off x="4087544" y="5034764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0A9B4B-03E2-EA87-F3FC-429E3309E6DA}"/>
              </a:ext>
            </a:extLst>
          </p:cNvPr>
          <p:cNvSpPr txBox="1"/>
          <p:nvPr/>
        </p:nvSpPr>
        <p:spPr>
          <a:xfrm>
            <a:off x="6624291" y="4118451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상세 정보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문의               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314A7DD-66A2-5D94-7CF4-41BF78BEFBB2}"/>
              </a:ext>
            </a:extLst>
          </p:cNvPr>
          <p:cNvCxnSpPr/>
          <p:nvPr/>
        </p:nvCxnSpPr>
        <p:spPr>
          <a:xfrm>
            <a:off x="6624291" y="4349283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25D613-0BB6-0F4A-EF87-268E279CCF93}"/>
              </a:ext>
            </a:extLst>
          </p:cNvPr>
          <p:cNvCxnSpPr/>
          <p:nvPr/>
        </p:nvCxnSpPr>
        <p:spPr>
          <a:xfrm>
            <a:off x="6656041" y="4355633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731F8F6-9D21-A8E7-A3CB-9EE21734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596916"/>
              </p:ext>
            </p:extLst>
          </p:nvPr>
        </p:nvGraphicFramePr>
        <p:xfrm>
          <a:off x="6652883" y="4404306"/>
          <a:ext cx="3281774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40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41373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사은품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47AC34B-2F13-0AE0-03D3-35E7D0031D66}"/>
              </a:ext>
            </a:extLst>
          </p:cNvPr>
          <p:cNvSpPr txBox="1"/>
          <p:nvPr/>
        </p:nvSpPr>
        <p:spPr>
          <a:xfrm>
            <a:off x="6550969" y="3747107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spc="-150" dirty="0">
                <a:latin typeface="+mn-ea"/>
              </a:rPr>
              <a:t>물티슈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8B8749A-2479-239C-3E4B-B388835209FA}"/>
              </a:ext>
            </a:extLst>
          </p:cNvPr>
          <p:cNvCxnSpPr>
            <a:cxnSpLocks/>
          </p:cNvCxnSpPr>
          <p:nvPr/>
        </p:nvCxnSpPr>
        <p:spPr>
          <a:xfrm flipV="1">
            <a:off x="8440301" y="5106721"/>
            <a:ext cx="2080848" cy="1543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F2B43E9-C64B-7CA2-41E1-7555E82F034E}"/>
              </a:ext>
            </a:extLst>
          </p:cNvPr>
          <p:cNvSpPr txBox="1"/>
          <p:nvPr/>
        </p:nvSpPr>
        <p:spPr>
          <a:xfrm>
            <a:off x="10521149" y="5006738"/>
            <a:ext cx="2016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 ($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필터조건 </a:t>
            </a:r>
            <a:r>
              <a:rPr lang="ko-KR" altLang="en-US" sz="9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해당값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$)</a:t>
            </a:r>
            <a:endParaRPr lang="ko-KR" altLang="en-US" sz="9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ABB4954-A55D-5069-EA4C-67FB180EC4A3}"/>
              </a:ext>
            </a:extLst>
          </p:cNvPr>
          <p:cNvCxnSpPr/>
          <p:nvPr/>
        </p:nvCxnSpPr>
        <p:spPr>
          <a:xfrm>
            <a:off x="504305" y="3420269"/>
            <a:ext cx="118813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4C8DC7-688E-018F-999B-84E9E786C926}"/>
              </a:ext>
            </a:extLst>
          </p:cNvPr>
          <p:cNvCxnSpPr>
            <a:cxnSpLocks/>
          </p:cNvCxnSpPr>
          <p:nvPr/>
        </p:nvCxnSpPr>
        <p:spPr>
          <a:xfrm rot="5400000">
            <a:off x="3708961" y="3504472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CC7DAA82-C179-BDCA-DAFE-BCC09B91526C}"/>
              </a:ext>
            </a:extLst>
          </p:cNvPr>
          <p:cNvSpPr/>
          <p:nvPr/>
        </p:nvSpPr>
        <p:spPr>
          <a:xfrm>
            <a:off x="3402044" y="4210306"/>
            <a:ext cx="3056501" cy="246183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779CBD3-5EEE-49BD-7E0D-F8A26D5D1ADF}"/>
              </a:ext>
            </a:extLst>
          </p:cNvPr>
          <p:cNvCxnSpPr/>
          <p:nvPr/>
        </p:nvCxnSpPr>
        <p:spPr>
          <a:xfrm>
            <a:off x="3511955" y="5291215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08E407-D124-5E9A-3FEE-7F75E869704C}"/>
              </a:ext>
            </a:extLst>
          </p:cNvPr>
          <p:cNvSpPr txBox="1"/>
          <p:nvPr/>
        </p:nvSpPr>
        <p:spPr>
          <a:xfrm>
            <a:off x="3613291" y="5043758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620FF-90B8-5B94-A947-D381D26C70AF}"/>
              </a:ext>
            </a:extLst>
          </p:cNvPr>
          <p:cNvSpPr txBox="1"/>
          <p:nvPr/>
        </p:nvSpPr>
        <p:spPr>
          <a:xfrm rot="16200000">
            <a:off x="5932830" y="501469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1BB97B-1E10-2917-3C6B-DEC09AC376A6}"/>
              </a:ext>
            </a:extLst>
          </p:cNvPr>
          <p:cNvSpPr/>
          <p:nvPr/>
        </p:nvSpPr>
        <p:spPr>
          <a:xfrm>
            <a:off x="3473305" y="536880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5B46-4555-2982-FE7A-BD8EF63581C7}"/>
              </a:ext>
            </a:extLst>
          </p:cNvPr>
          <p:cNvSpPr txBox="1"/>
          <p:nvPr/>
        </p:nvSpPr>
        <p:spPr>
          <a:xfrm>
            <a:off x="3572027" y="539520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57A371B8-D7C4-E2FD-EE04-03D00F0DF991}"/>
              </a:ext>
            </a:extLst>
          </p:cNvPr>
          <p:cNvSpPr/>
          <p:nvPr/>
        </p:nvSpPr>
        <p:spPr>
          <a:xfrm>
            <a:off x="3649022" y="560334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49047CF-8759-0439-69CC-9CE212B9B1D5}"/>
              </a:ext>
            </a:extLst>
          </p:cNvPr>
          <p:cNvSpPr/>
          <p:nvPr/>
        </p:nvSpPr>
        <p:spPr>
          <a:xfrm>
            <a:off x="6062627" y="539415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9FFB2-F722-196A-75BF-FFE55D9DF961}"/>
              </a:ext>
            </a:extLst>
          </p:cNvPr>
          <p:cNvSpPr txBox="1"/>
          <p:nvPr/>
        </p:nvSpPr>
        <p:spPr>
          <a:xfrm>
            <a:off x="5344051" y="560065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84C06E-1FF3-F1FF-E92A-FE9B1CEBABDB}"/>
              </a:ext>
            </a:extLst>
          </p:cNvPr>
          <p:cNvSpPr txBox="1"/>
          <p:nvPr/>
        </p:nvSpPr>
        <p:spPr>
          <a:xfrm>
            <a:off x="3531215" y="6033810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DF4BF7-430A-FF6E-C205-FFCAD43AA2EE}"/>
              </a:ext>
            </a:extLst>
          </p:cNvPr>
          <p:cNvCxnSpPr/>
          <p:nvPr/>
        </p:nvCxnSpPr>
        <p:spPr>
          <a:xfrm>
            <a:off x="3537163" y="5980967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A7E1B5-8A70-18E8-4395-F59817E1D255}"/>
              </a:ext>
            </a:extLst>
          </p:cNvPr>
          <p:cNvSpPr/>
          <p:nvPr/>
        </p:nvSpPr>
        <p:spPr>
          <a:xfrm>
            <a:off x="3402044" y="5015178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B73921-36D3-AF60-33B6-7EC03D2E0A1A}"/>
              </a:ext>
            </a:extLst>
          </p:cNvPr>
          <p:cNvSpPr/>
          <p:nvPr/>
        </p:nvSpPr>
        <p:spPr>
          <a:xfrm>
            <a:off x="3399810" y="6408477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F95C8BFE-431D-A48E-6067-C132D4560B65}"/>
              </a:ext>
            </a:extLst>
          </p:cNvPr>
          <p:cNvSpPr/>
          <p:nvPr/>
        </p:nvSpPr>
        <p:spPr>
          <a:xfrm>
            <a:off x="6518578" y="4385292"/>
            <a:ext cx="3056501" cy="2285302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EAC2AF-53BE-14D5-A7CC-E700F7624D4F}"/>
              </a:ext>
            </a:extLst>
          </p:cNvPr>
          <p:cNvSpPr/>
          <p:nvPr/>
        </p:nvSpPr>
        <p:spPr>
          <a:xfrm>
            <a:off x="6589839" y="5367259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8D6A226-3859-E3A7-1FE0-5B2248A6B9EE}"/>
              </a:ext>
            </a:extLst>
          </p:cNvPr>
          <p:cNvSpPr/>
          <p:nvPr/>
        </p:nvSpPr>
        <p:spPr>
          <a:xfrm>
            <a:off x="6765556" y="560180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3D191-E0EB-E875-7F84-5E1C7DC7D39E}"/>
              </a:ext>
            </a:extLst>
          </p:cNvPr>
          <p:cNvSpPr txBox="1"/>
          <p:nvPr/>
        </p:nvSpPr>
        <p:spPr>
          <a:xfrm>
            <a:off x="8460585" y="559911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93EBE-774F-0F87-58DB-AB4F9ED2871B}"/>
              </a:ext>
            </a:extLst>
          </p:cNvPr>
          <p:cNvSpPr txBox="1"/>
          <p:nvPr/>
        </p:nvSpPr>
        <p:spPr>
          <a:xfrm>
            <a:off x="6647749" y="6032265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66BB2D3-7D34-A2D7-0590-B307DE60656D}"/>
              </a:ext>
            </a:extLst>
          </p:cNvPr>
          <p:cNvCxnSpPr/>
          <p:nvPr/>
        </p:nvCxnSpPr>
        <p:spPr>
          <a:xfrm>
            <a:off x="6653697" y="5979422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211811-45D9-2B92-DE6F-525BA3CDACE1}"/>
              </a:ext>
            </a:extLst>
          </p:cNvPr>
          <p:cNvSpPr/>
          <p:nvPr/>
        </p:nvSpPr>
        <p:spPr>
          <a:xfrm>
            <a:off x="6516344" y="6406932"/>
            <a:ext cx="3060969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16E3C-C011-9B0B-8C3F-0717AD0D612E}"/>
              </a:ext>
            </a:extLst>
          </p:cNvPr>
          <p:cNvSpPr txBox="1"/>
          <p:nvPr/>
        </p:nvSpPr>
        <p:spPr>
          <a:xfrm>
            <a:off x="8044594" y="4053533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11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90820-0427-29AF-B138-5047C8568381}"/>
              </a:ext>
            </a:extLst>
          </p:cNvPr>
          <p:cNvSpPr txBox="1"/>
          <p:nvPr/>
        </p:nvSpPr>
        <p:spPr>
          <a:xfrm>
            <a:off x="5039418" y="3946442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</a:t>
            </a:r>
            <a:r>
              <a:rPr lang="en-US" altLang="ko-KR" sz="900" dirty="0"/>
              <a:t>10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65504D32-0E7C-E778-0470-B93D4F0AD28C}"/>
              </a:ext>
            </a:extLst>
          </p:cNvPr>
          <p:cNvSpPr/>
          <p:nvPr/>
        </p:nvSpPr>
        <p:spPr>
          <a:xfrm>
            <a:off x="3399810" y="875409"/>
            <a:ext cx="3056501" cy="2424575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ADFAF-1219-6D07-C7AD-B7480190584D}"/>
              </a:ext>
            </a:extLst>
          </p:cNvPr>
          <p:cNvCxnSpPr/>
          <p:nvPr/>
        </p:nvCxnSpPr>
        <p:spPr>
          <a:xfrm>
            <a:off x="3509721" y="1919060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9925D-EE29-82DE-949F-463F0AC93128}"/>
              </a:ext>
            </a:extLst>
          </p:cNvPr>
          <p:cNvSpPr/>
          <p:nvPr/>
        </p:nvSpPr>
        <p:spPr>
          <a:xfrm>
            <a:off x="3405424" y="3036323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D8895C-C709-9D2C-8868-B84E01311172}"/>
              </a:ext>
            </a:extLst>
          </p:cNvPr>
          <p:cNvSpPr txBox="1"/>
          <p:nvPr/>
        </p:nvSpPr>
        <p:spPr>
          <a:xfrm>
            <a:off x="3611057" y="167160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EE9B43-42D8-7BD8-2FA5-9FCB504293FD}"/>
              </a:ext>
            </a:extLst>
          </p:cNvPr>
          <p:cNvSpPr txBox="1"/>
          <p:nvPr/>
        </p:nvSpPr>
        <p:spPr>
          <a:xfrm rot="16200000">
            <a:off x="5930596" y="164254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E0AF07-3277-E6AD-BED4-19DBB0DC6153}"/>
              </a:ext>
            </a:extLst>
          </p:cNvPr>
          <p:cNvSpPr/>
          <p:nvPr/>
        </p:nvSpPr>
        <p:spPr>
          <a:xfrm>
            <a:off x="3471071" y="1996649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709F6F-7081-7AAA-EBE7-921374C0DB55}"/>
              </a:ext>
            </a:extLst>
          </p:cNvPr>
          <p:cNvSpPr txBox="1"/>
          <p:nvPr/>
        </p:nvSpPr>
        <p:spPr>
          <a:xfrm>
            <a:off x="3569793" y="2023052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37" name="Rounded Rectangle 33">
            <a:extLst>
              <a:ext uri="{FF2B5EF4-FFF2-40B4-BE49-F238E27FC236}">
                <a16:creationId xmlns:a16="http://schemas.microsoft.com/office/drawing/2014/main" id="{35E87889-D000-EB36-9F82-A063B033D7A2}"/>
              </a:ext>
            </a:extLst>
          </p:cNvPr>
          <p:cNvSpPr/>
          <p:nvPr/>
        </p:nvSpPr>
        <p:spPr>
          <a:xfrm>
            <a:off x="3646788" y="223119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C511CAD-1558-9ACC-115E-5B6935CA4676}"/>
              </a:ext>
            </a:extLst>
          </p:cNvPr>
          <p:cNvSpPr/>
          <p:nvPr/>
        </p:nvSpPr>
        <p:spPr>
          <a:xfrm>
            <a:off x="6060393" y="2022001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9ABB2D-F43A-7FC0-B67C-869A8836E53E}"/>
              </a:ext>
            </a:extLst>
          </p:cNvPr>
          <p:cNvSpPr txBox="1"/>
          <p:nvPr/>
        </p:nvSpPr>
        <p:spPr>
          <a:xfrm>
            <a:off x="5341817" y="22285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282C50-9E45-61E1-F3FA-8B3CB775E283}"/>
              </a:ext>
            </a:extLst>
          </p:cNvPr>
          <p:cNvSpPr txBox="1"/>
          <p:nvPr/>
        </p:nvSpPr>
        <p:spPr>
          <a:xfrm>
            <a:off x="3528981" y="2661655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576CED-7B2F-40E4-F4F4-556949BC634A}"/>
              </a:ext>
            </a:extLst>
          </p:cNvPr>
          <p:cNvCxnSpPr/>
          <p:nvPr/>
        </p:nvCxnSpPr>
        <p:spPr>
          <a:xfrm>
            <a:off x="3534929" y="2608812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D92BFA9-042E-2654-2C0E-82A0B1146CEF}"/>
              </a:ext>
            </a:extLst>
          </p:cNvPr>
          <p:cNvSpPr/>
          <p:nvPr/>
        </p:nvSpPr>
        <p:spPr>
          <a:xfrm>
            <a:off x="3399810" y="1643023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21310D9-E9A5-6CD2-846B-6A3228E4D3E9}"/>
              </a:ext>
            </a:extLst>
          </p:cNvPr>
          <p:cNvSpPr/>
          <p:nvPr/>
        </p:nvSpPr>
        <p:spPr>
          <a:xfrm>
            <a:off x="4950320" y="3036322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8A81A569-F7F5-72EC-F0CA-6CEB7BC3F850}"/>
              </a:ext>
            </a:extLst>
          </p:cNvPr>
          <p:cNvSpPr/>
          <p:nvPr/>
        </p:nvSpPr>
        <p:spPr>
          <a:xfrm>
            <a:off x="6516344" y="1058548"/>
            <a:ext cx="3056501" cy="2239892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8F77E56-B12B-11B5-E904-5D0A8A89089E}"/>
              </a:ext>
            </a:extLst>
          </p:cNvPr>
          <p:cNvSpPr/>
          <p:nvPr/>
        </p:nvSpPr>
        <p:spPr>
          <a:xfrm>
            <a:off x="6521958" y="3034778"/>
            <a:ext cx="1533668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84E30D-503D-2958-F291-F5B0F0EF46D6}"/>
              </a:ext>
            </a:extLst>
          </p:cNvPr>
          <p:cNvSpPr/>
          <p:nvPr/>
        </p:nvSpPr>
        <p:spPr>
          <a:xfrm>
            <a:off x="6587605" y="199510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Rounded Rectangle 33">
            <a:extLst>
              <a:ext uri="{FF2B5EF4-FFF2-40B4-BE49-F238E27FC236}">
                <a16:creationId xmlns:a16="http://schemas.microsoft.com/office/drawing/2014/main" id="{89B344DF-1FF8-F46E-4860-FF961DCA48FB}"/>
              </a:ext>
            </a:extLst>
          </p:cNvPr>
          <p:cNvSpPr/>
          <p:nvPr/>
        </p:nvSpPr>
        <p:spPr>
          <a:xfrm>
            <a:off x="6765556" y="2161050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A38F8-4618-3767-AC12-401D83DB438D}"/>
              </a:ext>
            </a:extLst>
          </p:cNvPr>
          <p:cNvSpPr txBox="1"/>
          <p:nvPr/>
        </p:nvSpPr>
        <p:spPr>
          <a:xfrm>
            <a:off x="8460585" y="21583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AFD3EB-624D-58EC-7818-90952B4F9178}"/>
              </a:ext>
            </a:extLst>
          </p:cNvPr>
          <p:cNvSpPr txBox="1"/>
          <p:nvPr/>
        </p:nvSpPr>
        <p:spPr>
          <a:xfrm>
            <a:off x="6645515" y="2660110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76CBED3-0B2F-0FFD-CD0E-CBC17EAF6DFE}"/>
              </a:ext>
            </a:extLst>
          </p:cNvPr>
          <p:cNvCxnSpPr/>
          <p:nvPr/>
        </p:nvCxnSpPr>
        <p:spPr>
          <a:xfrm>
            <a:off x="6651463" y="2607267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0FBB8D-B788-30F2-EB93-384A44610779}"/>
              </a:ext>
            </a:extLst>
          </p:cNvPr>
          <p:cNvSpPr/>
          <p:nvPr/>
        </p:nvSpPr>
        <p:spPr>
          <a:xfrm>
            <a:off x="8066854" y="3034777"/>
            <a:ext cx="1508225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543FCF-E09E-B614-8573-7C2FA40BE474}"/>
              </a:ext>
            </a:extLst>
          </p:cNvPr>
          <p:cNvSpPr txBox="1"/>
          <p:nvPr/>
        </p:nvSpPr>
        <p:spPr>
          <a:xfrm>
            <a:off x="8106401" y="714748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08FDB-F2CD-91DB-0358-A88336E49665}"/>
              </a:ext>
            </a:extLst>
          </p:cNvPr>
          <p:cNvSpPr txBox="1"/>
          <p:nvPr/>
        </p:nvSpPr>
        <p:spPr>
          <a:xfrm>
            <a:off x="4934551" y="596869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E66A742-F6CA-F3E9-97B5-27D82EBB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6" t="861" r="-3871" b="15525"/>
          <a:stretch>
            <a:fillRect/>
          </a:stretch>
        </p:blipFill>
        <p:spPr>
          <a:xfrm>
            <a:off x="1056983" y="1696922"/>
            <a:ext cx="1708015" cy="2352668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94CA642-B279-1DD5-BD7A-9C98FBA109AB}"/>
              </a:ext>
            </a:extLst>
          </p:cNvPr>
          <p:cNvSpPr/>
          <p:nvPr/>
        </p:nvSpPr>
        <p:spPr>
          <a:xfrm>
            <a:off x="1056983" y="4075017"/>
            <a:ext cx="792088" cy="25698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7F2A8DB5-5568-65C4-ACDD-BAA5AD34E9A4}"/>
              </a:ext>
            </a:extLst>
          </p:cNvPr>
          <p:cNvSpPr/>
          <p:nvPr/>
        </p:nvSpPr>
        <p:spPr>
          <a:xfrm>
            <a:off x="1849071" y="4075017"/>
            <a:ext cx="823632" cy="256986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구매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782B73CD-58DE-979A-ACCC-FA58FF04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2" y="4138621"/>
            <a:ext cx="143137" cy="129778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7BAAF0F1-1181-3DF1-AFBC-E9CCF31B400F}"/>
              </a:ext>
            </a:extLst>
          </p:cNvPr>
          <p:cNvSpPr txBox="1"/>
          <p:nvPr/>
        </p:nvSpPr>
        <p:spPr>
          <a:xfrm>
            <a:off x="314543" y="183059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담기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 err="1">
                <a:solidFill>
                  <a:srgbClr val="234DD3"/>
                </a:solidFill>
                <a:latin typeface="+mn-ea"/>
              </a:rPr>
              <a:t>바로구매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버튼 흐름 정의</a:t>
            </a:r>
          </a:p>
        </p:txBody>
      </p:sp>
      <p:cxnSp>
        <p:nvCxnSpPr>
          <p:cNvPr id="105" name="연결선: 구부러짐 104">
            <a:extLst>
              <a:ext uri="{FF2B5EF4-FFF2-40B4-BE49-F238E27FC236}">
                <a16:creationId xmlns:a16="http://schemas.microsoft.com/office/drawing/2014/main" id="{55F466D3-E905-A3EF-BEE8-0F57E85B503A}"/>
              </a:ext>
            </a:extLst>
          </p:cNvPr>
          <p:cNvCxnSpPr>
            <a:cxnSpLocks/>
            <a:stCxn id="63" idx="0"/>
            <a:endCxn id="57" idx="0"/>
          </p:cNvCxnSpPr>
          <p:nvPr/>
        </p:nvCxnSpPr>
        <p:spPr>
          <a:xfrm rot="5400000" flipH="1" flipV="1">
            <a:off x="1781626" y="268270"/>
            <a:ext cx="3478148" cy="4135346"/>
          </a:xfrm>
          <a:prstGeom prst="curvedConnector3">
            <a:avLst>
              <a:gd name="adj1" fmla="val 10657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구부러짐 108">
            <a:extLst>
              <a:ext uri="{FF2B5EF4-FFF2-40B4-BE49-F238E27FC236}">
                <a16:creationId xmlns:a16="http://schemas.microsoft.com/office/drawing/2014/main" id="{0C7E0CF3-F171-F89E-AEC8-0A60782F756D}"/>
              </a:ext>
            </a:extLst>
          </p:cNvPr>
          <p:cNvCxnSpPr>
            <a:cxnSpLocks/>
            <a:stCxn id="67" idx="2"/>
            <a:endCxn id="16" idx="2"/>
          </p:cNvCxnSpPr>
          <p:nvPr/>
        </p:nvCxnSpPr>
        <p:spPr>
          <a:xfrm rot="16200000" flipH="1">
            <a:off x="2426296" y="4166594"/>
            <a:ext cx="2338591" cy="2669408"/>
          </a:xfrm>
          <a:prstGeom prst="curvedConnector3">
            <a:avLst>
              <a:gd name="adj1" fmla="val 109775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73FD571-9E40-C820-5427-C98E80B69D5B}"/>
              </a:ext>
            </a:extLst>
          </p:cNvPr>
          <p:cNvSpPr txBox="1"/>
          <p:nvPr/>
        </p:nvSpPr>
        <p:spPr>
          <a:xfrm>
            <a:off x="3356107" y="604260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84CAF0-221F-C6C2-4004-C99A0AE36F16}"/>
              </a:ext>
            </a:extLst>
          </p:cNvPr>
          <p:cNvSpPr txBox="1"/>
          <p:nvPr/>
        </p:nvSpPr>
        <p:spPr>
          <a:xfrm>
            <a:off x="6457635" y="765756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4B18A-A5DF-3D00-184C-28A901E15148}"/>
              </a:ext>
            </a:extLst>
          </p:cNvPr>
          <p:cNvSpPr txBox="1"/>
          <p:nvPr/>
        </p:nvSpPr>
        <p:spPr>
          <a:xfrm>
            <a:off x="3240609" y="3322039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F7C982-C001-0303-0A02-3B7C57C16486}"/>
              </a:ext>
            </a:extLst>
          </p:cNvPr>
          <p:cNvSpPr txBox="1"/>
          <p:nvPr/>
        </p:nvSpPr>
        <p:spPr>
          <a:xfrm>
            <a:off x="4902355" y="3356536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4A13DD-70E1-31DE-D191-359180704B09}"/>
              </a:ext>
            </a:extLst>
          </p:cNvPr>
          <p:cNvSpPr txBox="1"/>
          <p:nvPr/>
        </p:nvSpPr>
        <p:spPr>
          <a:xfrm>
            <a:off x="6435879" y="3342446"/>
            <a:ext cx="178565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장바구니 목록 이동 CH-U-CA-01-01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D0E8955-8148-7044-9620-0828B631ED79}"/>
              </a:ext>
            </a:extLst>
          </p:cNvPr>
          <p:cNvSpPr txBox="1"/>
          <p:nvPr/>
        </p:nvSpPr>
        <p:spPr>
          <a:xfrm>
            <a:off x="8137153" y="3343001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C1AC9B-6F41-A9EE-5295-286E7544EA7D}"/>
              </a:ext>
            </a:extLst>
          </p:cNvPr>
          <p:cNvSpPr txBox="1"/>
          <p:nvPr/>
        </p:nvSpPr>
        <p:spPr>
          <a:xfrm>
            <a:off x="4976323" y="666890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CD8FA6C-2382-12A8-CF7B-9DB5FAF1254B}"/>
              </a:ext>
            </a:extLst>
          </p:cNvPr>
          <p:cNvSpPr txBox="1"/>
          <p:nvPr/>
        </p:nvSpPr>
        <p:spPr>
          <a:xfrm>
            <a:off x="8062393" y="6668904"/>
            <a:ext cx="16773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50" spc="-150" dirty="0">
                <a:latin typeface="+mn-ea"/>
              </a:rPr>
              <a:t>선택 시</a:t>
            </a:r>
            <a:r>
              <a:rPr lang="en-US" altLang="ko-KR" sz="750" spc="-150" dirty="0">
                <a:latin typeface="+mn-ea"/>
              </a:rPr>
              <a:t>,  </a:t>
            </a:r>
            <a:r>
              <a:rPr lang="ko-KR" altLang="en-US" sz="750" spc="-150" dirty="0">
                <a:latin typeface="+mn-ea"/>
              </a:rPr>
              <a:t>결제하기 이동 </a:t>
            </a:r>
            <a:r>
              <a:rPr lang="en-US" altLang="ko-KR" sz="750" spc="-150" dirty="0">
                <a:latin typeface="+mn-ea"/>
              </a:rPr>
              <a:t>CH-U-CA-02-01</a:t>
            </a:r>
            <a:endParaRPr lang="ko-KR" altLang="en-US" sz="75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731CA-7811-51B3-7EC1-27B70FB602A9}"/>
              </a:ext>
            </a:extLst>
          </p:cNvPr>
          <p:cNvSpPr txBox="1"/>
          <p:nvPr/>
        </p:nvSpPr>
        <p:spPr>
          <a:xfrm>
            <a:off x="3434808" y="3996333"/>
            <a:ext cx="10679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있는 경우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74932-5DD1-1473-06D0-C14B03A4367F}"/>
              </a:ext>
            </a:extLst>
          </p:cNvPr>
          <p:cNvSpPr txBox="1"/>
          <p:nvPr/>
        </p:nvSpPr>
        <p:spPr>
          <a:xfrm>
            <a:off x="6575319" y="4061140"/>
            <a:ext cx="10711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없는 경우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117E72-E6D1-20B9-0B51-B7C4EB1E462A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8/6 1.03v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spc="-150" dirty="0">
                <a:latin typeface="맑은 고딕" panose="020B0503020000020004" pitchFamily="50" charset="-127"/>
              </a:rPr>
              <a:t>8/6 pm</a:t>
            </a:r>
            <a:r>
              <a:rPr kumimoji="1" lang="ko-KR" altLang="en-US" sz="800" spc="-150" dirty="0">
                <a:latin typeface="맑은 고딕" panose="020B0503020000020004" pitchFamily="50" charset="-127"/>
              </a:rPr>
              <a:t> </a:t>
            </a:r>
            <a:r>
              <a:rPr kumimoji="1" lang="en-US" altLang="ko-KR" sz="800" dirty="0">
                <a:latin typeface="맑은 고딕" panose="020B0503020000020004" pitchFamily="50" charset="-127"/>
              </a:rPr>
              <a:t>4:00 </a:t>
            </a:r>
            <a:r>
              <a:rPr kumimoji="1" lang="ko-KR" altLang="en-US" sz="800" dirty="0">
                <a:latin typeface="맑은 고딕" panose="020B0503020000020004" pitchFamily="50" charset="-127"/>
              </a:rPr>
              <a:t>현업요청으로 인한 화면 수정 반영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CH-U-PR-02-02-0</a:t>
            </a:r>
            <a:r>
              <a:rPr lang="en-US" altLang="ko-KR" sz="800" dirty="0"/>
              <a:t>7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CH-U-PR-02-02-0</a:t>
            </a:r>
            <a:r>
              <a:rPr lang="en-US" altLang="ko-KR" sz="800" dirty="0"/>
              <a:t>8</a:t>
            </a:r>
            <a:r>
              <a:rPr lang="ko-KR" altLang="en-US" sz="800" dirty="0" err="1"/>
              <a:t>p</a:t>
            </a:r>
            <a:endParaRPr lang="en-US" altLang="ko-KR" sz="800" dirty="0"/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dirty="0"/>
              <a:t>CH-U-PR-02-02-</a:t>
            </a:r>
            <a:r>
              <a:rPr lang="en-US" altLang="ko-KR" sz="800" dirty="0"/>
              <a:t>10</a:t>
            </a:r>
            <a:r>
              <a:rPr lang="ko-KR" altLang="en-US" sz="800" dirty="0" err="1"/>
              <a:t>p</a:t>
            </a:r>
            <a:r>
              <a:rPr lang="ko-KR" altLang="en-US" sz="800" dirty="0"/>
              <a:t> </a:t>
            </a:r>
            <a:r>
              <a:rPr lang="en-US" altLang="ko-KR" sz="800" dirty="0"/>
              <a:t>,</a:t>
            </a:r>
            <a:r>
              <a:rPr lang="ko-KR" altLang="en-US" sz="800" dirty="0"/>
              <a:t> CH-U-PR-02-02-</a:t>
            </a:r>
            <a:r>
              <a:rPr lang="en-US" altLang="ko-KR" sz="800" dirty="0"/>
              <a:t>11</a:t>
            </a:r>
            <a:r>
              <a:rPr lang="ko-KR" altLang="en-US" sz="800" dirty="0" err="1"/>
              <a:t>p</a:t>
            </a:r>
            <a:endParaRPr lang="ko-KR" altLang="en-US" sz="800" dirty="0"/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        </a:t>
            </a:r>
            <a:r>
              <a:rPr kumimoji="1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상단에 상품 정보 영역 추가 </a:t>
            </a:r>
            <a:endParaRPr kumimoji="1" lang="en-US" altLang="ko-KR" sz="800" kern="0" spc="-150" dirty="0">
              <a:solidFill>
                <a:srgbClr val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30C9951C-E74C-EF0F-9A3D-A36453FA9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750" y="1010698"/>
            <a:ext cx="682422" cy="58912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ECAEB83-9CB4-F68C-CEE6-62726E0469C2}"/>
              </a:ext>
            </a:extLst>
          </p:cNvPr>
          <p:cNvSpPr txBox="1"/>
          <p:nvPr/>
        </p:nvSpPr>
        <p:spPr>
          <a:xfrm>
            <a:off x="4174126" y="924376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C8B26B5D-FD59-14B6-E5A1-A17A9D4EB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859" y="1276549"/>
            <a:ext cx="682422" cy="58912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B542554-0EDC-3A97-8754-EB7B8CFA8662}"/>
              </a:ext>
            </a:extLst>
          </p:cNvPr>
          <p:cNvSpPr txBox="1"/>
          <p:nvPr/>
        </p:nvSpPr>
        <p:spPr>
          <a:xfrm>
            <a:off x="7398235" y="1190227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303A88D4-D2BB-9AFB-FCD1-E88C64155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070" y="4385292"/>
            <a:ext cx="682422" cy="58912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923C0F2-2431-666F-B689-B5F7C3566472}"/>
              </a:ext>
            </a:extLst>
          </p:cNvPr>
          <p:cNvSpPr txBox="1"/>
          <p:nvPr/>
        </p:nvSpPr>
        <p:spPr>
          <a:xfrm>
            <a:off x="4263446" y="4298970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D8F216F1-38DC-7A8E-B8FA-F209781E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093" y="4614440"/>
            <a:ext cx="682422" cy="589121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9686A0C0-6F4B-1DF2-B215-A7769971733A}"/>
              </a:ext>
            </a:extLst>
          </p:cNvPr>
          <p:cNvSpPr txBox="1"/>
          <p:nvPr/>
        </p:nvSpPr>
        <p:spPr>
          <a:xfrm>
            <a:off x="7400469" y="4528118"/>
            <a:ext cx="1857039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869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CCB12-3DE6-5865-8BE0-1C6CA1565551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75A36-27C9-5CD7-864A-265992E51FC1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4EFA8-6E53-1692-3350-031FC13B86DD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7F9BFD-B0E4-79F3-925B-4BC622D9D143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536FB7-4DE5-0497-045B-4D0B8CDE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7929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엘프레리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에어윙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썸머나나이트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팬티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에어필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에어씬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밴드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GUANGDONG MAXIER HYGIENIC PRODUCTS CO.,LTD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팬티기저귀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남여공용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XXL/20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15~25KG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KC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인증 비대상 상품입니다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 후 대변은 변기에 버리시고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기저귀만 감싸서 휴지통에 버려주세요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6AE0BD4E-490C-5122-4885-78A51D3FE9BB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C382A60B-6430-439E-D98A-15FBAB83832A}"/>
              </a:ext>
            </a:extLst>
          </p:cNvPr>
          <p:cNvSpPr/>
          <p:nvPr/>
        </p:nvSpPr>
        <p:spPr>
          <a:xfrm>
            <a:off x="430865" y="5666927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FD7C6A-D3E4-A248-F1BC-EB347A936FCC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E8453320-5A66-561D-D8AC-0A9762562EFF}"/>
              </a:ext>
            </a:extLst>
          </p:cNvPr>
          <p:cNvSpPr txBox="1"/>
          <p:nvPr/>
        </p:nvSpPr>
        <p:spPr>
          <a:xfrm>
            <a:off x="3948283" y="68396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D3AD994-0C9F-EB68-802F-E6F4D938A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22938"/>
              </p:ext>
            </p:extLst>
          </p:nvPr>
        </p:nvGraphicFramePr>
        <p:xfrm>
          <a:off x="3948283" y="971997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B6B611E-B43E-A13A-D573-6BC830D48D79}"/>
              </a:ext>
            </a:extLst>
          </p:cNvPr>
          <p:cNvSpPr txBox="1"/>
          <p:nvPr/>
        </p:nvSpPr>
        <p:spPr>
          <a:xfrm>
            <a:off x="3934821" y="1980109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CF299BF-9391-6B87-BE6C-3CAF4303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66767"/>
              </p:ext>
            </p:extLst>
          </p:nvPr>
        </p:nvGraphicFramePr>
        <p:xfrm>
          <a:off x="3948283" y="2240339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E6E09CA9-2CDA-F25D-E3A0-B730C8D1C09A}"/>
              </a:ext>
            </a:extLst>
          </p:cNvPr>
          <p:cNvSpPr txBox="1"/>
          <p:nvPr/>
        </p:nvSpPr>
        <p:spPr>
          <a:xfrm>
            <a:off x="3954534" y="378030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ECC0C8A-63DB-CEF9-BFEE-E9FE1875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12826"/>
              </p:ext>
            </p:extLst>
          </p:nvPr>
        </p:nvGraphicFramePr>
        <p:xfrm>
          <a:off x="3967996" y="4040539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EE76A8C-9552-0268-355E-7EC58E35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70376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국내산일 경우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수입사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소재지 정보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C01FDB-0913-BA83-2542-C27B656B1240}"/>
              </a:ext>
            </a:extLst>
          </p:cNvPr>
          <p:cNvSpPr txBox="1"/>
          <p:nvPr/>
        </p:nvSpPr>
        <p:spPr>
          <a:xfrm>
            <a:off x="314543" y="183059"/>
            <a:ext cx="456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상품 케이스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385A8AD7-9D59-1B7F-7180-4226A3609371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8378691A-2D40-8BF3-D284-8A8B0A5ED349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BC170-4027-A30B-CD93-D1FCF044CFB9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B4A96545-B3EA-BFD1-4110-45C53F2788D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B966E74-36CD-8F87-A6DC-0F63B6FC7D12}"/>
              </a:ext>
            </a:extLst>
          </p:cNvPr>
          <p:cNvSpPr/>
          <p:nvPr/>
        </p:nvSpPr>
        <p:spPr>
          <a:xfrm>
            <a:off x="4517670" y="6717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4EE8EEC-C2B9-082C-24E9-9D95A3FE69B5}"/>
              </a:ext>
            </a:extLst>
          </p:cNvPr>
          <p:cNvSpPr/>
          <p:nvPr/>
        </p:nvSpPr>
        <p:spPr>
          <a:xfrm>
            <a:off x="4726416" y="19507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529E91B-7ACB-007F-E820-A5A728817155}"/>
              </a:ext>
            </a:extLst>
          </p:cNvPr>
          <p:cNvSpPr/>
          <p:nvPr/>
        </p:nvSpPr>
        <p:spPr>
          <a:xfrm>
            <a:off x="4656865" y="3809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3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7BE-F4E9-9789-69B0-8358942B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6BABC-3168-0AD0-BFC1-6A8D90CD46D7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93708-DB75-2297-5DBC-5BA7FF05D1E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EA9825-B809-AE8B-E089-DA757C9E216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44B9A3-B0A9-72FF-6BA8-D971EC5D8167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D771250-E7AE-550E-B36C-516CC4D4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97942"/>
              </p:ext>
            </p:extLst>
          </p:nvPr>
        </p:nvGraphicFramePr>
        <p:xfrm>
          <a:off x="467272" y="1180728"/>
          <a:ext cx="3371436" cy="408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아기사랑수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: Advence-3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성장기용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조제식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남양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직사광선을 피하여 실온 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0" name="TextBox 114">
            <a:extLst>
              <a:ext uri="{FF2B5EF4-FFF2-40B4-BE49-F238E27FC236}">
                <a16:creationId xmlns:a16="http://schemas.microsoft.com/office/drawing/2014/main" id="{42BB6151-26DD-BCDA-6A20-026CAB8ED864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42242BA-B9D1-41D7-5448-7C10AE0183A2}"/>
              </a:ext>
            </a:extLst>
          </p:cNvPr>
          <p:cNvSpPr/>
          <p:nvPr/>
        </p:nvSpPr>
        <p:spPr>
          <a:xfrm>
            <a:off x="461530" y="655966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310B42-7AB2-48AD-445D-E77BE47C2BC3}"/>
              </a:ext>
            </a:extLst>
          </p:cNvPr>
          <p:cNvSpPr/>
          <p:nvPr/>
        </p:nvSpPr>
        <p:spPr>
          <a:xfrm>
            <a:off x="3934205" y="57078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F95D0FB5-1BCE-3EF0-631C-9C849E3F951F}"/>
              </a:ext>
            </a:extLst>
          </p:cNvPr>
          <p:cNvSpPr txBox="1"/>
          <p:nvPr/>
        </p:nvSpPr>
        <p:spPr>
          <a:xfrm>
            <a:off x="456690" y="54220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2FD1FC-E4F5-C9FE-727A-6FB9F7674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438460"/>
              </p:ext>
            </p:extLst>
          </p:nvPr>
        </p:nvGraphicFramePr>
        <p:xfrm>
          <a:off x="456690" y="571007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F22DAD64-C66B-7905-DBD7-46442A9FA2B0}"/>
              </a:ext>
            </a:extLst>
          </p:cNvPr>
          <p:cNvSpPr txBox="1"/>
          <p:nvPr/>
        </p:nvSpPr>
        <p:spPr>
          <a:xfrm>
            <a:off x="3954502" y="720080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83D414-E21C-9056-D66E-D402A21DF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23855"/>
              </p:ext>
            </p:extLst>
          </p:nvPr>
        </p:nvGraphicFramePr>
        <p:xfrm>
          <a:off x="3967964" y="980310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2B191871-53C6-09AE-9808-26E4AA2E2A22}"/>
              </a:ext>
            </a:extLst>
          </p:cNvPr>
          <p:cNvSpPr txBox="1"/>
          <p:nvPr/>
        </p:nvSpPr>
        <p:spPr>
          <a:xfrm>
            <a:off x="3974215" y="252028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63372EE-33EC-C344-D4DE-F9E7876C1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88161"/>
              </p:ext>
            </p:extLst>
          </p:nvPr>
        </p:nvGraphicFramePr>
        <p:xfrm>
          <a:off x="3987677" y="2780510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7E7B248B-C772-AFA3-1AFC-469C588F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99910"/>
              </p:ext>
            </p:extLst>
          </p:nvPr>
        </p:nvGraphicFramePr>
        <p:xfrm>
          <a:off x="10128399" y="623854"/>
          <a:ext cx="2850436" cy="30819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31537-E2A7-70B1-44AB-77F57D429AC6}"/>
              </a:ext>
            </a:extLst>
          </p:cNvPr>
          <p:cNvSpPr txBox="1"/>
          <p:nvPr/>
        </p:nvSpPr>
        <p:spPr>
          <a:xfrm>
            <a:off x="314543" y="183059"/>
            <a:ext cx="8705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 분유 상품 케이스 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특수</a:t>
            </a:r>
            <a:r>
              <a:rPr lang="en-US" altLang="ko-KR" sz="1000" b="1" spc="-150" dirty="0">
                <a:latin typeface="+mn-ea"/>
              </a:rPr>
              <a:t>/</a:t>
            </a:r>
            <a:r>
              <a:rPr lang="ko-KR" altLang="en-US" sz="1000" b="1" spc="-150" dirty="0">
                <a:latin typeface="+mn-ea"/>
              </a:rPr>
              <a:t>액상 분유 카테고리는 수입여부에 따라 국내</a:t>
            </a:r>
            <a:r>
              <a:rPr lang="en-US" altLang="ko-KR" sz="1000" b="1" spc="-150" dirty="0">
                <a:latin typeface="+mn-ea"/>
              </a:rPr>
              <a:t> </a:t>
            </a:r>
            <a:r>
              <a:rPr lang="ko-KR" altLang="en-US" sz="1000" b="1" spc="-150" dirty="0">
                <a:latin typeface="+mn-ea"/>
              </a:rPr>
              <a:t>또는 수입 정보고시 정보를 사용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248F870-0A70-2061-60BD-B072A97BF05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2A1097F-47F8-3BCF-7F97-34192C62BFEA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1A1D12-88DC-9530-0EC8-8BC439D3A9BE}"/>
              </a:ext>
            </a:extLst>
          </p:cNvPr>
          <p:cNvSpPr/>
          <p:nvPr/>
        </p:nvSpPr>
        <p:spPr>
          <a:xfrm>
            <a:off x="1026077" y="5409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6047083C-54D7-22EC-15C6-59FDD3CD92B4}"/>
              </a:ext>
            </a:extLst>
          </p:cNvPr>
          <p:cNvSpPr/>
          <p:nvPr/>
        </p:nvSpPr>
        <p:spPr>
          <a:xfrm>
            <a:off x="4746097" y="690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E1A38A36-21A8-F238-7FA9-9CA47E683277}"/>
              </a:ext>
            </a:extLst>
          </p:cNvPr>
          <p:cNvSpPr/>
          <p:nvPr/>
        </p:nvSpPr>
        <p:spPr>
          <a:xfrm>
            <a:off x="4676546" y="25497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9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374D-14E5-684F-FA3C-A91AD95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C6457-5C56-C302-2E36-C18F9B8B0AA6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FA897-29D0-B18C-AD7C-8F5A5E215605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6C185A-B208-96FB-7C4C-FCA221CA959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C64DB-8DEA-BB6A-F9F7-6D7E83933251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3AD96CB4-90B8-326A-EC56-CA94E2B0ACD2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D1C2F45D-0597-618F-7925-DF5E387C9B39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F4CC6-8117-BD03-8094-555B4D34C6EF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50937791-0245-E80E-D2D0-70547A3E3763}"/>
              </a:ext>
            </a:extLst>
          </p:cNvPr>
          <p:cNvSpPr txBox="1"/>
          <p:nvPr/>
        </p:nvSpPr>
        <p:spPr>
          <a:xfrm>
            <a:off x="3961521" y="76815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F37DFF0-E664-40DE-C596-D96FD825D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4755"/>
              </p:ext>
            </p:extLst>
          </p:nvPr>
        </p:nvGraphicFramePr>
        <p:xfrm>
          <a:off x="3961521" y="105618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BD2DC238-258F-3BD0-5FE6-FDD052899DDA}"/>
              </a:ext>
            </a:extLst>
          </p:cNvPr>
          <p:cNvSpPr txBox="1"/>
          <p:nvPr/>
        </p:nvSpPr>
        <p:spPr>
          <a:xfrm>
            <a:off x="3948059" y="206429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B9B19FF-12D2-D1C4-B5C3-07BEC033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004"/>
              </p:ext>
            </p:extLst>
          </p:nvPr>
        </p:nvGraphicFramePr>
        <p:xfrm>
          <a:off x="3961521" y="232452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7983704-03F8-91A3-7809-53811A9C7384}"/>
              </a:ext>
            </a:extLst>
          </p:cNvPr>
          <p:cNvSpPr txBox="1"/>
          <p:nvPr/>
        </p:nvSpPr>
        <p:spPr>
          <a:xfrm>
            <a:off x="3967772" y="386449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4F9A187-BAD8-6A31-E6DD-D9108E1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1379"/>
              </p:ext>
            </p:extLst>
          </p:nvPr>
        </p:nvGraphicFramePr>
        <p:xfrm>
          <a:off x="3981234" y="4124724"/>
          <a:ext cx="337143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이초빈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경기도 고양시 일산동구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위시티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133,712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9D7606A7-B858-3F4C-FB5A-B1A47DB45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24082"/>
              </p:ext>
            </p:extLst>
          </p:nvPr>
        </p:nvGraphicFramePr>
        <p:xfrm>
          <a:off x="10128399" y="623854"/>
          <a:ext cx="2850436" cy="34476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식품위생법에 따른 수입신고 필 데이터 값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BD0BAD-4642-1E8B-64F7-4854EF76D8EC}"/>
              </a:ext>
            </a:extLst>
          </p:cNvPr>
          <p:cNvSpPr txBox="1"/>
          <p:nvPr/>
        </p:nvSpPr>
        <p:spPr>
          <a:xfrm>
            <a:off x="314543" y="183059"/>
            <a:ext cx="8814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 분유 상품 케이스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액상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분유 카테고리는 수입여부에 따라 국내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수입 정보고시 정보를 사용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8942D322-7656-CE28-12AA-D3F62B106472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C973787-B465-B7E4-94E4-5BA703C83F23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16AE920-1AD5-3453-7C1D-6202715A612F}"/>
              </a:ext>
            </a:extLst>
          </p:cNvPr>
          <p:cNvSpPr/>
          <p:nvPr/>
        </p:nvSpPr>
        <p:spPr>
          <a:xfrm>
            <a:off x="4530908" y="7559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9BE5275-A4D2-6024-FBCF-99F5F7B9CF92}"/>
              </a:ext>
            </a:extLst>
          </p:cNvPr>
          <p:cNvSpPr/>
          <p:nvPr/>
        </p:nvSpPr>
        <p:spPr>
          <a:xfrm>
            <a:off x="4739654" y="20348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F2E8B5FB-4427-BC79-B956-0DD54BDBCB49}"/>
              </a:ext>
            </a:extLst>
          </p:cNvPr>
          <p:cNvSpPr/>
          <p:nvPr/>
        </p:nvSpPr>
        <p:spPr>
          <a:xfrm>
            <a:off x="4670103" y="3894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15B19ED-C995-1B23-B717-4DB669356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1816"/>
              </p:ext>
            </p:extLst>
          </p:nvPr>
        </p:nvGraphicFramePr>
        <p:xfrm>
          <a:off x="473470" y="1319553"/>
          <a:ext cx="3371436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조재분유지원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홀레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유기농분유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단계 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CREMILK GMBH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독일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쁘띠엘린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서초구 서초대로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46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19-12 5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캔 밑면 별도 표기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800g 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열원을 피하여 실온보관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개봉 후에는 건조한 곳에 보관하고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 이내 에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해당사항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특정 원료에 대한 알레르기가 있는 유아는 원재료를 확인하여 사용하시기 바랍니다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식품위생법에 따른 수입신고를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필함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02-736-0872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89F5DB-9CEA-BC52-4865-EFC180852334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BFDA643-518E-42A0-8134-CEEE86758391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BD7F01-E7E8-CF46-1277-B15B6254C075}"/>
              </a:ext>
            </a:extLst>
          </p:cNvPr>
          <p:cNvSpPr/>
          <p:nvPr/>
        </p:nvSpPr>
        <p:spPr>
          <a:xfrm>
            <a:off x="469732" y="5728501"/>
            <a:ext cx="3409212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C5BE4A03-0F07-4E7A-E010-3710DAA2AAA2}"/>
              </a:ext>
            </a:extLst>
          </p:cNvPr>
          <p:cNvSpPr/>
          <p:nvPr/>
        </p:nvSpPr>
        <p:spPr>
          <a:xfrm>
            <a:off x="3641266" y="5627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9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2A3D-0D5E-8C97-9817-0A48F29D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D4F9-F986-9AA1-8D63-BE035433B63B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19D3-A75F-B98C-8A80-908C125697A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AFFCEC-6BD0-656F-0B48-CDAAAADCFB10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6D8C7-0264-2031-7718-DAEEF9D599A5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DB50F858-D0E0-4A99-273C-916EEF27B2BE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ED81AC5C-429C-6EEF-97D5-58799E751E1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3192E-ECA7-F609-B702-785102DB0E6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9B23D7E9-0599-B052-8336-C8B48E9C5761}"/>
              </a:ext>
            </a:extLst>
          </p:cNvPr>
          <p:cNvSpPr txBox="1"/>
          <p:nvPr/>
        </p:nvSpPr>
        <p:spPr>
          <a:xfrm>
            <a:off x="484254" y="468918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46DF259-EC26-B5CF-21E0-D919FEEC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21746"/>
              </p:ext>
            </p:extLst>
          </p:nvPr>
        </p:nvGraphicFramePr>
        <p:xfrm>
          <a:off x="484254" y="4977212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8D0257CC-0E71-8F54-C30F-41424F31A790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FC7A50-D163-D4A7-4CCD-3D88889C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8356"/>
              </p:ext>
            </p:extLst>
          </p:nvPr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DC260514-E0D5-FE75-865B-3A5CC17D8FF5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B62E8E1-FA21-EBE3-760A-2DD619C7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780348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청담엘앤에이치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185CACE0-A3A2-CCA9-5A58-7DEA5F9DE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6222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D76D4-4722-740E-0C8D-69B44746233B}"/>
              </a:ext>
            </a:extLst>
          </p:cNvPr>
          <p:cNvSpPr txBox="1"/>
          <p:nvPr/>
        </p:nvSpPr>
        <p:spPr>
          <a:xfrm>
            <a:off x="314543" y="183059"/>
            <a:ext cx="515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상품 케이스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 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B5E6124-DAFD-713B-567D-CDD42C87CCE4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C50D1D59-D735-9EE4-91B4-A0891D75C5E7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6D83774B-27FD-EFFC-2468-044020E6739E}"/>
              </a:ext>
            </a:extLst>
          </p:cNvPr>
          <p:cNvSpPr/>
          <p:nvPr/>
        </p:nvSpPr>
        <p:spPr>
          <a:xfrm>
            <a:off x="1053641" y="4677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B5536CC-633C-088F-0CA9-DF1F65E04B5A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99805F7-EED1-5E81-2038-D043D333B327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DFA6E8-FCE9-82B5-4D96-471F99817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6142"/>
              </p:ext>
            </p:extLst>
          </p:nvPr>
        </p:nvGraphicFramePr>
        <p:xfrm>
          <a:off x="473470" y="1319553"/>
          <a:ext cx="337143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여성청소년 생리대 지원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청담소녀 오리지날 중형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의약외품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보람씨앤에치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밀폐용기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실온보관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0737F-D5D9-150E-9F5D-9165BCE98821}"/>
              </a:ext>
            </a:extLst>
          </p:cNvPr>
          <p:cNvSpPr/>
          <p:nvPr/>
        </p:nvSpPr>
        <p:spPr>
          <a:xfrm>
            <a:off x="461529" y="276784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364FDD0-A935-41AA-4F5D-A7815F12AA2F}"/>
              </a:ext>
            </a:extLst>
          </p:cNvPr>
          <p:cNvSpPr/>
          <p:nvPr/>
        </p:nvSpPr>
        <p:spPr>
          <a:xfrm>
            <a:off x="3633063" y="26664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CD8C-B2A3-4D1C-C59A-4C0698D8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EFDF3-9D95-3BB5-F10F-B76D091C25D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EA4BA-722F-34EA-BBF9-98C0FD9ECC9F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419C-4DE0-BDCA-3586-F5218238EA2C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52DC2FE-7C58-239C-75C7-44F799412BC6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0BA530E7-B624-6F8E-B7F4-7D8FFD8B244F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5034D442-62D1-1A35-9549-3574DBAB94EB}"/>
              </a:ext>
            </a:extLst>
          </p:cNvPr>
          <p:cNvSpPr/>
          <p:nvPr/>
        </p:nvSpPr>
        <p:spPr>
          <a:xfrm>
            <a:off x="461529" y="6153187"/>
            <a:ext cx="3384000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E60720-9313-EC2E-DDDD-2F3A1655DCC7}"/>
              </a:ext>
            </a:extLst>
          </p:cNvPr>
          <p:cNvSpPr/>
          <p:nvPr/>
        </p:nvSpPr>
        <p:spPr>
          <a:xfrm>
            <a:off x="3930026" y="55750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253E8604-2361-1A37-F08B-02F195D9BDF2}"/>
              </a:ext>
            </a:extLst>
          </p:cNvPr>
          <p:cNvSpPr txBox="1"/>
          <p:nvPr/>
        </p:nvSpPr>
        <p:spPr>
          <a:xfrm>
            <a:off x="484254" y="5015101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25B53CA-2E19-EDBA-967F-5612583A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60312"/>
              </p:ext>
            </p:extLst>
          </p:nvPr>
        </p:nvGraphicFramePr>
        <p:xfrm>
          <a:off x="484254" y="5303133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386E9926-7085-3CDB-EB6D-1EA8B4C2DE4A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8FFAE88-87F7-9328-19B3-7BAE86160D30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53D96CC-1E7A-480A-7CAD-C10DFC5DE623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AED370F-43ED-DCF4-445D-57340DAB7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39482"/>
              </p:ext>
            </p:extLst>
          </p:nvPr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A890EA32-9A02-B1A3-782C-8A25ADDF68C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529D92-5EBD-796B-2DBF-B5ED7F8A8724}"/>
              </a:ext>
            </a:extLst>
          </p:cNvPr>
          <p:cNvSpPr txBox="1"/>
          <p:nvPr/>
        </p:nvSpPr>
        <p:spPr>
          <a:xfrm>
            <a:off x="314543" y="183059"/>
            <a:ext cx="766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ⓛ인체 청결용</a:t>
            </a:r>
            <a:r>
              <a:rPr lang="en-US" altLang="ko-KR" sz="1000" b="1" spc="-150" dirty="0">
                <a:latin typeface="+mn-ea"/>
              </a:rPr>
              <a:t>(</a:t>
            </a:r>
            <a:r>
              <a:rPr lang="ko-KR" altLang="en-US" sz="1000" b="1" spc="-150" dirty="0">
                <a:latin typeface="+mn-ea"/>
              </a:rPr>
              <a:t>화장품으로 분류된 양식 </a:t>
            </a:r>
            <a:r>
              <a:rPr lang="en-US" altLang="ko-KR" sz="1000" b="1" spc="-150" dirty="0">
                <a:latin typeface="+mn-ea"/>
              </a:rPr>
              <a:t>ex)</a:t>
            </a:r>
            <a:r>
              <a:rPr lang="ko-KR" altLang="en-US" sz="1000" b="1" spc="-150" dirty="0" err="1">
                <a:latin typeface="+mn-ea"/>
              </a:rPr>
              <a:t>아기용</a:t>
            </a:r>
            <a:r>
              <a:rPr lang="ko-KR" altLang="en-US" sz="1000" b="1" spc="-150" dirty="0">
                <a:latin typeface="+mn-ea"/>
              </a:rPr>
              <a:t> </a:t>
            </a:r>
            <a:r>
              <a:rPr lang="ko-KR" altLang="en-US" sz="1000" b="1" spc="-150" dirty="0" err="1">
                <a:latin typeface="+mn-ea"/>
              </a:rPr>
              <a:t>물티슈등</a:t>
            </a:r>
            <a:r>
              <a:rPr lang="en-US" altLang="ko-KR" sz="1000" b="1" spc="-150" dirty="0">
                <a:latin typeface="+mn-ea"/>
              </a:rPr>
              <a:t>) </a:t>
            </a:r>
            <a:endParaRPr lang="ko-KR" altLang="en-US" sz="1000" b="1" spc="-150" dirty="0">
              <a:latin typeface="+mn-ea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55DB96F-B83B-CAD6-A41F-998BD33840AC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97E040F8-2FA5-C9DA-F714-39451D4660E6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81FA7D0-E4D1-93E1-E02B-2763415032EA}"/>
              </a:ext>
            </a:extLst>
          </p:cNvPr>
          <p:cNvSpPr/>
          <p:nvPr/>
        </p:nvSpPr>
        <p:spPr>
          <a:xfrm>
            <a:off x="1053641" y="5002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85CB184F-D9E3-D3A3-FE29-D741593B5C8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1EBAF639-57B8-1B0E-0C98-D2FB10D19B06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F895882-876D-254E-A757-61984AD3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8468"/>
              </p:ext>
            </p:extLst>
          </p:nvPr>
        </p:nvGraphicFramePr>
        <p:xfrm>
          <a:off x="473470" y="1319553"/>
          <a:ext cx="3371436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6DC8D1-9E90-F956-05DF-B01416AE0DDA}"/>
              </a:ext>
            </a:extLst>
          </p:cNvPr>
          <p:cNvSpPr/>
          <p:nvPr/>
        </p:nvSpPr>
        <p:spPr>
          <a:xfrm>
            <a:off x="446478" y="2578189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59A8659-DAE2-ED87-E998-66083A3347BD}"/>
              </a:ext>
            </a:extLst>
          </p:cNvPr>
          <p:cNvSpPr/>
          <p:nvPr/>
        </p:nvSpPr>
        <p:spPr>
          <a:xfrm>
            <a:off x="3618012" y="24767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3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0296-29B9-94A5-1A19-337E8F89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9D6A1-6B73-1F69-525A-821DD9ED7908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06DB4-7DBB-8EBB-42E8-BFD325FA9A0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후기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5E7DF3-D17F-EA6B-E501-0989EC5C50C5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CE37AC-D901-BCDC-7FAD-390F5B6CACBD}"/>
              </a:ext>
            </a:extLst>
          </p:cNvPr>
          <p:cNvCxnSpPr/>
          <p:nvPr/>
        </p:nvCxnSpPr>
        <p:spPr>
          <a:xfrm>
            <a:off x="1325705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4">
            <a:extLst>
              <a:ext uri="{FF2B5EF4-FFF2-40B4-BE49-F238E27FC236}">
                <a16:creationId xmlns:a16="http://schemas.microsoft.com/office/drawing/2014/main" id="{1713C50F-697B-B0A1-2843-16E1175D163C}"/>
              </a:ext>
            </a:extLst>
          </p:cNvPr>
          <p:cNvSpPr txBox="1"/>
          <p:nvPr/>
        </p:nvSpPr>
        <p:spPr>
          <a:xfrm>
            <a:off x="427297" y="965284"/>
            <a:ext cx="10374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상세 정보 고시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천공 테이프 15">
            <a:extLst>
              <a:ext uri="{FF2B5EF4-FFF2-40B4-BE49-F238E27FC236}">
                <a16:creationId xmlns:a16="http://schemas.microsoft.com/office/drawing/2014/main" id="{1BF5F961-E26A-6543-20AE-B974DD139247}"/>
              </a:ext>
            </a:extLst>
          </p:cNvPr>
          <p:cNvSpPr/>
          <p:nvPr/>
        </p:nvSpPr>
        <p:spPr>
          <a:xfrm>
            <a:off x="446478" y="6035663"/>
            <a:ext cx="3430068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A20D3C-C4C8-BBD2-B808-C35A6A94694B}"/>
              </a:ext>
            </a:extLst>
          </p:cNvPr>
          <p:cNvSpPr/>
          <p:nvPr/>
        </p:nvSpPr>
        <p:spPr>
          <a:xfrm>
            <a:off x="3940951" y="587901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14">
            <a:extLst>
              <a:ext uri="{FF2B5EF4-FFF2-40B4-BE49-F238E27FC236}">
                <a16:creationId xmlns:a16="http://schemas.microsoft.com/office/drawing/2014/main" id="{45ABAC6D-B3C3-CD5C-0CC8-DE2F4640B05B}"/>
              </a:ext>
            </a:extLst>
          </p:cNvPr>
          <p:cNvSpPr txBox="1"/>
          <p:nvPr/>
        </p:nvSpPr>
        <p:spPr>
          <a:xfrm>
            <a:off x="484254" y="422453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6DC25BD-98B2-A5E4-A0D4-BA1A925F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69641"/>
              </p:ext>
            </p:extLst>
          </p:nvPr>
        </p:nvGraphicFramePr>
        <p:xfrm>
          <a:off x="484254" y="4512566"/>
          <a:ext cx="3371436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택배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롯데택배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무료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고시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배송기간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주말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공휴일 제외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</a:tbl>
          </a:graphicData>
        </a:graphic>
      </p:graphicFrame>
      <p:sp>
        <p:nvSpPr>
          <p:cNvPr id="27" name="TextBox 114">
            <a:extLst>
              <a:ext uri="{FF2B5EF4-FFF2-40B4-BE49-F238E27FC236}">
                <a16:creationId xmlns:a16="http://schemas.microsoft.com/office/drawing/2014/main" id="{4D060F64-B17B-59C3-E687-C9385957B6E8}"/>
              </a:ext>
            </a:extLst>
          </p:cNvPr>
          <p:cNvSpPr txBox="1"/>
          <p:nvPr/>
        </p:nvSpPr>
        <p:spPr>
          <a:xfrm>
            <a:off x="3940951" y="81357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교환 안내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D21B971-1643-3750-8D3F-27394BD672F7}"/>
              </a:ext>
            </a:extLst>
          </p:cNvPr>
          <p:cNvGraphicFramePr>
            <a:graphicFrameLocks noGrp="1"/>
          </p:cNvGraphicFramePr>
          <p:nvPr/>
        </p:nvGraphicFramePr>
        <p:xfrm>
          <a:off x="3954413" y="1073804"/>
          <a:ext cx="33714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비용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제품마다 상이할 수 있음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신청 기준일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요청 시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연락드립니다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수령일로부터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주일 이내만 가능합니다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반품 제한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사용흔적이 있거나 제품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훼손등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상품에 문제가 생길  시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반품 불가 위생상품의 경우 상품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개봉시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반품 불가 주문 상품과 다른 구성으로 반품 불가 </a:t>
                      </a:r>
                      <a:endParaRPr lang="en-US" altLang="ko-KR" sz="80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예시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4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팩상품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구매 후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개봉하여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팩 반품요청 시 불가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교환 및 반품은 회수한 상품의 검수가 완료된 후 진행 및 처리 가능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구매확정 시 반품 불가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</a:tbl>
          </a:graphicData>
        </a:graphic>
      </p:graphicFrame>
      <p:sp>
        <p:nvSpPr>
          <p:cNvPr id="31" name="TextBox 114">
            <a:extLst>
              <a:ext uri="{FF2B5EF4-FFF2-40B4-BE49-F238E27FC236}">
                <a16:creationId xmlns:a16="http://schemas.microsoft.com/office/drawing/2014/main" id="{1AC3DAAC-552E-2AB7-588C-853075D2FBAB}"/>
              </a:ext>
            </a:extLst>
          </p:cNvPr>
          <p:cNvSpPr txBox="1"/>
          <p:nvPr/>
        </p:nvSpPr>
        <p:spPr>
          <a:xfrm>
            <a:off x="3960664" y="2613774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정보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55D12BF-B05F-CA62-017E-B8C6085F4EFD}"/>
              </a:ext>
            </a:extLst>
          </p:cNvPr>
          <p:cNvGraphicFramePr>
            <a:graphicFrameLocks noGrp="1"/>
          </p:cNvGraphicFramePr>
          <p:nvPr/>
        </p:nvGraphicFramePr>
        <p:xfrm>
          <a:off x="3974126" y="2874004"/>
          <a:ext cx="3371436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사업장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서울특별시 강남구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언주로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164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길 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33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신사동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 (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청담코퍼레이션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7794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통신판매업자번호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상세정보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627-86-03373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0542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이메일 주소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allpureum@naver.com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532311"/>
                  </a:ext>
                </a:extLst>
              </a:tr>
            </a:tbl>
          </a:graphicData>
        </a:graphic>
      </p:graphicFrame>
      <p:graphicFrame>
        <p:nvGraphicFramePr>
          <p:cNvPr id="35" name="Group 59">
            <a:extLst>
              <a:ext uri="{FF2B5EF4-FFF2-40B4-BE49-F238E27FC236}">
                <a16:creationId xmlns:a16="http://schemas.microsoft.com/office/drawing/2014/main" id="{349661E6-54C1-5AE3-55DE-59CA2230C4C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상품 상세 정보 고시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탭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상세 정보 고시 정보 출력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상품별로 데이터 값이 다름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소재지 데이터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배송정보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배송 정보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반품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안내 데이터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 정보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등록한 판매자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E1B2A1-03F2-87D2-6954-3795F87355FA}"/>
              </a:ext>
            </a:extLst>
          </p:cNvPr>
          <p:cNvSpPr txBox="1"/>
          <p:nvPr/>
        </p:nvSpPr>
        <p:spPr>
          <a:xfrm>
            <a:off x="314543" y="183059"/>
            <a:ext cx="5502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상세 정보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CH-U-PR-02-02-03  -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 상품 케이스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②일반 물티슈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29EB3359-CFD6-324F-733E-EB5B45E9E466}"/>
              </a:ext>
            </a:extLst>
          </p:cNvPr>
          <p:cNvSpPr/>
          <p:nvPr/>
        </p:nvSpPr>
        <p:spPr>
          <a:xfrm>
            <a:off x="1866824" y="5044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FE289294-365E-357D-13A7-2B084A6DCF88}"/>
              </a:ext>
            </a:extLst>
          </p:cNvPr>
          <p:cNvSpPr/>
          <p:nvPr/>
        </p:nvSpPr>
        <p:spPr>
          <a:xfrm>
            <a:off x="1464760" y="928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C7F57AC-1488-53F9-025B-41EF6F7FCF33}"/>
              </a:ext>
            </a:extLst>
          </p:cNvPr>
          <p:cNvSpPr/>
          <p:nvPr/>
        </p:nvSpPr>
        <p:spPr>
          <a:xfrm>
            <a:off x="105364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2FA9976-1B89-F2FB-4109-FD30BE9B79F2}"/>
              </a:ext>
            </a:extLst>
          </p:cNvPr>
          <p:cNvSpPr/>
          <p:nvPr/>
        </p:nvSpPr>
        <p:spPr>
          <a:xfrm>
            <a:off x="4732546" y="7841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96761AC-7A54-4EF7-0D3D-8F7DB60BA75B}"/>
              </a:ext>
            </a:extLst>
          </p:cNvPr>
          <p:cNvSpPr/>
          <p:nvPr/>
        </p:nvSpPr>
        <p:spPr>
          <a:xfrm>
            <a:off x="4662995" y="26432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7A573-779E-B669-EF29-A049E95F8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14613"/>
              </p:ext>
            </p:extLst>
          </p:nvPr>
        </p:nvGraphicFramePr>
        <p:xfrm>
          <a:off x="473470" y="1319553"/>
          <a:ext cx="3371436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9131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판매기간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지원 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브랜드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닥터비데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 화장실용 물티슈 캡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80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깨끗한나라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대한민국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수입제품일 경우 </a:t>
                      </a:r>
                      <a:r>
                        <a:rPr lang="ko-KR" altLang="en-US" sz="800" spc="-150" dirty="0" err="1">
                          <a:latin typeface="+mn-ea"/>
                          <a:ea typeface="+mn-ea"/>
                        </a:rPr>
                        <a:t>데이터값</a:t>
                      </a:r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상세 이미지 참고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800" spc="-150" dirty="0"/>
                        <a:t>소비자기본법에 따른 소비자분쟁해결기준에 의거 보상합니다.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pc="-150" dirty="0">
                          <a:latin typeface="+mn-ea"/>
                          <a:ea typeface="+mn-ea"/>
                        </a:rPr>
                        <a:t>02-6925-7717</a:t>
                      </a: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70E6DE-A40B-311D-8454-2C62922C5073}"/>
              </a:ext>
            </a:extLst>
          </p:cNvPr>
          <p:cNvSpPr/>
          <p:nvPr/>
        </p:nvSpPr>
        <p:spPr>
          <a:xfrm>
            <a:off x="446478" y="2778877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C08CAEE8-6857-102A-8532-80960D93A69F}"/>
              </a:ext>
            </a:extLst>
          </p:cNvPr>
          <p:cNvSpPr/>
          <p:nvPr/>
        </p:nvSpPr>
        <p:spPr>
          <a:xfrm>
            <a:off x="3616364" y="26485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5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C05-FC5F-055C-1B3D-61124CAA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AD3BC9-6BA2-CC6A-2004-45214EDAD0A2}"/>
              </a:ext>
            </a:extLst>
          </p:cNvPr>
          <p:cNvSpPr/>
          <p:nvPr/>
        </p:nvSpPr>
        <p:spPr>
          <a:xfrm>
            <a:off x="432297" y="539950"/>
            <a:ext cx="3444249" cy="58326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28B6A-93D5-2BFC-DE3C-2EE49F5123F2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75E4D-91D7-1A0E-B3AA-6FEFA35633E1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51F121-F1B6-AFE2-94A6-56D8DC18DE81}"/>
              </a:ext>
            </a:extLst>
          </p:cNvPr>
          <p:cNvCxnSpPr/>
          <p:nvPr/>
        </p:nvCxnSpPr>
        <p:spPr>
          <a:xfrm>
            <a:off x="2245197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B27D96-B1A9-FE77-7BF7-209145BECF1F}"/>
              </a:ext>
            </a:extLst>
          </p:cNvPr>
          <p:cNvSpPr/>
          <p:nvPr/>
        </p:nvSpPr>
        <p:spPr>
          <a:xfrm>
            <a:off x="6250516" y="176408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527C6-1E42-28C2-44DD-9ED9F93CFAE4}"/>
              </a:ext>
            </a:extLst>
          </p:cNvPr>
          <p:cNvSpPr txBox="1"/>
          <p:nvPr/>
        </p:nvSpPr>
        <p:spPr>
          <a:xfrm>
            <a:off x="7413746" y="389849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후기가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C2CE9-8BEA-322D-81A8-C92EC7C33F53}"/>
              </a:ext>
            </a:extLst>
          </p:cNvPr>
          <p:cNvSpPr txBox="1"/>
          <p:nvPr/>
        </p:nvSpPr>
        <p:spPr>
          <a:xfrm>
            <a:off x="1474616" y="937421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BFA5B63-D366-92EB-5707-CEAC4A538EBF}"/>
              </a:ext>
            </a:extLst>
          </p:cNvPr>
          <p:cNvGrpSpPr/>
          <p:nvPr/>
        </p:nvGrpSpPr>
        <p:grpSpPr>
          <a:xfrm>
            <a:off x="557564" y="903149"/>
            <a:ext cx="568860" cy="481231"/>
            <a:chOff x="7669019" y="2414908"/>
            <a:chExt cx="568860" cy="4812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7A0D6F-3F15-656D-5A7C-D099563FB17B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D2F46D-73B2-27D4-6016-8727F5CB5984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935B1F-5072-772A-C424-813355D0F6D2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8621BDB-B4BB-47D6-41E0-3C7C26D7AA11}"/>
              </a:ext>
            </a:extLst>
          </p:cNvPr>
          <p:cNvCxnSpPr/>
          <p:nvPr/>
        </p:nvCxnSpPr>
        <p:spPr>
          <a:xfrm>
            <a:off x="1296393" y="1006676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323E73-6BFC-81CE-350E-FB062A27385B}"/>
              </a:ext>
            </a:extLst>
          </p:cNvPr>
          <p:cNvCxnSpPr/>
          <p:nvPr/>
        </p:nvCxnSpPr>
        <p:spPr>
          <a:xfrm>
            <a:off x="461529" y="1476053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114">
            <a:extLst>
              <a:ext uri="{FF2B5EF4-FFF2-40B4-BE49-F238E27FC236}">
                <a16:creationId xmlns:a16="http://schemas.microsoft.com/office/drawing/2014/main" id="{B53C143A-5DBF-560E-8492-42FA73996658}"/>
              </a:ext>
            </a:extLst>
          </p:cNvPr>
          <p:cNvSpPr txBox="1"/>
          <p:nvPr/>
        </p:nvSpPr>
        <p:spPr>
          <a:xfrm>
            <a:off x="486663" y="1620894"/>
            <a:ext cx="638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2" name="TextBox 114">
            <a:extLst>
              <a:ext uri="{FF2B5EF4-FFF2-40B4-BE49-F238E27FC236}">
                <a16:creationId xmlns:a16="http://schemas.microsoft.com/office/drawing/2014/main" id="{63FA3DC4-7F35-286B-D88C-5ACAC3AC2A7A}"/>
              </a:ext>
            </a:extLst>
          </p:cNvPr>
          <p:cNvSpPr txBox="1"/>
          <p:nvPr/>
        </p:nvSpPr>
        <p:spPr>
          <a:xfrm>
            <a:off x="3208941" y="1609982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4" name="TextBox 114">
            <a:extLst>
              <a:ext uri="{FF2B5EF4-FFF2-40B4-BE49-F238E27FC236}">
                <a16:creationId xmlns:a16="http://schemas.microsoft.com/office/drawing/2014/main" id="{3492CE21-F136-3AE5-9291-5CE86E4ECA75}"/>
              </a:ext>
            </a:extLst>
          </p:cNvPr>
          <p:cNvSpPr txBox="1"/>
          <p:nvPr/>
        </p:nvSpPr>
        <p:spPr>
          <a:xfrm>
            <a:off x="4859931" y="1619630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낮은 순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높은 순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A274BEE5-B7A6-8EAB-5BFB-48026393353B}"/>
              </a:ext>
            </a:extLst>
          </p:cNvPr>
          <p:cNvSpPr txBox="1"/>
          <p:nvPr/>
        </p:nvSpPr>
        <p:spPr>
          <a:xfrm>
            <a:off x="496310" y="194647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F6DB3F-22C0-6C21-7487-F6AD1CB4B8BE}"/>
              </a:ext>
            </a:extLst>
          </p:cNvPr>
          <p:cNvSpPr txBox="1"/>
          <p:nvPr/>
        </p:nvSpPr>
        <p:spPr>
          <a:xfrm>
            <a:off x="496310" y="209875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6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800" spc="-150" dirty="0"/>
              <a:t>            외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en-US" altLang="ko-KR" sz="800" spc="-150" dirty="0"/>
              <a:t>3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건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E927DD9-684E-2D95-5BDB-AF7EC29C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67" y="2375927"/>
            <a:ext cx="483499" cy="42444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387D73D-105E-AFA6-98CE-05D94CD4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51" y="2375627"/>
            <a:ext cx="483499" cy="4212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9DE9E44-53F8-89DC-A477-CD7413F248A8}"/>
              </a:ext>
            </a:extLst>
          </p:cNvPr>
          <p:cNvSpPr txBox="1"/>
          <p:nvPr/>
        </p:nvSpPr>
        <p:spPr>
          <a:xfrm>
            <a:off x="488597" y="2876112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666ED007-014F-6887-EAF4-4E6106052EAB}"/>
              </a:ext>
            </a:extLst>
          </p:cNvPr>
          <p:cNvSpPr txBox="1"/>
          <p:nvPr/>
        </p:nvSpPr>
        <p:spPr>
          <a:xfrm>
            <a:off x="3200926" y="346088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BD9CBF-A6C1-91AB-A469-C2BC2B5E65FA}"/>
              </a:ext>
            </a:extLst>
          </p:cNvPr>
          <p:cNvCxnSpPr/>
          <p:nvPr/>
        </p:nvCxnSpPr>
        <p:spPr>
          <a:xfrm>
            <a:off x="531530" y="3660942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4">
            <a:extLst>
              <a:ext uri="{FF2B5EF4-FFF2-40B4-BE49-F238E27FC236}">
                <a16:creationId xmlns:a16="http://schemas.microsoft.com/office/drawing/2014/main" id="{AF1A5D5F-8B0C-1AAD-8203-0F37A8A0B260}"/>
              </a:ext>
            </a:extLst>
          </p:cNvPr>
          <p:cNvSpPr txBox="1"/>
          <p:nvPr/>
        </p:nvSpPr>
        <p:spPr>
          <a:xfrm>
            <a:off x="514053" y="3722229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5F22D-EF2B-2CF2-4924-E9DFE36BCDF1}"/>
              </a:ext>
            </a:extLst>
          </p:cNvPr>
          <p:cNvSpPr txBox="1"/>
          <p:nvPr/>
        </p:nvSpPr>
        <p:spPr>
          <a:xfrm>
            <a:off x="514053" y="38745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옵션 </a:t>
            </a:r>
            <a:r>
              <a:rPr lang="en-US" altLang="ko-KR" sz="800" spc="-150" dirty="0"/>
              <a:t>: 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r>
              <a:rPr lang="ko-KR" altLang="en-US" sz="800" spc="-150" dirty="0"/>
              <a:t>물놀이 팬티 </a:t>
            </a:r>
            <a:r>
              <a:rPr lang="en-US" altLang="ko-KR" sz="800" spc="-150" dirty="0"/>
              <a:t>5</a:t>
            </a:r>
            <a:r>
              <a:rPr lang="ko-KR" altLang="en-US" sz="800" spc="-150" dirty="0"/>
              <a:t>단계 점보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</a:rPr>
              <a:t>$</a:t>
            </a:r>
            <a:endParaRPr lang="ko-KR" altLang="en-US" sz="800" spc="-1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56BDD-8FA7-EC7E-8EF3-6919FFCBD189}"/>
              </a:ext>
            </a:extLst>
          </p:cNvPr>
          <p:cNvSpPr txBox="1"/>
          <p:nvPr/>
        </p:nvSpPr>
        <p:spPr>
          <a:xfrm>
            <a:off x="501943" y="4104067"/>
            <a:ext cx="32560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텍스트 후기만 들어간 케이스입니다</a:t>
            </a:r>
            <a:r>
              <a:rPr lang="en-US" altLang="ko-KR" sz="800" spc="-150" dirty="0"/>
              <a:t>.</a:t>
            </a:r>
            <a:r>
              <a:rPr lang="ko-KR" altLang="en-US" sz="800" spc="-150" dirty="0"/>
              <a:t> 기저귀 뽀송뽀송 후기 상세 내용 영역입니다</a:t>
            </a:r>
            <a:r>
              <a:rPr lang="en-US" altLang="ko-KR" sz="800" spc="-150" dirty="0"/>
              <a:t>. </a:t>
            </a:r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  <a:p>
            <a:r>
              <a:rPr lang="ko-KR" altLang="en-US" sz="800" spc="-150" dirty="0"/>
              <a:t>기저귀 뽀송뽀송 후기 상세 내용 영역입니다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C12A8DEC-84D4-1D08-AF89-503204347AE0}"/>
              </a:ext>
            </a:extLst>
          </p:cNvPr>
          <p:cNvSpPr txBox="1"/>
          <p:nvPr/>
        </p:nvSpPr>
        <p:spPr>
          <a:xfrm>
            <a:off x="3218669" y="4660374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2026.06.03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9CF4B29-3558-D4E0-A738-BBF0F3B781C1}"/>
              </a:ext>
            </a:extLst>
          </p:cNvPr>
          <p:cNvCxnSpPr/>
          <p:nvPr/>
        </p:nvCxnSpPr>
        <p:spPr>
          <a:xfrm>
            <a:off x="549273" y="486042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8B6804A-DDD7-E62E-C1E0-FA1132C6738E}"/>
              </a:ext>
            </a:extLst>
          </p:cNvPr>
          <p:cNvSpPr txBox="1"/>
          <p:nvPr/>
        </p:nvSpPr>
        <p:spPr>
          <a:xfrm>
            <a:off x="2981425" y="1834910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0512B-E27D-312F-99C3-31A724EFFC2B}"/>
              </a:ext>
            </a:extLst>
          </p:cNvPr>
          <p:cNvSpPr txBox="1"/>
          <p:nvPr/>
        </p:nvSpPr>
        <p:spPr>
          <a:xfrm>
            <a:off x="2944129" y="3598703"/>
            <a:ext cx="85792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★★★★☆</a:t>
            </a:r>
          </a:p>
          <a:p>
            <a:pPr>
              <a:lnSpc>
                <a:spcPct val="150000"/>
              </a:lnSpc>
            </a:pP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DB02EB-CED7-DDBC-EE96-DA565DDBBF63}"/>
              </a:ext>
            </a:extLst>
          </p:cNvPr>
          <p:cNvCxnSpPr/>
          <p:nvPr/>
        </p:nvCxnSpPr>
        <p:spPr>
          <a:xfrm>
            <a:off x="477273" y="185046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3D82E15-2586-27A2-0275-52D28C57BF28}"/>
              </a:ext>
            </a:extLst>
          </p:cNvPr>
          <p:cNvSpPr/>
          <p:nvPr/>
        </p:nvSpPr>
        <p:spPr>
          <a:xfrm>
            <a:off x="1683478" y="546993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75" name="물결 74">
            <a:extLst>
              <a:ext uri="{FF2B5EF4-FFF2-40B4-BE49-F238E27FC236}">
                <a16:creationId xmlns:a16="http://schemas.microsoft.com/office/drawing/2014/main" id="{1DC5616F-BCFB-9C98-6D3C-FD4120E36C5F}"/>
              </a:ext>
            </a:extLst>
          </p:cNvPr>
          <p:cNvSpPr/>
          <p:nvPr/>
        </p:nvSpPr>
        <p:spPr>
          <a:xfrm>
            <a:off x="458825" y="4795399"/>
            <a:ext cx="3414830" cy="51721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5954B5-956A-0350-4011-20F376627C35}"/>
              </a:ext>
            </a:extLst>
          </p:cNvPr>
          <p:cNvSpPr txBox="1"/>
          <p:nvPr/>
        </p:nvSpPr>
        <p:spPr>
          <a:xfrm>
            <a:off x="6277885" y="181642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2DCD517-5939-CF62-E0EC-F90FA2828C64}"/>
              </a:ext>
            </a:extLst>
          </p:cNvPr>
          <p:cNvCxnSpPr/>
          <p:nvPr/>
        </p:nvCxnSpPr>
        <p:spPr>
          <a:xfrm>
            <a:off x="6277885" y="204725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946DD9C-0805-F7CA-218B-6BB97BD93F62}"/>
              </a:ext>
            </a:extLst>
          </p:cNvPr>
          <p:cNvCxnSpPr/>
          <p:nvPr/>
        </p:nvCxnSpPr>
        <p:spPr>
          <a:xfrm>
            <a:off x="8061553" y="205360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9A2CBD6-962C-DA28-D109-BCEC6B195840}"/>
              </a:ext>
            </a:extLst>
          </p:cNvPr>
          <p:cNvSpPr txBox="1"/>
          <p:nvPr/>
        </p:nvSpPr>
        <p:spPr>
          <a:xfrm>
            <a:off x="7290972" y="2149180"/>
            <a:ext cx="2109555" cy="437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후기 작성 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 작성시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 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A3BEB8D-FCC5-A8A0-6133-1C32E04E06EA}"/>
              </a:ext>
            </a:extLst>
          </p:cNvPr>
          <p:cNvGrpSpPr/>
          <p:nvPr/>
        </p:nvGrpSpPr>
        <p:grpSpPr>
          <a:xfrm>
            <a:off x="6373920" y="2114908"/>
            <a:ext cx="568860" cy="481231"/>
            <a:chOff x="7669019" y="2414908"/>
            <a:chExt cx="568860" cy="48123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9B19F2-E979-4256-90E8-89ACF89768E1}"/>
                </a:ext>
              </a:extLst>
            </p:cNvPr>
            <p:cNvSpPr txBox="1"/>
            <p:nvPr/>
          </p:nvSpPr>
          <p:spPr>
            <a:xfrm>
              <a:off x="7841378" y="2562522"/>
              <a:ext cx="38824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C18D3E6-9EFA-258B-AE14-2EFB0F96A46A}"/>
                </a:ext>
              </a:extLst>
            </p:cNvPr>
            <p:cNvSpPr txBox="1"/>
            <p:nvPr/>
          </p:nvSpPr>
          <p:spPr>
            <a:xfrm>
              <a:off x="7669019" y="2556173"/>
              <a:ext cx="319318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3D710D4-9060-D871-FDCD-6A20AA890820}"/>
                </a:ext>
              </a:extLst>
            </p:cNvPr>
            <p:cNvSpPr txBox="1"/>
            <p:nvPr/>
          </p:nvSpPr>
          <p:spPr>
            <a:xfrm>
              <a:off x="7684522" y="2414908"/>
              <a:ext cx="553357" cy="253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고객 평점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188BE19E-6F81-41AE-FDD8-615EFEA591FB}"/>
              </a:ext>
            </a:extLst>
          </p:cNvPr>
          <p:cNvCxnSpPr/>
          <p:nvPr/>
        </p:nvCxnSpPr>
        <p:spPr>
          <a:xfrm>
            <a:off x="7112749" y="2218435"/>
            <a:ext cx="0" cy="2993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C6081EB-1BFF-BCBB-D751-2A7630A8D587}"/>
              </a:ext>
            </a:extLst>
          </p:cNvPr>
          <p:cNvCxnSpPr/>
          <p:nvPr/>
        </p:nvCxnSpPr>
        <p:spPr>
          <a:xfrm>
            <a:off x="6277885" y="2687812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66E3AB7-575D-36F4-67D4-DF0C19BC5AC4}"/>
              </a:ext>
            </a:extLst>
          </p:cNvPr>
          <p:cNvSpPr txBox="1"/>
          <p:nvPr/>
        </p:nvSpPr>
        <p:spPr>
          <a:xfrm>
            <a:off x="6303019" y="2832653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6" name="TextBox 114">
            <a:extLst>
              <a:ext uri="{FF2B5EF4-FFF2-40B4-BE49-F238E27FC236}">
                <a16:creationId xmlns:a16="http://schemas.microsoft.com/office/drawing/2014/main" id="{623B9523-3B6B-8C4D-6801-756D36F506B0}"/>
              </a:ext>
            </a:extLst>
          </p:cNvPr>
          <p:cNvSpPr txBox="1"/>
          <p:nvPr/>
        </p:nvSpPr>
        <p:spPr>
          <a:xfrm>
            <a:off x="9025297" y="2821741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ECBFCD-DD14-C26B-118C-C28C82D2F1B3}"/>
              </a:ext>
            </a:extLst>
          </p:cNvPr>
          <p:cNvCxnSpPr/>
          <p:nvPr/>
        </p:nvCxnSpPr>
        <p:spPr>
          <a:xfrm>
            <a:off x="6293629" y="3062222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F8184CB3-05A5-8F67-5FF3-2359E42B4572}"/>
              </a:ext>
            </a:extLst>
          </p:cNvPr>
          <p:cNvSpPr/>
          <p:nvPr/>
        </p:nvSpPr>
        <p:spPr>
          <a:xfrm>
            <a:off x="7733853" y="3440041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7A7B-3518-7967-1884-F244F2BB6EB3}"/>
              </a:ext>
            </a:extLst>
          </p:cNvPr>
          <p:cNvSpPr txBox="1"/>
          <p:nvPr/>
        </p:nvSpPr>
        <p:spPr>
          <a:xfrm>
            <a:off x="314543" y="183059"/>
            <a:ext cx="292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후기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CH-U-PR-02-02-04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971EE91-06F7-92E9-DF44-7D46FA7F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38747"/>
              </p:ext>
            </p:extLst>
          </p:nvPr>
        </p:nvGraphicFramePr>
        <p:xfrm>
          <a:off x="10086305" y="636529"/>
          <a:ext cx="2850436" cy="50873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 총 건수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고객평점 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후기작성  안내 문구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추후 마일리지 정책 정의됨에 따라 마일리지  값을 변경할 수 있도록 처리를 원할 경우 개발영역으로 변경될 수 있음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후기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후기유형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전체후기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포토후기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일반후기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정렬조건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낮은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평점 높은 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작성한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 값 출력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옵션값 없을 경우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옵션이 여러 건일 경우 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 옵션 값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 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후 데이터 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$N$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업로드 사진 영역 최대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출력가능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텍스트 데이터 영역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작성후기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후기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5077156-60FD-501A-26E8-5528FB6B75A6}"/>
              </a:ext>
            </a:extLst>
          </p:cNvPr>
          <p:cNvSpPr/>
          <p:nvPr/>
        </p:nvSpPr>
        <p:spPr>
          <a:xfrm>
            <a:off x="2786316" y="531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B4BA8A6F-C3FA-B0D3-0F23-98973973DEEB}"/>
              </a:ext>
            </a:extLst>
          </p:cNvPr>
          <p:cNvSpPr/>
          <p:nvPr/>
        </p:nvSpPr>
        <p:spPr>
          <a:xfrm>
            <a:off x="1049814" y="106576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3685B5AB-EDB0-7757-C27A-AD97486AAA00}"/>
              </a:ext>
            </a:extLst>
          </p:cNvPr>
          <p:cNvSpPr/>
          <p:nvPr/>
        </p:nvSpPr>
        <p:spPr>
          <a:xfrm>
            <a:off x="3061661" y="99665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84F0009A-9612-B1C3-7D38-C3BF85DD6662}"/>
              </a:ext>
            </a:extLst>
          </p:cNvPr>
          <p:cNvSpPr/>
          <p:nvPr/>
        </p:nvSpPr>
        <p:spPr>
          <a:xfrm>
            <a:off x="1004521" y="151940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E1E67D58-B0C9-02E1-ED39-8109A34172FC}"/>
              </a:ext>
            </a:extLst>
          </p:cNvPr>
          <p:cNvSpPr/>
          <p:nvPr/>
        </p:nvSpPr>
        <p:spPr>
          <a:xfrm>
            <a:off x="2965197" y="1525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2E3C98F-33F0-4F48-AB06-B61535932FAB}"/>
              </a:ext>
            </a:extLst>
          </p:cNvPr>
          <p:cNvSpPr/>
          <p:nvPr/>
        </p:nvSpPr>
        <p:spPr>
          <a:xfrm>
            <a:off x="1013247" y="1959090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5EF44E3-C70F-EF12-5906-CC6576D00098}"/>
              </a:ext>
            </a:extLst>
          </p:cNvPr>
          <p:cNvSpPr/>
          <p:nvPr/>
        </p:nvSpPr>
        <p:spPr>
          <a:xfrm>
            <a:off x="3619080" y="185907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7CC2324-B8C3-4B29-005D-4AC0C992CE34}"/>
              </a:ext>
            </a:extLst>
          </p:cNvPr>
          <p:cNvSpPr/>
          <p:nvPr/>
        </p:nvSpPr>
        <p:spPr>
          <a:xfrm>
            <a:off x="1601202" y="203696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F3ACE536-4112-EFB5-0A7A-EC7B50DADF44}"/>
              </a:ext>
            </a:extLst>
          </p:cNvPr>
          <p:cNvSpPr/>
          <p:nvPr/>
        </p:nvSpPr>
        <p:spPr>
          <a:xfrm>
            <a:off x="2219035" y="205089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84C2686-DAF5-9673-5E93-D82C7D156845}"/>
              </a:ext>
            </a:extLst>
          </p:cNvPr>
          <p:cNvSpPr/>
          <p:nvPr/>
        </p:nvSpPr>
        <p:spPr>
          <a:xfrm>
            <a:off x="1682862" y="2470625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001FBFDB-F40E-90E6-A414-7E4456D9A697}"/>
              </a:ext>
            </a:extLst>
          </p:cNvPr>
          <p:cNvSpPr/>
          <p:nvPr/>
        </p:nvSpPr>
        <p:spPr>
          <a:xfrm>
            <a:off x="2465932" y="3083899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4230DEB2-1DC7-A02C-68A5-92310BC12903}"/>
              </a:ext>
            </a:extLst>
          </p:cNvPr>
          <p:cNvSpPr/>
          <p:nvPr/>
        </p:nvSpPr>
        <p:spPr>
          <a:xfrm>
            <a:off x="3555692" y="3337344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BC32977-D378-FA94-2823-9A33214EDA39}"/>
              </a:ext>
            </a:extLst>
          </p:cNvPr>
          <p:cNvSpPr/>
          <p:nvPr/>
        </p:nvSpPr>
        <p:spPr>
          <a:xfrm>
            <a:off x="2423578" y="554304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1E45312-E610-0427-9D6D-0A0DC180B992}"/>
              </a:ext>
            </a:extLst>
          </p:cNvPr>
          <p:cNvSpPr/>
          <p:nvPr/>
        </p:nvSpPr>
        <p:spPr>
          <a:xfrm>
            <a:off x="8252351" y="3427531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2" name="TextBox 114">
            <a:extLst>
              <a:ext uri="{FF2B5EF4-FFF2-40B4-BE49-F238E27FC236}">
                <a16:creationId xmlns:a16="http://schemas.microsoft.com/office/drawing/2014/main" id="{090DD904-B63B-3A7D-51DF-A3AABA04C038}"/>
              </a:ext>
            </a:extLst>
          </p:cNvPr>
          <p:cNvSpPr txBox="1"/>
          <p:nvPr/>
        </p:nvSpPr>
        <p:spPr>
          <a:xfrm>
            <a:off x="4109005" y="1611217"/>
            <a:ext cx="61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후기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포토후기</a:t>
            </a:r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일반후기</a:t>
            </a:r>
          </a:p>
        </p:txBody>
      </p:sp>
      <p:sp>
        <p:nvSpPr>
          <p:cNvPr id="76" name="TextBox 114">
            <a:extLst>
              <a:ext uri="{FF2B5EF4-FFF2-40B4-BE49-F238E27FC236}">
                <a16:creationId xmlns:a16="http://schemas.microsoft.com/office/drawing/2014/main" id="{BDD41965-3D16-5487-1DCA-CE3F2490D5CB}"/>
              </a:ext>
            </a:extLst>
          </p:cNvPr>
          <p:cNvSpPr txBox="1"/>
          <p:nvPr/>
        </p:nvSpPr>
        <p:spPr>
          <a:xfrm>
            <a:off x="2670981" y="1611482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911DABAB-F7A3-CAFC-2791-3BF1CF15D448}"/>
              </a:ext>
            </a:extLst>
          </p:cNvPr>
          <p:cNvSpPr/>
          <p:nvPr/>
        </p:nvSpPr>
        <p:spPr>
          <a:xfrm>
            <a:off x="5158627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9E7F4A28-2886-A224-94F4-70084A1B3048}"/>
              </a:ext>
            </a:extLst>
          </p:cNvPr>
          <p:cNvSpPr/>
          <p:nvPr/>
        </p:nvSpPr>
        <p:spPr>
          <a:xfrm>
            <a:off x="4447320" y="1523102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C6C610BC-78B8-47AC-1B31-5B57202222E7}"/>
              </a:ext>
            </a:extLst>
          </p:cNvPr>
          <p:cNvSpPr/>
          <p:nvPr/>
        </p:nvSpPr>
        <p:spPr>
          <a:xfrm>
            <a:off x="3511946" y="1524973"/>
            <a:ext cx="278529" cy="109271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A8F7DD7D-6FC9-A317-21DA-DADC1B5123E9}"/>
              </a:ext>
            </a:extLst>
          </p:cNvPr>
          <p:cNvSpPr txBox="1"/>
          <p:nvPr/>
        </p:nvSpPr>
        <p:spPr>
          <a:xfrm>
            <a:off x="8476394" y="281585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전체후기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7318536-F6FB-FD65-358A-E1B371B463BC}"/>
              </a:ext>
            </a:extLst>
          </p:cNvPr>
          <p:cNvCxnSpPr>
            <a:cxnSpLocks/>
          </p:cNvCxnSpPr>
          <p:nvPr/>
        </p:nvCxnSpPr>
        <p:spPr>
          <a:xfrm rot="5400000">
            <a:off x="3060889" y="3337344"/>
            <a:ext cx="540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65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F96-FAC5-47B5-4347-6258F9AC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88C70F-3D0B-30AA-B949-6D6EDA88F73D}"/>
              </a:ext>
            </a:extLst>
          </p:cNvPr>
          <p:cNvSpPr/>
          <p:nvPr/>
        </p:nvSpPr>
        <p:spPr>
          <a:xfrm>
            <a:off x="432297" y="539950"/>
            <a:ext cx="3444249" cy="576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B2D6AA-39EA-8E99-F741-83B4CE908DB3}"/>
              </a:ext>
            </a:extLst>
          </p:cNvPr>
          <p:cNvSpPr/>
          <p:nvPr/>
        </p:nvSpPr>
        <p:spPr>
          <a:xfrm>
            <a:off x="439170" y="1570160"/>
            <a:ext cx="3443444" cy="24992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DB78-9FDA-4BC6-AF6E-8EAE90F9ED13}"/>
              </a:ext>
            </a:extLst>
          </p:cNvPr>
          <p:cNvSpPr txBox="1"/>
          <p:nvPr/>
        </p:nvSpPr>
        <p:spPr>
          <a:xfrm>
            <a:off x="461529" y="604664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후기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29DB47-5CA6-0B31-B3DB-50180037FE18}"/>
              </a:ext>
            </a:extLst>
          </p:cNvPr>
          <p:cNvCxnSpPr/>
          <p:nvPr/>
        </p:nvCxnSpPr>
        <p:spPr>
          <a:xfrm>
            <a:off x="461529" y="835496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FF9AB8-6EA5-0A6D-0977-B62029934301}"/>
              </a:ext>
            </a:extLst>
          </p:cNvPr>
          <p:cNvCxnSpPr/>
          <p:nvPr/>
        </p:nvCxnSpPr>
        <p:spPr>
          <a:xfrm>
            <a:off x="3168681" y="841846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8338CC-732A-EEFA-B285-9FD563ABDE7E}"/>
              </a:ext>
            </a:extLst>
          </p:cNvPr>
          <p:cNvSpPr/>
          <p:nvPr/>
        </p:nvSpPr>
        <p:spPr>
          <a:xfrm>
            <a:off x="6271152" y="599296"/>
            <a:ext cx="3444249" cy="28083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6EA7B-0082-79B7-4D11-ECEB8AB56F80}"/>
              </a:ext>
            </a:extLst>
          </p:cNvPr>
          <p:cNvSpPr txBox="1"/>
          <p:nvPr/>
        </p:nvSpPr>
        <p:spPr>
          <a:xfrm>
            <a:off x="7434382" y="2368005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 문의가 없습니다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AB7AF5E-6782-59B4-4F90-810DC92639E9}"/>
              </a:ext>
            </a:extLst>
          </p:cNvPr>
          <p:cNvSpPr/>
          <p:nvPr/>
        </p:nvSpPr>
        <p:spPr>
          <a:xfrm>
            <a:off x="7754489" y="1923866"/>
            <a:ext cx="416486" cy="38904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114">
            <a:extLst>
              <a:ext uri="{FF2B5EF4-FFF2-40B4-BE49-F238E27FC236}">
                <a16:creationId xmlns:a16="http://schemas.microsoft.com/office/drawing/2014/main" id="{274CC47E-DE5E-A8AC-F6FB-1C543C3FF654}"/>
              </a:ext>
            </a:extLst>
          </p:cNvPr>
          <p:cNvSpPr txBox="1"/>
          <p:nvPr/>
        </p:nvSpPr>
        <p:spPr>
          <a:xfrm>
            <a:off x="486663" y="1298452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6" name="TextBox 114">
            <a:extLst>
              <a:ext uri="{FF2B5EF4-FFF2-40B4-BE49-F238E27FC236}">
                <a16:creationId xmlns:a16="http://schemas.microsoft.com/office/drawing/2014/main" id="{7DD99B35-A56D-AB3A-6901-5407ED8A0F76}"/>
              </a:ext>
            </a:extLst>
          </p:cNvPr>
          <p:cNvSpPr txBox="1"/>
          <p:nvPr/>
        </p:nvSpPr>
        <p:spPr>
          <a:xfrm>
            <a:off x="496310" y="191206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3A109-1DAB-8F55-1BA4-17CFDE5D6AD7}"/>
              </a:ext>
            </a:extLst>
          </p:cNvPr>
          <p:cNvSpPr txBox="1"/>
          <p:nvPr/>
        </p:nvSpPr>
        <p:spPr>
          <a:xfrm>
            <a:off x="496310" y="2075617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90849F94-AE04-0859-A0E5-C830760CA819}"/>
              </a:ext>
            </a:extLst>
          </p:cNvPr>
          <p:cNvSpPr txBox="1"/>
          <p:nvPr/>
        </p:nvSpPr>
        <p:spPr>
          <a:xfrm>
            <a:off x="3215797" y="2092963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483AC4B-4B31-A7DE-5412-5F87EE32724C}"/>
              </a:ext>
            </a:extLst>
          </p:cNvPr>
          <p:cNvCxnSpPr/>
          <p:nvPr/>
        </p:nvCxnSpPr>
        <p:spPr>
          <a:xfrm>
            <a:off x="531530" y="230573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1E1FFB-B615-5B68-38CE-6C7B8F682208}"/>
              </a:ext>
            </a:extLst>
          </p:cNvPr>
          <p:cNvSpPr txBox="1"/>
          <p:nvPr/>
        </p:nvSpPr>
        <p:spPr>
          <a:xfrm>
            <a:off x="3226573" y="1854838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6F055D9-D433-4974-2CD4-7D77E69F0F42}"/>
              </a:ext>
            </a:extLst>
          </p:cNvPr>
          <p:cNvCxnSpPr/>
          <p:nvPr/>
        </p:nvCxnSpPr>
        <p:spPr>
          <a:xfrm>
            <a:off x="477273" y="1816053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2A3A5E3-1004-650A-D066-A65175C2FAC3}"/>
              </a:ext>
            </a:extLst>
          </p:cNvPr>
          <p:cNvSpPr txBox="1"/>
          <p:nvPr/>
        </p:nvSpPr>
        <p:spPr>
          <a:xfrm>
            <a:off x="6298521" y="651633"/>
            <a:ext cx="3443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상품 설명                    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               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후기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233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문의              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C15B75F1-0FEC-AF66-82BA-FED89A420F7F}"/>
              </a:ext>
            </a:extLst>
          </p:cNvPr>
          <p:cNvCxnSpPr/>
          <p:nvPr/>
        </p:nvCxnSpPr>
        <p:spPr>
          <a:xfrm>
            <a:off x="6298521" y="882465"/>
            <a:ext cx="3384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69B727B-E857-41BF-D8F7-A1A391C448A1}"/>
              </a:ext>
            </a:extLst>
          </p:cNvPr>
          <p:cNvCxnSpPr/>
          <p:nvPr/>
        </p:nvCxnSpPr>
        <p:spPr>
          <a:xfrm>
            <a:off x="8082189" y="888815"/>
            <a:ext cx="72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47614E8-1A2A-E478-E1D5-AA6945FA1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4" y="2092963"/>
            <a:ext cx="189895" cy="183113"/>
          </a:xfrm>
          <a:prstGeom prst="rect">
            <a:avLst/>
          </a:prstGeom>
        </p:spPr>
      </p:pic>
      <p:sp>
        <p:nvSpPr>
          <p:cNvPr id="7" name="TextBox 114">
            <a:extLst>
              <a:ext uri="{FF2B5EF4-FFF2-40B4-BE49-F238E27FC236}">
                <a16:creationId xmlns:a16="http://schemas.microsoft.com/office/drawing/2014/main" id="{AC7D7E05-C0DA-6737-77FD-1AA392D58EB0}"/>
              </a:ext>
            </a:extLst>
          </p:cNvPr>
          <p:cNvSpPr txBox="1"/>
          <p:nvPr/>
        </p:nvSpPr>
        <p:spPr>
          <a:xfrm>
            <a:off x="494039" y="2387346"/>
            <a:ext cx="4844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Bye****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F39E-7AB6-2D97-C57B-F3C84341C84F}"/>
              </a:ext>
            </a:extLst>
          </p:cNvPr>
          <p:cNvSpPr txBox="1"/>
          <p:nvPr/>
        </p:nvSpPr>
        <p:spPr>
          <a:xfrm>
            <a:off x="486663" y="2550718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가격관련 </a:t>
            </a:r>
            <a:r>
              <a:rPr lang="ko-KR" altLang="en-US" sz="800" spc="-150" dirty="0" err="1"/>
              <a:t>문의드립니다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569E6A74-5465-8910-E9C1-444E82E47001}"/>
              </a:ext>
            </a:extLst>
          </p:cNvPr>
          <p:cNvSpPr txBox="1"/>
          <p:nvPr/>
        </p:nvSpPr>
        <p:spPr>
          <a:xfrm>
            <a:off x="3213526" y="2568248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2026.06.05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6B49E3-57B9-5985-1B89-414B897F102D}"/>
              </a:ext>
            </a:extLst>
          </p:cNvPr>
          <p:cNvCxnSpPr/>
          <p:nvPr/>
        </p:nvCxnSpPr>
        <p:spPr>
          <a:xfrm>
            <a:off x="538256" y="282849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21A170-1EAE-9864-C8F8-DAAA598C871C}"/>
              </a:ext>
            </a:extLst>
          </p:cNvPr>
          <p:cNvSpPr txBox="1"/>
          <p:nvPr/>
        </p:nvSpPr>
        <p:spPr>
          <a:xfrm>
            <a:off x="3224302" y="2330123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7" name="TextBox 114">
            <a:extLst>
              <a:ext uri="{FF2B5EF4-FFF2-40B4-BE49-F238E27FC236}">
                <a16:creationId xmlns:a16="http://schemas.microsoft.com/office/drawing/2014/main" id="{77FA2700-1F9A-F5C2-38FB-557A29B5FE86}"/>
              </a:ext>
            </a:extLst>
          </p:cNvPr>
          <p:cNvSpPr txBox="1"/>
          <p:nvPr/>
        </p:nvSpPr>
        <p:spPr>
          <a:xfrm>
            <a:off x="491336" y="2882963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FB001-8FC0-B2AB-EA8B-7B1EFE1F4BC7}"/>
              </a:ext>
            </a:extLst>
          </p:cNvPr>
          <p:cNvSpPr txBox="1"/>
          <p:nvPr/>
        </p:nvSpPr>
        <p:spPr>
          <a:xfrm>
            <a:off x="480603" y="3046366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E3A4EA93-608B-7EF8-436E-804F59070B34}"/>
              </a:ext>
            </a:extLst>
          </p:cNvPr>
          <p:cNvSpPr txBox="1"/>
          <p:nvPr/>
        </p:nvSpPr>
        <p:spPr>
          <a:xfrm>
            <a:off x="3210823" y="3063865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3B5952-D8E8-D71E-5A04-C1F2DB5D7948}"/>
              </a:ext>
            </a:extLst>
          </p:cNvPr>
          <p:cNvCxnSpPr/>
          <p:nvPr/>
        </p:nvCxnSpPr>
        <p:spPr>
          <a:xfrm>
            <a:off x="526556" y="327664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BFD900-00D6-B19E-73C8-15EF4E8E16F6}"/>
              </a:ext>
            </a:extLst>
          </p:cNvPr>
          <p:cNvSpPr txBox="1"/>
          <p:nvPr/>
        </p:nvSpPr>
        <p:spPr>
          <a:xfrm>
            <a:off x="3221599" y="2825740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AAAF95A-E1A0-8630-5F65-D35F82B9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3063865"/>
            <a:ext cx="189895" cy="183113"/>
          </a:xfrm>
          <a:prstGeom prst="rect">
            <a:avLst/>
          </a:prstGeom>
        </p:spPr>
      </p:pic>
      <p:sp>
        <p:nvSpPr>
          <p:cNvPr id="27" name="TextBox 114">
            <a:extLst>
              <a:ext uri="{FF2B5EF4-FFF2-40B4-BE49-F238E27FC236}">
                <a16:creationId xmlns:a16="http://schemas.microsoft.com/office/drawing/2014/main" id="{1A8D5319-541A-1F92-8FB4-9DDCF1B49563}"/>
              </a:ext>
            </a:extLst>
          </p:cNvPr>
          <p:cNvSpPr txBox="1"/>
          <p:nvPr/>
        </p:nvSpPr>
        <p:spPr>
          <a:xfrm>
            <a:off x="476384" y="3386631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B1F9-9E8E-81FE-712D-0A50F3CF0504}"/>
              </a:ext>
            </a:extLst>
          </p:cNvPr>
          <p:cNvSpPr txBox="1"/>
          <p:nvPr/>
        </p:nvSpPr>
        <p:spPr>
          <a:xfrm>
            <a:off x="480603" y="3544105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384DAF45-6E8D-49D8-B137-9CAB9B3C606C}"/>
              </a:ext>
            </a:extLst>
          </p:cNvPr>
          <p:cNvSpPr txBox="1"/>
          <p:nvPr/>
        </p:nvSpPr>
        <p:spPr>
          <a:xfrm>
            <a:off x="3210823" y="3567532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4508B2-9F22-39D5-A1D7-2F95276DA5CA}"/>
              </a:ext>
            </a:extLst>
          </p:cNvPr>
          <p:cNvCxnSpPr/>
          <p:nvPr/>
        </p:nvCxnSpPr>
        <p:spPr>
          <a:xfrm>
            <a:off x="505195" y="3780309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BF259F-D2F0-66F5-A369-3BCFB30728FA}"/>
              </a:ext>
            </a:extLst>
          </p:cNvPr>
          <p:cNvSpPr txBox="1"/>
          <p:nvPr/>
        </p:nvSpPr>
        <p:spPr>
          <a:xfrm>
            <a:off x="3221599" y="3329407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B1A4BDD-4D26-4BBB-E726-1457B1EA327D}"/>
              </a:ext>
            </a:extLst>
          </p:cNvPr>
          <p:cNvSpPr/>
          <p:nvPr/>
        </p:nvSpPr>
        <p:spPr>
          <a:xfrm>
            <a:off x="526556" y="985369"/>
            <a:ext cx="3240000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39" name="TextBox 114">
            <a:extLst>
              <a:ext uri="{FF2B5EF4-FFF2-40B4-BE49-F238E27FC236}">
                <a16:creationId xmlns:a16="http://schemas.microsoft.com/office/drawing/2014/main" id="{2809503D-4241-ADC8-7C61-B91DD97F44D0}"/>
              </a:ext>
            </a:extLst>
          </p:cNvPr>
          <p:cNvSpPr txBox="1"/>
          <p:nvPr/>
        </p:nvSpPr>
        <p:spPr>
          <a:xfrm>
            <a:off x="6357763" y="1284022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9C89200-90C2-E281-0F31-4239061DE9D0}"/>
              </a:ext>
            </a:extLst>
          </p:cNvPr>
          <p:cNvCxnSpPr/>
          <p:nvPr/>
        </p:nvCxnSpPr>
        <p:spPr>
          <a:xfrm>
            <a:off x="6348373" y="1513591"/>
            <a:ext cx="33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ABE39E-2B9D-8488-F8F1-5E5B5F3D598A}"/>
              </a:ext>
            </a:extLst>
          </p:cNvPr>
          <p:cNvSpPr/>
          <p:nvPr/>
        </p:nvSpPr>
        <p:spPr>
          <a:xfrm>
            <a:off x="6348373" y="970939"/>
            <a:ext cx="3289283" cy="20869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문의하기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7171A5E-E63D-1ECB-3BE8-F8C58C41BECC}"/>
              </a:ext>
            </a:extLst>
          </p:cNvPr>
          <p:cNvSpPr/>
          <p:nvPr/>
        </p:nvSpPr>
        <p:spPr>
          <a:xfrm>
            <a:off x="461529" y="1610349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제외</a:t>
            </a:r>
          </a:p>
        </p:txBody>
      </p:sp>
      <p:sp>
        <p:nvSpPr>
          <p:cNvPr id="87" name="TextBox 114">
            <a:extLst>
              <a:ext uri="{FF2B5EF4-FFF2-40B4-BE49-F238E27FC236}">
                <a16:creationId xmlns:a16="http://schemas.microsoft.com/office/drawing/2014/main" id="{5573E82A-862C-D95C-C663-44700851326B}"/>
              </a:ext>
            </a:extLst>
          </p:cNvPr>
          <p:cNvSpPr txBox="1"/>
          <p:nvPr/>
        </p:nvSpPr>
        <p:spPr>
          <a:xfrm>
            <a:off x="3099631" y="1312884"/>
            <a:ext cx="72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E1FB7C-B94A-65C5-1106-29556ABFF73D}"/>
              </a:ext>
            </a:extLst>
          </p:cNvPr>
          <p:cNvSpPr/>
          <p:nvPr/>
        </p:nvSpPr>
        <p:spPr>
          <a:xfrm>
            <a:off x="461530" y="3790402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79E822-5110-3FE6-9F6A-EF60DE025EFA}"/>
              </a:ext>
            </a:extLst>
          </p:cNvPr>
          <p:cNvSpPr txBox="1"/>
          <p:nvPr/>
        </p:nvSpPr>
        <p:spPr>
          <a:xfrm>
            <a:off x="868015" y="190874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47F010-6492-8A0C-4D59-31736A049616}"/>
              </a:ext>
            </a:extLst>
          </p:cNvPr>
          <p:cNvSpPr txBox="1"/>
          <p:nvPr/>
        </p:nvSpPr>
        <p:spPr>
          <a:xfrm>
            <a:off x="868015" y="2390070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DDEEA0-CDFC-8DF9-4238-A00E602C4E95}"/>
              </a:ext>
            </a:extLst>
          </p:cNvPr>
          <p:cNvSpPr txBox="1"/>
          <p:nvPr/>
        </p:nvSpPr>
        <p:spPr>
          <a:xfrm>
            <a:off x="868015" y="286325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861574-5BB8-BAC5-7503-0DA34E2148FC}"/>
              </a:ext>
            </a:extLst>
          </p:cNvPr>
          <p:cNvSpPr txBox="1"/>
          <p:nvPr/>
        </p:nvSpPr>
        <p:spPr>
          <a:xfrm>
            <a:off x="875126" y="334557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885AE0-E59D-F780-E6C5-E8605BDD3B3D}"/>
              </a:ext>
            </a:extLst>
          </p:cNvPr>
          <p:cNvSpPr txBox="1"/>
          <p:nvPr/>
        </p:nvSpPr>
        <p:spPr>
          <a:xfrm>
            <a:off x="609455" y="3865493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F31C61-B60A-E85D-DACE-1715E53639E2}"/>
              </a:ext>
            </a:extLst>
          </p:cNvPr>
          <p:cNvSpPr txBox="1"/>
          <p:nvPr/>
        </p:nvSpPr>
        <p:spPr>
          <a:xfrm>
            <a:off x="676617" y="4426234"/>
            <a:ext cx="13965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예정입니다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제품 구매해 주셔서 감사합니다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F6FD504-922E-BB75-B668-52CDA43D87E0}"/>
              </a:ext>
            </a:extLst>
          </p:cNvPr>
          <p:cNvSpPr txBox="1"/>
          <p:nvPr/>
        </p:nvSpPr>
        <p:spPr>
          <a:xfrm>
            <a:off x="482657" y="386255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794C03-5D90-D8B4-A0A5-8A089DEEEAE7}"/>
              </a:ext>
            </a:extLst>
          </p:cNvPr>
          <p:cNvSpPr txBox="1"/>
          <p:nvPr/>
        </p:nvSpPr>
        <p:spPr>
          <a:xfrm>
            <a:off x="493182" y="4480094"/>
            <a:ext cx="2375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8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22DE148-E5C9-B07F-6721-37D8A3065C06}"/>
              </a:ext>
            </a:extLst>
          </p:cNvPr>
          <p:cNvCxnSpPr/>
          <p:nvPr/>
        </p:nvCxnSpPr>
        <p:spPr>
          <a:xfrm>
            <a:off x="534037" y="4919101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14">
            <a:extLst>
              <a:ext uri="{FF2B5EF4-FFF2-40B4-BE49-F238E27FC236}">
                <a16:creationId xmlns:a16="http://schemas.microsoft.com/office/drawing/2014/main" id="{A602E382-6BA6-C7FB-824E-8B955C3C68BD}"/>
              </a:ext>
            </a:extLst>
          </p:cNvPr>
          <p:cNvSpPr txBox="1"/>
          <p:nvPr/>
        </p:nvSpPr>
        <p:spPr>
          <a:xfrm>
            <a:off x="487117" y="497356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7C09BF-628E-C946-9DFC-32E271907BAE}"/>
              </a:ext>
            </a:extLst>
          </p:cNvPr>
          <p:cNvSpPr txBox="1"/>
          <p:nvPr/>
        </p:nvSpPr>
        <p:spPr>
          <a:xfrm>
            <a:off x="476384" y="5136971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 err="1"/>
              <a:t>비밀글입니다</a:t>
            </a:r>
            <a:r>
              <a:rPr lang="en-US" altLang="ko-KR" sz="800" spc="-150" dirty="0"/>
              <a:t>.</a:t>
            </a:r>
            <a:endParaRPr lang="ko-KR" altLang="en-US" sz="800" spc="-150" dirty="0"/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C50AF78C-CBF6-5303-B34F-74E866C1728F}"/>
              </a:ext>
            </a:extLst>
          </p:cNvPr>
          <p:cNvSpPr txBox="1"/>
          <p:nvPr/>
        </p:nvSpPr>
        <p:spPr>
          <a:xfrm>
            <a:off x="3206604" y="5154470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C97C232-1A73-8689-9921-070DC03AE499}"/>
              </a:ext>
            </a:extLst>
          </p:cNvPr>
          <p:cNvCxnSpPr/>
          <p:nvPr/>
        </p:nvCxnSpPr>
        <p:spPr>
          <a:xfrm>
            <a:off x="522337" y="536724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E2E9187-1B8D-D6C1-812B-B0756ACC27B3}"/>
              </a:ext>
            </a:extLst>
          </p:cNvPr>
          <p:cNvSpPr txBox="1"/>
          <p:nvPr/>
        </p:nvSpPr>
        <p:spPr>
          <a:xfrm>
            <a:off x="3217380" y="4916345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88010F-2227-6C5A-90CB-B62C4CFE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31" y="5154470"/>
            <a:ext cx="189895" cy="183113"/>
          </a:xfrm>
          <a:prstGeom prst="rect">
            <a:avLst/>
          </a:prstGeom>
        </p:spPr>
      </p:pic>
      <p:sp>
        <p:nvSpPr>
          <p:cNvPr id="142" name="TextBox 114">
            <a:extLst>
              <a:ext uri="{FF2B5EF4-FFF2-40B4-BE49-F238E27FC236}">
                <a16:creationId xmlns:a16="http://schemas.microsoft.com/office/drawing/2014/main" id="{3FE8A523-F0A3-3C6A-B88D-04AC2787F80C}"/>
              </a:ext>
            </a:extLst>
          </p:cNvPr>
          <p:cNvSpPr txBox="1"/>
          <p:nvPr/>
        </p:nvSpPr>
        <p:spPr>
          <a:xfrm>
            <a:off x="472165" y="5477236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A91852E-B69C-788F-0543-A69DAD51BD72}"/>
              </a:ext>
            </a:extLst>
          </p:cNvPr>
          <p:cNvSpPr txBox="1"/>
          <p:nvPr/>
        </p:nvSpPr>
        <p:spPr>
          <a:xfrm>
            <a:off x="476384" y="5634710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상품 이 언제 </a:t>
            </a:r>
            <a:r>
              <a:rPr lang="ko-KR" altLang="en-US" sz="800" spc="-150" dirty="0" err="1"/>
              <a:t>재입고</a:t>
            </a:r>
            <a:r>
              <a:rPr lang="ko-KR" altLang="en-US" sz="800" spc="-150" dirty="0"/>
              <a:t> </a:t>
            </a:r>
            <a:r>
              <a:rPr lang="ko-KR" altLang="en-US" sz="800" spc="-150" dirty="0" err="1"/>
              <a:t>될까여</a:t>
            </a:r>
            <a:endParaRPr lang="en-US" altLang="ko-KR" sz="800" spc="-150" dirty="0"/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7EB2D0D4-D080-F27D-CD17-608423B771A5}"/>
              </a:ext>
            </a:extLst>
          </p:cNvPr>
          <p:cNvSpPr txBox="1"/>
          <p:nvPr/>
        </p:nvSpPr>
        <p:spPr>
          <a:xfrm>
            <a:off x="3206604" y="5658137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DCB984E-19AF-2FD8-9ACA-66397E8A83B8}"/>
              </a:ext>
            </a:extLst>
          </p:cNvPr>
          <p:cNvCxnSpPr/>
          <p:nvPr/>
        </p:nvCxnSpPr>
        <p:spPr>
          <a:xfrm>
            <a:off x="500976" y="5870914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8AA6D01B-6E7B-DA8B-3A9C-4A1DEE270DA2}"/>
              </a:ext>
            </a:extLst>
          </p:cNvPr>
          <p:cNvSpPr txBox="1"/>
          <p:nvPr/>
        </p:nvSpPr>
        <p:spPr>
          <a:xfrm>
            <a:off x="3217380" y="5420012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</a:rPr>
              <a:t>답변완료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4C0A976-08E9-A660-E04B-7D1962A98AD3}"/>
              </a:ext>
            </a:extLst>
          </p:cNvPr>
          <p:cNvSpPr txBox="1"/>
          <p:nvPr/>
        </p:nvSpPr>
        <p:spPr>
          <a:xfrm>
            <a:off x="863796" y="4953862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EDAB06-023C-2F54-982A-1D616DA527EA}"/>
              </a:ext>
            </a:extLst>
          </p:cNvPr>
          <p:cNvSpPr txBox="1"/>
          <p:nvPr/>
        </p:nvSpPr>
        <p:spPr>
          <a:xfrm>
            <a:off x="870907" y="5436177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7305D0A-1AF3-E281-BBB1-065D7AEE903C}"/>
              </a:ext>
            </a:extLst>
          </p:cNvPr>
          <p:cNvSpPr/>
          <p:nvPr/>
        </p:nvSpPr>
        <p:spPr>
          <a:xfrm>
            <a:off x="1617854" y="601746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58DEF-0C87-1B13-AC4F-114A4120CD9A}"/>
              </a:ext>
            </a:extLst>
          </p:cNvPr>
          <p:cNvSpPr txBox="1"/>
          <p:nvPr/>
        </p:nvSpPr>
        <p:spPr>
          <a:xfrm>
            <a:off x="314543" y="183059"/>
            <a:ext cx="296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상세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문의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)(TAB) - CH-U-PR-02-02-05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A1633AC-6BFE-6EF2-6FC1-E70012E53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81031"/>
              </p:ext>
            </p:extLst>
          </p:nvPr>
        </p:nvGraphicFramePr>
        <p:xfrm>
          <a:off x="10086305" y="636529"/>
          <a:ext cx="2850436" cy="53457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문의하기 레이어 팝업 출력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CH-U-PR-02-02-06p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문의 개수 출력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제외 체크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하단 데이터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제외 후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 아이디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 제외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마스킹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 문의 유형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5-3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비밀글일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경우 디폴트 출력 문구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5-4 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제목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5-5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답변상태 데이터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값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답변대기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답변완료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5-6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 일자 출력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5-7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문의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상세 내용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 인 경우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질문 데이터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만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5-8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답변대기 상태 본인 문의 글 수정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선택 시  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문의하기 수정 레이어 팝업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       CH-U-PR-02-02-06p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선택 시</a:t>
                      </a:r>
                      <a:r>
                        <a:rPr kumimoji="0" lang="en-US" altLang="ko-KR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8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문의 없을 경우 디폴트 안내 문구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C4136455-6F20-964C-0216-E86CA43BB06D}"/>
              </a:ext>
            </a:extLst>
          </p:cNvPr>
          <p:cNvSpPr/>
          <p:nvPr/>
        </p:nvSpPr>
        <p:spPr>
          <a:xfrm>
            <a:off x="3476425" y="9045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DAFD072E-BF30-A68B-590E-A8C145C0746F}"/>
              </a:ext>
            </a:extLst>
          </p:cNvPr>
          <p:cNvSpPr/>
          <p:nvPr/>
        </p:nvSpPr>
        <p:spPr>
          <a:xfrm>
            <a:off x="1136179" y="1269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7C8DEF19-CD5C-EFAB-6219-1BEAF000FCDF}"/>
              </a:ext>
            </a:extLst>
          </p:cNvPr>
          <p:cNvSpPr/>
          <p:nvPr/>
        </p:nvSpPr>
        <p:spPr>
          <a:xfrm>
            <a:off x="3539090" y="1208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10B3CEDE-EB91-0FF0-431E-110A415FFFD1}"/>
              </a:ext>
            </a:extLst>
          </p:cNvPr>
          <p:cNvSpPr/>
          <p:nvPr/>
        </p:nvSpPr>
        <p:spPr>
          <a:xfrm>
            <a:off x="1203526" y="15875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2096F3DB-A614-1AA8-6938-869E9E2E5A23}"/>
              </a:ext>
            </a:extLst>
          </p:cNvPr>
          <p:cNvSpPr/>
          <p:nvPr/>
        </p:nvSpPr>
        <p:spPr>
          <a:xfrm>
            <a:off x="673861" y="1815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FE9BC551-C270-E62A-0BD5-855B2600B679}"/>
              </a:ext>
            </a:extLst>
          </p:cNvPr>
          <p:cNvSpPr/>
          <p:nvPr/>
        </p:nvSpPr>
        <p:spPr>
          <a:xfrm>
            <a:off x="1287722" y="2116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323A0B5-DC84-01E2-7E65-9E7BD8F93A2E}"/>
              </a:ext>
            </a:extLst>
          </p:cNvPr>
          <p:cNvSpPr/>
          <p:nvPr/>
        </p:nvSpPr>
        <p:spPr>
          <a:xfrm>
            <a:off x="3624715" y="17985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2D572B71-9595-5234-6FA4-EC29CE927EF5}"/>
              </a:ext>
            </a:extLst>
          </p:cNvPr>
          <p:cNvSpPr/>
          <p:nvPr/>
        </p:nvSpPr>
        <p:spPr>
          <a:xfrm>
            <a:off x="1437891" y="2590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1A80291B-6F97-6373-E563-58ED52001364}"/>
              </a:ext>
            </a:extLst>
          </p:cNvPr>
          <p:cNvSpPr/>
          <p:nvPr/>
        </p:nvSpPr>
        <p:spPr>
          <a:xfrm>
            <a:off x="3771530" y="2614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479E0D62-3934-EA36-8CB1-28DB4C9CF704}"/>
              </a:ext>
            </a:extLst>
          </p:cNvPr>
          <p:cNvSpPr/>
          <p:nvPr/>
        </p:nvSpPr>
        <p:spPr>
          <a:xfrm>
            <a:off x="2920750" y="42447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3DE7D291-820B-8608-0683-CB045F6C60CE}"/>
              </a:ext>
            </a:extLst>
          </p:cNvPr>
          <p:cNvSpPr/>
          <p:nvPr/>
        </p:nvSpPr>
        <p:spPr>
          <a:xfrm>
            <a:off x="2385230" y="60033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16F2830F-3CA2-8242-A254-9712A730D4FC}"/>
              </a:ext>
            </a:extLst>
          </p:cNvPr>
          <p:cNvSpPr/>
          <p:nvPr/>
        </p:nvSpPr>
        <p:spPr>
          <a:xfrm>
            <a:off x="8342275" y="2140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모서리가 둥근 직사각형 114">
            <a:extLst>
              <a:ext uri="{FF2B5EF4-FFF2-40B4-BE49-F238E27FC236}">
                <a16:creationId xmlns:a16="http://schemas.microsoft.com/office/drawing/2014/main" id="{39116AD3-63AA-7F0B-C3B0-6B4270586165}"/>
              </a:ext>
            </a:extLst>
          </p:cNvPr>
          <p:cNvSpPr/>
          <p:nvPr/>
        </p:nvSpPr>
        <p:spPr>
          <a:xfrm>
            <a:off x="1327223" y="18903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430EB94-ADF9-466B-FAFA-9FD52D9D4E23}"/>
              </a:ext>
            </a:extLst>
          </p:cNvPr>
          <p:cNvSpPr/>
          <p:nvPr/>
        </p:nvSpPr>
        <p:spPr>
          <a:xfrm>
            <a:off x="400231" y="3258727"/>
            <a:ext cx="3550180" cy="541283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A8472A8B-377C-E098-488A-3B2B6BD55FD5}"/>
              </a:ext>
            </a:extLst>
          </p:cNvPr>
          <p:cNvCxnSpPr>
            <a:cxnSpLocks/>
            <a:stCxn id="69" idx="2"/>
            <a:endCxn id="58" idx="3"/>
          </p:cNvCxnSpPr>
          <p:nvPr/>
        </p:nvCxnSpPr>
        <p:spPr>
          <a:xfrm rot="5400000">
            <a:off x="3713572" y="3318571"/>
            <a:ext cx="563166" cy="143328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FA74013-5A99-6233-831D-6CE2AD655B43}"/>
              </a:ext>
            </a:extLst>
          </p:cNvPr>
          <p:cNvSpPr txBox="1"/>
          <p:nvPr/>
        </p:nvSpPr>
        <p:spPr>
          <a:xfrm>
            <a:off x="3739690" y="3522799"/>
            <a:ext cx="194421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 클릭 시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영역 열림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닫힘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CF6EF71-CE57-D100-D7E6-CB50D2749E5D}"/>
              </a:ext>
            </a:extLst>
          </p:cNvPr>
          <p:cNvCxnSpPr/>
          <p:nvPr/>
        </p:nvCxnSpPr>
        <p:spPr>
          <a:xfrm>
            <a:off x="6297291" y="397724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114">
            <a:extLst>
              <a:ext uri="{FF2B5EF4-FFF2-40B4-BE49-F238E27FC236}">
                <a16:creationId xmlns:a16="http://schemas.microsoft.com/office/drawing/2014/main" id="{0F58B99C-5776-AE69-60B6-A6D60308ED58}"/>
              </a:ext>
            </a:extLst>
          </p:cNvPr>
          <p:cNvSpPr txBox="1"/>
          <p:nvPr/>
        </p:nvSpPr>
        <p:spPr>
          <a:xfrm>
            <a:off x="6247119" y="4087238"/>
            <a:ext cx="47481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Hel****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404F6A-D950-862C-2E0A-A3FC12B6C4D1}"/>
              </a:ext>
            </a:extLst>
          </p:cNvPr>
          <p:cNvSpPr txBox="1"/>
          <p:nvPr/>
        </p:nvSpPr>
        <p:spPr>
          <a:xfrm>
            <a:off x="6251338" y="4244712"/>
            <a:ext cx="2048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solidFill>
                  <a:srgbClr val="234DD3"/>
                </a:solidFill>
              </a:rPr>
              <a:t>상품 이 언제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재입고</a:t>
            </a:r>
            <a:r>
              <a:rPr lang="ko-KR" altLang="en-US" sz="800" b="1" spc="-150" dirty="0">
                <a:solidFill>
                  <a:srgbClr val="234DD3"/>
                </a:solidFill>
              </a:rPr>
              <a:t> </a:t>
            </a:r>
            <a:r>
              <a:rPr lang="ko-KR" altLang="en-US" sz="800" b="1" spc="-150" dirty="0" err="1">
                <a:solidFill>
                  <a:srgbClr val="234DD3"/>
                </a:solidFill>
              </a:rPr>
              <a:t>될까여</a:t>
            </a:r>
            <a:endParaRPr lang="en-US" altLang="ko-KR" sz="800" b="1" spc="-150" dirty="0">
              <a:solidFill>
                <a:srgbClr val="234DD3"/>
              </a:solidFill>
            </a:endParaRPr>
          </a:p>
        </p:txBody>
      </p:sp>
      <p:sp>
        <p:nvSpPr>
          <p:cNvPr id="94" name="TextBox 114">
            <a:extLst>
              <a:ext uri="{FF2B5EF4-FFF2-40B4-BE49-F238E27FC236}">
                <a16:creationId xmlns:a16="http://schemas.microsoft.com/office/drawing/2014/main" id="{65094020-686C-DE25-8269-42368012076D}"/>
              </a:ext>
            </a:extLst>
          </p:cNvPr>
          <p:cNvSpPr txBox="1"/>
          <p:nvPr/>
        </p:nvSpPr>
        <p:spPr>
          <a:xfrm>
            <a:off x="8981558" y="4268139"/>
            <a:ext cx="6206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5DEAAB5-404F-5C6A-4E86-958FC9ED4138}"/>
              </a:ext>
            </a:extLst>
          </p:cNvPr>
          <p:cNvCxnSpPr/>
          <p:nvPr/>
        </p:nvCxnSpPr>
        <p:spPr>
          <a:xfrm>
            <a:off x="6275930" y="4480916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78A3C0D-6F6F-92CB-4686-0E773D077470}"/>
              </a:ext>
            </a:extLst>
          </p:cNvPr>
          <p:cNvSpPr txBox="1"/>
          <p:nvPr/>
        </p:nvSpPr>
        <p:spPr>
          <a:xfrm>
            <a:off x="8992334" y="4030014"/>
            <a:ext cx="51809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>
                <a:latin typeface="맑은 고딕" panose="020B0503020000020004" pitchFamily="50" charset="-127"/>
              </a:rPr>
              <a:t>답변대기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D021F14-75B9-6B29-939F-580A2791942F}"/>
              </a:ext>
            </a:extLst>
          </p:cNvPr>
          <p:cNvSpPr/>
          <p:nvPr/>
        </p:nvSpPr>
        <p:spPr>
          <a:xfrm>
            <a:off x="6232265" y="4491009"/>
            <a:ext cx="3399744" cy="10527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C74A58-88C6-073E-99E9-66FEA848CD59}"/>
              </a:ext>
            </a:extLst>
          </p:cNvPr>
          <p:cNvSpPr txBox="1"/>
          <p:nvPr/>
        </p:nvSpPr>
        <p:spPr>
          <a:xfrm>
            <a:off x="6645861" y="4046179"/>
            <a:ext cx="50687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endParaRPr lang="en-US" altLang="ko-KR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72D4C19-67C3-C6AE-E561-BE22A16ED978}"/>
              </a:ext>
            </a:extLst>
          </p:cNvPr>
          <p:cNvSpPr txBox="1"/>
          <p:nvPr/>
        </p:nvSpPr>
        <p:spPr>
          <a:xfrm>
            <a:off x="6380190" y="4566100"/>
            <a:ext cx="207140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저희 아이가 이 제품 사용한 후부터 우는 횟수가 줄었어요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언제 </a:t>
            </a:r>
            <a:r>
              <a:rPr lang="ko-KR" altLang="en-US" sz="75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재입고</a:t>
            </a:r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될까요</a:t>
            </a:r>
            <a:r>
              <a:rPr lang="en-US" altLang="ko-KR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75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F03A6E9-D3ED-5A2A-0B5A-3610B180E8E2}"/>
              </a:ext>
            </a:extLst>
          </p:cNvPr>
          <p:cNvSpPr txBox="1"/>
          <p:nvPr/>
        </p:nvSpPr>
        <p:spPr>
          <a:xfrm>
            <a:off x="8778602" y="5217995"/>
            <a:ext cx="71365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    ｜     삭제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6BBEE17-0989-96B5-A1A0-166436FFC051}"/>
              </a:ext>
            </a:extLst>
          </p:cNvPr>
          <p:cNvSpPr txBox="1"/>
          <p:nvPr/>
        </p:nvSpPr>
        <p:spPr>
          <a:xfrm>
            <a:off x="6253392" y="4563162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0A4D439-449D-C282-3EF7-668DEC722BEA}"/>
              </a:ext>
            </a:extLst>
          </p:cNvPr>
          <p:cNvCxnSpPr/>
          <p:nvPr/>
        </p:nvCxnSpPr>
        <p:spPr>
          <a:xfrm>
            <a:off x="6304772" y="5619708"/>
            <a:ext cx="324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1728709-2069-68F8-2CC8-E9C54FB9116F}"/>
              </a:ext>
            </a:extLst>
          </p:cNvPr>
          <p:cNvSpPr txBox="1"/>
          <p:nvPr/>
        </p:nvSpPr>
        <p:spPr>
          <a:xfrm>
            <a:off x="6170966" y="3680621"/>
            <a:ext cx="39653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작성 문의 중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,&lt;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대기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상태인 경우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가능</a:t>
            </a:r>
          </a:p>
        </p:txBody>
      </p:sp>
      <p:sp>
        <p:nvSpPr>
          <p:cNvPr id="118" name="모서리가 둥근 직사각형 114">
            <a:extLst>
              <a:ext uri="{FF2B5EF4-FFF2-40B4-BE49-F238E27FC236}">
                <a16:creationId xmlns:a16="http://schemas.microsoft.com/office/drawing/2014/main" id="{EBB11E96-171F-6A94-9A81-54CFC10CC7C7}"/>
              </a:ext>
            </a:extLst>
          </p:cNvPr>
          <p:cNvSpPr/>
          <p:nvPr/>
        </p:nvSpPr>
        <p:spPr>
          <a:xfrm>
            <a:off x="9267310" y="50258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FF2D92CC-7946-B2BF-9776-B8BFD344700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78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EFC-E803-04DB-CF91-4D5986D3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3727155B-162D-2108-B5F3-FE6D1DDB7993}"/>
              </a:ext>
            </a:extLst>
          </p:cNvPr>
          <p:cNvSpPr/>
          <p:nvPr/>
        </p:nvSpPr>
        <p:spPr>
          <a:xfrm>
            <a:off x="145291" y="623682"/>
            <a:ext cx="3056501" cy="583162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735D268C-3F6A-4899-8505-229ACC4CD9E8}"/>
              </a:ext>
            </a:extLst>
          </p:cNvPr>
          <p:cNvSpPr/>
          <p:nvPr/>
        </p:nvSpPr>
        <p:spPr>
          <a:xfrm>
            <a:off x="145291" y="1405518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DABA8B-8F2D-EBEF-53C6-0CECE0B34318}"/>
              </a:ext>
            </a:extLst>
          </p:cNvPr>
          <p:cNvSpPr txBox="1"/>
          <p:nvPr/>
        </p:nvSpPr>
        <p:spPr>
          <a:xfrm>
            <a:off x="1307907" y="78285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문의하기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ECA370-B535-AC0A-6BEA-97A0B34345A6}"/>
              </a:ext>
            </a:extLst>
          </p:cNvPr>
          <p:cNvSpPr/>
          <p:nvPr/>
        </p:nvSpPr>
        <p:spPr>
          <a:xfrm>
            <a:off x="7921129" y="58428"/>
            <a:ext cx="11916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CH-U-PR-02-02-06p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CA3F8EF-84E6-C23F-0543-D60D440AD878}"/>
              </a:ext>
            </a:extLst>
          </p:cNvPr>
          <p:cNvSpPr/>
          <p:nvPr/>
        </p:nvSpPr>
        <p:spPr>
          <a:xfrm>
            <a:off x="148671" y="6193193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36D4C0-182F-3D2C-69C8-4DFB294E6469}"/>
              </a:ext>
            </a:extLst>
          </p:cNvPr>
          <p:cNvSpPr/>
          <p:nvPr/>
        </p:nvSpPr>
        <p:spPr>
          <a:xfrm>
            <a:off x="1693567" y="6193192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F93B24-2018-CDD0-025D-B116294FCA90}"/>
              </a:ext>
            </a:extLst>
          </p:cNvPr>
          <p:cNvSpPr txBox="1"/>
          <p:nvPr/>
        </p:nvSpPr>
        <p:spPr>
          <a:xfrm>
            <a:off x="286674" y="1625299"/>
            <a:ext cx="2813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3C9330-9A70-3BD9-E482-1D390214C904}"/>
              </a:ext>
            </a:extLst>
          </p:cNvPr>
          <p:cNvSpPr txBox="1"/>
          <p:nvPr/>
        </p:nvSpPr>
        <p:spPr>
          <a:xfrm>
            <a:off x="2619994" y="1372655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FBDDEE-885E-A873-A123-7BB42C93A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2775"/>
              </p:ext>
            </p:extLst>
          </p:nvPr>
        </p:nvGraphicFramePr>
        <p:xfrm>
          <a:off x="348788" y="2711007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E28DB4DF-1914-A334-84F6-F60D6BDC7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6011"/>
              </p:ext>
            </p:extLst>
          </p:nvPr>
        </p:nvGraphicFramePr>
        <p:xfrm>
          <a:off x="348788" y="3056311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F16BEC54-CEFA-371D-3CFB-7168FACD944E}"/>
              </a:ext>
            </a:extLst>
          </p:cNvPr>
          <p:cNvSpPr txBox="1"/>
          <p:nvPr/>
        </p:nvSpPr>
        <p:spPr>
          <a:xfrm rot="16200000">
            <a:off x="2668326" y="2346387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070135E4-96C1-8A10-5B00-48758FD6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65234"/>
              </p:ext>
            </p:extLst>
          </p:nvPr>
        </p:nvGraphicFramePr>
        <p:xfrm>
          <a:off x="348788" y="2346808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8B08E16A-D3A3-B135-2B27-B6A1D9C17D23}"/>
              </a:ext>
            </a:extLst>
          </p:cNvPr>
          <p:cNvSpPr txBox="1"/>
          <p:nvPr/>
        </p:nvSpPr>
        <p:spPr>
          <a:xfrm>
            <a:off x="348787" y="2375448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 유형을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8D4111-2B85-8230-796D-8F23D0C222DD}"/>
              </a:ext>
            </a:extLst>
          </p:cNvPr>
          <p:cNvSpPr txBox="1"/>
          <p:nvPr/>
        </p:nvSpPr>
        <p:spPr>
          <a:xfrm>
            <a:off x="2497577" y="5158021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BAAC471-1378-28E3-769C-E8AA11759AE1}"/>
              </a:ext>
            </a:extLst>
          </p:cNvPr>
          <p:cNvCxnSpPr>
            <a:cxnSpLocks/>
          </p:cNvCxnSpPr>
          <p:nvPr/>
        </p:nvCxnSpPr>
        <p:spPr>
          <a:xfrm>
            <a:off x="3201792" y="2346808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2893352-FA48-FD06-A7FF-92E53D0E4311}"/>
              </a:ext>
            </a:extLst>
          </p:cNvPr>
          <p:cNvSpPr txBox="1"/>
          <p:nvPr/>
        </p:nvSpPr>
        <p:spPr>
          <a:xfrm>
            <a:off x="267757" y="5545889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0EB3A56-1612-AD8D-3342-A8DE473082C0}"/>
              </a:ext>
            </a:extLst>
          </p:cNvPr>
          <p:cNvSpPr/>
          <p:nvPr/>
        </p:nvSpPr>
        <p:spPr>
          <a:xfrm>
            <a:off x="2423425" y="5910088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91" name="오른쪽 대괄호 90">
            <a:extLst>
              <a:ext uri="{FF2B5EF4-FFF2-40B4-BE49-F238E27FC236}">
                <a16:creationId xmlns:a16="http://schemas.microsoft.com/office/drawing/2014/main" id="{C76E103E-8A6D-FC6F-68FA-142277ACE47D}"/>
              </a:ext>
            </a:extLst>
          </p:cNvPr>
          <p:cNvSpPr/>
          <p:nvPr/>
        </p:nvSpPr>
        <p:spPr>
          <a:xfrm>
            <a:off x="3201792" y="2375448"/>
            <a:ext cx="326832" cy="3709117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114">
            <a:extLst>
              <a:ext uri="{FF2B5EF4-FFF2-40B4-BE49-F238E27FC236}">
                <a16:creationId xmlns:a16="http://schemas.microsoft.com/office/drawing/2014/main" id="{6D8F0515-2810-7D2D-D158-B22FCB245FBE}"/>
              </a:ext>
            </a:extLst>
          </p:cNvPr>
          <p:cNvSpPr txBox="1"/>
          <p:nvPr/>
        </p:nvSpPr>
        <p:spPr>
          <a:xfrm>
            <a:off x="3528624" y="3539495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영역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AEAF84E3-45DE-95AE-7468-B62D7E07B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610628"/>
              </p:ext>
            </p:extLst>
          </p:nvPr>
        </p:nvGraphicFramePr>
        <p:xfrm>
          <a:off x="4032698" y="2740786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53CED7D-00AD-D193-6652-63C4CB5B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32883"/>
              </p:ext>
            </p:extLst>
          </p:nvPr>
        </p:nvGraphicFramePr>
        <p:xfrm>
          <a:off x="4032698" y="3086090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A4708FC-78BF-06E4-F293-14957A1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09788"/>
              </p:ext>
            </p:extLst>
          </p:nvPr>
        </p:nvGraphicFramePr>
        <p:xfrm>
          <a:off x="4032698" y="2376587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D3174D0-714E-96E0-6939-1883E96EF4B4}"/>
              </a:ext>
            </a:extLst>
          </p:cNvPr>
          <p:cNvSpPr txBox="1"/>
          <p:nvPr/>
        </p:nvSpPr>
        <p:spPr>
          <a:xfrm>
            <a:off x="4032697" y="2405227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문의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D0DC03-3907-C84B-7784-051005774996}"/>
              </a:ext>
            </a:extLst>
          </p:cNvPr>
          <p:cNvSpPr txBox="1"/>
          <p:nvPr/>
        </p:nvSpPr>
        <p:spPr>
          <a:xfrm rot="16200000">
            <a:off x="6385343" y="236706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F73D23C9-DE62-63A9-C879-587B96BD2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28755"/>
              </p:ext>
            </p:extLst>
          </p:nvPr>
        </p:nvGraphicFramePr>
        <p:xfrm>
          <a:off x="10086305" y="636529"/>
          <a:ext cx="2850436" cy="59034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상품명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브랜드명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유형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유형을 선택해주세요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 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값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문의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내용을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일부 유형 문의 템플릿 자동 삽입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배송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교환 문의 건인 경우 문의 템플릿 자동 삽입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   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default</a:t>
                      </a:r>
                      <a:r>
                        <a:rPr lang="ko-KR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ko-KR" sz="800" b="0" dirty="0" err="1">
                          <a:solidFill>
                            <a:srgbClr val="234DD3"/>
                          </a:solidFill>
                        </a:rPr>
                        <a:t>value</a:t>
                      </a:r>
                      <a:r>
                        <a:rPr lang="en-US" altLang="ko-KR" sz="800" b="0" dirty="0">
                          <a:solidFill>
                            <a:srgbClr val="234DD3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34DD3"/>
                          </a:solidFill>
                        </a:rPr>
                        <a:t>값</a:t>
                      </a: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출력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제목을 입력해주세요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 문구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체크 박스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비밀글로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등록 처리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 글 수정  레이어 팝업 출력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답변 대기 상태인  본인 문의 글은 수정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 작성된 데이터를 그대로 출력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가능토록 함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등록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만 변경하여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컨펌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0E20B9-955B-C5AA-F102-C947DB329E4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A69B6-638F-84A4-DC2F-B54A8DC6A11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6C82B6C5-D169-108E-9763-B81C7D3A7A3E}"/>
              </a:ext>
            </a:extLst>
          </p:cNvPr>
          <p:cNvSpPr/>
          <p:nvPr/>
        </p:nvSpPr>
        <p:spPr>
          <a:xfrm>
            <a:off x="2894697" y="1787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F29368-0AF9-088D-E8AA-71649C2BD604}"/>
              </a:ext>
            </a:extLst>
          </p:cNvPr>
          <p:cNvSpPr/>
          <p:nvPr/>
        </p:nvSpPr>
        <p:spPr>
          <a:xfrm>
            <a:off x="2845833" y="22670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C6C190C7-A026-67B4-FF54-CD103E1F6A7D}"/>
              </a:ext>
            </a:extLst>
          </p:cNvPr>
          <p:cNvSpPr/>
          <p:nvPr/>
        </p:nvSpPr>
        <p:spPr>
          <a:xfrm>
            <a:off x="2819111" y="2716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BF394DD-05C5-9D60-6F12-ECB2A40F04BB}"/>
              </a:ext>
            </a:extLst>
          </p:cNvPr>
          <p:cNvSpPr/>
          <p:nvPr/>
        </p:nvSpPr>
        <p:spPr>
          <a:xfrm>
            <a:off x="2776883" y="31379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C521E5B-E008-040F-98D1-82FCE04E7957}"/>
              </a:ext>
            </a:extLst>
          </p:cNvPr>
          <p:cNvSpPr/>
          <p:nvPr/>
        </p:nvSpPr>
        <p:spPr>
          <a:xfrm>
            <a:off x="1745814" y="578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8EAA7617-EDC2-8EA2-E752-904C261EE43C}"/>
              </a:ext>
            </a:extLst>
          </p:cNvPr>
          <p:cNvSpPr/>
          <p:nvPr/>
        </p:nvSpPr>
        <p:spPr>
          <a:xfrm>
            <a:off x="3006494" y="58867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F741F232-E9FD-3447-AA8E-EB1231C0909D}"/>
              </a:ext>
            </a:extLst>
          </p:cNvPr>
          <p:cNvSpPr/>
          <p:nvPr/>
        </p:nvSpPr>
        <p:spPr>
          <a:xfrm>
            <a:off x="3092033" y="61918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B360B57F-43DB-1DCB-300C-AD59771220FF}"/>
              </a:ext>
            </a:extLst>
          </p:cNvPr>
          <p:cNvSpPr/>
          <p:nvPr/>
        </p:nvSpPr>
        <p:spPr>
          <a:xfrm>
            <a:off x="6503021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62EABF-568C-84E8-C531-4EAC77C84E71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/29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5-8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답변 대기 상태 본인 글에 수정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삭제 기능 추가 반영으로 인한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7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번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7E06ECEB-D982-D8F7-3E54-4685794E92DD}"/>
              </a:ext>
            </a:extLst>
          </p:cNvPr>
          <p:cNvSpPr/>
          <p:nvPr/>
        </p:nvSpPr>
        <p:spPr>
          <a:xfrm>
            <a:off x="6850923" y="1417406"/>
            <a:ext cx="3056501" cy="5051039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2208E9-27A3-40CC-9352-9F30F92532FB}"/>
              </a:ext>
            </a:extLst>
          </p:cNvPr>
          <p:cNvSpPr/>
          <p:nvPr/>
        </p:nvSpPr>
        <p:spPr>
          <a:xfrm>
            <a:off x="6854303" y="6205081"/>
            <a:ext cx="1533668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17EC05-CAAE-A754-E60C-919CA06DA8ED}"/>
              </a:ext>
            </a:extLst>
          </p:cNvPr>
          <p:cNvSpPr/>
          <p:nvPr/>
        </p:nvSpPr>
        <p:spPr>
          <a:xfrm>
            <a:off x="8399199" y="6205080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A65A0-D7FB-D3DE-A2CE-1F07BB9AF560}"/>
              </a:ext>
            </a:extLst>
          </p:cNvPr>
          <p:cNvSpPr txBox="1"/>
          <p:nvPr/>
        </p:nvSpPr>
        <p:spPr>
          <a:xfrm>
            <a:off x="6992306" y="1637187"/>
            <a:ext cx="2813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허가수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8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네이처썸머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밴드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1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공용 기저귀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8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F3E33-3399-59B0-3563-1E257E6CF6DB}"/>
              </a:ext>
            </a:extLst>
          </p:cNvPr>
          <p:cNvSpPr txBox="1"/>
          <p:nvPr/>
        </p:nvSpPr>
        <p:spPr>
          <a:xfrm>
            <a:off x="9325626" y="1384543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1200" spc="-150" dirty="0">
                <a:latin typeface="+mn-ea"/>
              </a:rPr>
              <a:t>X</a:t>
            </a:r>
            <a:endParaRPr lang="en-US" altLang="ko-KR" sz="1200" i="0" spc="-150" dirty="0">
              <a:effectLst/>
              <a:latin typeface="+mn-ea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487B28F-30B4-440B-DC76-8D2CD6AAD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38105"/>
              </p:ext>
            </p:extLst>
          </p:nvPr>
        </p:nvGraphicFramePr>
        <p:xfrm>
          <a:off x="7054420" y="2722895"/>
          <a:ext cx="2657706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배송문의드립니다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7398AACB-D469-3975-6036-D7604D785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02416"/>
              </p:ext>
            </p:extLst>
          </p:nvPr>
        </p:nvGraphicFramePr>
        <p:xfrm>
          <a:off x="7054420" y="3068199"/>
          <a:ext cx="2657706" cy="2458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706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58849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주문번호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123454566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주문자명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: 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배송이 너무 </a:t>
                      </a:r>
                      <a:r>
                        <a:rPr lang="ko-KR" altLang="en-US" sz="800" spc="-15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안옵니다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87F88C6-BABF-3E1E-7801-224D4EC7CD5A}"/>
              </a:ext>
            </a:extLst>
          </p:cNvPr>
          <p:cNvSpPr txBox="1"/>
          <p:nvPr/>
        </p:nvSpPr>
        <p:spPr>
          <a:xfrm rot="16200000">
            <a:off x="9373958" y="235827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0F854EEA-5E54-EF43-7149-0CC7756C4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60491"/>
              </p:ext>
            </p:extLst>
          </p:nvPr>
        </p:nvGraphicFramePr>
        <p:xfrm>
          <a:off x="7054420" y="2358696"/>
          <a:ext cx="2649204" cy="2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9204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69C54B7-BAF1-EC99-81A2-6DE026B982A0}"/>
              </a:ext>
            </a:extLst>
          </p:cNvPr>
          <p:cNvSpPr txBox="1"/>
          <p:nvPr/>
        </p:nvSpPr>
        <p:spPr>
          <a:xfrm>
            <a:off x="7054419" y="2387336"/>
            <a:ext cx="1136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배송문의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0994B4-00E4-E5D0-F493-6F55648A6FB9}"/>
              </a:ext>
            </a:extLst>
          </p:cNvPr>
          <p:cNvSpPr txBox="1"/>
          <p:nvPr/>
        </p:nvSpPr>
        <p:spPr>
          <a:xfrm>
            <a:off x="9203209" y="5169909"/>
            <a:ext cx="57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800" dirty="0">
                <a:latin typeface="+mn-ea"/>
              </a:rPr>
              <a:t>0/1,000</a:t>
            </a:r>
            <a:endParaRPr lang="en-US" altLang="ko-KR" sz="800" i="0" dirty="0">
              <a:effectLst/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8F38A9B-C695-60CF-1358-38F73D62B888}"/>
              </a:ext>
            </a:extLst>
          </p:cNvPr>
          <p:cNvCxnSpPr>
            <a:cxnSpLocks/>
          </p:cNvCxnSpPr>
          <p:nvPr/>
        </p:nvCxnSpPr>
        <p:spPr>
          <a:xfrm>
            <a:off x="9907424" y="2358696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2319927-BD1C-824B-A8FA-B401F7B57C33}"/>
              </a:ext>
            </a:extLst>
          </p:cNvPr>
          <p:cNvSpPr txBox="1"/>
          <p:nvPr/>
        </p:nvSpPr>
        <p:spPr>
          <a:xfrm>
            <a:off x="6973389" y="5557777"/>
            <a:ext cx="2730235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개인정보는 상품문의에 남기지 말아주세요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C890FF0-F6D1-55DC-A814-D40DD957A9C6}"/>
              </a:ext>
            </a:extLst>
          </p:cNvPr>
          <p:cNvSpPr/>
          <p:nvPr/>
        </p:nvSpPr>
        <p:spPr>
          <a:xfrm>
            <a:off x="9129057" y="5921976"/>
            <a:ext cx="650216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비밀글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등록</a:t>
            </a: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771FEAB2-A7E2-98F8-B6F7-D3DB309D9454}"/>
              </a:ext>
            </a:extLst>
          </p:cNvPr>
          <p:cNvSpPr/>
          <p:nvPr/>
        </p:nvSpPr>
        <p:spPr>
          <a:xfrm>
            <a:off x="9530994" y="135320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720089-F994-A6C8-6DAD-D5CACBBBD58B}"/>
              </a:ext>
            </a:extLst>
          </p:cNvPr>
          <p:cNvSpPr txBox="1"/>
          <p:nvPr/>
        </p:nvSpPr>
        <p:spPr>
          <a:xfrm>
            <a:off x="6860783" y="1122372"/>
            <a:ext cx="18245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본인 글 수정 레이어 팝업 출력 케이스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86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8B401-6442-CD8F-486D-97C68FE77FB7}"/>
              </a:ext>
            </a:extLst>
          </p:cNvPr>
          <p:cNvSpPr txBox="1"/>
          <p:nvPr/>
        </p:nvSpPr>
        <p:spPr>
          <a:xfrm>
            <a:off x="1307907" y="78285"/>
            <a:ext cx="1430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설명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)(TAB)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E2253-EE44-DA5A-3383-518708024245}"/>
              </a:ext>
            </a:extLst>
          </p:cNvPr>
          <p:cNvSpPr txBox="1"/>
          <p:nvPr/>
        </p:nvSpPr>
        <p:spPr>
          <a:xfrm>
            <a:off x="1302717" y="330494"/>
            <a:ext cx="3371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A1661A-6F85-486C-F6BD-6158228E1C30}"/>
              </a:ext>
            </a:extLst>
          </p:cNvPr>
          <p:cNvSpPr/>
          <p:nvPr/>
        </p:nvSpPr>
        <p:spPr>
          <a:xfrm>
            <a:off x="7921129" y="58428"/>
            <a:ext cx="1124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39DB98-A246-2008-7AD3-96EFEB87E3EE}"/>
              </a:ext>
            </a:extLst>
          </p:cNvPr>
          <p:cNvSpPr/>
          <p:nvPr/>
        </p:nvSpPr>
        <p:spPr>
          <a:xfrm>
            <a:off x="956305" y="1066834"/>
            <a:ext cx="4308512" cy="27854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77DCF00-DA15-8350-37DB-92640E664242}"/>
              </a:ext>
            </a:extLst>
          </p:cNvPr>
          <p:cNvGrpSpPr/>
          <p:nvPr/>
        </p:nvGrpSpPr>
        <p:grpSpPr>
          <a:xfrm>
            <a:off x="5688881" y="1318334"/>
            <a:ext cx="3521898" cy="1676121"/>
            <a:chOff x="2191413" y="1613537"/>
            <a:chExt cx="3521898" cy="1676121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0AC97D7-6417-FAF4-9970-34AEF04B8C36}"/>
                </a:ext>
              </a:extLst>
            </p:cNvPr>
            <p:cNvSpPr txBox="1"/>
            <p:nvPr/>
          </p:nvSpPr>
          <p:spPr>
            <a:xfrm>
              <a:off x="2201837" y="1613537"/>
              <a:ext cx="3301944" cy="715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2C76DD5-23EE-AE56-ACF5-79A9035EA69D}"/>
                </a:ext>
              </a:extLst>
            </p:cNvPr>
            <p:cNvSpPr txBox="1"/>
            <p:nvPr/>
          </p:nvSpPr>
          <p:spPr>
            <a:xfrm>
              <a:off x="4373247" y="2735660"/>
              <a:ext cx="134006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150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150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150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150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15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F84882B-AEED-C50C-C12F-8D0CDFC3F8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FB1AFF7-DD16-7CC6-77E8-80521942CAB8}"/>
              </a:ext>
            </a:extLst>
          </p:cNvPr>
          <p:cNvGrpSpPr/>
          <p:nvPr/>
        </p:nvGrpSpPr>
        <p:grpSpPr>
          <a:xfrm>
            <a:off x="6357048" y="1399718"/>
            <a:ext cx="482570" cy="207749"/>
            <a:chOff x="5613970" y="995901"/>
            <a:chExt cx="482570" cy="20774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5DAA926D-3C35-9DA6-CFA2-2638C2BC1D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CC7BA1B-3294-695A-E5E0-72020AA509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4EA0A9-31E9-EE6A-13E8-3335A513B237}"/>
              </a:ext>
            </a:extLst>
          </p:cNvPr>
          <p:cNvGrpSpPr/>
          <p:nvPr/>
        </p:nvGrpSpPr>
        <p:grpSpPr>
          <a:xfrm>
            <a:off x="6698797" y="1399718"/>
            <a:ext cx="415498" cy="207749"/>
            <a:chOff x="5585876" y="994409"/>
            <a:chExt cx="415498" cy="207749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E67F5CBB-D663-81D9-13BF-A9A5F45EB72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4CB918-5CF2-DCC6-071A-FB800A72913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CAC40427-34F2-3198-B592-90821A09FB54}"/>
              </a:ext>
            </a:extLst>
          </p:cNvPr>
          <p:cNvSpPr txBox="1"/>
          <p:nvPr/>
        </p:nvSpPr>
        <p:spPr>
          <a:xfrm>
            <a:off x="7557553" y="2513029"/>
            <a:ext cx="917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8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8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6618A56-A44C-03CC-373B-08690BC84787}"/>
              </a:ext>
            </a:extLst>
          </p:cNvPr>
          <p:cNvCxnSpPr>
            <a:cxnSpLocks/>
          </p:cNvCxnSpPr>
          <p:nvPr/>
        </p:nvCxnSpPr>
        <p:spPr>
          <a:xfrm rot="-900000">
            <a:off x="7845185" y="255368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F764556-4C54-0215-EEB8-3CC50A34D18B}"/>
              </a:ext>
            </a:extLst>
          </p:cNvPr>
          <p:cNvSpPr txBox="1"/>
          <p:nvPr/>
        </p:nvSpPr>
        <p:spPr>
          <a:xfrm>
            <a:off x="5782956" y="106558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A3003C-92A0-17EB-6973-DFB7C7FC2156}"/>
              </a:ext>
            </a:extLst>
          </p:cNvPr>
          <p:cNvSpPr txBox="1"/>
          <p:nvPr/>
        </p:nvSpPr>
        <p:spPr>
          <a:xfrm>
            <a:off x="6581188" y="1063024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B69D596-8084-A6D9-2163-B2ED024F16E9}"/>
              </a:ext>
            </a:extLst>
          </p:cNvPr>
          <p:cNvCxnSpPr/>
          <p:nvPr/>
        </p:nvCxnSpPr>
        <p:spPr>
          <a:xfrm>
            <a:off x="5729447" y="3021844"/>
            <a:ext cx="334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ED1531AF-D832-8490-1FEA-8BC954E32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8" r="1328"/>
          <a:stretch>
            <a:fillRect/>
          </a:stretch>
        </p:blipFill>
        <p:spPr>
          <a:xfrm>
            <a:off x="1747918" y="1577347"/>
            <a:ext cx="2609974" cy="2629458"/>
          </a:xfrm>
          <a:prstGeom prst="rect">
            <a:avLst/>
          </a:prstGeom>
        </p:spPr>
      </p:pic>
      <p:sp>
        <p:nvSpPr>
          <p:cNvPr id="4" name="하트 3">
            <a:extLst>
              <a:ext uri="{FF2B5EF4-FFF2-40B4-BE49-F238E27FC236}">
                <a16:creationId xmlns:a16="http://schemas.microsoft.com/office/drawing/2014/main" id="{696CDF43-51BD-F1B1-A8DA-D98BE2488EDE}"/>
              </a:ext>
            </a:extLst>
          </p:cNvPr>
          <p:cNvSpPr/>
          <p:nvPr/>
        </p:nvSpPr>
        <p:spPr>
          <a:xfrm>
            <a:off x="4752777" y="1177133"/>
            <a:ext cx="305837" cy="259051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79EA93-2818-4B5B-D2FC-D8929B4E3863}"/>
              </a:ext>
            </a:extLst>
          </p:cNvPr>
          <p:cNvSpPr txBox="1"/>
          <p:nvPr/>
        </p:nvSpPr>
        <p:spPr>
          <a:xfrm>
            <a:off x="5827881" y="2703375"/>
            <a:ext cx="833883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 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($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233$</a:t>
            </a:r>
            <a:r>
              <a:rPr lang="en-US" altLang="ko-KR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u="sng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386AA0-C4D1-0922-CE99-CD6779998409}"/>
              </a:ext>
            </a:extLst>
          </p:cNvPr>
          <p:cNvSpPr txBox="1"/>
          <p:nvPr/>
        </p:nvSpPr>
        <p:spPr>
          <a:xfrm>
            <a:off x="5668222" y="2695588"/>
            <a:ext cx="31931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</a:p>
        </p:txBody>
      </p:sp>
      <p:sp>
        <p:nvSpPr>
          <p:cNvPr id="69" name="TextBox 114">
            <a:extLst>
              <a:ext uri="{FF2B5EF4-FFF2-40B4-BE49-F238E27FC236}">
                <a16:creationId xmlns:a16="http://schemas.microsoft.com/office/drawing/2014/main" id="{C4CC903B-E8F4-EBB9-5168-7F71B5B8C10F}"/>
              </a:ext>
            </a:extLst>
          </p:cNvPr>
          <p:cNvSpPr txBox="1"/>
          <p:nvPr/>
        </p:nvSpPr>
        <p:spPr>
          <a:xfrm>
            <a:off x="7794107" y="2780734"/>
            <a:ext cx="77457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확정 마일리지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C4201A48-1F00-7891-FA9B-6532BF2EE98A}"/>
              </a:ext>
            </a:extLst>
          </p:cNvPr>
          <p:cNvSpPr txBox="1"/>
          <p:nvPr/>
        </p:nvSpPr>
        <p:spPr>
          <a:xfrm>
            <a:off x="8543096" y="2778802"/>
            <a:ext cx="583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$1,000$</a:t>
            </a:r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</a:t>
            </a:r>
            <a:endParaRPr lang="ko-KR" altLang="en-US" sz="7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FC83C2-93A3-8A94-D852-A88EDF7F2F2F}"/>
              </a:ext>
            </a:extLst>
          </p:cNvPr>
          <p:cNvSpPr/>
          <p:nvPr/>
        </p:nvSpPr>
        <p:spPr>
          <a:xfrm>
            <a:off x="418740" y="109786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D7B84A-3A60-C585-8239-E6191B3BE9C3}"/>
              </a:ext>
            </a:extLst>
          </p:cNvPr>
          <p:cNvSpPr/>
          <p:nvPr/>
        </p:nvSpPr>
        <p:spPr>
          <a:xfrm>
            <a:off x="418740" y="1942220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3349802-C31C-63ED-BF85-0B7E1DB4B669}"/>
              </a:ext>
            </a:extLst>
          </p:cNvPr>
          <p:cNvSpPr/>
          <p:nvPr/>
        </p:nvSpPr>
        <p:spPr>
          <a:xfrm>
            <a:off x="418938" y="1518076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2DACF5-42AB-9903-3F1B-DD268905AE7A}"/>
              </a:ext>
            </a:extLst>
          </p:cNvPr>
          <p:cNvSpPr/>
          <p:nvPr/>
        </p:nvSpPr>
        <p:spPr>
          <a:xfrm>
            <a:off x="418740" y="2786577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0AC645-AEA1-037D-2BCF-CE39C1FBC969}"/>
              </a:ext>
            </a:extLst>
          </p:cNvPr>
          <p:cNvSpPr/>
          <p:nvPr/>
        </p:nvSpPr>
        <p:spPr>
          <a:xfrm>
            <a:off x="418938" y="2362433"/>
            <a:ext cx="417388" cy="3383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IMG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00C5E2E-EE24-E606-30A5-BA216DCB17D6}"/>
              </a:ext>
            </a:extLst>
          </p:cNvPr>
          <p:cNvSpPr/>
          <p:nvPr/>
        </p:nvSpPr>
        <p:spPr>
          <a:xfrm>
            <a:off x="72257" y="6228581"/>
            <a:ext cx="10009112" cy="6599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14">
            <a:extLst>
              <a:ext uri="{FF2B5EF4-FFF2-40B4-BE49-F238E27FC236}">
                <a16:creationId xmlns:a16="http://schemas.microsoft.com/office/drawing/2014/main" id="{17AAA488-4ECD-C225-6800-51E45B0F2D94}"/>
              </a:ext>
            </a:extLst>
          </p:cNvPr>
          <p:cNvSpPr txBox="1"/>
          <p:nvPr/>
        </p:nvSpPr>
        <p:spPr>
          <a:xfrm>
            <a:off x="5747951" y="4694225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14">
            <a:extLst>
              <a:ext uri="{FF2B5EF4-FFF2-40B4-BE49-F238E27FC236}">
                <a16:creationId xmlns:a16="http://schemas.microsoft.com/office/drawing/2014/main" id="{B384F992-0DA7-5B7B-C3EE-3722213A72C6}"/>
              </a:ext>
            </a:extLst>
          </p:cNvPr>
          <p:cNvSpPr txBox="1"/>
          <p:nvPr/>
        </p:nvSpPr>
        <p:spPr>
          <a:xfrm>
            <a:off x="6055846" y="4692757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7/9(</a:t>
            </a:r>
            <a:r>
              <a:rPr lang="ko-KR" altLang="en-US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도착예정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b="1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B0FDD8A-FE3E-F458-4D15-7572A08AC39A}"/>
              </a:ext>
            </a:extLst>
          </p:cNvPr>
          <p:cNvCxnSpPr/>
          <p:nvPr/>
        </p:nvCxnSpPr>
        <p:spPr>
          <a:xfrm>
            <a:off x="5741325" y="5147692"/>
            <a:ext cx="325135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14">
            <a:extLst>
              <a:ext uri="{FF2B5EF4-FFF2-40B4-BE49-F238E27FC236}">
                <a16:creationId xmlns:a16="http://schemas.microsoft.com/office/drawing/2014/main" id="{A1D0964D-1E1C-B4AA-0C3D-6C1D5B826109}"/>
              </a:ext>
            </a:extLst>
          </p:cNvPr>
          <p:cNvSpPr txBox="1"/>
          <p:nvPr/>
        </p:nvSpPr>
        <p:spPr>
          <a:xfrm>
            <a:off x="5719470" y="5171262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고객이 함께 본 상품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AF473AEE-FF5D-21F2-0A18-7129455483C1}"/>
              </a:ext>
            </a:extLst>
          </p:cNvPr>
          <p:cNvSpPr/>
          <p:nvPr/>
        </p:nvSpPr>
        <p:spPr>
          <a:xfrm>
            <a:off x="5797607" y="5296630"/>
            <a:ext cx="910298" cy="83450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59AA067-6837-DD9F-FDA0-F159E2D44D64}"/>
              </a:ext>
            </a:extLst>
          </p:cNvPr>
          <p:cNvSpPr/>
          <p:nvPr/>
        </p:nvSpPr>
        <p:spPr>
          <a:xfrm>
            <a:off x="5763686" y="5437228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29CD455-07A8-C2AD-A334-D6430320DC21}"/>
              </a:ext>
            </a:extLst>
          </p:cNvPr>
          <p:cNvSpPr txBox="1"/>
          <p:nvPr/>
        </p:nvSpPr>
        <p:spPr>
          <a:xfrm>
            <a:off x="5662697" y="6098613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FDD4943-68CB-BF4E-4048-7057C5114192}"/>
              </a:ext>
            </a:extLst>
          </p:cNvPr>
          <p:cNvSpPr/>
          <p:nvPr/>
        </p:nvSpPr>
        <p:spPr>
          <a:xfrm>
            <a:off x="6739939" y="5435305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49F5A51-6A43-412A-5960-F83B2436E453}"/>
              </a:ext>
            </a:extLst>
          </p:cNvPr>
          <p:cNvSpPr txBox="1"/>
          <p:nvPr/>
        </p:nvSpPr>
        <p:spPr>
          <a:xfrm>
            <a:off x="6638950" y="6096690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0B002C9-E9FB-AE44-7339-66551C320F40}"/>
              </a:ext>
            </a:extLst>
          </p:cNvPr>
          <p:cNvSpPr/>
          <p:nvPr/>
        </p:nvSpPr>
        <p:spPr>
          <a:xfrm>
            <a:off x="7690785" y="5433166"/>
            <a:ext cx="849857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3B6D5D5-29CC-DB59-257E-CEC3148AB185}"/>
              </a:ext>
            </a:extLst>
          </p:cNvPr>
          <p:cNvSpPr txBox="1"/>
          <p:nvPr/>
        </p:nvSpPr>
        <p:spPr>
          <a:xfrm>
            <a:off x="7589796" y="6094551"/>
            <a:ext cx="1014241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F9031C6-36B0-12FA-420D-62FC16CBBB1C}"/>
              </a:ext>
            </a:extLst>
          </p:cNvPr>
          <p:cNvSpPr/>
          <p:nvPr/>
        </p:nvSpPr>
        <p:spPr>
          <a:xfrm>
            <a:off x="8615785" y="5440733"/>
            <a:ext cx="504364" cy="6618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293884C-2471-88AA-3701-F011F51EA16C}"/>
              </a:ext>
            </a:extLst>
          </p:cNvPr>
          <p:cNvSpPr txBox="1"/>
          <p:nvPr/>
        </p:nvSpPr>
        <p:spPr>
          <a:xfrm>
            <a:off x="8530510" y="6096259"/>
            <a:ext cx="616006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/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상품명상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F5FB5197-2D22-AA18-0EFE-BF07661DFC9D}"/>
              </a:ext>
            </a:extLst>
          </p:cNvPr>
          <p:cNvGrpSpPr/>
          <p:nvPr/>
        </p:nvGrpSpPr>
        <p:grpSpPr>
          <a:xfrm>
            <a:off x="5747951" y="4500389"/>
            <a:ext cx="736078" cy="216234"/>
            <a:chOff x="216273" y="4223356"/>
            <a:chExt cx="736078" cy="216234"/>
          </a:xfrm>
        </p:grpSpPr>
        <p:sp>
          <p:nvSpPr>
            <p:cNvPr id="164" name="TextBox 114">
              <a:extLst>
                <a:ext uri="{FF2B5EF4-FFF2-40B4-BE49-F238E27FC236}">
                  <a16:creationId xmlns:a16="http://schemas.microsoft.com/office/drawing/2014/main" id="{5B0A7CAD-3AC1-EF01-D7F5-8B2A422C7C5D}"/>
                </a:ext>
              </a:extLst>
            </p:cNvPr>
            <p:cNvSpPr txBox="1"/>
            <p:nvPr/>
          </p:nvSpPr>
          <p:spPr>
            <a:xfrm>
              <a:off x="216273" y="422335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배송비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TextBox 114">
              <a:extLst>
                <a:ext uri="{FF2B5EF4-FFF2-40B4-BE49-F238E27FC236}">
                  <a16:creationId xmlns:a16="http://schemas.microsoft.com/office/drawing/2014/main" id="{1FA2359C-247E-00A7-A6FC-C07E6EDDF467}"/>
                </a:ext>
              </a:extLst>
            </p:cNvPr>
            <p:cNvSpPr txBox="1"/>
            <p:nvPr/>
          </p:nvSpPr>
          <p:spPr>
            <a:xfrm>
              <a:off x="520823" y="4224146"/>
              <a:ext cx="431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무료</a:t>
              </a:r>
              <a:r>
                <a:rPr lang="en-US" altLang="ko-KR" sz="800" b="1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하트 9">
            <a:extLst>
              <a:ext uri="{FF2B5EF4-FFF2-40B4-BE49-F238E27FC236}">
                <a16:creationId xmlns:a16="http://schemas.microsoft.com/office/drawing/2014/main" id="{48814759-B780-A67A-873F-56BAB8F69066}"/>
              </a:ext>
            </a:extLst>
          </p:cNvPr>
          <p:cNvSpPr/>
          <p:nvPr/>
        </p:nvSpPr>
        <p:spPr>
          <a:xfrm>
            <a:off x="6388243" y="5484296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하트 16">
            <a:extLst>
              <a:ext uri="{FF2B5EF4-FFF2-40B4-BE49-F238E27FC236}">
                <a16:creationId xmlns:a16="http://schemas.microsoft.com/office/drawing/2014/main" id="{D113D91A-AEF6-7E33-1FCF-B734EE0571B6}"/>
              </a:ext>
            </a:extLst>
          </p:cNvPr>
          <p:cNvSpPr/>
          <p:nvPr/>
        </p:nvSpPr>
        <p:spPr>
          <a:xfrm>
            <a:off x="7411600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하트 20">
            <a:extLst>
              <a:ext uri="{FF2B5EF4-FFF2-40B4-BE49-F238E27FC236}">
                <a16:creationId xmlns:a16="http://schemas.microsoft.com/office/drawing/2014/main" id="{976C5D66-603B-AB3A-17CC-A01D267ABFB3}"/>
              </a:ext>
            </a:extLst>
          </p:cNvPr>
          <p:cNvSpPr/>
          <p:nvPr/>
        </p:nvSpPr>
        <p:spPr>
          <a:xfrm>
            <a:off x="8354813" y="5478654"/>
            <a:ext cx="149691" cy="132833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114">
            <a:extLst>
              <a:ext uri="{FF2B5EF4-FFF2-40B4-BE49-F238E27FC236}">
                <a16:creationId xmlns:a16="http://schemas.microsoft.com/office/drawing/2014/main" id="{152ED04B-390B-ABF7-D916-3A8911F57041}"/>
              </a:ext>
            </a:extLst>
          </p:cNvPr>
          <p:cNvSpPr txBox="1"/>
          <p:nvPr/>
        </p:nvSpPr>
        <p:spPr>
          <a:xfrm>
            <a:off x="6060312" y="4915257"/>
            <a:ext cx="18742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택배사의 사정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일부 상품은 지역에 따라 변동 가능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EC5F3-8B47-0C43-F018-BB2E84ABE8FC}"/>
              </a:ext>
            </a:extLst>
          </p:cNvPr>
          <p:cNvSpPr txBox="1"/>
          <p:nvPr/>
        </p:nvSpPr>
        <p:spPr>
          <a:xfrm>
            <a:off x="5619974" y="64410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137E206-AB60-54EC-97BD-AC624DEC4CA3}"/>
              </a:ext>
            </a:extLst>
          </p:cNvPr>
          <p:cNvCxnSpPr>
            <a:cxnSpLocks/>
          </p:cNvCxnSpPr>
          <p:nvPr/>
        </p:nvCxnSpPr>
        <p:spPr>
          <a:xfrm rot="-900000">
            <a:off x="5743729" y="64806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DF1987-D4DD-A8B9-0A1C-C9AF9899A3FC}"/>
              </a:ext>
            </a:extLst>
          </p:cNvPr>
          <p:cNvSpPr txBox="1"/>
          <p:nvPr/>
        </p:nvSpPr>
        <p:spPr>
          <a:xfrm>
            <a:off x="6432271" y="654918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1D18C-570A-8F99-EDBF-BC236336D566}"/>
              </a:ext>
            </a:extLst>
          </p:cNvPr>
          <p:cNvSpPr txBox="1"/>
          <p:nvPr/>
        </p:nvSpPr>
        <p:spPr>
          <a:xfrm>
            <a:off x="5611766" y="6517344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,000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505FF-876D-E8C5-790D-00F18E787224}"/>
              </a:ext>
            </a:extLst>
          </p:cNvPr>
          <p:cNvSpPr txBox="1"/>
          <p:nvPr/>
        </p:nvSpPr>
        <p:spPr>
          <a:xfrm>
            <a:off x="6596227" y="644828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0E57D3C-9365-3A37-5BA1-7E64B6452F0F}"/>
              </a:ext>
            </a:extLst>
          </p:cNvPr>
          <p:cNvCxnSpPr>
            <a:cxnSpLocks/>
          </p:cNvCxnSpPr>
          <p:nvPr/>
        </p:nvCxnSpPr>
        <p:spPr>
          <a:xfrm rot="-900000">
            <a:off x="6719982" y="648789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EA7744-44AE-CBA8-A722-70DA2E11A11B}"/>
              </a:ext>
            </a:extLst>
          </p:cNvPr>
          <p:cNvSpPr txBox="1"/>
          <p:nvPr/>
        </p:nvSpPr>
        <p:spPr>
          <a:xfrm>
            <a:off x="7408524" y="65472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67C7C2-CBBA-CDB7-7A27-C8CA571FE888}"/>
              </a:ext>
            </a:extLst>
          </p:cNvPr>
          <p:cNvSpPr txBox="1"/>
          <p:nvPr/>
        </p:nvSpPr>
        <p:spPr>
          <a:xfrm>
            <a:off x="7547073" y="64461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A75F034-767B-35E2-1BEF-619031539420}"/>
              </a:ext>
            </a:extLst>
          </p:cNvPr>
          <p:cNvCxnSpPr>
            <a:cxnSpLocks/>
          </p:cNvCxnSpPr>
          <p:nvPr/>
        </p:nvCxnSpPr>
        <p:spPr>
          <a:xfrm rot="-900000">
            <a:off x="7670828" y="64857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F0A3BF6-00E0-BCE1-B35A-B9C4DD8ADC66}"/>
              </a:ext>
            </a:extLst>
          </p:cNvPr>
          <p:cNvSpPr txBox="1"/>
          <p:nvPr/>
        </p:nvSpPr>
        <p:spPr>
          <a:xfrm>
            <a:off x="8345661" y="653129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05810E-2910-0556-60A4-46DE74069F6B}"/>
              </a:ext>
            </a:extLst>
          </p:cNvPr>
          <p:cNvSpPr txBox="1"/>
          <p:nvPr/>
        </p:nvSpPr>
        <p:spPr>
          <a:xfrm>
            <a:off x="8500108" y="646295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786C5D-BD21-863B-D270-F26B59693A8D}"/>
              </a:ext>
            </a:extLst>
          </p:cNvPr>
          <p:cNvSpPr txBox="1"/>
          <p:nvPr/>
        </p:nvSpPr>
        <p:spPr>
          <a:xfrm>
            <a:off x="6574944" y="6507565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15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0917F5-DA9F-6D0B-7DD9-6FD5973E5A4D}"/>
              </a:ext>
            </a:extLst>
          </p:cNvPr>
          <p:cNvSpPr txBox="1"/>
          <p:nvPr/>
        </p:nvSpPr>
        <p:spPr>
          <a:xfrm>
            <a:off x="7510575" y="6505140"/>
            <a:ext cx="1014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00" b="1" i="0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en-US" altLang="ko-KR" sz="80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0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8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9F65D5-4F8B-7FF4-CF22-A761193770FD}"/>
              </a:ext>
            </a:extLst>
          </p:cNvPr>
          <p:cNvSpPr/>
          <p:nvPr/>
        </p:nvSpPr>
        <p:spPr>
          <a:xfrm>
            <a:off x="5731830" y="6725764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A97EEBB-C804-F5F1-B55D-F152828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15" y="6732409"/>
            <a:ext cx="143137" cy="129778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62C19D1-2C67-9C86-1AF8-58708477E356}"/>
              </a:ext>
            </a:extLst>
          </p:cNvPr>
          <p:cNvSpPr/>
          <p:nvPr/>
        </p:nvSpPr>
        <p:spPr>
          <a:xfrm>
            <a:off x="6681784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8815C43-47D6-1A17-7C29-6CAF01DD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69" y="6731312"/>
            <a:ext cx="143137" cy="129778"/>
          </a:xfrm>
          <a:prstGeom prst="rect">
            <a:avLst/>
          </a:prstGeom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B401D14-E96C-9D1C-F200-F04271838100}"/>
              </a:ext>
            </a:extLst>
          </p:cNvPr>
          <p:cNvSpPr/>
          <p:nvPr/>
        </p:nvSpPr>
        <p:spPr>
          <a:xfrm>
            <a:off x="7640572" y="6724667"/>
            <a:ext cx="834604" cy="1364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</a:rPr>
              <a:t>    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D47B60F4-0CF5-D892-CE62-7888D296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57" y="6731312"/>
            <a:ext cx="143137" cy="129778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41A317-EF57-D8F0-A289-CA5BE46BF449}"/>
              </a:ext>
            </a:extLst>
          </p:cNvPr>
          <p:cNvSpPr/>
          <p:nvPr/>
        </p:nvSpPr>
        <p:spPr>
          <a:xfrm>
            <a:off x="8592257" y="6724667"/>
            <a:ext cx="530535" cy="1375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50" spc="-150" dirty="0">
              <a:solidFill>
                <a:schemeClr val="tx1"/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9EF6B34-7BA6-36EA-A1B7-2EE95BAFA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67" y="6727772"/>
            <a:ext cx="143137" cy="12977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AB89BB-35C8-B543-B7DC-F3F367D3094A}"/>
              </a:ext>
            </a:extLst>
          </p:cNvPr>
          <p:cNvSpPr txBox="1"/>
          <p:nvPr/>
        </p:nvSpPr>
        <p:spPr>
          <a:xfrm>
            <a:off x="5489317" y="5797343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FDB19E-6559-5B38-45EC-3F0B0A2E8643}"/>
              </a:ext>
            </a:extLst>
          </p:cNvPr>
          <p:cNvSpPr txBox="1"/>
          <p:nvPr/>
        </p:nvSpPr>
        <p:spPr>
          <a:xfrm rot="10800000">
            <a:off x="9146516" y="5675702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5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B95720-E40E-394B-9764-ACD72A2F3DA0}"/>
              </a:ext>
            </a:extLst>
          </p:cNvPr>
          <p:cNvCxnSpPr/>
          <p:nvPr/>
        </p:nvCxnSpPr>
        <p:spPr>
          <a:xfrm>
            <a:off x="5862556" y="3420211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9FD2B80-D7CF-F0A9-B834-EE1AFB817CB0}"/>
              </a:ext>
            </a:extLst>
          </p:cNvPr>
          <p:cNvSpPr txBox="1"/>
          <p:nvPr/>
        </p:nvSpPr>
        <p:spPr>
          <a:xfrm>
            <a:off x="5838093" y="317250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392A0D-1C44-B5B7-B45D-8C34D3D74005}"/>
              </a:ext>
            </a:extLst>
          </p:cNvPr>
          <p:cNvSpPr txBox="1"/>
          <p:nvPr/>
        </p:nvSpPr>
        <p:spPr>
          <a:xfrm rot="16200000">
            <a:off x="8785706" y="3143693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26D7052-87E9-6DD3-6739-789D2038478D}"/>
              </a:ext>
            </a:extLst>
          </p:cNvPr>
          <p:cNvSpPr/>
          <p:nvPr/>
        </p:nvSpPr>
        <p:spPr>
          <a:xfrm>
            <a:off x="5775915" y="3497800"/>
            <a:ext cx="3344234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26E889-542A-C12E-C72A-F228125444E7}"/>
              </a:ext>
            </a:extLst>
          </p:cNvPr>
          <p:cNvSpPr txBox="1"/>
          <p:nvPr/>
        </p:nvSpPr>
        <p:spPr>
          <a:xfrm>
            <a:off x="5922628" y="3524203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52538BD0-3FB2-F655-8196-D9EA758C721A}"/>
              </a:ext>
            </a:extLst>
          </p:cNvPr>
          <p:cNvSpPr/>
          <p:nvPr/>
        </p:nvSpPr>
        <p:spPr>
          <a:xfrm>
            <a:off x="5999623" y="3732341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95" name="Rounded Rectangle 27">
            <a:extLst>
              <a:ext uri="{FF2B5EF4-FFF2-40B4-BE49-F238E27FC236}">
                <a16:creationId xmlns:a16="http://schemas.microsoft.com/office/drawing/2014/main" id="{73E238B6-8E82-D876-454E-64B4A274C485}"/>
              </a:ext>
            </a:extLst>
          </p:cNvPr>
          <p:cNvSpPr/>
          <p:nvPr/>
        </p:nvSpPr>
        <p:spPr>
          <a:xfrm>
            <a:off x="8783721" y="3523152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5A74884-04D9-3B23-FE9A-DC5B5EBBBA57}"/>
              </a:ext>
            </a:extLst>
          </p:cNvPr>
          <p:cNvSpPr txBox="1"/>
          <p:nvPr/>
        </p:nvSpPr>
        <p:spPr>
          <a:xfrm>
            <a:off x="8065145" y="372965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AE7D3E4-A38C-BF94-0D6A-89B4543712F3}"/>
              </a:ext>
            </a:extLst>
          </p:cNvPr>
          <p:cNvCxnSpPr/>
          <p:nvPr/>
        </p:nvCxnSpPr>
        <p:spPr>
          <a:xfrm>
            <a:off x="5887764" y="442838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49F0F77-34CF-72B1-0644-7A688059A887}"/>
              </a:ext>
            </a:extLst>
          </p:cNvPr>
          <p:cNvSpPr/>
          <p:nvPr/>
        </p:nvSpPr>
        <p:spPr>
          <a:xfrm>
            <a:off x="5782956" y="3121725"/>
            <a:ext cx="3344235" cy="320363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0303F6E-8959-8C39-28C5-6EDFEB4E43E2}"/>
              </a:ext>
            </a:extLst>
          </p:cNvPr>
          <p:cNvSpPr/>
          <p:nvPr/>
        </p:nvSpPr>
        <p:spPr>
          <a:xfrm>
            <a:off x="5792768" y="4139916"/>
            <a:ext cx="1620000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A08D04-F3FD-B0D3-A505-1AA68945E5AB}"/>
              </a:ext>
            </a:extLst>
          </p:cNvPr>
          <p:cNvSpPr/>
          <p:nvPr/>
        </p:nvSpPr>
        <p:spPr>
          <a:xfrm>
            <a:off x="7461423" y="4135270"/>
            <a:ext cx="1620000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06" name="오른쪽 중괄호 105">
            <a:extLst>
              <a:ext uri="{FF2B5EF4-FFF2-40B4-BE49-F238E27FC236}">
                <a16:creationId xmlns:a16="http://schemas.microsoft.com/office/drawing/2014/main" id="{BCF4CFA9-6051-0DB9-60C3-5A3A8502538C}"/>
              </a:ext>
            </a:extLst>
          </p:cNvPr>
          <p:cNvSpPr/>
          <p:nvPr/>
        </p:nvSpPr>
        <p:spPr>
          <a:xfrm>
            <a:off x="9322689" y="3103401"/>
            <a:ext cx="231892" cy="3737133"/>
          </a:xfrm>
          <a:prstGeom prst="rightBrace">
            <a:avLst>
              <a:gd name="adj1" fmla="val 8333"/>
              <a:gd name="adj2" fmla="val 51847"/>
            </a:avLst>
          </a:prstGeom>
          <a:ln w="95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0C2125-6554-BD3C-4E0D-DAAF9A65C977}"/>
              </a:ext>
            </a:extLst>
          </p:cNvPr>
          <p:cNvSpPr txBox="1"/>
          <p:nvPr/>
        </p:nvSpPr>
        <p:spPr>
          <a:xfrm>
            <a:off x="318901" y="4101661"/>
            <a:ext cx="51704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설명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상세 정보                                          후기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233</a:t>
            </a:r>
            <a:r>
              <a:rPr lang="ko-KR" altLang="en-US" sz="8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문의               </a:t>
            </a: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7BB7BB2B-3967-CB9B-D3C3-0FADB90EBC09}"/>
              </a:ext>
            </a:extLst>
          </p:cNvPr>
          <p:cNvCxnSpPr/>
          <p:nvPr/>
        </p:nvCxnSpPr>
        <p:spPr>
          <a:xfrm>
            <a:off x="244541" y="4331941"/>
            <a:ext cx="50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D2115BA-BC69-371C-05F9-E2BC0F9FD3C1}"/>
              </a:ext>
            </a:extLst>
          </p:cNvPr>
          <p:cNvCxnSpPr/>
          <p:nvPr/>
        </p:nvCxnSpPr>
        <p:spPr>
          <a:xfrm>
            <a:off x="236305" y="4344819"/>
            <a:ext cx="1260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368BDB1-80A8-82EC-78E2-0363D7AF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62364"/>
              </p:ext>
            </p:extLst>
          </p:nvPr>
        </p:nvGraphicFramePr>
        <p:xfrm>
          <a:off x="264612" y="4448929"/>
          <a:ext cx="4947677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245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383143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바우처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 err="1">
                          <a:latin typeface="+mn-ea"/>
                          <a:ea typeface="+mn-ea"/>
                        </a:rPr>
                        <a:t>조제분유지원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첫만남 이용권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480344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혜택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할인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64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국내기저귀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411657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팬티형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크기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대형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(XXL)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3752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성별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 err="1">
                          <a:latin typeface="+mn-ea"/>
                          <a:ea typeface="+mn-ea"/>
                        </a:rPr>
                        <a:t>여아용</a:t>
                      </a:r>
                      <a:endParaRPr lang="ko-KR" altLang="en-US" sz="75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5841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750" b="1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친환경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9090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수영장용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spc="-150" dirty="0"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70605"/>
                  </a:ext>
                </a:extLst>
              </a:tr>
              <a:tr h="144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1" spc="-15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(40</a:t>
                      </a:r>
                      <a:r>
                        <a:rPr lang="ko-KR" altLang="en-US" sz="750" spc="0" dirty="0">
                          <a:latin typeface="+mn-ea"/>
                          <a:ea typeface="+mn-ea"/>
                        </a:rPr>
                        <a:t>매 이하</a:t>
                      </a:r>
                      <a:r>
                        <a:rPr lang="en-US" altLang="ko-KR" sz="750" spc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50" spc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1870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42C67DD1-A899-C362-88DB-4771238E3C27}"/>
              </a:ext>
            </a:extLst>
          </p:cNvPr>
          <p:cNvSpPr txBox="1"/>
          <p:nvPr/>
        </p:nvSpPr>
        <p:spPr>
          <a:xfrm>
            <a:off x="4884974" y="4432008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609E229-E17D-5DE6-9196-20DA1F8767BD}"/>
              </a:ext>
            </a:extLst>
          </p:cNvPr>
          <p:cNvSpPr/>
          <p:nvPr/>
        </p:nvSpPr>
        <p:spPr>
          <a:xfrm>
            <a:off x="5175762" y="44768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65037"/>
              </p:ext>
            </p:extLst>
          </p:nvPr>
        </p:nvGraphicFramePr>
        <p:xfrm>
          <a:off x="10086305" y="636529"/>
          <a:ext cx="2850436" cy="383076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상품설명 상단 디폴트 정보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에서는 아코디언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기능 제공 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열림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딛힘</a:t>
                      </a:r>
                      <a:r>
                        <a:rPr lang="en-US" altLang="ko-KR" sz="800" b="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 행  마우스 오버 시 배경색 변경 및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열림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 상품 설명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스크롤 다운시에도  탭 영역이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고정되어 헤더에 고정 처리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우측 옵션 선택 및 구매 영역 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다운 시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고정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화면 스크롤 다운시에도  우측 해당 영역이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으로 고정되어 계속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바로구매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할 수 있도록 함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추가 시  출력 되는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옵션 선택 데이터 출력 영역 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버튼 케이스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화면 연결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CH-U-LO-01-01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5-2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버튼 케이스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장바구니 담기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바로 구매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전  출력되는 디폴트 가격안내 문구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로그인 후  출력되는 가격 영역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정의 참고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구매 확정 마일리지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마일리지 데이터는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디폴트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판매가에 따라 마일리지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407DEE03-8E6B-ED67-5134-623B66AB57BD}"/>
              </a:ext>
            </a:extLst>
          </p:cNvPr>
          <p:cNvSpPr/>
          <p:nvPr/>
        </p:nvSpPr>
        <p:spPr>
          <a:xfrm>
            <a:off x="5178047" y="39773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B18E2FEC-1AC6-A94C-AA15-52A649A04D67}"/>
              </a:ext>
            </a:extLst>
          </p:cNvPr>
          <p:cNvSpPr/>
          <p:nvPr/>
        </p:nvSpPr>
        <p:spPr>
          <a:xfrm>
            <a:off x="9642139" y="4965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1" name="오른쪽 중괄호 140">
            <a:extLst>
              <a:ext uri="{FF2B5EF4-FFF2-40B4-BE49-F238E27FC236}">
                <a16:creationId xmlns:a16="http://schemas.microsoft.com/office/drawing/2014/main" id="{AC38F5E4-56F7-5EED-4AA4-A6CF03CDBF0D}"/>
              </a:ext>
            </a:extLst>
          </p:cNvPr>
          <p:cNvSpPr/>
          <p:nvPr/>
        </p:nvSpPr>
        <p:spPr>
          <a:xfrm>
            <a:off x="9179189" y="3568930"/>
            <a:ext cx="803909" cy="370865"/>
          </a:xfrm>
          <a:prstGeom prst="rightBrace">
            <a:avLst>
              <a:gd name="adj1" fmla="val 8333"/>
              <a:gd name="adj2" fmla="val 64001"/>
            </a:avLst>
          </a:prstGeom>
          <a:ln w="952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5AC7F33-7968-440A-D6F1-A08F9317C7C8}"/>
              </a:ext>
            </a:extLst>
          </p:cNvPr>
          <p:cNvSpPr/>
          <p:nvPr/>
        </p:nvSpPr>
        <p:spPr>
          <a:xfrm>
            <a:off x="10000223" y="37082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91262-C3FD-35EC-96B8-02D9AF06735F}"/>
              </a:ext>
            </a:extLst>
          </p:cNvPr>
          <p:cNvSpPr/>
          <p:nvPr/>
        </p:nvSpPr>
        <p:spPr>
          <a:xfrm>
            <a:off x="9594019" y="4598312"/>
            <a:ext cx="2791605" cy="262117"/>
          </a:xfrm>
          <a:prstGeom prst="rect">
            <a:avLst/>
          </a:prstGeom>
          <a:solidFill>
            <a:srgbClr val="EB7A6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로그인 후 판매가 확인</a:t>
            </a: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86E2D4B-99FE-E63A-EB79-D7DF6B0C48CB}"/>
              </a:ext>
            </a:extLst>
          </p:cNvPr>
          <p:cNvSpPr/>
          <p:nvPr/>
        </p:nvSpPr>
        <p:spPr>
          <a:xfrm>
            <a:off x="12084846" y="4482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73483318-DB15-2EB9-F0C0-CCE71D2EED3C}"/>
              </a:ext>
            </a:extLst>
          </p:cNvPr>
          <p:cNvSpPr/>
          <p:nvPr/>
        </p:nvSpPr>
        <p:spPr>
          <a:xfrm>
            <a:off x="8938795" y="40444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77B410-A9F6-56A8-B90F-C08572343B27}"/>
              </a:ext>
            </a:extLst>
          </p:cNvPr>
          <p:cNvSpPr/>
          <p:nvPr/>
        </p:nvSpPr>
        <p:spPr>
          <a:xfrm>
            <a:off x="7510575" y="2474422"/>
            <a:ext cx="1889767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86BD414-5273-D49F-2EC1-B536EAA13279}"/>
              </a:ext>
            </a:extLst>
          </p:cNvPr>
          <p:cNvSpPr/>
          <p:nvPr/>
        </p:nvSpPr>
        <p:spPr>
          <a:xfrm>
            <a:off x="9192084" y="2403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66E003C-C8CB-2D8E-EC94-8F0FDFF974C1}"/>
              </a:ext>
            </a:extLst>
          </p:cNvPr>
          <p:cNvSpPr/>
          <p:nvPr/>
        </p:nvSpPr>
        <p:spPr>
          <a:xfrm>
            <a:off x="9138786" y="2820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6D040-1225-A4EC-3965-C99D289190F6}"/>
              </a:ext>
            </a:extLst>
          </p:cNvPr>
          <p:cNvSpPr txBox="1"/>
          <p:nvPr/>
        </p:nvSpPr>
        <p:spPr>
          <a:xfrm>
            <a:off x="7557553" y="2129717"/>
            <a:ext cx="1631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1200" b="1" i="0" spc="-150" dirty="0">
                <a:solidFill>
                  <a:srgbClr val="234DD3"/>
                </a:solidFill>
                <a:effectLst/>
                <a:latin typeface="+mn-ea"/>
              </a:rPr>
              <a:t>로그인 후 판매가 확인</a:t>
            </a:r>
            <a:endParaRPr lang="ko-KR" altLang="ko-KR" sz="1200" b="1" i="0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B8CB4F-7744-4036-0D7F-AA1A0E1B74E5}"/>
              </a:ext>
            </a:extLst>
          </p:cNvPr>
          <p:cNvSpPr/>
          <p:nvPr/>
        </p:nvSpPr>
        <p:spPr>
          <a:xfrm>
            <a:off x="7527691" y="2158053"/>
            <a:ext cx="1861266" cy="273551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48EFD628-697E-25B4-BDF1-D0F1310E968E}"/>
              </a:ext>
            </a:extLst>
          </p:cNvPr>
          <p:cNvSpPr/>
          <p:nvPr/>
        </p:nvSpPr>
        <p:spPr>
          <a:xfrm>
            <a:off x="9267717" y="20429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DF70F4-FCCA-159B-E1A0-C8EC2FBC8628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2EA157-EF72-3B13-D1C9-EF5EDA896273}"/>
              </a:ext>
            </a:extLst>
          </p:cNvPr>
          <p:cNvSpPr/>
          <p:nvPr/>
        </p:nvSpPr>
        <p:spPr>
          <a:xfrm>
            <a:off x="10087274" y="5627667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C04751-E47B-9FFD-2BF5-2561C07E9A2C}"/>
              </a:ext>
            </a:extLst>
          </p:cNvPr>
          <p:cNvSpPr/>
          <p:nvPr/>
        </p:nvSpPr>
        <p:spPr>
          <a:xfrm>
            <a:off x="10091838" y="5312699"/>
            <a:ext cx="2752524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6C7951-6768-673E-0D75-D61C93900260}"/>
              </a:ext>
            </a:extLst>
          </p:cNvPr>
          <p:cNvSpPr txBox="1"/>
          <p:nvPr/>
        </p:nvSpPr>
        <p:spPr>
          <a:xfrm>
            <a:off x="10016010" y="5063540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4C58AF11-D9F6-8837-AF39-47311DE84125}"/>
              </a:ext>
            </a:extLst>
          </p:cNvPr>
          <p:cNvSpPr/>
          <p:nvPr/>
        </p:nvSpPr>
        <p:spPr>
          <a:xfrm>
            <a:off x="216273" y="6300589"/>
            <a:ext cx="5037875" cy="539945"/>
          </a:xfrm>
          <a:prstGeom prst="flowChartPunchedTap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>
                    <a:lumMod val="50000"/>
                  </a:schemeClr>
                </a:solidFill>
              </a:rPr>
              <a:t>하단 중략</a:t>
            </a:r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C3CD7-96DF-9C7E-56D2-887E3FB6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" t="9794" r="-426" b="15061"/>
          <a:stretch>
            <a:fillRect/>
          </a:stretch>
        </p:blipFill>
        <p:spPr>
          <a:xfrm>
            <a:off x="288281" y="212105"/>
            <a:ext cx="4977659" cy="6376516"/>
          </a:xfrm>
          <a:prstGeom prst="rect">
            <a:avLst/>
          </a:prstGeom>
        </p:spPr>
      </p:pic>
      <p:sp>
        <p:nvSpPr>
          <p:cNvPr id="7" name="물결 6">
            <a:extLst>
              <a:ext uri="{FF2B5EF4-FFF2-40B4-BE49-F238E27FC236}">
                <a16:creationId xmlns:a16="http://schemas.microsoft.com/office/drawing/2014/main" id="{9374E607-D89C-6EE1-1A73-0FE477567079}"/>
              </a:ext>
            </a:extLst>
          </p:cNvPr>
          <p:cNvSpPr/>
          <p:nvPr/>
        </p:nvSpPr>
        <p:spPr>
          <a:xfrm>
            <a:off x="272353" y="5436493"/>
            <a:ext cx="4977659" cy="140622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하단 영역 중략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9568D9-CF32-899A-A9EE-AF4A4A52B367}"/>
              </a:ext>
            </a:extLst>
          </p:cNvPr>
          <p:cNvSpPr/>
          <p:nvPr/>
        </p:nvSpPr>
        <p:spPr>
          <a:xfrm>
            <a:off x="5541744" y="323925"/>
            <a:ext cx="4308512" cy="5912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2407AD25-69AF-42E6-A65A-B02200CF8E32}"/>
              </a:ext>
            </a:extLst>
          </p:cNvPr>
          <p:cNvSpPr txBox="1"/>
          <p:nvPr/>
        </p:nvSpPr>
        <p:spPr>
          <a:xfrm>
            <a:off x="5574685" y="387858"/>
            <a:ext cx="2028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고객님들의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자세한 후기를 들려주세요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14">
            <a:extLst>
              <a:ext uri="{FF2B5EF4-FFF2-40B4-BE49-F238E27FC236}">
                <a16:creationId xmlns:a16="http://schemas.microsoft.com/office/drawing/2014/main" id="{BB76517A-0A69-4A19-A9C1-800560424AFB}"/>
              </a:ext>
            </a:extLst>
          </p:cNvPr>
          <p:cNvSpPr txBox="1"/>
          <p:nvPr/>
        </p:nvSpPr>
        <p:spPr>
          <a:xfrm>
            <a:off x="5577548" y="599549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후기 작성  시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76DAE4-7A36-7D52-E291-992939FAE0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16" y="422795"/>
            <a:ext cx="434788" cy="43478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6EFD74-4CDE-607D-A1ED-2A2ED3528A48}"/>
              </a:ext>
            </a:extLst>
          </p:cNvPr>
          <p:cNvSpPr/>
          <p:nvPr/>
        </p:nvSpPr>
        <p:spPr>
          <a:xfrm rot="1622654">
            <a:off x="9375084" y="397376"/>
            <a:ext cx="438056" cy="170890"/>
          </a:xfrm>
          <a:prstGeom prst="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EVENT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92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16005</TotalTime>
  <Words>5688</Words>
  <Application>Microsoft Office PowerPoint</Application>
  <PresentationFormat>사용자 지정</PresentationFormat>
  <Paragraphs>1552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2076</cp:revision>
  <dcterms:created xsi:type="dcterms:W3CDTF">2020-09-28T12:25:11Z</dcterms:created>
  <dcterms:modified xsi:type="dcterms:W3CDTF">2026-08-06T08:22:54Z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