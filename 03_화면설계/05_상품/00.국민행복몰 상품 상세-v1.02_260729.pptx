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1803" r:id="rId5"/>
    <p:sldId id="624" r:id="rId6"/>
    <p:sldId id="1973" r:id="rId7"/>
    <p:sldId id="2003" r:id="rId8"/>
    <p:sldId id="2028" r:id="rId9"/>
    <p:sldId id="2002" r:id="rId10"/>
    <p:sldId id="2022" r:id="rId11"/>
    <p:sldId id="2018" r:id="rId12"/>
    <p:sldId id="2008" r:id="rId13"/>
    <p:sldId id="2019" r:id="rId14"/>
    <p:sldId id="2020" r:id="rId15"/>
    <p:sldId id="2021" r:id="rId16"/>
    <p:sldId id="2023" r:id="rId17"/>
    <p:sldId id="2024" r:id="rId18"/>
    <p:sldId id="2009" r:id="rId19"/>
    <p:sldId id="2016" r:id="rId20"/>
    <p:sldId id="2017" r:id="rId21"/>
    <p:sldId id="2025" r:id="rId22"/>
    <p:sldId id="2027" r:id="rId23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1D12336-2E87-4A35-B82E-58388DB74F13}">
          <p14:sldIdLst>
            <p14:sldId id="1803"/>
            <p14:sldId id="624"/>
            <p14:sldId id="1973"/>
          </p14:sldIdLst>
        </p14:section>
        <p14:section name="03_상품 상세" id="{5D06658F-88A9-4249-9D9A-3769C7D14741}">
          <p14:sldIdLst>
            <p14:sldId id="2003"/>
          </p14:sldIdLst>
        </p14:section>
        <p14:section name="0_모바일" id="{3E74C4AE-9902-4F12-A334-4749621D746C}">
          <p14:sldIdLst>
            <p14:sldId id="2028"/>
            <p14:sldId id="2002"/>
            <p14:sldId id="2022"/>
            <p14:sldId id="2018"/>
            <p14:sldId id="2008"/>
            <p14:sldId id="2019"/>
            <p14:sldId id="2020"/>
            <p14:sldId id="2021"/>
            <p14:sldId id="2023"/>
            <p14:sldId id="2024"/>
            <p14:sldId id="2009"/>
            <p14:sldId id="2016"/>
            <p14:sldId id="2017"/>
          </p14:sldIdLst>
        </p14:section>
        <p14:section name="0_PC" id="{6808EE20-551B-4C4D-A1DD-41F3AB14CFCE}">
          <p14:sldIdLst>
            <p14:sldId id="2025"/>
            <p14:sldId id="20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EB7A67"/>
    <a:srgbClr val="FF9933"/>
    <a:srgbClr val="34A44E"/>
    <a:srgbClr val="F28C7A"/>
    <a:srgbClr val="00589A"/>
    <a:srgbClr val="F9B129"/>
    <a:srgbClr val="235A9A"/>
    <a:srgbClr val="97C13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53" autoAdjust="0"/>
    <p:restoredTop sz="96391" autoAdjust="0"/>
  </p:normalViewPr>
  <p:slideViewPr>
    <p:cSldViewPr>
      <p:cViewPr>
        <p:scale>
          <a:sx n="150" d="100"/>
          <a:sy n="150" d="100"/>
        </p:scale>
        <p:origin x="-990" y="300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40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1-0-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2098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67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16704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3-1 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9"/>
            <a:ext cx="3444249" cy="580038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884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800983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260196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4-2 (노헤더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511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122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6" r:id="rId4"/>
    <p:sldLayoutId id="2147483672" r:id="rId5"/>
    <p:sldLayoutId id="2147483668" r:id="rId6"/>
    <p:sldLayoutId id="2147483669" r:id="rId7"/>
    <p:sldLayoutId id="2147483674" r:id="rId8"/>
    <p:sldLayoutId id="2147483670" r:id="rId9"/>
    <p:sldLayoutId id="2147483671" r:id="rId10"/>
    <p:sldLayoutId id="2147483673" r:id="rId11"/>
    <p:sldLayoutId id="2147483663" r:id="rId12"/>
    <p:sldLayoutId id="2147483662" r:id="rId13"/>
    <p:sldLayoutId id="2147483675" r:id="rId14"/>
    <p:sldLayoutId id="2147483654" r:id="rId15"/>
    <p:sldLayoutId id="2147483664" r:id="rId16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상품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상세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97415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2026-07-29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311782"/>
              </p:ext>
            </p:extLst>
          </p:nvPr>
        </p:nvGraphicFramePr>
        <p:xfrm>
          <a:off x="360289" y="1293813"/>
          <a:ext cx="12241360" cy="3927414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2026-07-07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2026-07-14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7/14 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화면설계 현업 </a:t>
                      </a: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컨펌완료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1.00v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버전 업 처리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1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7/16 </a:t>
                      </a:r>
                      <a:r>
                        <a:rPr kumimoji="1" lang="ko-KR" altLang="en-US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품절</a:t>
                      </a:r>
                      <a:r>
                        <a:rPr kumimoji="1" lang="en-US" altLang="ko-KR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판매중지 케이스 버튼 추가 반영</a:t>
                      </a:r>
                      <a:endParaRPr kumimoji="1" lang="ko-KR" altLang="en-US" sz="9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2026-07-29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7/29 </a:t>
                      </a:r>
                      <a:r>
                        <a:rPr kumimoji="1" lang="ko-KR" altLang="en-US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 상품 문의 답변 대기 상태인 경우</a:t>
                      </a:r>
                      <a:r>
                        <a:rPr kumimoji="1" lang="en-US" altLang="ko-KR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수정</a:t>
                      </a:r>
                      <a:r>
                        <a:rPr kumimoji="1" lang="en-US" altLang="ko-KR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 기능 누락 부분 반영</a:t>
                      </a:r>
                      <a:endParaRPr kumimoji="1" lang="en-US" altLang="ko-KR" sz="900" kern="0" spc="-150" noProof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5p 관련 </a:t>
                      </a:r>
                      <a:r>
                        <a:rPr kumimoji="1" lang="ko-KR" altLang="ko-KR" sz="700" b="0" i="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메세지</a:t>
                      </a:r>
                      <a:r>
                        <a:rPr kumimoji="1" lang="ko-KR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 정의 추가 반영</a:t>
                      </a:r>
                      <a:endParaRPr kumimoji="1" lang="en-US" altLang="ko-KR" sz="700" b="0" i="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16p CH-U-PR-02-(공통)상품 상세(문의)(TAB) - CH-U-PR-02-02-05</a:t>
                      </a:r>
                      <a:r>
                        <a:rPr kumimoji="1" lang="en-US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 / </a:t>
                      </a:r>
                      <a:r>
                        <a:rPr kumimoji="1" lang="ko-KR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5-8 추가 반영</a:t>
                      </a:r>
                      <a:endParaRPr kumimoji="1" lang="en-US" altLang="ko-KR" sz="700" b="0" i="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17p (공통)문의하기 레이어 팝업  CH-U-PR-02-02-06p</a:t>
                      </a:r>
                      <a:r>
                        <a:rPr kumimoji="1" lang="en-US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 / </a:t>
                      </a:r>
                      <a:r>
                        <a:rPr kumimoji="1" lang="ko-KR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7번 추가 반영</a:t>
                      </a:r>
                      <a:endParaRPr kumimoji="1" lang="ko-KR" altLang="en-US" sz="7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E085B-470E-6AA7-C28A-67AC44506E29}"/>
              </a:ext>
            </a:extLst>
          </p:cNvPr>
          <p:cNvSpPr txBox="1"/>
          <p:nvPr/>
        </p:nvSpPr>
        <p:spPr>
          <a:xfrm>
            <a:off x="288281" y="190942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해상도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03FED-A380-34E3-3753-5F290BC7FC7C}"/>
              </a:ext>
            </a:extLst>
          </p:cNvPr>
          <p:cNvSpPr txBox="1"/>
          <p:nvPr/>
        </p:nvSpPr>
        <p:spPr>
          <a:xfrm>
            <a:off x="360289" y="611957"/>
            <a:ext cx="6481688" cy="127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모바일: 최소 360px 지원 (기존 지원 유지)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태블릿: 768px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PC : 1440px / 지원 범위: 최소 1280px ~ 와이드 1920px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콘텐츠 영역: 최대 폭 1200px (기존 폭 유지)</a:t>
            </a:r>
          </a:p>
        </p:txBody>
      </p:sp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2B134-E0EC-61FA-B9AC-8386B88AD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C6C86D9-FF33-F09B-ECAB-AB92DC5FB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729007"/>
              </p:ext>
            </p:extLst>
          </p:nvPr>
        </p:nvGraphicFramePr>
        <p:xfrm>
          <a:off x="576313" y="4212357"/>
          <a:ext cx="11666539" cy="21516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83829">
                  <a:extLst>
                    <a:ext uri="{9D8B030D-6E8A-4147-A177-3AD203B41FA5}">
                      <a16:colId xmlns:a16="http://schemas.microsoft.com/office/drawing/2014/main" val="2110304962"/>
                    </a:ext>
                  </a:extLst>
                </a:gridCol>
                <a:gridCol w="655826">
                  <a:extLst>
                    <a:ext uri="{9D8B030D-6E8A-4147-A177-3AD203B41FA5}">
                      <a16:colId xmlns:a16="http://schemas.microsoft.com/office/drawing/2014/main" val="2549617251"/>
                    </a:ext>
                  </a:extLst>
                </a:gridCol>
                <a:gridCol w="696816">
                  <a:extLst>
                    <a:ext uri="{9D8B030D-6E8A-4147-A177-3AD203B41FA5}">
                      <a16:colId xmlns:a16="http://schemas.microsoft.com/office/drawing/2014/main" val="2122093185"/>
                    </a:ext>
                  </a:extLst>
                </a:gridCol>
                <a:gridCol w="789042">
                  <a:extLst>
                    <a:ext uri="{9D8B030D-6E8A-4147-A177-3AD203B41FA5}">
                      <a16:colId xmlns:a16="http://schemas.microsoft.com/office/drawing/2014/main" val="2983392441"/>
                    </a:ext>
                  </a:extLst>
                </a:gridCol>
                <a:gridCol w="5021171">
                  <a:extLst>
                    <a:ext uri="{9D8B030D-6E8A-4147-A177-3AD203B41FA5}">
                      <a16:colId xmlns:a16="http://schemas.microsoft.com/office/drawing/2014/main" val="258475755"/>
                    </a:ext>
                  </a:extLst>
                </a:gridCol>
                <a:gridCol w="3619855">
                  <a:extLst>
                    <a:ext uri="{9D8B030D-6E8A-4147-A177-3AD203B41FA5}">
                      <a16:colId xmlns:a16="http://schemas.microsoft.com/office/drawing/2014/main" val="686632032"/>
                    </a:ext>
                  </a:extLst>
                </a:gridCol>
              </a:tblGrid>
              <a:tr h="3256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REQ-H_PO_008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FRONT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상세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사용자는 상품 이미지, 가격, 옵션, </a:t>
                      </a:r>
                      <a:r>
                        <a:rPr lang="ko-KR" sz="800" u="none" strike="dblStrike" baseline="0" dirty="0">
                          <a:effectLst/>
                        </a:rPr>
                        <a:t>재고</a:t>
                      </a:r>
                      <a:r>
                        <a:rPr lang="ko-KR" sz="800" u="none" strike="noStrike" dirty="0">
                          <a:effectLst/>
                        </a:rPr>
                        <a:t>, 배송정보, 리뷰, 평점을 확인할 수 있어야 함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1. 바우처가 없는 일반회원도 동일하게 볼 수 있도록 로그인전/후 동일</a:t>
                      </a:r>
                      <a:br>
                        <a:rPr lang="ko-KR" sz="800" u="none" strike="noStrike">
                          <a:effectLst/>
                        </a:rPr>
                      </a:br>
                      <a:r>
                        <a:rPr lang="ko-KR" sz="800" u="none" strike="noStrike">
                          <a:effectLst/>
                        </a:rPr>
                        <a:t>&gt; 6/16 2시 회의</a:t>
                      </a:r>
                      <a:br>
                        <a:rPr lang="ko-KR" sz="800" u="none" strike="noStrike">
                          <a:effectLst/>
                        </a:rPr>
                      </a:br>
                      <a:r>
                        <a:rPr lang="ko-KR" sz="800" u="none" strike="noStrike">
                          <a:effectLst/>
                        </a:rPr>
                        <a:t>현재 로그인 전 비공개/ 로그인 후 공개는 동일하게 가져감</a:t>
                      </a:r>
                      <a:br>
                        <a:rPr lang="ko-KR" sz="800" u="none" strike="noStrike">
                          <a:effectLst/>
                        </a:rPr>
                      </a:br>
                      <a:r>
                        <a:rPr lang="ko-KR" sz="800" u="none" strike="noStrike">
                          <a:effectLst/>
                        </a:rPr>
                        <a:t>새로운 디자인 가이드만 적용하는 것으로 정의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354044"/>
                  </a:ext>
                </a:extLst>
              </a:tr>
              <a:tr h="641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REQ-H_PO_009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상세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 수량 및 옵션 </a:t>
                      </a:r>
                      <a:r>
                        <a:rPr lang="ko-KR" sz="800" u="none" strike="noStrike" dirty="0" err="1">
                          <a:effectLst/>
                        </a:rPr>
                        <a:t>변경시</a:t>
                      </a:r>
                      <a:r>
                        <a:rPr lang="ko-KR" sz="800" u="none" strike="noStrike" dirty="0">
                          <a:effectLst/>
                        </a:rPr>
                        <a:t> 최종 금액을 보여주어야 함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1. 바우처가 없는 일반회원도 동일하게 볼 수 있도록 </a:t>
                      </a:r>
                      <a:r>
                        <a:rPr lang="ko-KR" sz="800" u="none" strike="noStrike" dirty="0" err="1">
                          <a:effectLst/>
                        </a:rPr>
                        <a:t>로그인전</a:t>
                      </a:r>
                      <a:r>
                        <a:rPr lang="ko-KR" sz="800" u="none" strike="noStrike" dirty="0">
                          <a:effectLst/>
                        </a:rPr>
                        <a:t>/후 동일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2. 현재 개발 화면상 구현되어 있음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&gt; 6/16 2시 회의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현재 로그인 전 비공개/ 로그인 후 공개는 동일하게 </a:t>
                      </a:r>
                      <a:r>
                        <a:rPr lang="ko-KR" sz="800" u="none" strike="noStrike" dirty="0" err="1">
                          <a:effectLst/>
                        </a:rPr>
                        <a:t>가져감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새로운 디자인 가이드만 적용하는 것으로 정의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995910"/>
                  </a:ext>
                </a:extLst>
              </a:tr>
              <a:tr h="641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REQ-H_PO_010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상세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선택한 상품을 장바구니에 담을 수 있어야 하며 장바구니화면 및 주문화면으로 이동할 수 있어야 함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현재 개발 화면상 구현되어 있음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499538"/>
                  </a:ext>
                </a:extLst>
              </a:tr>
              <a:tr h="1678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REQ-H_PO_011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상세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해당상품과 연관되는 상품을 보여줌.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연관 상품 정책 정의 필요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&gt;6/16 2시 회의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영역만 제공하는 것으로 함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7902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68E0A6C-0D28-0AEC-9486-AD97B15E16DC}"/>
              </a:ext>
            </a:extLst>
          </p:cNvPr>
          <p:cNvSpPr txBox="1"/>
          <p:nvPr/>
        </p:nvSpPr>
        <p:spPr>
          <a:xfrm>
            <a:off x="5460497" y="2196133"/>
            <a:ext cx="20409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상세</a:t>
            </a:r>
          </a:p>
        </p:txBody>
      </p:sp>
    </p:spTree>
    <p:extLst>
      <p:ext uri="{BB962C8B-B14F-4D97-AF65-F5344CB8AC3E}">
        <p14:creationId xmlns:p14="http://schemas.microsoft.com/office/powerpoint/2010/main" val="906849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C13730-D747-9F2A-41B5-E68545DC6413}"/>
              </a:ext>
            </a:extLst>
          </p:cNvPr>
          <p:cNvSpPr txBox="1"/>
          <p:nvPr/>
        </p:nvSpPr>
        <p:spPr>
          <a:xfrm>
            <a:off x="288281" y="251917"/>
            <a:ext cx="882036" cy="266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</a:t>
            </a:r>
            <a:endParaRPr lang="en-US" altLang="ko-KR" sz="1129" b="1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50">
            <a:extLst>
              <a:ext uri="{FF2B5EF4-FFF2-40B4-BE49-F238E27FC236}">
                <a16:creationId xmlns:a16="http://schemas.microsoft.com/office/drawing/2014/main" id="{211E65FB-FC24-54C1-383F-642FB59D6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208649"/>
              </p:ext>
            </p:extLst>
          </p:nvPr>
        </p:nvGraphicFramePr>
        <p:xfrm>
          <a:off x="407381" y="683965"/>
          <a:ext cx="12147175" cy="507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964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1285247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1738516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23547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132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0345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76760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44356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상세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상세 정보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)(TAB)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CH-U-PR-02-02-02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CH-U-PR-02-02-04</a:t>
                      </a:r>
                      <a:endParaRPr lang="ko-KR" altLang="en-US" sz="800" spc="-8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CH-U-PR-02-02-05</a:t>
                      </a:r>
                      <a:endParaRPr lang="ko-KR" altLang="en-US" sz="800" spc="-80" dirty="0"/>
                    </a:p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버튼을 누른 경우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아이콘 클릭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목록에 등록되었습니다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장바구니 담기 옵션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수량 선택 레이어</a:t>
                      </a:r>
                    </a:p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장바구니 담기 수량 선택 레이어</a:t>
                      </a:r>
                    </a:p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 버튼 옵션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수량 선택 레이어</a:t>
                      </a:r>
                    </a:p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 버튼 수량 선택 레이어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CH-U-PR-02-02-0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en-US" sz="800" dirty="0" err="1"/>
                        <a:t>p</a:t>
                      </a:r>
                      <a:endParaRPr lang="en-US" altLang="ko-KR" sz="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CH-U-PR-02-02-0</a:t>
                      </a:r>
                      <a:r>
                        <a:rPr lang="en-US" altLang="ko-KR" sz="800" dirty="0"/>
                        <a:t>8</a:t>
                      </a:r>
                      <a:r>
                        <a:rPr lang="ko-KR" altLang="en-US" sz="800" dirty="0" err="1"/>
                        <a:t>p</a:t>
                      </a:r>
                      <a:endParaRPr lang="en-US" altLang="ko-KR" sz="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CH-U-PR-02-02-</a:t>
                      </a:r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 err="1"/>
                        <a:t>p</a:t>
                      </a:r>
                      <a:endParaRPr lang="ko-KR" altLang="en-US" sz="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CH-U-PR-02-02-</a:t>
                      </a:r>
                      <a:r>
                        <a:rPr lang="en-US" altLang="ko-KR" sz="800" dirty="0"/>
                        <a:t>11</a:t>
                      </a:r>
                      <a:r>
                        <a:rPr lang="ko-KR" altLang="en-US" sz="800" dirty="0" err="1"/>
                        <a:t>p</a:t>
                      </a:r>
                      <a:endParaRPr lang="ko-KR" altLang="en-US" sz="80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수량 선택 값을 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시도하는 경우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최소 수량은 무조건 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수량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수량은 최소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부터 담기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가능합니다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장바구니 담기 옵션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수량 선택 레이어</a:t>
                      </a:r>
                    </a:p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 버튼 옵션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수량 선택 레이어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CH-U-PR-02-02-0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en-US" sz="800" dirty="0" err="1"/>
                        <a:t>p</a:t>
                      </a:r>
                      <a:endParaRPr lang="en-US" altLang="ko-KR" sz="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CH-U-PR-02-02-</a:t>
                      </a:r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 err="1"/>
                        <a:t>p</a:t>
                      </a:r>
                      <a:endParaRPr lang="ko-KR" altLang="en-US" sz="80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옵션을 선택하지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옵션을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</a:rPr>
                        <a:t>공통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</a:rPr>
                        <a:t>상품 상세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</a:rPr>
                        <a:t>후기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</a:rPr>
                        <a:t>)(TAB)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</a:rPr>
                        <a:t>CH-U-PR-02-02-04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대기 상태의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 문의 글을 삭제 시도한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작성된 문의를 삭제 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 및  삭제 처리 후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리프레시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83402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유형을 선택하지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유형을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제목을 입력하지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제목을 입력해 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32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내용을 입력하지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내용을 입력해 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내용에 최대 입력 가능 글자 수 초과 한 경우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(1,000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최대 입력 가능 글자 수를 초과하였습니다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글  정상 입력 완료 후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작성하신 문의 글을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정상등록 완료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얼럿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출력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07878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글 정상 등록 시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정상등록 완료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문의가  정상 등록되었습니다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21464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CH-U-PR-02-02-06p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작성 중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버튼 클릭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작성된 내용을 삭제하고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등록을 취소하시겠습니까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 및  레이어 팝업 닫힘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CH-U-PR-02-02-06p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대기 상태인 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 문의 글 수정 후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재등록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 버튼 클릭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문의가  정상  적으로 수정되었습니다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571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E6057A-F487-7DE7-1919-40F201684E6C}"/>
              </a:ext>
            </a:extLst>
          </p:cNvPr>
          <p:cNvSpPr txBox="1"/>
          <p:nvPr/>
        </p:nvSpPr>
        <p:spPr>
          <a:xfrm>
            <a:off x="1307907" y="78285"/>
            <a:ext cx="14302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상세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설명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)(TAB)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80068-30FA-EF16-0A1E-707D38CD8FDF}"/>
              </a:ext>
            </a:extLst>
          </p:cNvPr>
          <p:cNvSpPr txBox="1"/>
          <p:nvPr/>
        </p:nvSpPr>
        <p:spPr>
          <a:xfrm>
            <a:off x="1302717" y="330494"/>
            <a:ext cx="33714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상세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4BC78A-F159-9443-840D-3D70B2CE8E0A}"/>
              </a:ext>
            </a:extLst>
          </p:cNvPr>
          <p:cNvSpPr/>
          <p:nvPr/>
        </p:nvSpPr>
        <p:spPr>
          <a:xfrm>
            <a:off x="7921129" y="58428"/>
            <a:ext cx="112498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CH-U-PR-02-02-02</a:t>
            </a:r>
            <a:endParaRPr lang="ko-KR" altLang="en-US" sz="1000" spc="-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496004-2E0A-7CA6-5F1B-B5733D08A01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9389DB-89A2-86E3-3920-956C6390CD5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DFC6B9B-38D5-9261-6895-02AF1CEEE78E}"/>
              </a:ext>
            </a:extLst>
          </p:cNvPr>
          <p:cNvSpPr/>
          <p:nvPr/>
        </p:nvSpPr>
        <p:spPr>
          <a:xfrm>
            <a:off x="157868" y="905956"/>
            <a:ext cx="3436432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17E11BEF-BBBE-E868-E84C-7D89776A467E}"/>
              </a:ext>
            </a:extLst>
          </p:cNvPr>
          <p:cNvGrpSpPr/>
          <p:nvPr/>
        </p:nvGrpSpPr>
        <p:grpSpPr>
          <a:xfrm>
            <a:off x="151074" y="2556173"/>
            <a:ext cx="3445266" cy="1247772"/>
            <a:chOff x="2191413" y="1613537"/>
            <a:chExt cx="3445266" cy="1247772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648AF5F3-D136-4911-5F81-2403C5E29E8E}"/>
                </a:ext>
              </a:extLst>
            </p:cNvPr>
            <p:cNvSpPr txBox="1"/>
            <p:nvPr/>
          </p:nvSpPr>
          <p:spPr>
            <a:xfrm>
              <a:off x="2201837" y="1613537"/>
              <a:ext cx="3301944" cy="7155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상품명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A9302753-388C-AE22-0137-D98E0D19C5EE}"/>
                </a:ext>
              </a:extLst>
            </p:cNvPr>
            <p:cNvSpPr txBox="1"/>
            <p:nvPr/>
          </p:nvSpPr>
          <p:spPr>
            <a:xfrm>
              <a:off x="4296615" y="2461199"/>
              <a:ext cx="134006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100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110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110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100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100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62B9E5B4-2D39-FA57-87A7-22B882BFC990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CAF2B98E-D931-3F6A-E549-1BB0771543AF}"/>
              </a:ext>
            </a:extLst>
          </p:cNvPr>
          <p:cNvGrpSpPr/>
          <p:nvPr/>
        </p:nvGrpSpPr>
        <p:grpSpPr>
          <a:xfrm>
            <a:off x="819241" y="2637557"/>
            <a:ext cx="482570" cy="207749"/>
            <a:chOff x="5613970" y="995901"/>
            <a:chExt cx="482570" cy="207749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736813EC-BEB2-F058-B273-A5DBB1BEE167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0978F0D1-4865-4A28-25AC-33DC42E3A280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9E1251A7-40C0-CAB1-289F-616A9A9F5715}"/>
              </a:ext>
            </a:extLst>
          </p:cNvPr>
          <p:cNvGrpSpPr/>
          <p:nvPr/>
        </p:nvGrpSpPr>
        <p:grpSpPr>
          <a:xfrm>
            <a:off x="1160990" y="2637557"/>
            <a:ext cx="415498" cy="207749"/>
            <a:chOff x="5585876" y="994409"/>
            <a:chExt cx="415498" cy="207749"/>
          </a:xfrm>
        </p:grpSpPr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AB9EFA70-6EEC-62C3-631A-D61E3944E7D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148092F-FC32-B7D5-FC9E-4BCB17AE653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37506E63-74EC-EB49-A3E2-4532F3635023}"/>
              </a:ext>
            </a:extLst>
          </p:cNvPr>
          <p:cNvSpPr txBox="1"/>
          <p:nvPr/>
        </p:nvSpPr>
        <p:spPr>
          <a:xfrm>
            <a:off x="2199564" y="3437642"/>
            <a:ext cx="9176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8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8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8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9C431E8F-9096-E3B4-CC7E-468546A1D94E}"/>
              </a:ext>
            </a:extLst>
          </p:cNvPr>
          <p:cNvCxnSpPr>
            <a:cxnSpLocks/>
          </p:cNvCxnSpPr>
          <p:nvPr/>
        </p:nvCxnSpPr>
        <p:spPr>
          <a:xfrm rot="-900000">
            <a:off x="2456177" y="347899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183E7EE5-55CA-B133-61FB-C8D3CA5F3997}"/>
              </a:ext>
            </a:extLst>
          </p:cNvPr>
          <p:cNvSpPr txBox="1"/>
          <p:nvPr/>
        </p:nvSpPr>
        <p:spPr>
          <a:xfrm>
            <a:off x="1984932" y="371086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5C5B3963-3F3E-689B-16E7-63FE3CED8323}"/>
              </a:ext>
            </a:extLst>
          </p:cNvPr>
          <p:cNvSpPr txBox="1"/>
          <p:nvPr/>
        </p:nvSpPr>
        <p:spPr>
          <a:xfrm>
            <a:off x="2783164" y="3708301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3FF6CE07-791F-79D4-8F9B-2F8F21F1D5B7}"/>
              </a:ext>
            </a:extLst>
          </p:cNvPr>
          <p:cNvCxnSpPr/>
          <p:nvPr/>
        </p:nvCxnSpPr>
        <p:spPr>
          <a:xfrm>
            <a:off x="191640" y="4259683"/>
            <a:ext cx="3348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14">
            <a:extLst>
              <a:ext uri="{FF2B5EF4-FFF2-40B4-BE49-F238E27FC236}">
                <a16:creationId xmlns:a16="http://schemas.microsoft.com/office/drawing/2014/main" id="{73DC8329-56BB-AE25-253F-9A545936B566}"/>
              </a:ext>
            </a:extLst>
          </p:cNvPr>
          <p:cNvSpPr txBox="1"/>
          <p:nvPr/>
        </p:nvSpPr>
        <p:spPr>
          <a:xfrm>
            <a:off x="210144" y="4592200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6" name="TextBox 114">
            <a:extLst>
              <a:ext uri="{FF2B5EF4-FFF2-40B4-BE49-F238E27FC236}">
                <a16:creationId xmlns:a16="http://schemas.microsoft.com/office/drawing/2014/main" id="{491DF05B-EA8B-DE79-5AAC-2351B4DBAB6B}"/>
              </a:ext>
            </a:extLst>
          </p:cNvPr>
          <p:cNvSpPr txBox="1"/>
          <p:nvPr/>
        </p:nvSpPr>
        <p:spPr>
          <a:xfrm>
            <a:off x="518039" y="4590732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7/9(</a:t>
            </a:r>
            <a:r>
              <a:rPr lang="ko-KR" altLang="en-US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도착예정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700" b="1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636A4CE5-9CA3-785E-EF39-FF81020E6E4C}"/>
              </a:ext>
            </a:extLst>
          </p:cNvPr>
          <p:cNvCxnSpPr/>
          <p:nvPr/>
        </p:nvCxnSpPr>
        <p:spPr>
          <a:xfrm>
            <a:off x="210144" y="5086064"/>
            <a:ext cx="325135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14">
            <a:extLst>
              <a:ext uri="{FF2B5EF4-FFF2-40B4-BE49-F238E27FC236}">
                <a16:creationId xmlns:a16="http://schemas.microsoft.com/office/drawing/2014/main" id="{A9A9241E-DA12-98D0-3AA0-35C7811DE11B}"/>
              </a:ext>
            </a:extLst>
          </p:cNvPr>
          <p:cNvSpPr txBox="1"/>
          <p:nvPr/>
        </p:nvSpPr>
        <p:spPr>
          <a:xfrm>
            <a:off x="181663" y="5084596"/>
            <a:ext cx="1088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다른 고객이 함께 본 상품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995D5320-9814-EA81-A517-F93C6C9D4211}"/>
              </a:ext>
            </a:extLst>
          </p:cNvPr>
          <p:cNvSpPr/>
          <p:nvPr/>
        </p:nvSpPr>
        <p:spPr>
          <a:xfrm>
            <a:off x="259800" y="5209964"/>
            <a:ext cx="910298" cy="83450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9A8675E0-2B73-D616-09DD-ED4D2522AFEE}"/>
              </a:ext>
            </a:extLst>
          </p:cNvPr>
          <p:cNvSpPr/>
          <p:nvPr/>
        </p:nvSpPr>
        <p:spPr>
          <a:xfrm>
            <a:off x="225879" y="5350562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990A9672-4BFB-4C42-1A5A-4E59DD0405E6}"/>
              </a:ext>
            </a:extLst>
          </p:cNvPr>
          <p:cNvSpPr txBox="1"/>
          <p:nvPr/>
        </p:nvSpPr>
        <p:spPr>
          <a:xfrm>
            <a:off x="124890" y="6011947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DA1427A9-F6A7-A3B2-CF03-8380FC26F4F1}"/>
              </a:ext>
            </a:extLst>
          </p:cNvPr>
          <p:cNvSpPr/>
          <p:nvPr/>
        </p:nvSpPr>
        <p:spPr>
          <a:xfrm>
            <a:off x="1202132" y="5348639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8D9EA0ED-4017-4590-2092-4185CFAE8F4C}"/>
              </a:ext>
            </a:extLst>
          </p:cNvPr>
          <p:cNvSpPr txBox="1"/>
          <p:nvPr/>
        </p:nvSpPr>
        <p:spPr>
          <a:xfrm>
            <a:off x="1101143" y="6010024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D5846435-3837-E656-7FD6-EB47C868696A}"/>
              </a:ext>
            </a:extLst>
          </p:cNvPr>
          <p:cNvSpPr/>
          <p:nvPr/>
        </p:nvSpPr>
        <p:spPr>
          <a:xfrm>
            <a:off x="2152978" y="5346500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D51F206E-277B-499B-FD1C-ECD2BA3F33CC}"/>
              </a:ext>
            </a:extLst>
          </p:cNvPr>
          <p:cNvSpPr txBox="1"/>
          <p:nvPr/>
        </p:nvSpPr>
        <p:spPr>
          <a:xfrm>
            <a:off x="2051989" y="6007885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A250B303-990C-A210-AFE5-9AB863111094}"/>
              </a:ext>
            </a:extLst>
          </p:cNvPr>
          <p:cNvSpPr/>
          <p:nvPr/>
        </p:nvSpPr>
        <p:spPr>
          <a:xfrm>
            <a:off x="3077978" y="5354067"/>
            <a:ext cx="504364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19D9622F-CD50-BA65-68CD-D5ED382223C4}"/>
              </a:ext>
            </a:extLst>
          </p:cNvPr>
          <p:cNvSpPr txBox="1"/>
          <p:nvPr/>
        </p:nvSpPr>
        <p:spPr>
          <a:xfrm>
            <a:off x="2992703" y="6009593"/>
            <a:ext cx="616006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상품명상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</a:p>
        </p:txBody>
      </p: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DC6FB42F-88E3-8186-8A5A-DA0A0B210C36}"/>
              </a:ext>
            </a:extLst>
          </p:cNvPr>
          <p:cNvGrpSpPr/>
          <p:nvPr/>
        </p:nvGrpSpPr>
        <p:grpSpPr>
          <a:xfrm>
            <a:off x="210144" y="4398364"/>
            <a:ext cx="736078" cy="216234"/>
            <a:chOff x="216273" y="4223356"/>
            <a:chExt cx="736078" cy="216234"/>
          </a:xfrm>
        </p:grpSpPr>
        <p:sp>
          <p:nvSpPr>
            <p:cNvPr id="164" name="TextBox 114">
              <a:extLst>
                <a:ext uri="{FF2B5EF4-FFF2-40B4-BE49-F238E27FC236}">
                  <a16:creationId xmlns:a16="http://schemas.microsoft.com/office/drawing/2014/main" id="{849851E4-FF34-CE8C-F101-904FEF99047C}"/>
                </a:ext>
              </a:extLst>
            </p:cNvPr>
            <p:cNvSpPr txBox="1"/>
            <p:nvPr/>
          </p:nvSpPr>
          <p:spPr>
            <a:xfrm>
              <a:off x="216273" y="422335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배송비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8" name="TextBox 114">
              <a:extLst>
                <a:ext uri="{FF2B5EF4-FFF2-40B4-BE49-F238E27FC236}">
                  <a16:creationId xmlns:a16="http://schemas.microsoft.com/office/drawing/2014/main" id="{7389BC9D-9E27-AE00-EDA9-D2CF45EF5401}"/>
                </a:ext>
              </a:extLst>
            </p:cNvPr>
            <p:cNvSpPr txBox="1"/>
            <p:nvPr/>
          </p:nvSpPr>
          <p:spPr>
            <a:xfrm>
              <a:off x="520823" y="4224146"/>
              <a:ext cx="43152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b="1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r>
                <a:rPr lang="ko-KR" altLang="en-US" sz="800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무료</a:t>
              </a:r>
              <a:r>
                <a:rPr lang="en-US" altLang="ko-KR" sz="800" b="1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F2F1208-43AA-D8A7-581F-E0D1C59E562A}"/>
              </a:ext>
            </a:extLst>
          </p:cNvPr>
          <p:cNvSpPr txBox="1"/>
          <p:nvPr/>
        </p:nvSpPr>
        <p:spPr>
          <a:xfrm>
            <a:off x="3983784" y="132621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4E6D05A-8113-A44D-2D62-942D8398C648}"/>
              </a:ext>
            </a:extLst>
          </p:cNvPr>
          <p:cNvCxnSpPr/>
          <p:nvPr/>
        </p:nvCxnSpPr>
        <p:spPr>
          <a:xfrm>
            <a:off x="3983784" y="155704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DF59A51-1626-5ABD-AB82-3DBB60BBD14D}"/>
              </a:ext>
            </a:extLst>
          </p:cNvPr>
          <p:cNvCxnSpPr/>
          <p:nvPr/>
        </p:nvCxnSpPr>
        <p:spPr>
          <a:xfrm>
            <a:off x="4015534" y="156339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BBB18D93-7803-6589-9F70-790FC64BAF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7" t="9793" r="170" b="35902"/>
          <a:stretch>
            <a:fillRect/>
          </a:stretch>
        </p:blipFill>
        <p:spPr>
          <a:xfrm>
            <a:off x="4002868" y="3500890"/>
            <a:ext cx="3345302" cy="3115712"/>
          </a:xfrm>
          <a:prstGeom prst="rect">
            <a:avLst/>
          </a:prstGeom>
        </p:spPr>
      </p:pic>
      <p:sp>
        <p:nvSpPr>
          <p:cNvPr id="18" name="물결 17">
            <a:extLst>
              <a:ext uri="{FF2B5EF4-FFF2-40B4-BE49-F238E27FC236}">
                <a16:creationId xmlns:a16="http://schemas.microsoft.com/office/drawing/2014/main" id="{98ABDB43-8A09-A240-97DD-F116535FB018}"/>
              </a:ext>
            </a:extLst>
          </p:cNvPr>
          <p:cNvSpPr/>
          <p:nvPr/>
        </p:nvSpPr>
        <p:spPr>
          <a:xfrm>
            <a:off x="3954595" y="6014042"/>
            <a:ext cx="3461030" cy="586574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158B9DA7-BFF0-1546-1C8F-098F809931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28" r="1328"/>
          <a:stretch>
            <a:fillRect/>
          </a:stretch>
        </p:blipFill>
        <p:spPr>
          <a:xfrm>
            <a:off x="1004711" y="1004791"/>
            <a:ext cx="1653664" cy="1666009"/>
          </a:xfrm>
          <a:prstGeom prst="rect">
            <a:avLst/>
          </a:prstGeom>
        </p:spPr>
      </p:pic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BF10AFFF-5411-5F9B-66FA-20100B92CFD6}"/>
              </a:ext>
            </a:extLst>
          </p:cNvPr>
          <p:cNvSpPr/>
          <p:nvPr/>
        </p:nvSpPr>
        <p:spPr>
          <a:xfrm>
            <a:off x="1570943" y="2343091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31" name="Group 59">
            <a:extLst>
              <a:ext uri="{FF2B5EF4-FFF2-40B4-BE49-F238E27FC236}">
                <a16:creationId xmlns:a16="http://schemas.microsoft.com/office/drawing/2014/main" id="{E28AE772-4856-7DEE-1BF9-382A012C6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837707"/>
              </p:ext>
            </p:extLst>
          </p:nvPr>
        </p:nvGraphicFramePr>
        <p:xfrm>
          <a:off x="10086305" y="636529"/>
          <a:ext cx="2850436" cy="631558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 정보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 목록 화면으로 리스트업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CH-U-MY-03-01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 한 상품은 찜 아이콘 활성화 처리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 영역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등록한 상품 이미지 롤링 가능 영역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(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해당영역 관리자 최대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 등록 가능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  평균 점수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개수 출력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하단 후기 탭 활성화 후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스크롤 업 처리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후기 탭이 활성화 된 채로 후기 영역으로 화면 이동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확정 마일리지 데이터 출력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확정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적립되는 마일리지 데이터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전 디폴트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“0”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값으로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*7/10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기준 마일리지 적립 비율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기준 미정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배송비 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배송비 데이터 값 출력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배송 데이터 값 출력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(AS-IS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배송정보 데이터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다른 고객이 함께 본 상품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연관 상품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가로 스크롤 기능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개씩 출력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 옵션 유무에 따라 레이어 구분하여 출력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CH-U-PR-02-02-08p / CH-U-PR-02-02-09p 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이벤트 배너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관리에서 설정한 상품 상세 이벤트 배너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해당 이벤트 상세페이지 이동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설명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 활성화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 입력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등록한 상품  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이미지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옵션 유무에 따라 레이어 구분하여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CH-U-PR-02-02-08p / CH-U-PR-02-02-09p 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436180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바로구매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 옵션 유무에 따라 레이어 구분하여 출력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CH-U-PR-02-02-10p / CH-U-PR-02-02-11p </a:t>
                      </a:r>
                    </a:p>
                    <a:p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선택  완료 후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결제하기 화면으로 이동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CH-U-CA-02-01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19297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전  출력되는 버튼 케이스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화면 연결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CH-U-LO-01-01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62530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전   디폴트 가격 안내 문구로 출력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(PC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정의 참고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i="0" spc="-150" dirty="0">
                          <a:solidFill>
                            <a:srgbClr val="234DD3"/>
                          </a:solidFill>
                          <a:effectLst/>
                          <a:latin typeface="+mn-ea"/>
                        </a:rPr>
                        <a:t>로그인 후 판매가 확인</a:t>
                      </a:r>
                      <a:endParaRPr lang="ko-KR" altLang="ko-KR" sz="800" b="1" i="0" spc="-150" dirty="0">
                        <a:solidFill>
                          <a:srgbClr val="234DD3"/>
                        </a:solidFill>
                        <a:effectLst/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925492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066618-0160-0A85-2A7F-D3D36193B037}"/>
              </a:ext>
            </a:extLst>
          </p:cNvPr>
          <p:cNvSpPr/>
          <p:nvPr/>
        </p:nvSpPr>
        <p:spPr>
          <a:xfrm>
            <a:off x="3977434" y="662951"/>
            <a:ext cx="3411248" cy="5912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114">
            <a:extLst>
              <a:ext uri="{FF2B5EF4-FFF2-40B4-BE49-F238E27FC236}">
                <a16:creationId xmlns:a16="http://schemas.microsoft.com/office/drawing/2014/main" id="{BA1D53ED-BC3D-C8A2-AD8D-EBCC3BCBC591}"/>
              </a:ext>
            </a:extLst>
          </p:cNvPr>
          <p:cNvSpPr txBox="1"/>
          <p:nvPr/>
        </p:nvSpPr>
        <p:spPr>
          <a:xfrm>
            <a:off x="4010375" y="726884"/>
            <a:ext cx="20281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b="1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고객님들의</a:t>
            </a:r>
            <a:r>
              <a:rPr lang="ko-KR" altLang="en-US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자세한 후기를 들려주세요</a:t>
            </a:r>
            <a:r>
              <a:rPr lang="en-US" altLang="ko-KR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0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114">
            <a:extLst>
              <a:ext uri="{FF2B5EF4-FFF2-40B4-BE49-F238E27FC236}">
                <a16:creationId xmlns:a16="http://schemas.microsoft.com/office/drawing/2014/main" id="{C2930CB6-24A6-7B31-CA5A-EEEA4906E09F}"/>
              </a:ext>
            </a:extLst>
          </p:cNvPr>
          <p:cNvSpPr txBox="1"/>
          <p:nvPr/>
        </p:nvSpPr>
        <p:spPr>
          <a:xfrm>
            <a:off x="4013238" y="938575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후기 작성  시</a:t>
            </a:r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</a:t>
            </a:r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71E9DD4B-E42C-06DD-0F9A-7B74B009B0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057" y="761821"/>
            <a:ext cx="434788" cy="434788"/>
          </a:xfrm>
          <a:prstGeom prst="rect">
            <a:avLst/>
          </a:prstGeom>
        </p:spPr>
      </p:pic>
      <p:sp>
        <p:nvSpPr>
          <p:cNvPr id="46" name="직사각형 45">
            <a:extLst>
              <a:ext uri="{FF2B5EF4-FFF2-40B4-BE49-F238E27FC236}">
                <a16:creationId xmlns:a16="http://schemas.microsoft.com/office/drawing/2014/main" id="{CDE789D5-9A6C-DEC5-A8C4-69BAA093905C}"/>
              </a:ext>
            </a:extLst>
          </p:cNvPr>
          <p:cNvSpPr/>
          <p:nvPr/>
        </p:nvSpPr>
        <p:spPr>
          <a:xfrm rot="1622654">
            <a:off x="6935725" y="736402"/>
            <a:ext cx="438056" cy="170890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EVENT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4" name="하트 3">
            <a:extLst>
              <a:ext uri="{FF2B5EF4-FFF2-40B4-BE49-F238E27FC236}">
                <a16:creationId xmlns:a16="http://schemas.microsoft.com/office/drawing/2014/main" id="{9D8DCB8A-CDE6-56A0-DB2C-263C2BD9A284}"/>
              </a:ext>
            </a:extLst>
          </p:cNvPr>
          <p:cNvSpPr/>
          <p:nvPr/>
        </p:nvSpPr>
        <p:spPr>
          <a:xfrm>
            <a:off x="3253845" y="1002128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하트 9">
            <a:extLst>
              <a:ext uri="{FF2B5EF4-FFF2-40B4-BE49-F238E27FC236}">
                <a16:creationId xmlns:a16="http://schemas.microsoft.com/office/drawing/2014/main" id="{C6C3246E-142D-3D82-915B-DDA90B90626D}"/>
              </a:ext>
            </a:extLst>
          </p:cNvPr>
          <p:cNvSpPr/>
          <p:nvPr/>
        </p:nvSpPr>
        <p:spPr>
          <a:xfrm>
            <a:off x="850436" y="5397630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하트 16">
            <a:extLst>
              <a:ext uri="{FF2B5EF4-FFF2-40B4-BE49-F238E27FC236}">
                <a16:creationId xmlns:a16="http://schemas.microsoft.com/office/drawing/2014/main" id="{092342EF-2619-48F7-68E5-8A2EBEF00FCE}"/>
              </a:ext>
            </a:extLst>
          </p:cNvPr>
          <p:cNvSpPr/>
          <p:nvPr/>
        </p:nvSpPr>
        <p:spPr>
          <a:xfrm>
            <a:off x="1873793" y="5391988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하트 20">
            <a:extLst>
              <a:ext uri="{FF2B5EF4-FFF2-40B4-BE49-F238E27FC236}">
                <a16:creationId xmlns:a16="http://schemas.microsoft.com/office/drawing/2014/main" id="{F1E376C8-333F-1258-B6F1-5D7406A4A135}"/>
              </a:ext>
            </a:extLst>
          </p:cNvPr>
          <p:cNvSpPr/>
          <p:nvPr/>
        </p:nvSpPr>
        <p:spPr>
          <a:xfrm>
            <a:off x="2817006" y="5391988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TextBox 114">
            <a:extLst>
              <a:ext uri="{FF2B5EF4-FFF2-40B4-BE49-F238E27FC236}">
                <a16:creationId xmlns:a16="http://schemas.microsoft.com/office/drawing/2014/main" id="{004B9B26-258E-D4FC-127D-4CDDAEEA5770}"/>
              </a:ext>
            </a:extLst>
          </p:cNvPr>
          <p:cNvSpPr txBox="1"/>
          <p:nvPr/>
        </p:nvSpPr>
        <p:spPr>
          <a:xfrm>
            <a:off x="522505" y="4813232"/>
            <a:ext cx="18742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택배사의 사정</a:t>
            </a:r>
            <a:r>
              <a:rPr lang="en-US" altLang="ko-KR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또는 일부 상품은 지역에 따라 변동 가능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963016-F704-7753-8CD9-844D88BE3E36}"/>
              </a:ext>
            </a:extLst>
          </p:cNvPr>
          <p:cNvSpPr txBox="1"/>
          <p:nvPr/>
        </p:nvSpPr>
        <p:spPr>
          <a:xfrm>
            <a:off x="82167" y="635436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3FE1816-12F5-BEC0-59E2-C95F6243B38A}"/>
              </a:ext>
            </a:extLst>
          </p:cNvPr>
          <p:cNvCxnSpPr>
            <a:cxnSpLocks/>
          </p:cNvCxnSpPr>
          <p:nvPr/>
        </p:nvCxnSpPr>
        <p:spPr>
          <a:xfrm rot="-900000">
            <a:off x="205922" y="639397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5871662-91E2-6D08-4F1C-C3EC9547FE51}"/>
              </a:ext>
            </a:extLst>
          </p:cNvPr>
          <p:cNvSpPr txBox="1"/>
          <p:nvPr/>
        </p:nvSpPr>
        <p:spPr>
          <a:xfrm>
            <a:off x="894464" y="646251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B0879C-BB30-DFB8-F661-7BBE458F2DD5}"/>
              </a:ext>
            </a:extLst>
          </p:cNvPr>
          <p:cNvSpPr txBox="1"/>
          <p:nvPr/>
        </p:nvSpPr>
        <p:spPr>
          <a:xfrm>
            <a:off x="73959" y="6430678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35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,000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087020-7D47-FC34-DDBD-33A2EE876D2E}"/>
              </a:ext>
            </a:extLst>
          </p:cNvPr>
          <p:cNvSpPr txBox="1"/>
          <p:nvPr/>
        </p:nvSpPr>
        <p:spPr>
          <a:xfrm>
            <a:off x="1058420" y="6361616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2012368-DC16-3ECA-9944-C352525C6E07}"/>
              </a:ext>
            </a:extLst>
          </p:cNvPr>
          <p:cNvCxnSpPr>
            <a:cxnSpLocks/>
          </p:cNvCxnSpPr>
          <p:nvPr/>
        </p:nvCxnSpPr>
        <p:spPr>
          <a:xfrm rot="-900000">
            <a:off x="1182175" y="6401228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696B911-DF82-1ED9-7123-F7074634E3AF}"/>
              </a:ext>
            </a:extLst>
          </p:cNvPr>
          <p:cNvSpPr txBox="1"/>
          <p:nvPr/>
        </p:nvSpPr>
        <p:spPr>
          <a:xfrm>
            <a:off x="1870717" y="646059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1D0309-A2BD-C010-39BA-BABC248BD71C}"/>
              </a:ext>
            </a:extLst>
          </p:cNvPr>
          <p:cNvSpPr txBox="1"/>
          <p:nvPr/>
        </p:nvSpPr>
        <p:spPr>
          <a:xfrm>
            <a:off x="2009266" y="6359477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095A5E83-BE1F-71FC-B042-E5EB2C23BEED}"/>
              </a:ext>
            </a:extLst>
          </p:cNvPr>
          <p:cNvCxnSpPr>
            <a:cxnSpLocks/>
          </p:cNvCxnSpPr>
          <p:nvPr/>
        </p:nvCxnSpPr>
        <p:spPr>
          <a:xfrm rot="-900000">
            <a:off x="2133021" y="6399089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E7CB687-9FAB-2B7C-E3D9-A70CFD6454E5}"/>
              </a:ext>
            </a:extLst>
          </p:cNvPr>
          <p:cNvSpPr txBox="1"/>
          <p:nvPr/>
        </p:nvSpPr>
        <p:spPr>
          <a:xfrm>
            <a:off x="2807854" y="644462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762038-2F30-2409-7883-F4148EFEA8CC}"/>
              </a:ext>
            </a:extLst>
          </p:cNvPr>
          <p:cNvSpPr txBox="1"/>
          <p:nvPr/>
        </p:nvSpPr>
        <p:spPr>
          <a:xfrm>
            <a:off x="2962301" y="637628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C5817A-8930-862B-939E-BF73E0A72EBF}"/>
              </a:ext>
            </a:extLst>
          </p:cNvPr>
          <p:cNvSpPr txBox="1"/>
          <p:nvPr/>
        </p:nvSpPr>
        <p:spPr>
          <a:xfrm>
            <a:off x="1037137" y="6420899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15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232633-CA44-BAD2-A5C0-2A43E987716D}"/>
              </a:ext>
            </a:extLst>
          </p:cNvPr>
          <p:cNvSpPr txBox="1"/>
          <p:nvPr/>
        </p:nvSpPr>
        <p:spPr>
          <a:xfrm>
            <a:off x="1972768" y="6418474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3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31A2388-CF06-15C6-F0B5-44B1F9ABCC73}"/>
              </a:ext>
            </a:extLst>
          </p:cNvPr>
          <p:cNvSpPr/>
          <p:nvPr/>
        </p:nvSpPr>
        <p:spPr>
          <a:xfrm>
            <a:off x="194023" y="6639098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7D7E70C-CE8C-E54D-6041-1386DF289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008" y="6645743"/>
            <a:ext cx="143137" cy="129778"/>
          </a:xfrm>
          <a:prstGeom prst="rect">
            <a:avLst/>
          </a:prstGeom>
        </p:spPr>
      </p:pic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C4E132F-F140-98FD-D196-6370CF120C37}"/>
              </a:ext>
            </a:extLst>
          </p:cNvPr>
          <p:cNvSpPr/>
          <p:nvPr/>
        </p:nvSpPr>
        <p:spPr>
          <a:xfrm>
            <a:off x="1143977" y="6638001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C35E77A1-B437-13F9-622D-FA55D0D91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962" y="6644646"/>
            <a:ext cx="143137" cy="129778"/>
          </a:xfrm>
          <a:prstGeom prst="rect">
            <a:avLst/>
          </a:prstGeom>
        </p:spPr>
      </p:pic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0452FFA-9AB4-B1B1-A639-69D09C6BC348}"/>
              </a:ext>
            </a:extLst>
          </p:cNvPr>
          <p:cNvSpPr/>
          <p:nvPr/>
        </p:nvSpPr>
        <p:spPr>
          <a:xfrm>
            <a:off x="2102765" y="6638001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29DEA48F-6EB0-98F4-DC80-C163A3500C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8750" y="6644646"/>
            <a:ext cx="143137" cy="129778"/>
          </a:xfrm>
          <a:prstGeom prst="rect">
            <a:avLst/>
          </a:prstGeom>
        </p:spPr>
      </p:pic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9A41484C-85D4-1537-42E9-F3BFAAB8F795}"/>
              </a:ext>
            </a:extLst>
          </p:cNvPr>
          <p:cNvSpPr/>
          <p:nvPr/>
        </p:nvSpPr>
        <p:spPr>
          <a:xfrm>
            <a:off x="3054450" y="6638001"/>
            <a:ext cx="530535" cy="1375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50" spc="-150" dirty="0">
              <a:solidFill>
                <a:schemeClr val="tx1"/>
              </a:solidFill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2A1DE7BE-51E2-79B8-0D8E-ECB6F7A7EF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0160" y="6641106"/>
            <a:ext cx="143137" cy="129778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7B7ADB2E-FF69-3A6F-4396-A3BEEF8C6D58}"/>
              </a:ext>
            </a:extLst>
          </p:cNvPr>
          <p:cNvSpPr txBox="1"/>
          <p:nvPr/>
        </p:nvSpPr>
        <p:spPr>
          <a:xfrm>
            <a:off x="290355" y="3872093"/>
            <a:ext cx="833883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4.3 </a:t>
            </a:r>
            <a:r>
              <a:rPr lang="en-US" altLang="ko-KR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($</a:t>
            </a:r>
            <a:r>
              <a:rPr lang="en-US" altLang="ko-KR" sz="900" u="sng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233$</a:t>
            </a:r>
            <a:r>
              <a:rPr lang="en-US" altLang="ko-KR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u="sng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C2BDA0B-9A3B-C849-CD34-A6CDAE1EF2AA}"/>
              </a:ext>
            </a:extLst>
          </p:cNvPr>
          <p:cNvSpPr txBox="1"/>
          <p:nvPr/>
        </p:nvSpPr>
        <p:spPr>
          <a:xfrm>
            <a:off x="130696" y="3864306"/>
            <a:ext cx="319318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</a:t>
            </a:r>
          </a:p>
        </p:txBody>
      </p:sp>
      <p:sp>
        <p:nvSpPr>
          <p:cNvPr id="20" name="순서도: 연결자 19">
            <a:extLst>
              <a:ext uri="{FF2B5EF4-FFF2-40B4-BE49-F238E27FC236}">
                <a16:creationId xmlns:a16="http://schemas.microsoft.com/office/drawing/2014/main" id="{3084A51D-7219-C2F3-2A0D-972B6F1B7C71}"/>
              </a:ext>
            </a:extLst>
          </p:cNvPr>
          <p:cNvSpPr/>
          <p:nvPr/>
        </p:nvSpPr>
        <p:spPr>
          <a:xfrm>
            <a:off x="7208764" y="6216276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C6E15DED-2151-64CC-0EA9-021994F71D47}"/>
              </a:ext>
            </a:extLst>
          </p:cNvPr>
          <p:cNvCxnSpPr/>
          <p:nvPr/>
        </p:nvCxnSpPr>
        <p:spPr>
          <a:xfrm>
            <a:off x="191640" y="1704501"/>
            <a:ext cx="3424072" cy="0"/>
          </a:xfrm>
          <a:prstGeom prst="straightConnector1">
            <a:avLst/>
          </a:prstGeom>
          <a:ln w="63500">
            <a:solidFill>
              <a:srgbClr val="7030A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114">
            <a:extLst>
              <a:ext uri="{FF2B5EF4-FFF2-40B4-BE49-F238E27FC236}">
                <a16:creationId xmlns:a16="http://schemas.microsoft.com/office/drawing/2014/main" id="{D188BD14-D10B-F324-8FBF-57C30AA2B5D1}"/>
              </a:ext>
            </a:extLst>
          </p:cNvPr>
          <p:cNvSpPr txBox="1"/>
          <p:nvPr/>
        </p:nvSpPr>
        <p:spPr>
          <a:xfrm>
            <a:off x="2256581" y="3949452"/>
            <a:ext cx="77457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구매 확정 마일리지</a:t>
            </a:r>
            <a:endParaRPr lang="ko-KR" altLang="en-US" sz="7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DDED6CED-293A-223A-91F6-4EF54F361FA9}"/>
              </a:ext>
            </a:extLst>
          </p:cNvPr>
          <p:cNvSpPr txBox="1"/>
          <p:nvPr/>
        </p:nvSpPr>
        <p:spPr>
          <a:xfrm>
            <a:off x="3005570" y="3947520"/>
            <a:ext cx="58381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$1,000$</a:t>
            </a:r>
            <a:r>
              <a:rPr lang="en-US" altLang="ko-KR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</a:t>
            </a:r>
            <a:endParaRPr lang="ko-KR" altLang="en-US" sz="7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885FCE59-6BE8-4003-BBEA-52B98DCB58A3}"/>
              </a:ext>
            </a:extLst>
          </p:cNvPr>
          <p:cNvSpPr/>
          <p:nvPr/>
        </p:nvSpPr>
        <p:spPr>
          <a:xfrm>
            <a:off x="3980476" y="6616520"/>
            <a:ext cx="1675577" cy="25698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79" name="그림 78">
            <a:extLst>
              <a:ext uri="{FF2B5EF4-FFF2-40B4-BE49-F238E27FC236}">
                <a16:creationId xmlns:a16="http://schemas.microsoft.com/office/drawing/2014/main" id="{2C315995-3A85-B9EB-F5E5-B36D0718AE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337" y="6681353"/>
            <a:ext cx="143137" cy="129778"/>
          </a:xfrm>
          <a:prstGeom prst="rect">
            <a:avLst/>
          </a:prstGeom>
        </p:spPr>
      </p:pic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77866B2-5F43-CC5A-3414-7CD46DBB93E4}"/>
              </a:ext>
            </a:extLst>
          </p:cNvPr>
          <p:cNvSpPr/>
          <p:nvPr/>
        </p:nvSpPr>
        <p:spPr>
          <a:xfrm>
            <a:off x="5663396" y="6619667"/>
            <a:ext cx="1725286" cy="256986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3AA75BE9-37EA-DD25-D0AF-DC00056E38FB}"/>
              </a:ext>
            </a:extLst>
          </p:cNvPr>
          <p:cNvCxnSpPr>
            <a:cxnSpLocks/>
          </p:cNvCxnSpPr>
          <p:nvPr/>
        </p:nvCxnSpPr>
        <p:spPr>
          <a:xfrm>
            <a:off x="7388682" y="3653086"/>
            <a:ext cx="0" cy="1476866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842E03AC-2C23-1709-DF4E-5A6808F4E748}"/>
              </a:ext>
            </a:extLst>
          </p:cNvPr>
          <p:cNvCxnSpPr/>
          <p:nvPr/>
        </p:nvCxnSpPr>
        <p:spPr>
          <a:xfrm>
            <a:off x="7427228" y="1549122"/>
            <a:ext cx="576695" cy="0"/>
          </a:xfrm>
          <a:prstGeom prst="line">
            <a:avLst/>
          </a:prstGeom>
          <a:ln w="9525">
            <a:solidFill>
              <a:srgbClr val="234DD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37383A7B-426B-EF0E-7E19-AF775C0B8894}"/>
              </a:ext>
            </a:extLst>
          </p:cNvPr>
          <p:cNvSpPr txBox="1"/>
          <p:nvPr/>
        </p:nvSpPr>
        <p:spPr>
          <a:xfrm>
            <a:off x="7400934" y="1174564"/>
            <a:ext cx="27077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스크롤 시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헤더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탭 영역 고정</a:t>
            </a:r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예시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https://www.vouchermall.co.kr/goods/goodsDetail.do?goodsNo=240503002824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모서리가 둥근 직사각형 114">
            <a:extLst>
              <a:ext uri="{FF2B5EF4-FFF2-40B4-BE49-F238E27FC236}">
                <a16:creationId xmlns:a16="http://schemas.microsoft.com/office/drawing/2014/main" id="{C4FD8203-3A6E-8A4B-156E-7BC927B4A026}"/>
              </a:ext>
            </a:extLst>
          </p:cNvPr>
          <p:cNvSpPr/>
          <p:nvPr/>
        </p:nvSpPr>
        <p:spPr>
          <a:xfrm>
            <a:off x="3401961" y="8566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0" name="모서리가 둥근 직사각형 114">
            <a:extLst>
              <a:ext uri="{FF2B5EF4-FFF2-40B4-BE49-F238E27FC236}">
                <a16:creationId xmlns:a16="http://schemas.microsoft.com/office/drawing/2014/main" id="{75C94A77-2F17-4BDC-F18C-0A1166F80E92}"/>
              </a:ext>
            </a:extLst>
          </p:cNvPr>
          <p:cNvSpPr/>
          <p:nvPr/>
        </p:nvSpPr>
        <p:spPr>
          <a:xfrm>
            <a:off x="2192874" y="22701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7" name="모서리가 둥근 직사각형 114">
            <a:extLst>
              <a:ext uri="{FF2B5EF4-FFF2-40B4-BE49-F238E27FC236}">
                <a16:creationId xmlns:a16="http://schemas.microsoft.com/office/drawing/2014/main" id="{0E371D60-AAEA-F4C7-BD2A-84DE72F6DCA4}"/>
              </a:ext>
            </a:extLst>
          </p:cNvPr>
          <p:cNvSpPr/>
          <p:nvPr/>
        </p:nvSpPr>
        <p:spPr>
          <a:xfrm>
            <a:off x="1010139" y="39065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2" name="모서리가 둥근 직사각형 114">
            <a:extLst>
              <a:ext uri="{FF2B5EF4-FFF2-40B4-BE49-F238E27FC236}">
                <a16:creationId xmlns:a16="http://schemas.microsoft.com/office/drawing/2014/main" id="{91E5B921-31A6-C53B-7DCB-363F1471C726}"/>
              </a:ext>
            </a:extLst>
          </p:cNvPr>
          <p:cNvSpPr/>
          <p:nvPr/>
        </p:nvSpPr>
        <p:spPr>
          <a:xfrm>
            <a:off x="3520477" y="387918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6" name="모서리가 둥근 직사각형 114">
            <a:extLst>
              <a:ext uri="{FF2B5EF4-FFF2-40B4-BE49-F238E27FC236}">
                <a16:creationId xmlns:a16="http://schemas.microsoft.com/office/drawing/2014/main" id="{C7F5F949-E04D-9723-0D41-D5F458630E56}"/>
              </a:ext>
            </a:extLst>
          </p:cNvPr>
          <p:cNvSpPr/>
          <p:nvPr/>
        </p:nvSpPr>
        <p:spPr>
          <a:xfrm>
            <a:off x="909320" y="435320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8" name="모서리가 둥근 직사각형 114">
            <a:extLst>
              <a:ext uri="{FF2B5EF4-FFF2-40B4-BE49-F238E27FC236}">
                <a16:creationId xmlns:a16="http://schemas.microsoft.com/office/drawing/2014/main" id="{428B5100-6DFA-A774-F2A9-54D781C94C82}"/>
              </a:ext>
            </a:extLst>
          </p:cNvPr>
          <p:cNvSpPr/>
          <p:nvPr/>
        </p:nvSpPr>
        <p:spPr>
          <a:xfrm>
            <a:off x="1441530" y="45961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0" name="모서리가 둥근 직사각형 114">
            <a:extLst>
              <a:ext uri="{FF2B5EF4-FFF2-40B4-BE49-F238E27FC236}">
                <a16:creationId xmlns:a16="http://schemas.microsoft.com/office/drawing/2014/main" id="{902DDC7F-4425-E930-8819-EB3ED283AE9B}"/>
              </a:ext>
            </a:extLst>
          </p:cNvPr>
          <p:cNvSpPr/>
          <p:nvPr/>
        </p:nvSpPr>
        <p:spPr>
          <a:xfrm>
            <a:off x="3203607" y="51442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8CFBF9F8-01CC-282D-B496-F462607B09D5}"/>
              </a:ext>
            </a:extLst>
          </p:cNvPr>
          <p:cNvCxnSpPr/>
          <p:nvPr/>
        </p:nvCxnSpPr>
        <p:spPr>
          <a:xfrm>
            <a:off x="479783" y="5724525"/>
            <a:ext cx="3424072" cy="0"/>
          </a:xfrm>
          <a:prstGeom prst="straightConnector1">
            <a:avLst/>
          </a:prstGeom>
          <a:ln w="63500">
            <a:solidFill>
              <a:srgbClr val="7030A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114">
            <a:extLst>
              <a:ext uri="{FF2B5EF4-FFF2-40B4-BE49-F238E27FC236}">
                <a16:creationId xmlns:a16="http://schemas.microsoft.com/office/drawing/2014/main" id="{68318A79-F19D-9B30-A1E8-600CBBBB620E}"/>
              </a:ext>
            </a:extLst>
          </p:cNvPr>
          <p:cNvSpPr/>
          <p:nvPr/>
        </p:nvSpPr>
        <p:spPr>
          <a:xfrm>
            <a:off x="6086168" y="60426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8" name="모서리가 둥근 직사각형 114">
            <a:extLst>
              <a:ext uri="{FF2B5EF4-FFF2-40B4-BE49-F238E27FC236}">
                <a16:creationId xmlns:a16="http://schemas.microsoft.com/office/drawing/2014/main" id="{AB6ACC2A-A2CC-6F60-E6A0-9A072521D01F}"/>
              </a:ext>
            </a:extLst>
          </p:cNvPr>
          <p:cNvSpPr/>
          <p:nvPr/>
        </p:nvSpPr>
        <p:spPr>
          <a:xfrm>
            <a:off x="4495272" y="118628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2" name="모서리가 둥근 직사각형 114">
            <a:extLst>
              <a:ext uri="{FF2B5EF4-FFF2-40B4-BE49-F238E27FC236}">
                <a16:creationId xmlns:a16="http://schemas.microsoft.com/office/drawing/2014/main" id="{54077D26-60F9-A44A-ADA8-7DFA0A98AFEC}"/>
              </a:ext>
            </a:extLst>
          </p:cNvPr>
          <p:cNvSpPr/>
          <p:nvPr/>
        </p:nvSpPr>
        <p:spPr>
          <a:xfrm>
            <a:off x="5307869" y="653463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10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4" name="모서리가 둥근 직사각형 114">
            <a:extLst>
              <a:ext uri="{FF2B5EF4-FFF2-40B4-BE49-F238E27FC236}">
                <a16:creationId xmlns:a16="http://schemas.microsoft.com/office/drawing/2014/main" id="{FFF6C0B8-A733-0AFA-D7E6-3AB619450D2C}"/>
              </a:ext>
            </a:extLst>
          </p:cNvPr>
          <p:cNvSpPr/>
          <p:nvPr/>
        </p:nvSpPr>
        <p:spPr>
          <a:xfrm>
            <a:off x="7030920" y="655439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6" name="모서리가 둥근 직사각형 114">
            <a:extLst>
              <a:ext uri="{FF2B5EF4-FFF2-40B4-BE49-F238E27FC236}">
                <a16:creationId xmlns:a16="http://schemas.microsoft.com/office/drawing/2014/main" id="{10436C26-EBED-6233-7BEE-EAC1D393AB14}"/>
              </a:ext>
            </a:extLst>
          </p:cNvPr>
          <p:cNvSpPr/>
          <p:nvPr/>
        </p:nvSpPr>
        <p:spPr>
          <a:xfrm>
            <a:off x="824536" y="657990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10CF86F5-A491-922E-0BC3-78025E999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424762"/>
              </p:ext>
            </p:extLst>
          </p:nvPr>
        </p:nvGraphicFramePr>
        <p:xfrm>
          <a:off x="4012376" y="1612069"/>
          <a:ext cx="3281774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첫만남 이용권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할인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국내기저귀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팬티형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크기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대형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(XXL)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9375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성별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여아용</a:t>
                      </a:r>
                      <a:endParaRPr lang="ko-KR" altLang="en-US" sz="75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5841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수영장용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해당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34" name="오른쪽 중괄호 33">
            <a:extLst>
              <a:ext uri="{FF2B5EF4-FFF2-40B4-BE49-F238E27FC236}">
                <a16:creationId xmlns:a16="http://schemas.microsoft.com/office/drawing/2014/main" id="{7E389A12-18A2-324D-0299-25E386F02957}"/>
              </a:ext>
            </a:extLst>
          </p:cNvPr>
          <p:cNvSpPr/>
          <p:nvPr/>
        </p:nvSpPr>
        <p:spPr>
          <a:xfrm>
            <a:off x="7345066" y="1643995"/>
            <a:ext cx="274332" cy="1742842"/>
          </a:xfrm>
          <a:prstGeom prst="rightBrace">
            <a:avLst>
              <a:gd name="adj1" fmla="val 8333"/>
              <a:gd name="adj2" fmla="val 51847"/>
            </a:avLst>
          </a:prstGeom>
          <a:ln w="95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6ECA9A-F372-D7E8-B1E4-E24FB93F146B}"/>
              </a:ext>
            </a:extLst>
          </p:cNvPr>
          <p:cNvSpPr txBox="1"/>
          <p:nvPr/>
        </p:nvSpPr>
        <p:spPr>
          <a:xfrm>
            <a:off x="7715575" y="1980889"/>
            <a:ext cx="2156360" cy="10380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상품설명 상단 디폴트 정보 영역</a:t>
            </a:r>
            <a:endParaRPr lang="en-US" altLang="ko-KR" sz="900" b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 조건이랑 맞물리는 데이터 영역</a:t>
            </a:r>
            <a:endParaRPr lang="en-US" altLang="ko-KR" sz="900" b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 입력 데이터 출력</a:t>
            </a:r>
            <a:endParaRPr lang="en-US" altLang="ko-KR" sz="8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해당 없을 경우 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없음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 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</a:t>
            </a:r>
            <a:endParaRPr lang="en-US" altLang="ko-KR" sz="8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마다 출력 항목 다름 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 슬라이드 참고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4F4E49B1-2178-8AAE-8855-2AB64FADE588}"/>
              </a:ext>
            </a:extLst>
          </p:cNvPr>
          <p:cNvCxnSpPr/>
          <p:nvPr/>
        </p:nvCxnSpPr>
        <p:spPr>
          <a:xfrm>
            <a:off x="6275575" y="3414515"/>
            <a:ext cx="1440000" cy="0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C5E1771-134B-978F-1998-07BC06A84A72}"/>
              </a:ext>
            </a:extLst>
          </p:cNvPr>
          <p:cNvSpPr txBox="1"/>
          <p:nvPr/>
        </p:nvSpPr>
        <p:spPr>
          <a:xfrm>
            <a:off x="7715575" y="3314532"/>
            <a:ext cx="20168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 ($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필터조건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$)</a:t>
            </a:r>
            <a:endParaRPr lang="ko-KR" altLang="en-US" sz="9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05CEFAC-FF6F-A574-9345-344FA636ABFD}"/>
              </a:ext>
            </a:extLst>
          </p:cNvPr>
          <p:cNvSpPr/>
          <p:nvPr/>
        </p:nvSpPr>
        <p:spPr>
          <a:xfrm>
            <a:off x="7497181" y="6607485"/>
            <a:ext cx="2362475" cy="262117"/>
          </a:xfrm>
          <a:prstGeom prst="rect">
            <a:avLst/>
          </a:prstGeom>
          <a:solidFill>
            <a:srgbClr val="EB7A6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로그인 후 판매가 확인</a:t>
            </a:r>
          </a:p>
        </p:txBody>
      </p:sp>
      <p:sp>
        <p:nvSpPr>
          <p:cNvPr id="73" name="모서리가 둥근 직사각형 114">
            <a:extLst>
              <a:ext uri="{FF2B5EF4-FFF2-40B4-BE49-F238E27FC236}">
                <a16:creationId xmlns:a16="http://schemas.microsoft.com/office/drawing/2014/main" id="{ECAB6840-DD1D-7AE0-6343-E2208117598E}"/>
              </a:ext>
            </a:extLst>
          </p:cNvPr>
          <p:cNvSpPr/>
          <p:nvPr/>
        </p:nvSpPr>
        <p:spPr>
          <a:xfrm>
            <a:off x="9635935" y="65157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8" name="모서리가 둥근 직사각형 114">
            <a:extLst>
              <a:ext uri="{FF2B5EF4-FFF2-40B4-BE49-F238E27FC236}">
                <a16:creationId xmlns:a16="http://schemas.microsoft.com/office/drawing/2014/main" id="{29200165-CEA5-9163-8615-82DCF3AB2A6F}"/>
              </a:ext>
            </a:extLst>
          </p:cNvPr>
          <p:cNvSpPr/>
          <p:nvPr/>
        </p:nvSpPr>
        <p:spPr>
          <a:xfrm>
            <a:off x="3362454" y="33437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5972AA3-438D-9FCD-B0D1-FCB8D4E6C52C}"/>
              </a:ext>
            </a:extLst>
          </p:cNvPr>
          <p:cNvSpPr/>
          <p:nvPr/>
        </p:nvSpPr>
        <p:spPr>
          <a:xfrm>
            <a:off x="7516921" y="5757710"/>
            <a:ext cx="2362475" cy="262117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판매 중지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F3C996C-CC05-A316-769D-D84D06BF81D5}"/>
              </a:ext>
            </a:extLst>
          </p:cNvPr>
          <p:cNvSpPr/>
          <p:nvPr/>
        </p:nvSpPr>
        <p:spPr>
          <a:xfrm>
            <a:off x="7521485" y="5442742"/>
            <a:ext cx="2362475" cy="262117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품절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CC90B48-1A34-C7AB-943E-EFF4B7AD395F}"/>
              </a:ext>
            </a:extLst>
          </p:cNvPr>
          <p:cNvSpPr txBox="1"/>
          <p:nvPr/>
        </p:nvSpPr>
        <p:spPr>
          <a:xfrm>
            <a:off x="7445657" y="5193583"/>
            <a:ext cx="20281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영역 품절</a:t>
            </a:r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 중지 케이스 디자인 추가 제작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C186C6ED-6CBE-73F3-29CA-62B812E77286}"/>
              </a:ext>
            </a:extLst>
          </p:cNvPr>
          <p:cNvSpPr/>
          <p:nvPr/>
        </p:nvSpPr>
        <p:spPr bwMode="auto">
          <a:xfrm>
            <a:off x="12961938" y="0"/>
            <a:ext cx="2679841" cy="655502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/16   </a:t>
            </a:r>
            <a:r>
              <a: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1.01v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품절</a:t>
            </a: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판매중지 케이스 버튼 추가 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6877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71B829-8935-F491-0A34-99769D35646F}"/>
              </a:ext>
            </a:extLst>
          </p:cNvPr>
          <p:cNvSpPr txBox="1"/>
          <p:nvPr/>
        </p:nvSpPr>
        <p:spPr>
          <a:xfrm>
            <a:off x="410485" y="885952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CB416F7-B17A-9AFD-C70A-EE947F33B906}"/>
              </a:ext>
            </a:extLst>
          </p:cNvPr>
          <p:cNvCxnSpPr/>
          <p:nvPr/>
        </p:nvCxnSpPr>
        <p:spPr>
          <a:xfrm>
            <a:off x="410485" y="1116784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05FF9E2-F6EC-4145-4914-795141897165}"/>
              </a:ext>
            </a:extLst>
          </p:cNvPr>
          <p:cNvCxnSpPr/>
          <p:nvPr/>
        </p:nvCxnSpPr>
        <p:spPr>
          <a:xfrm>
            <a:off x="442235" y="1123134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53738DA-B081-62B5-1959-225BEB339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017336"/>
              </p:ext>
            </p:extLst>
          </p:nvPr>
        </p:nvGraphicFramePr>
        <p:xfrm>
          <a:off x="439077" y="1171807"/>
          <a:ext cx="3281774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첫만남 이용권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할인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국내기저귀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팬티형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크기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대형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(XXL)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9375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성별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여아용</a:t>
                      </a:r>
                      <a:endParaRPr lang="ko-KR" altLang="en-US" sz="75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5841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수영장용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해당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B2DCC1A-8F59-4281-F664-6EF8CDDB65B6}"/>
              </a:ext>
            </a:extLst>
          </p:cNvPr>
          <p:cNvSpPr txBox="1"/>
          <p:nvPr/>
        </p:nvSpPr>
        <p:spPr>
          <a:xfrm>
            <a:off x="6610880" y="895895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6B600F0-A749-2446-F3E5-DFB46B44EA24}"/>
              </a:ext>
            </a:extLst>
          </p:cNvPr>
          <p:cNvCxnSpPr/>
          <p:nvPr/>
        </p:nvCxnSpPr>
        <p:spPr>
          <a:xfrm>
            <a:off x="6610880" y="1126727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6D24E4D-FBF6-A2BD-4344-DFB7CC9892B6}"/>
              </a:ext>
            </a:extLst>
          </p:cNvPr>
          <p:cNvCxnSpPr/>
          <p:nvPr/>
        </p:nvCxnSpPr>
        <p:spPr>
          <a:xfrm>
            <a:off x="6642630" y="1133077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72B6B81-7181-3CF0-672D-A1701E660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237546"/>
              </p:ext>
            </p:extLst>
          </p:nvPr>
        </p:nvGraphicFramePr>
        <p:xfrm>
          <a:off x="6639472" y="1181750"/>
          <a:ext cx="3281774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첫만남 이용권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할인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국내분유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단계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 이상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9375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사용 개월 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미숙아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5841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성별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남녀공용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4959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개당 중량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800g(500~900g)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개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(3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개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FEE9007-E90E-445A-B0F8-8B9D9444269E}"/>
              </a:ext>
            </a:extLst>
          </p:cNvPr>
          <p:cNvSpPr txBox="1"/>
          <p:nvPr/>
        </p:nvSpPr>
        <p:spPr>
          <a:xfrm>
            <a:off x="458189" y="4103925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E7091CD-007D-680D-45DB-1FF5B7A52C58}"/>
              </a:ext>
            </a:extLst>
          </p:cNvPr>
          <p:cNvCxnSpPr/>
          <p:nvPr/>
        </p:nvCxnSpPr>
        <p:spPr>
          <a:xfrm>
            <a:off x="458189" y="4334757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3981320-E4EB-185F-972F-5D1BC0B1B505}"/>
              </a:ext>
            </a:extLst>
          </p:cNvPr>
          <p:cNvCxnSpPr/>
          <p:nvPr/>
        </p:nvCxnSpPr>
        <p:spPr>
          <a:xfrm>
            <a:off x="489939" y="4341107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E8B2F56-E494-8430-9899-4AAD79770C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852955"/>
              </p:ext>
            </p:extLst>
          </p:nvPr>
        </p:nvGraphicFramePr>
        <p:xfrm>
          <a:off x="486781" y="4389780"/>
          <a:ext cx="3281774" cy="1440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여성청소년 생리대 지원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사은품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일반 생리대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사이즈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소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(S),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중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(M)/(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혼합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생리대 종류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면생리대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총 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20p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(20p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3A0616AE-212F-A644-641C-6CF6AF1BD5EC}"/>
              </a:ext>
            </a:extLst>
          </p:cNvPr>
          <p:cNvSpPr txBox="1"/>
          <p:nvPr/>
        </p:nvSpPr>
        <p:spPr>
          <a:xfrm>
            <a:off x="314543" y="183059"/>
            <a:ext cx="3201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설명 상단 디폴트 상단 영역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안내정보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1200" b="1" spc="-15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387440-F7B0-E2E4-B5E3-D1CE827C2718}"/>
              </a:ext>
            </a:extLst>
          </p:cNvPr>
          <p:cNvSpPr txBox="1"/>
          <p:nvPr/>
        </p:nvSpPr>
        <p:spPr>
          <a:xfrm>
            <a:off x="384867" y="3732581"/>
            <a:ext cx="1787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spc="-150" dirty="0">
                <a:latin typeface="+mn-ea"/>
              </a:rPr>
              <a:t>생리대</a:t>
            </a:r>
            <a:r>
              <a:rPr lang="en-US" altLang="ko-KR" sz="1200" b="1" spc="-150" dirty="0">
                <a:latin typeface="+mn-ea"/>
              </a:rPr>
              <a:t>/</a:t>
            </a:r>
            <a:r>
              <a:rPr lang="ko-KR" altLang="en-US" sz="1200" b="1" spc="-150" dirty="0">
                <a:latin typeface="+mn-ea"/>
              </a:rPr>
              <a:t>생리팬티 케이스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BE09D2-4A28-AEB3-2E16-9A8838BAA511}"/>
              </a:ext>
            </a:extLst>
          </p:cNvPr>
          <p:cNvSpPr txBox="1"/>
          <p:nvPr/>
        </p:nvSpPr>
        <p:spPr>
          <a:xfrm>
            <a:off x="6567464" y="591384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spc="-150" dirty="0">
                <a:latin typeface="+mn-ea"/>
              </a:rPr>
              <a:t>분유 케이스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04C25DE-2FA5-5473-E1BB-55C3B1AE5D7E}"/>
              </a:ext>
            </a:extLst>
          </p:cNvPr>
          <p:cNvCxnSpPr>
            <a:cxnSpLocks/>
          </p:cNvCxnSpPr>
          <p:nvPr/>
        </p:nvCxnSpPr>
        <p:spPr>
          <a:xfrm>
            <a:off x="8302880" y="1908101"/>
            <a:ext cx="2080848" cy="211930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9F18E58-6FBE-745D-DCF7-D97946F172A5}"/>
              </a:ext>
            </a:extLst>
          </p:cNvPr>
          <p:cNvSpPr txBox="1"/>
          <p:nvPr/>
        </p:nvSpPr>
        <p:spPr>
          <a:xfrm>
            <a:off x="10383728" y="2020048"/>
            <a:ext cx="20168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 ($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필터조건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$)</a:t>
            </a:r>
            <a:endParaRPr lang="ko-KR" altLang="en-US" sz="9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AD4D11C-A98D-506B-8FB1-E4D2C8E75868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8302880" y="2135464"/>
            <a:ext cx="2080848" cy="564725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41A48E7-8EC6-3550-0628-83A1E5DE37B8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8209161" y="2135464"/>
            <a:ext cx="2174567" cy="780749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70A437C-87E0-3C5B-6FAF-965B2B9F0165}"/>
              </a:ext>
            </a:extLst>
          </p:cNvPr>
          <p:cNvSpPr txBox="1"/>
          <p:nvPr/>
        </p:nvSpPr>
        <p:spPr>
          <a:xfrm>
            <a:off x="358238" y="581442"/>
            <a:ext cx="1200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spc="-150" dirty="0">
                <a:latin typeface="+mn-ea"/>
              </a:rPr>
              <a:t>기저귀 케이스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FC032E81-19E8-68C5-B33D-16F79DFB273F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2127668" y="5150180"/>
            <a:ext cx="1959876" cy="565073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7F094E1-2E9A-FA2B-C5B1-54F64F6A8B4C}"/>
              </a:ext>
            </a:extLst>
          </p:cNvPr>
          <p:cNvCxnSpPr>
            <a:cxnSpLocks/>
          </p:cNvCxnSpPr>
          <p:nvPr/>
        </p:nvCxnSpPr>
        <p:spPr>
          <a:xfrm>
            <a:off x="2209026" y="5109870"/>
            <a:ext cx="1878518" cy="24877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027F262-C0A9-B9D8-C398-41232F2160F5}"/>
              </a:ext>
            </a:extLst>
          </p:cNvPr>
          <p:cNvSpPr txBox="1"/>
          <p:nvPr/>
        </p:nvSpPr>
        <p:spPr>
          <a:xfrm>
            <a:off x="4087544" y="5034764"/>
            <a:ext cx="20168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 ($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필터조건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$)</a:t>
            </a:r>
            <a:endParaRPr lang="ko-KR" altLang="en-US" sz="9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0A9B4B-03E2-EA87-F3FC-429E3309E6DA}"/>
              </a:ext>
            </a:extLst>
          </p:cNvPr>
          <p:cNvSpPr txBox="1"/>
          <p:nvPr/>
        </p:nvSpPr>
        <p:spPr>
          <a:xfrm>
            <a:off x="6624291" y="4118451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C314A7DD-66A2-5D94-7CF4-41BF78BEFBB2}"/>
              </a:ext>
            </a:extLst>
          </p:cNvPr>
          <p:cNvCxnSpPr/>
          <p:nvPr/>
        </p:nvCxnSpPr>
        <p:spPr>
          <a:xfrm>
            <a:off x="6624291" y="4349283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4A25D613-0BB6-0F4A-EF87-268E279CCF93}"/>
              </a:ext>
            </a:extLst>
          </p:cNvPr>
          <p:cNvCxnSpPr/>
          <p:nvPr/>
        </p:nvCxnSpPr>
        <p:spPr>
          <a:xfrm>
            <a:off x="6656041" y="4355633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6731F8F6-9D21-A8E7-A3CB-9EE217342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596916"/>
              </p:ext>
            </p:extLst>
          </p:nvPr>
        </p:nvGraphicFramePr>
        <p:xfrm>
          <a:off x="6652883" y="4404306"/>
          <a:ext cx="3281774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endParaRPr lang="ko-KR" altLang="en-US" sz="75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사은품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C47AC34B-2F13-0AE0-03D3-35E7D0031D66}"/>
              </a:ext>
            </a:extLst>
          </p:cNvPr>
          <p:cNvSpPr txBox="1"/>
          <p:nvPr/>
        </p:nvSpPr>
        <p:spPr>
          <a:xfrm>
            <a:off x="6550969" y="3747107"/>
            <a:ext cx="761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spc="-150" dirty="0">
                <a:latin typeface="+mn-ea"/>
              </a:rPr>
              <a:t>물티슈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D8B8749A-2479-239C-3E4B-B388835209FA}"/>
              </a:ext>
            </a:extLst>
          </p:cNvPr>
          <p:cNvCxnSpPr>
            <a:cxnSpLocks/>
          </p:cNvCxnSpPr>
          <p:nvPr/>
        </p:nvCxnSpPr>
        <p:spPr>
          <a:xfrm flipV="1">
            <a:off x="8440301" y="5106721"/>
            <a:ext cx="2080848" cy="15433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F2B43E9-C64B-7CA2-41E1-7555E82F034E}"/>
              </a:ext>
            </a:extLst>
          </p:cNvPr>
          <p:cNvSpPr txBox="1"/>
          <p:nvPr/>
        </p:nvSpPr>
        <p:spPr>
          <a:xfrm>
            <a:off x="10521149" y="5006738"/>
            <a:ext cx="20168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 ($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필터조건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$)</a:t>
            </a:r>
            <a:endParaRPr lang="ko-KR" altLang="en-US" sz="9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ABB4954-A55D-5069-EA4C-67FB180EC4A3}"/>
              </a:ext>
            </a:extLst>
          </p:cNvPr>
          <p:cNvCxnSpPr/>
          <p:nvPr/>
        </p:nvCxnSpPr>
        <p:spPr>
          <a:xfrm>
            <a:off x="504305" y="3420269"/>
            <a:ext cx="1188132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54C8DC7-688E-018F-999B-84E9E786C926}"/>
              </a:ext>
            </a:extLst>
          </p:cNvPr>
          <p:cNvCxnSpPr>
            <a:cxnSpLocks/>
          </p:cNvCxnSpPr>
          <p:nvPr/>
        </p:nvCxnSpPr>
        <p:spPr>
          <a:xfrm rot="5400000">
            <a:off x="3708961" y="3504472"/>
            <a:ext cx="540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93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CC7DAA82-C179-BDCA-DAFE-BCC09B91526C}"/>
              </a:ext>
            </a:extLst>
          </p:cNvPr>
          <p:cNvSpPr/>
          <p:nvPr/>
        </p:nvSpPr>
        <p:spPr>
          <a:xfrm>
            <a:off x="3402044" y="3985962"/>
            <a:ext cx="3056501" cy="1738563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779CBD3-5EEE-49BD-7E0D-F8A26D5D1ADF}"/>
              </a:ext>
            </a:extLst>
          </p:cNvPr>
          <p:cNvCxnSpPr/>
          <p:nvPr/>
        </p:nvCxnSpPr>
        <p:spPr>
          <a:xfrm>
            <a:off x="3511955" y="4343601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708E407-D124-5E9A-3FEE-7F75E869704C}"/>
              </a:ext>
            </a:extLst>
          </p:cNvPr>
          <p:cNvSpPr txBox="1"/>
          <p:nvPr/>
        </p:nvSpPr>
        <p:spPr>
          <a:xfrm>
            <a:off x="3613291" y="4096144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620FF-90B8-5B94-A947-D381D26C70AF}"/>
              </a:ext>
            </a:extLst>
          </p:cNvPr>
          <p:cNvSpPr txBox="1"/>
          <p:nvPr/>
        </p:nvSpPr>
        <p:spPr>
          <a:xfrm rot="16200000">
            <a:off x="5932830" y="4067083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61BB97B-1E10-2917-3C6B-DEC09AC376A6}"/>
              </a:ext>
            </a:extLst>
          </p:cNvPr>
          <p:cNvSpPr/>
          <p:nvPr/>
        </p:nvSpPr>
        <p:spPr>
          <a:xfrm>
            <a:off x="3473305" y="4421190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765B46-4555-2982-FE7A-BD8EF63581C7}"/>
              </a:ext>
            </a:extLst>
          </p:cNvPr>
          <p:cNvSpPr txBox="1"/>
          <p:nvPr/>
        </p:nvSpPr>
        <p:spPr>
          <a:xfrm>
            <a:off x="3572027" y="4447593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9" name="Rounded Rectangle 33">
            <a:extLst>
              <a:ext uri="{FF2B5EF4-FFF2-40B4-BE49-F238E27FC236}">
                <a16:creationId xmlns:a16="http://schemas.microsoft.com/office/drawing/2014/main" id="{57A371B8-D7C4-E2FD-EE04-03D00F0DF991}"/>
              </a:ext>
            </a:extLst>
          </p:cNvPr>
          <p:cNvSpPr/>
          <p:nvPr/>
        </p:nvSpPr>
        <p:spPr>
          <a:xfrm>
            <a:off x="3649022" y="4655731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10" name="Rounded Rectangle 27">
            <a:extLst>
              <a:ext uri="{FF2B5EF4-FFF2-40B4-BE49-F238E27FC236}">
                <a16:creationId xmlns:a16="http://schemas.microsoft.com/office/drawing/2014/main" id="{949047CF-8759-0439-69CC-9CE212B9B1D5}"/>
              </a:ext>
            </a:extLst>
          </p:cNvPr>
          <p:cNvSpPr/>
          <p:nvPr/>
        </p:nvSpPr>
        <p:spPr>
          <a:xfrm>
            <a:off x="6062627" y="4446542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E9FFB2-F722-196A-75BF-FFE55D9DF961}"/>
              </a:ext>
            </a:extLst>
          </p:cNvPr>
          <p:cNvSpPr txBox="1"/>
          <p:nvPr/>
        </p:nvSpPr>
        <p:spPr>
          <a:xfrm>
            <a:off x="5344051" y="4653041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84C06E-1FF3-F1FF-E92A-FE9B1CEBABDB}"/>
              </a:ext>
            </a:extLst>
          </p:cNvPr>
          <p:cNvSpPr txBox="1"/>
          <p:nvPr/>
        </p:nvSpPr>
        <p:spPr>
          <a:xfrm>
            <a:off x="3531215" y="5086196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4DF4BF7-430A-FF6E-C205-FFCAD43AA2EE}"/>
              </a:ext>
            </a:extLst>
          </p:cNvPr>
          <p:cNvCxnSpPr/>
          <p:nvPr/>
        </p:nvCxnSpPr>
        <p:spPr>
          <a:xfrm>
            <a:off x="3537163" y="5033353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A7E1B5-8A70-18E8-4395-F59817E1D255}"/>
              </a:ext>
            </a:extLst>
          </p:cNvPr>
          <p:cNvSpPr/>
          <p:nvPr/>
        </p:nvSpPr>
        <p:spPr>
          <a:xfrm>
            <a:off x="3402044" y="4067564"/>
            <a:ext cx="3000423" cy="320363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B73921-36D3-AF60-33B6-7EC03D2E0A1A}"/>
              </a:ext>
            </a:extLst>
          </p:cNvPr>
          <p:cNvSpPr/>
          <p:nvPr/>
        </p:nvSpPr>
        <p:spPr>
          <a:xfrm>
            <a:off x="3399810" y="5460863"/>
            <a:ext cx="3060969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18" name="사각형: 둥근 위쪽 모서리 17">
            <a:extLst>
              <a:ext uri="{FF2B5EF4-FFF2-40B4-BE49-F238E27FC236}">
                <a16:creationId xmlns:a16="http://schemas.microsoft.com/office/drawing/2014/main" id="{F95C8BFE-431D-A48E-6067-C132D4560B65}"/>
              </a:ext>
            </a:extLst>
          </p:cNvPr>
          <p:cNvSpPr/>
          <p:nvPr/>
        </p:nvSpPr>
        <p:spPr>
          <a:xfrm>
            <a:off x="6518578" y="4214129"/>
            <a:ext cx="3056501" cy="1508851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8EAC2AF-53BE-14D5-A7CC-E700F7624D4F}"/>
              </a:ext>
            </a:extLst>
          </p:cNvPr>
          <p:cNvSpPr/>
          <p:nvPr/>
        </p:nvSpPr>
        <p:spPr>
          <a:xfrm>
            <a:off x="6589839" y="4419645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Rounded Rectangle 33">
            <a:extLst>
              <a:ext uri="{FF2B5EF4-FFF2-40B4-BE49-F238E27FC236}">
                <a16:creationId xmlns:a16="http://schemas.microsoft.com/office/drawing/2014/main" id="{C8D6A226-3859-E3A7-1FE0-5B2248A6B9EE}"/>
              </a:ext>
            </a:extLst>
          </p:cNvPr>
          <p:cNvSpPr/>
          <p:nvPr/>
        </p:nvSpPr>
        <p:spPr>
          <a:xfrm>
            <a:off x="6765556" y="4654186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C3D191-E0EB-E875-7F84-5E1C7DC7D39E}"/>
              </a:ext>
            </a:extLst>
          </p:cNvPr>
          <p:cNvSpPr txBox="1"/>
          <p:nvPr/>
        </p:nvSpPr>
        <p:spPr>
          <a:xfrm>
            <a:off x="8460585" y="4651496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693EBE-774F-0F87-58DB-AB4F9ED2871B}"/>
              </a:ext>
            </a:extLst>
          </p:cNvPr>
          <p:cNvSpPr txBox="1"/>
          <p:nvPr/>
        </p:nvSpPr>
        <p:spPr>
          <a:xfrm>
            <a:off x="6647749" y="5084651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B66BB2D3-7D34-A2D7-0590-B307DE60656D}"/>
              </a:ext>
            </a:extLst>
          </p:cNvPr>
          <p:cNvCxnSpPr/>
          <p:nvPr/>
        </p:nvCxnSpPr>
        <p:spPr>
          <a:xfrm>
            <a:off x="6653697" y="5031808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9211811-45D9-2B92-DE6F-525BA3CDACE1}"/>
              </a:ext>
            </a:extLst>
          </p:cNvPr>
          <p:cNvSpPr/>
          <p:nvPr/>
        </p:nvSpPr>
        <p:spPr>
          <a:xfrm>
            <a:off x="6516344" y="5459318"/>
            <a:ext cx="3060969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116E3C-C011-9B0B-8C3F-0717AD0D612E}"/>
              </a:ext>
            </a:extLst>
          </p:cNvPr>
          <p:cNvSpPr txBox="1"/>
          <p:nvPr/>
        </p:nvSpPr>
        <p:spPr>
          <a:xfrm>
            <a:off x="7894001" y="4135971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</a:t>
            </a:r>
            <a:r>
              <a:rPr lang="en-US" altLang="ko-KR" sz="900" dirty="0"/>
              <a:t>11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B90820-0427-29AF-B138-5047C8568381}"/>
              </a:ext>
            </a:extLst>
          </p:cNvPr>
          <p:cNvSpPr txBox="1"/>
          <p:nvPr/>
        </p:nvSpPr>
        <p:spPr>
          <a:xfrm>
            <a:off x="4718280" y="3805721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</a:t>
            </a:r>
            <a:r>
              <a:rPr lang="en-US" altLang="ko-KR" sz="900" dirty="0"/>
              <a:t>10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  <p:sp>
        <p:nvSpPr>
          <p:cNvPr id="30" name="사각형: 둥근 위쪽 모서리 29">
            <a:extLst>
              <a:ext uri="{FF2B5EF4-FFF2-40B4-BE49-F238E27FC236}">
                <a16:creationId xmlns:a16="http://schemas.microsoft.com/office/drawing/2014/main" id="{65504D32-0E7C-E778-0470-B93D4F0AD28C}"/>
              </a:ext>
            </a:extLst>
          </p:cNvPr>
          <p:cNvSpPr/>
          <p:nvPr/>
        </p:nvSpPr>
        <p:spPr>
          <a:xfrm>
            <a:off x="3399810" y="1296254"/>
            <a:ext cx="3056501" cy="1738563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97ADFAF-1219-6D07-C7AD-B7480190584D}"/>
              </a:ext>
            </a:extLst>
          </p:cNvPr>
          <p:cNvCxnSpPr/>
          <p:nvPr/>
        </p:nvCxnSpPr>
        <p:spPr>
          <a:xfrm>
            <a:off x="3509721" y="1653893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0C9925D-EE29-82DE-949F-463F0AC93128}"/>
              </a:ext>
            </a:extLst>
          </p:cNvPr>
          <p:cNvSpPr/>
          <p:nvPr/>
        </p:nvSpPr>
        <p:spPr>
          <a:xfrm>
            <a:off x="3405424" y="2771156"/>
            <a:ext cx="1533668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D8895C-C709-9D2C-8868-B84E01311172}"/>
              </a:ext>
            </a:extLst>
          </p:cNvPr>
          <p:cNvSpPr txBox="1"/>
          <p:nvPr/>
        </p:nvSpPr>
        <p:spPr>
          <a:xfrm>
            <a:off x="3611057" y="1406436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EE9B43-42D8-7BD8-2FA5-9FCB504293FD}"/>
              </a:ext>
            </a:extLst>
          </p:cNvPr>
          <p:cNvSpPr txBox="1"/>
          <p:nvPr/>
        </p:nvSpPr>
        <p:spPr>
          <a:xfrm rot="16200000">
            <a:off x="5930596" y="1377375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BE0AF07-3277-E6AD-BED4-19DBB0DC6153}"/>
              </a:ext>
            </a:extLst>
          </p:cNvPr>
          <p:cNvSpPr/>
          <p:nvPr/>
        </p:nvSpPr>
        <p:spPr>
          <a:xfrm>
            <a:off x="3471071" y="1731482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709F6F-7081-7AAA-EBE7-921374C0DB55}"/>
              </a:ext>
            </a:extLst>
          </p:cNvPr>
          <p:cNvSpPr txBox="1"/>
          <p:nvPr/>
        </p:nvSpPr>
        <p:spPr>
          <a:xfrm>
            <a:off x="3569793" y="1757885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37" name="Rounded Rectangle 33">
            <a:extLst>
              <a:ext uri="{FF2B5EF4-FFF2-40B4-BE49-F238E27FC236}">
                <a16:creationId xmlns:a16="http://schemas.microsoft.com/office/drawing/2014/main" id="{35E87889-D000-EB36-9F82-A063B033D7A2}"/>
              </a:ext>
            </a:extLst>
          </p:cNvPr>
          <p:cNvSpPr/>
          <p:nvPr/>
        </p:nvSpPr>
        <p:spPr>
          <a:xfrm>
            <a:off x="3646788" y="1966023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FC511CAD-1558-9ACC-115E-5B6935CA4676}"/>
              </a:ext>
            </a:extLst>
          </p:cNvPr>
          <p:cNvSpPr/>
          <p:nvPr/>
        </p:nvSpPr>
        <p:spPr>
          <a:xfrm>
            <a:off x="6060393" y="1756834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9ABB2D-F43A-7FC0-B67C-869A8836E53E}"/>
              </a:ext>
            </a:extLst>
          </p:cNvPr>
          <p:cNvSpPr txBox="1"/>
          <p:nvPr/>
        </p:nvSpPr>
        <p:spPr>
          <a:xfrm>
            <a:off x="5341817" y="1963333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282C50-9E45-61E1-F3FA-8B3CB775E283}"/>
              </a:ext>
            </a:extLst>
          </p:cNvPr>
          <p:cNvSpPr txBox="1"/>
          <p:nvPr/>
        </p:nvSpPr>
        <p:spPr>
          <a:xfrm>
            <a:off x="3528981" y="2396488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2576CED-7B2F-40E4-F4F4-556949BC634A}"/>
              </a:ext>
            </a:extLst>
          </p:cNvPr>
          <p:cNvCxnSpPr/>
          <p:nvPr/>
        </p:nvCxnSpPr>
        <p:spPr>
          <a:xfrm>
            <a:off x="3534929" y="2343645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D92BFA9-042E-2654-2C0E-82A0B1146CEF}"/>
              </a:ext>
            </a:extLst>
          </p:cNvPr>
          <p:cNvSpPr/>
          <p:nvPr/>
        </p:nvSpPr>
        <p:spPr>
          <a:xfrm>
            <a:off x="3399810" y="1377856"/>
            <a:ext cx="3000423" cy="320363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21310D9-E9A5-6CD2-846B-6A3228E4D3E9}"/>
              </a:ext>
            </a:extLst>
          </p:cNvPr>
          <p:cNvSpPr/>
          <p:nvPr/>
        </p:nvSpPr>
        <p:spPr>
          <a:xfrm>
            <a:off x="4950320" y="2771155"/>
            <a:ext cx="1508225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46" name="사각형: 둥근 위쪽 모서리 45">
            <a:extLst>
              <a:ext uri="{FF2B5EF4-FFF2-40B4-BE49-F238E27FC236}">
                <a16:creationId xmlns:a16="http://schemas.microsoft.com/office/drawing/2014/main" id="{8A81A569-F7F5-72EC-F0CA-6CEB7BC3F850}"/>
              </a:ext>
            </a:extLst>
          </p:cNvPr>
          <p:cNvSpPr/>
          <p:nvPr/>
        </p:nvSpPr>
        <p:spPr>
          <a:xfrm>
            <a:off x="6516344" y="1524421"/>
            <a:ext cx="3056501" cy="1508851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8F77E56-B12B-11B5-E904-5D0A8A89089E}"/>
              </a:ext>
            </a:extLst>
          </p:cNvPr>
          <p:cNvSpPr/>
          <p:nvPr/>
        </p:nvSpPr>
        <p:spPr>
          <a:xfrm>
            <a:off x="6521958" y="2769611"/>
            <a:ext cx="1533668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FD84E30D-503D-2958-F291-F5B0F0EF46D6}"/>
              </a:ext>
            </a:extLst>
          </p:cNvPr>
          <p:cNvSpPr/>
          <p:nvPr/>
        </p:nvSpPr>
        <p:spPr>
          <a:xfrm>
            <a:off x="6587605" y="1729937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Rounded Rectangle 33">
            <a:extLst>
              <a:ext uri="{FF2B5EF4-FFF2-40B4-BE49-F238E27FC236}">
                <a16:creationId xmlns:a16="http://schemas.microsoft.com/office/drawing/2014/main" id="{89B344DF-1FF8-F46E-4860-FF961DCA48FB}"/>
              </a:ext>
            </a:extLst>
          </p:cNvPr>
          <p:cNvSpPr/>
          <p:nvPr/>
        </p:nvSpPr>
        <p:spPr>
          <a:xfrm>
            <a:off x="6763322" y="1964478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93A38F8-4618-3767-AC12-401D83DB438D}"/>
              </a:ext>
            </a:extLst>
          </p:cNvPr>
          <p:cNvSpPr txBox="1"/>
          <p:nvPr/>
        </p:nvSpPr>
        <p:spPr>
          <a:xfrm>
            <a:off x="8458351" y="196178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AFD3EB-624D-58EC-7818-90952B4F9178}"/>
              </a:ext>
            </a:extLst>
          </p:cNvPr>
          <p:cNvSpPr txBox="1"/>
          <p:nvPr/>
        </p:nvSpPr>
        <p:spPr>
          <a:xfrm>
            <a:off x="6645515" y="2394943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D76CBED3-0B2F-0FFD-CD0E-CBC17EAF6DFE}"/>
              </a:ext>
            </a:extLst>
          </p:cNvPr>
          <p:cNvCxnSpPr/>
          <p:nvPr/>
        </p:nvCxnSpPr>
        <p:spPr>
          <a:xfrm>
            <a:off x="6651463" y="2342100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F0FBB8D-B788-30F2-EB93-384A44610779}"/>
              </a:ext>
            </a:extLst>
          </p:cNvPr>
          <p:cNvSpPr/>
          <p:nvPr/>
        </p:nvSpPr>
        <p:spPr>
          <a:xfrm>
            <a:off x="8066854" y="2769610"/>
            <a:ext cx="1508225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543FCF-E09E-B614-8573-7C2FA40BE474}"/>
              </a:ext>
            </a:extLst>
          </p:cNvPr>
          <p:cNvSpPr txBox="1"/>
          <p:nvPr/>
        </p:nvSpPr>
        <p:spPr>
          <a:xfrm>
            <a:off x="7891767" y="1446263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CH-U-PR-02-02-08p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708FDB-F2CD-91DB-0358-A88336E49665}"/>
              </a:ext>
            </a:extLst>
          </p:cNvPr>
          <p:cNvSpPr txBox="1"/>
          <p:nvPr/>
        </p:nvSpPr>
        <p:spPr>
          <a:xfrm>
            <a:off x="4716046" y="1116013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</a:t>
            </a:r>
            <a:r>
              <a:rPr lang="en-US" altLang="ko-KR" sz="900" dirty="0"/>
              <a:t>7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0E66A742-F6CA-F3E9-97B5-27D82EBBE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6" t="861" r="-3871" b="15525"/>
          <a:stretch>
            <a:fillRect/>
          </a:stretch>
        </p:blipFill>
        <p:spPr>
          <a:xfrm>
            <a:off x="1056983" y="1696922"/>
            <a:ext cx="1708015" cy="2352668"/>
          </a:xfrm>
          <a:prstGeom prst="rect">
            <a:avLst/>
          </a:prstGeom>
        </p:spPr>
      </p:pic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A94CA642-B279-1DD5-BD7A-9C98FBA109AB}"/>
              </a:ext>
            </a:extLst>
          </p:cNvPr>
          <p:cNvSpPr/>
          <p:nvPr/>
        </p:nvSpPr>
        <p:spPr>
          <a:xfrm>
            <a:off x="1056983" y="4075017"/>
            <a:ext cx="792088" cy="25698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   담기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7F2A8DB5-5568-65C4-ACDD-BAA5AD34E9A4}"/>
              </a:ext>
            </a:extLst>
          </p:cNvPr>
          <p:cNvSpPr/>
          <p:nvPr/>
        </p:nvSpPr>
        <p:spPr>
          <a:xfrm>
            <a:off x="1849071" y="4075017"/>
            <a:ext cx="823632" cy="256986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782B73CD-58DE-979A-ACCC-FA58FF04D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322" y="4138621"/>
            <a:ext cx="143137" cy="129778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7BAAF0F1-1181-3DF1-AFBC-E9CCF31B400F}"/>
              </a:ext>
            </a:extLst>
          </p:cNvPr>
          <p:cNvSpPr txBox="1"/>
          <p:nvPr/>
        </p:nvSpPr>
        <p:spPr>
          <a:xfrm>
            <a:off x="314543" y="183059"/>
            <a:ext cx="3033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담기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 err="1">
                <a:solidFill>
                  <a:srgbClr val="234DD3"/>
                </a:solidFill>
                <a:latin typeface="+mn-ea"/>
              </a:rPr>
              <a:t>바로구매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 버튼 흐름 정의</a:t>
            </a:r>
          </a:p>
        </p:txBody>
      </p:sp>
      <p:cxnSp>
        <p:nvCxnSpPr>
          <p:cNvPr id="105" name="연결선: 구부러짐 104">
            <a:extLst>
              <a:ext uri="{FF2B5EF4-FFF2-40B4-BE49-F238E27FC236}">
                <a16:creationId xmlns:a16="http://schemas.microsoft.com/office/drawing/2014/main" id="{55F466D3-E905-A3EF-BEE8-0F57E85B503A}"/>
              </a:ext>
            </a:extLst>
          </p:cNvPr>
          <p:cNvCxnSpPr>
            <a:cxnSpLocks/>
            <a:stCxn id="63" idx="0"/>
            <a:endCxn id="57" idx="0"/>
          </p:cNvCxnSpPr>
          <p:nvPr/>
        </p:nvCxnSpPr>
        <p:spPr>
          <a:xfrm rot="5400000" flipH="1" flipV="1">
            <a:off x="1931945" y="637095"/>
            <a:ext cx="2959004" cy="3916841"/>
          </a:xfrm>
          <a:prstGeom prst="curvedConnector3">
            <a:avLst>
              <a:gd name="adj1" fmla="val 111362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연결선: 구부러짐 108">
            <a:extLst>
              <a:ext uri="{FF2B5EF4-FFF2-40B4-BE49-F238E27FC236}">
                <a16:creationId xmlns:a16="http://schemas.microsoft.com/office/drawing/2014/main" id="{0C7E0CF3-F171-F89E-AEC8-0A60782F756D}"/>
              </a:ext>
            </a:extLst>
          </p:cNvPr>
          <p:cNvCxnSpPr>
            <a:cxnSpLocks/>
            <a:stCxn id="67" idx="2"/>
            <a:endCxn id="16" idx="2"/>
          </p:cNvCxnSpPr>
          <p:nvPr/>
        </p:nvCxnSpPr>
        <p:spPr>
          <a:xfrm rot="16200000" flipH="1">
            <a:off x="2900103" y="3692787"/>
            <a:ext cx="1390977" cy="2669408"/>
          </a:xfrm>
          <a:prstGeom prst="curvedConnector3">
            <a:avLst>
              <a:gd name="adj1" fmla="val 116434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273FD571-9E40-C820-5427-C98E80B69D5B}"/>
              </a:ext>
            </a:extLst>
          </p:cNvPr>
          <p:cNvSpPr txBox="1"/>
          <p:nvPr/>
        </p:nvSpPr>
        <p:spPr>
          <a:xfrm>
            <a:off x="3324514" y="1031991"/>
            <a:ext cx="10679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있는 경우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C84CAF0-221F-C6C2-4004-C99A0AE36F16}"/>
              </a:ext>
            </a:extLst>
          </p:cNvPr>
          <p:cNvSpPr txBox="1"/>
          <p:nvPr/>
        </p:nvSpPr>
        <p:spPr>
          <a:xfrm>
            <a:off x="6469435" y="1226467"/>
            <a:ext cx="10711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없는 경우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EF4B18A-A5DF-3D00-184C-28A901E15148}"/>
              </a:ext>
            </a:extLst>
          </p:cNvPr>
          <p:cNvSpPr txBox="1"/>
          <p:nvPr/>
        </p:nvSpPr>
        <p:spPr>
          <a:xfrm>
            <a:off x="3240609" y="3056872"/>
            <a:ext cx="178565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장바구니 목록 이동 CH-U-CA-01-01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FF7C982-C001-0303-0A02-3B7C57C16486}"/>
              </a:ext>
            </a:extLst>
          </p:cNvPr>
          <p:cNvSpPr txBox="1"/>
          <p:nvPr/>
        </p:nvSpPr>
        <p:spPr>
          <a:xfrm>
            <a:off x="4902355" y="3091369"/>
            <a:ext cx="16773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결제하기 이동 </a:t>
            </a:r>
            <a:r>
              <a:rPr lang="en-US" altLang="ko-KR" sz="750" spc="-150" dirty="0">
                <a:latin typeface="+mn-ea"/>
              </a:rPr>
              <a:t>CH-U-CA-02-01</a:t>
            </a:r>
            <a:endParaRPr lang="ko-KR" altLang="en-US" sz="750" spc="-150" dirty="0">
              <a:latin typeface="+mn-ea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54A13DD-70E1-31DE-D191-359180704B09}"/>
              </a:ext>
            </a:extLst>
          </p:cNvPr>
          <p:cNvSpPr txBox="1"/>
          <p:nvPr/>
        </p:nvSpPr>
        <p:spPr>
          <a:xfrm>
            <a:off x="6435879" y="3077279"/>
            <a:ext cx="178565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장바구니 목록 이동 CH-U-CA-01-01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D0E8955-8148-7044-9620-0828B631ED79}"/>
              </a:ext>
            </a:extLst>
          </p:cNvPr>
          <p:cNvSpPr txBox="1"/>
          <p:nvPr/>
        </p:nvSpPr>
        <p:spPr>
          <a:xfrm>
            <a:off x="8137153" y="3077834"/>
            <a:ext cx="16773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결제하기 이동 </a:t>
            </a:r>
            <a:r>
              <a:rPr lang="en-US" altLang="ko-KR" sz="750" spc="-150" dirty="0">
                <a:latin typeface="+mn-ea"/>
              </a:rPr>
              <a:t>CH-U-CA-02-01</a:t>
            </a:r>
            <a:endParaRPr lang="ko-KR" altLang="en-US" sz="750" spc="-150" dirty="0">
              <a:latin typeface="+mn-ea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3C1AC9B-6F41-A9EE-5295-286E7544EA7D}"/>
              </a:ext>
            </a:extLst>
          </p:cNvPr>
          <p:cNvSpPr txBox="1"/>
          <p:nvPr/>
        </p:nvSpPr>
        <p:spPr>
          <a:xfrm>
            <a:off x="4976323" y="5721290"/>
            <a:ext cx="16773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결제하기 이동 </a:t>
            </a:r>
            <a:r>
              <a:rPr lang="en-US" altLang="ko-KR" sz="750" spc="-150" dirty="0">
                <a:latin typeface="+mn-ea"/>
              </a:rPr>
              <a:t>CH-U-CA-02-01</a:t>
            </a:r>
            <a:endParaRPr lang="ko-KR" altLang="en-US" sz="750" spc="-150" dirty="0">
              <a:latin typeface="+mn-ea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CD8FA6C-2382-12A8-CF7B-9DB5FAF1254B}"/>
              </a:ext>
            </a:extLst>
          </p:cNvPr>
          <p:cNvSpPr txBox="1"/>
          <p:nvPr/>
        </p:nvSpPr>
        <p:spPr>
          <a:xfrm>
            <a:off x="8062393" y="5721290"/>
            <a:ext cx="16773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결제하기 이동 </a:t>
            </a:r>
            <a:r>
              <a:rPr lang="en-US" altLang="ko-KR" sz="750" spc="-150" dirty="0">
                <a:latin typeface="+mn-ea"/>
              </a:rPr>
              <a:t>CH-U-CA-02-01</a:t>
            </a:r>
            <a:endParaRPr lang="ko-KR" altLang="en-US" sz="750" spc="-150" dirty="0"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C731CA-7811-51B3-7EC1-27B70FB602A9}"/>
              </a:ext>
            </a:extLst>
          </p:cNvPr>
          <p:cNvSpPr txBox="1"/>
          <p:nvPr/>
        </p:nvSpPr>
        <p:spPr>
          <a:xfrm>
            <a:off x="3434808" y="3725143"/>
            <a:ext cx="10679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있는 경우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A74932-5DD1-1473-06D0-C14B03A4367F}"/>
              </a:ext>
            </a:extLst>
          </p:cNvPr>
          <p:cNvSpPr txBox="1"/>
          <p:nvPr/>
        </p:nvSpPr>
        <p:spPr>
          <a:xfrm>
            <a:off x="6579729" y="3919619"/>
            <a:ext cx="10711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없는 경우</a:t>
            </a:r>
          </a:p>
        </p:txBody>
      </p:sp>
    </p:spTree>
    <p:extLst>
      <p:ext uri="{BB962C8B-B14F-4D97-AF65-F5344CB8AC3E}">
        <p14:creationId xmlns:p14="http://schemas.microsoft.com/office/powerpoint/2010/main" val="1168699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9CCB12-3DE6-5865-8BE0-1C6CA1565551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175A36-27C9-5CD7-864A-265992E51FC1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444EFA8-6E53-1692-3350-031FC13B86DD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87F9BFD-B0E4-79F3-925B-4BC622D9D143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9536FB7-4DE5-0497-045B-4D0B8CDEA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507929"/>
              </p:ext>
            </p:extLst>
          </p:nvPr>
        </p:nvGraphicFramePr>
        <p:xfrm>
          <a:off x="467272" y="1180728"/>
          <a:ext cx="3371436" cy="408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조재분유지원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엘프레리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에어씬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모델명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에어필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에어씬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에어윙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썸머나나이트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에어필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밴드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에어씬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밴드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32622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GUANGDONG MAXIER HYGIENIC PRODUCTS CO.,LTD 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4035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중국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83094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쁘띠엘린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3956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서초구 서초대로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46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19-12 5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층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982308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 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팬티기저귀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남여공용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50101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크기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중량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XXL/20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8254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 대상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체중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15~25KG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7874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재질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원재료 및 함량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85978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주요 소재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405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KC 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인증정보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KC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인증 비대상 상품입니다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93849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사용상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 후 대변은 변기에 버리시고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기저귀만 감싸서 휴지통에 버려주세요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47643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28715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 보증 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003"/>
                  </a:ext>
                </a:extLst>
              </a:tr>
            </a:tbl>
          </a:graphicData>
        </a:graphic>
      </p:graphicFrame>
      <p:sp>
        <p:nvSpPr>
          <p:cNvPr id="10" name="TextBox 114">
            <a:extLst>
              <a:ext uri="{FF2B5EF4-FFF2-40B4-BE49-F238E27FC236}">
                <a16:creationId xmlns:a16="http://schemas.microsoft.com/office/drawing/2014/main" id="{6AE0BD4E-490C-5122-4885-78A51D3FE9BB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C382A60B-6430-439E-D98A-15FBAB83832A}"/>
              </a:ext>
            </a:extLst>
          </p:cNvPr>
          <p:cNvSpPr/>
          <p:nvPr/>
        </p:nvSpPr>
        <p:spPr>
          <a:xfrm>
            <a:off x="430865" y="5666927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9FD7C6A-D3E4-A248-F1BC-EB347A936FCC}"/>
              </a:ext>
            </a:extLst>
          </p:cNvPr>
          <p:cNvSpPr/>
          <p:nvPr/>
        </p:nvSpPr>
        <p:spPr>
          <a:xfrm>
            <a:off x="3930026" y="55750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E8453320-5A66-561D-D8AC-0A9762562EFF}"/>
              </a:ext>
            </a:extLst>
          </p:cNvPr>
          <p:cNvSpPr txBox="1"/>
          <p:nvPr/>
        </p:nvSpPr>
        <p:spPr>
          <a:xfrm>
            <a:off x="3948283" y="683965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AD3AD994-0C9F-EB68-802F-E6F4D938A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122938"/>
              </p:ext>
            </p:extLst>
          </p:nvPr>
        </p:nvGraphicFramePr>
        <p:xfrm>
          <a:off x="3948283" y="971997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8B6B611E-B43E-A13A-D573-6BC830D48D79}"/>
              </a:ext>
            </a:extLst>
          </p:cNvPr>
          <p:cNvSpPr txBox="1"/>
          <p:nvPr/>
        </p:nvSpPr>
        <p:spPr>
          <a:xfrm>
            <a:off x="3934821" y="1980109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3CF299BF-9391-6B87-BE6C-3CAF43031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466767"/>
              </p:ext>
            </p:extLst>
          </p:nvPr>
        </p:nvGraphicFramePr>
        <p:xfrm>
          <a:off x="3948283" y="2240339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E6E09CA9-2CDA-F25D-E3A0-B730C8D1C09A}"/>
              </a:ext>
            </a:extLst>
          </p:cNvPr>
          <p:cNvSpPr txBox="1"/>
          <p:nvPr/>
        </p:nvSpPr>
        <p:spPr>
          <a:xfrm>
            <a:off x="3954534" y="3780309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5ECC0C8A-63DB-CEF9-BFEE-E9FE1875B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212826"/>
              </p:ext>
            </p:extLst>
          </p:nvPr>
        </p:nvGraphicFramePr>
        <p:xfrm>
          <a:off x="3967996" y="4040539"/>
          <a:ext cx="3371436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주식회사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올푸름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이초빈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경기도 고양시 일산동구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위시티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로 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133,712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AEE76A8C-9552-0268-355E-7EC58E35A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770376"/>
              </p:ext>
            </p:extLst>
          </p:nvPr>
        </p:nvGraphicFramePr>
        <p:xfrm>
          <a:off x="10128399" y="623854"/>
          <a:ext cx="2850436" cy="344767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국내산일 경우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수입사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수입사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소재지 정보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비출력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CC01FDB-0913-BA83-2542-C27B656B1240}"/>
              </a:ext>
            </a:extLst>
          </p:cNvPr>
          <p:cNvSpPr txBox="1"/>
          <p:nvPr/>
        </p:nvSpPr>
        <p:spPr>
          <a:xfrm>
            <a:off x="314543" y="183059"/>
            <a:ext cx="4565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기저귀 상품 케이스</a:t>
            </a: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385A8AD7-9D59-1B7F-7180-4226A3609371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8378691A-2D40-8BF3-D284-8A8B0A5ED349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B9BC170-4027-A30B-CD93-D1FCF044CFB9}"/>
              </a:ext>
            </a:extLst>
          </p:cNvPr>
          <p:cNvSpPr/>
          <p:nvPr/>
        </p:nvSpPr>
        <p:spPr>
          <a:xfrm>
            <a:off x="461529" y="2767847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모서리가 둥근 직사각형 114">
            <a:extLst>
              <a:ext uri="{FF2B5EF4-FFF2-40B4-BE49-F238E27FC236}">
                <a16:creationId xmlns:a16="http://schemas.microsoft.com/office/drawing/2014/main" id="{B4A96545-B3EA-BFD1-4110-45C53F2788DF}"/>
              </a:ext>
            </a:extLst>
          </p:cNvPr>
          <p:cNvSpPr/>
          <p:nvPr/>
        </p:nvSpPr>
        <p:spPr>
          <a:xfrm>
            <a:off x="3633063" y="26664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3B966E74-36CD-8F87-A6DC-0F63B6FC7D12}"/>
              </a:ext>
            </a:extLst>
          </p:cNvPr>
          <p:cNvSpPr/>
          <p:nvPr/>
        </p:nvSpPr>
        <p:spPr>
          <a:xfrm>
            <a:off x="4517670" y="67178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64EE8EEC-C2B9-082C-24E9-9D95A3FE69B5}"/>
              </a:ext>
            </a:extLst>
          </p:cNvPr>
          <p:cNvSpPr/>
          <p:nvPr/>
        </p:nvSpPr>
        <p:spPr>
          <a:xfrm>
            <a:off x="4726416" y="19507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9529E91B-7ACB-007F-E820-A5A728817155}"/>
              </a:ext>
            </a:extLst>
          </p:cNvPr>
          <p:cNvSpPr/>
          <p:nvPr/>
        </p:nvSpPr>
        <p:spPr>
          <a:xfrm>
            <a:off x="4656865" y="380981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7136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827BE-F4E9-9789-69B0-8358942B2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6C56BABC-3168-0AD0-BFC1-6A8D90CD46D7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193708-DB75-2297-5DBC-5BA7FF05D1E3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8EA9825-B809-AE8B-E089-DA757C9E2168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F44B9A3-B0A9-72FF-6BA8-D971EC5D8167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D771250-E7AE-550E-B36C-516CC4D40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597942"/>
              </p:ext>
            </p:extLst>
          </p:nvPr>
        </p:nvGraphicFramePr>
        <p:xfrm>
          <a:off x="467272" y="1180728"/>
          <a:ext cx="3371436" cy="408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조재분유지원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남양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아기사랑수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: Advence-3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식품 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성장기용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조제식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3314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남양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대한민국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제조연월일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캔 밑면 별도 표기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소비기한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캔 밑면 별도 표기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내용량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800g 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4035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보관 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직사광선을 피하여 실온 보관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83094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원재료명 및 함량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405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영양 성분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47643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섭취시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유전자재조합 식품여부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해당사항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8177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부작용 발생 기능성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영유아식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또는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체줄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조절 식품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특정 원료에 대한 알레르기가 있는 유아는 원재료를 확인하여 사용하시기 바랍니다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2590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02-736-0872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0" name="TextBox 114">
            <a:extLst>
              <a:ext uri="{FF2B5EF4-FFF2-40B4-BE49-F238E27FC236}">
                <a16:creationId xmlns:a16="http://schemas.microsoft.com/office/drawing/2014/main" id="{42BB6151-26DD-BCDA-6A20-026CAB8ED864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542242BA-B9D1-41D7-5448-7C10AE0183A2}"/>
              </a:ext>
            </a:extLst>
          </p:cNvPr>
          <p:cNvSpPr/>
          <p:nvPr/>
        </p:nvSpPr>
        <p:spPr>
          <a:xfrm>
            <a:off x="461530" y="6559667"/>
            <a:ext cx="3384000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E310B42-7AB2-48AD-445D-E77BE47C2BC3}"/>
              </a:ext>
            </a:extLst>
          </p:cNvPr>
          <p:cNvSpPr/>
          <p:nvPr/>
        </p:nvSpPr>
        <p:spPr>
          <a:xfrm>
            <a:off x="3934205" y="570781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F95D0FB5-1BCE-3EF0-631C-9C849E3F951F}"/>
              </a:ext>
            </a:extLst>
          </p:cNvPr>
          <p:cNvSpPr txBox="1"/>
          <p:nvPr/>
        </p:nvSpPr>
        <p:spPr>
          <a:xfrm>
            <a:off x="456690" y="542204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92FD1FC-E4F5-C9FE-727A-6FB9F7674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438460"/>
              </p:ext>
            </p:extLst>
          </p:nvPr>
        </p:nvGraphicFramePr>
        <p:xfrm>
          <a:off x="456690" y="5710072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F22DAD64-C66B-7905-DBD7-46442A9FA2B0}"/>
              </a:ext>
            </a:extLst>
          </p:cNvPr>
          <p:cNvSpPr txBox="1"/>
          <p:nvPr/>
        </p:nvSpPr>
        <p:spPr>
          <a:xfrm>
            <a:off x="3954502" y="720080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4083D414-E21C-9056-D66E-D402A21DF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023855"/>
              </p:ext>
            </p:extLst>
          </p:nvPr>
        </p:nvGraphicFramePr>
        <p:xfrm>
          <a:off x="3967964" y="980310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2B191871-53C6-09AE-9808-26E4AA2E2A22}"/>
              </a:ext>
            </a:extLst>
          </p:cNvPr>
          <p:cNvSpPr txBox="1"/>
          <p:nvPr/>
        </p:nvSpPr>
        <p:spPr>
          <a:xfrm>
            <a:off x="3974215" y="2520280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463372EE-33EC-C344-D4DE-F9E7876C1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688161"/>
              </p:ext>
            </p:extLst>
          </p:nvPr>
        </p:nvGraphicFramePr>
        <p:xfrm>
          <a:off x="3987677" y="2780510"/>
          <a:ext cx="3371436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주식회사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올푸름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이초빈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경기도 고양시 일산동구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위시티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로 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133,712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7E7B248B-C772-AFA3-1AFC-469C588F2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099910"/>
              </p:ext>
            </p:extLst>
          </p:nvPr>
        </p:nvGraphicFramePr>
        <p:xfrm>
          <a:off x="10128399" y="623854"/>
          <a:ext cx="2850436" cy="308191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8E31537-E2A7-70B1-44AB-77F57D429AC6}"/>
              </a:ext>
            </a:extLst>
          </p:cNvPr>
          <p:cNvSpPr txBox="1"/>
          <p:nvPr/>
        </p:nvSpPr>
        <p:spPr>
          <a:xfrm>
            <a:off x="314543" y="183059"/>
            <a:ext cx="87057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국내 분유 상품 케이스 </a:t>
            </a:r>
            <a:r>
              <a:rPr lang="en-US" altLang="ko-KR" sz="1000" b="1" spc="-150" dirty="0">
                <a:latin typeface="+mn-ea"/>
              </a:rPr>
              <a:t>(</a:t>
            </a:r>
            <a:r>
              <a:rPr lang="ko-KR" altLang="en-US" sz="1000" b="1" spc="-150" dirty="0">
                <a:latin typeface="+mn-ea"/>
              </a:rPr>
              <a:t>특수</a:t>
            </a:r>
            <a:r>
              <a:rPr lang="en-US" altLang="ko-KR" sz="1000" b="1" spc="-150" dirty="0">
                <a:latin typeface="+mn-ea"/>
              </a:rPr>
              <a:t>/</a:t>
            </a:r>
            <a:r>
              <a:rPr lang="ko-KR" altLang="en-US" sz="1000" b="1" spc="-150" dirty="0">
                <a:latin typeface="+mn-ea"/>
              </a:rPr>
              <a:t>액상 분유 카테고리는 수입여부에 따라 국내</a:t>
            </a:r>
            <a:r>
              <a:rPr lang="en-US" altLang="ko-KR" sz="1000" b="1" spc="-150" dirty="0">
                <a:latin typeface="+mn-ea"/>
              </a:rPr>
              <a:t> </a:t>
            </a:r>
            <a:r>
              <a:rPr lang="ko-KR" altLang="en-US" sz="1000" b="1" spc="-150" dirty="0">
                <a:latin typeface="+mn-ea"/>
              </a:rPr>
              <a:t>또는 수입 정보고시 정보를 사용</a:t>
            </a:r>
            <a:r>
              <a:rPr lang="en-US" altLang="ko-KR" sz="1000" b="1" spc="-150" dirty="0">
                <a:latin typeface="+mn-ea"/>
              </a:rPr>
              <a:t>) </a:t>
            </a:r>
            <a:endParaRPr lang="ko-KR" altLang="en-US" sz="1000" b="1" spc="-150" dirty="0">
              <a:latin typeface="+mn-ea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E248F870-0A70-2061-60BD-B072A97BF056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12A1097F-47F8-3BCF-7F97-34192C62BFEA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AC1A1D12-88DC-9530-0EC8-8BC439D3A9BE}"/>
              </a:ext>
            </a:extLst>
          </p:cNvPr>
          <p:cNvSpPr/>
          <p:nvPr/>
        </p:nvSpPr>
        <p:spPr>
          <a:xfrm>
            <a:off x="1026077" y="540986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6047083C-54D7-22EC-15C6-59FDD3CD92B4}"/>
              </a:ext>
            </a:extLst>
          </p:cNvPr>
          <p:cNvSpPr/>
          <p:nvPr/>
        </p:nvSpPr>
        <p:spPr>
          <a:xfrm>
            <a:off x="4746097" y="69068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E1A38A36-21A8-F238-7FA9-9CA47E683277}"/>
              </a:ext>
            </a:extLst>
          </p:cNvPr>
          <p:cNvSpPr/>
          <p:nvPr/>
        </p:nvSpPr>
        <p:spPr>
          <a:xfrm>
            <a:off x="4676546" y="254978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492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E374D-14E5-684F-FA3C-A91AD951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5C6457-5C56-C302-2E36-C18F9B8B0AA6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DFA897-29D0-B18C-AD7C-8F5A5E215605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36C185A-B208-96FB-7C4C-FCA221CA9591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C64DB-8DEA-BB6A-F9F7-6D7E83933251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14">
            <a:extLst>
              <a:ext uri="{FF2B5EF4-FFF2-40B4-BE49-F238E27FC236}">
                <a16:creationId xmlns:a16="http://schemas.microsoft.com/office/drawing/2014/main" id="{3AD96CB4-90B8-326A-EC56-CA94E2B0ACD2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D1C2F45D-0597-618F-7925-DF5E387C9B39}"/>
              </a:ext>
            </a:extLst>
          </p:cNvPr>
          <p:cNvSpPr/>
          <p:nvPr/>
        </p:nvSpPr>
        <p:spPr>
          <a:xfrm>
            <a:off x="461529" y="6153187"/>
            <a:ext cx="3384000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2F4CC6-8117-BD03-8094-555B4D34C6EF}"/>
              </a:ext>
            </a:extLst>
          </p:cNvPr>
          <p:cNvSpPr/>
          <p:nvPr/>
        </p:nvSpPr>
        <p:spPr>
          <a:xfrm>
            <a:off x="3930026" y="55750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50937791-0245-E80E-D2D0-70547A3E3763}"/>
              </a:ext>
            </a:extLst>
          </p:cNvPr>
          <p:cNvSpPr txBox="1"/>
          <p:nvPr/>
        </p:nvSpPr>
        <p:spPr>
          <a:xfrm>
            <a:off x="3961521" y="76815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DF37DFF0-E664-40DE-C596-D96FD825D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74755"/>
              </p:ext>
            </p:extLst>
          </p:nvPr>
        </p:nvGraphicFramePr>
        <p:xfrm>
          <a:off x="3961521" y="1056182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BD2DC238-258F-3BD0-5FE6-FDD052899DDA}"/>
              </a:ext>
            </a:extLst>
          </p:cNvPr>
          <p:cNvSpPr txBox="1"/>
          <p:nvPr/>
        </p:nvSpPr>
        <p:spPr>
          <a:xfrm>
            <a:off x="3948059" y="2064294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8B9B19FF-12D2-D1C4-B5C3-07BEC033C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116004"/>
              </p:ext>
            </p:extLst>
          </p:nvPr>
        </p:nvGraphicFramePr>
        <p:xfrm>
          <a:off x="3961521" y="2324524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D7983704-03F8-91A3-7809-53811A9C7384}"/>
              </a:ext>
            </a:extLst>
          </p:cNvPr>
          <p:cNvSpPr txBox="1"/>
          <p:nvPr/>
        </p:nvSpPr>
        <p:spPr>
          <a:xfrm>
            <a:off x="3967772" y="3864494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44F9A187-BAD8-6A31-E6DD-D9108E1FF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811379"/>
              </p:ext>
            </p:extLst>
          </p:nvPr>
        </p:nvGraphicFramePr>
        <p:xfrm>
          <a:off x="3981234" y="4124724"/>
          <a:ext cx="3371436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주식회사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올푸름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이초빈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경기도 고양시 일산동구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위시티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로 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133,712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9D7606A7-B858-3F4C-FB5A-B1A47DB45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224082"/>
              </p:ext>
            </p:extLst>
          </p:nvPr>
        </p:nvGraphicFramePr>
        <p:xfrm>
          <a:off x="10128399" y="623854"/>
          <a:ext cx="2850436" cy="344767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식품위생법에 따른 수입신고 필 데이터 값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EBD0BAD-4642-1E8B-64F7-4854EF76D8EC}"/>
              </a:ext>
            </a:extLst>
          </p:cNvPr>
          <p:cNvSpPr txBox="1"/>
          <p:nvPr/>
        </p:nvSpPr>
        <p:spPr>
          <a:xfrm>
            <a:off x="314543" y="183059"/>
            <a:ext cx="8814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수입 분유 상품 케이스</a:t>
            </a: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(</a:t>
            </a:r>
            <a:r>
              <a:rPr lang="ko-KR" altLang="en-US" sz="1000" b="1" spc="-1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특수</a:t>
            </a:r>
            <a:r>
              <a:rPr lang="en-US" altLang="ko-KR" sz="1000" b="1" spc="-1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b="1" spc="-1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액상</a:t>
            </a: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분유 카테고리는 수입여부에 따라 국내</a:t>
            </a: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또는 수입 정보고시 정보를 사용</a:t>
            </a: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 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8942D322-7656-CE28-12AA-D3F62B106472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FC973787-B465-B7E4-94E4-5BA703C83F23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416AE920-1AD5-3453-7C1D-6202715A612F}"/>
              </a:ext>
            </a:extLst>
          </p:cNvPr>
          <p:cNvSpPr/>
          <p:nvPr/>
        </p:nvSpPr>
        <p:spPr>
          <a:xfrm>
            <a:off x="4530908" y="7559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B9BE5275-A4D2-6024-FBCF-99F5F7B9CF92}"/>
              </a:ext>
            </a:extLst>
          </p:cNvPr>
          <p:cNvSpPr/>
          <p:nvPr/>
        </p:nvSpPr>
        <p:spPr>
          <a:xfrm>
            <a:off x="4739654" y="203489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F2E8B5FB-4427-BC79-B956-0DD54BDBCB49}"/>
              </a:ext>
            </a:extLst>
          </p:cNvPr>
          <p:cNvSpPr/>
          <p:nvPr/>
        </p:nvSpPr>
        <p:spPr>
          <a:xfrm>
            <a:off x="4670103" y="38940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15B19ED-C995-1B23-B717-4DB669356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691816"/>
              </p:ext>
            </p:extLst>
          </p:nvPr>
        </p:nvGraphicFramePr>
        <p:xfrm>
          <a:off x="473470" y="1319553"/>
          <a:ext cx="3371436" cy="496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조재분유지원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홀레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유기농분유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단계 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식품 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유기농분유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단계 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3314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CREMILK GMBH 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독일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쁘띠엘린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서초구 서초대로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46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19-12 5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층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제조연월일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캔 밑면 별도 표기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소비기한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캔 밑면 별도 표기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내용량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800g 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4035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보관 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열원을 피하여 실온보관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개봉 후에는 건조한 곳에 보관하고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 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 이내 에 사용하시기 바랍니다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83094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원재료명 및 함량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405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영양 성분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47643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섭취시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유전자재조합 식품여부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해당사항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8177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부작용 발생 기능성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영유아식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또는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체줄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조절 식품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특정 원료에 대한 알레르기가 있는 유아는 원재료를 확인하여 사용하시기 바랍니다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2590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식품위생법에 따른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수입신고필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식품위생법에 따른 수입신고를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필함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8238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02-736-0872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D489F5DB-9CEA-BC52-4865-EFC180852334}"/>
              </a:ext>
            </a:extLst>
          </p:cNvPr>
          <p:cNvSpPr/>
          <p:nvPr/>
        </p:nvSpPr>
        <p:spPr>
          <a:xfrm>
            <a:off x="461529" y="2767847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8BFDA643-518E-42A0-8134-CEEE86758391}"/>
              </a:ext>
            </a:extLst>
          </p:cNvPr>
          <p:cNvSpPr/>
          <p:nvPr/>
        </p:nvSpPr>
        <p:spPr>
          <a:xfrm>
            <a:off x="3633063" y="26664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4BD7F01-E7E8-CF46-1277-B15B6254C075}"/>
              </a:ext>
            </a:extLst>
          </p:cNvPr>
          <p:cNvSpPr/>
          <p:nvPr/>
        </p:nvSpPr>
        <p:spPr>
          <a:xfrm>
            <a:off x="469732" y="5728501"/>
            <a:ext cx="3409212" cy="312396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모서리가 둥근 직사각형 114">
            <a:extLst>
              <a:ext uri="{FF2B5EF4-FFF2-40B4-BE49-F238E27FC236}">
                <a16:creationId xmlns:a16="http://schemas.microsoft.com/office/drawing/2014/main" id="{C5BE4A03-0F07-4E7A-E010-3710DAA2AAA2}"/>
              </a:ext>
            </a:extLst>
          </p:cNvPr>
          <p:cNvSpPr/>
          <p:nvPr/>
        </p:nvSpPr>
        <p:spPr>
          <a:xfrm>
            <a:off x="3641266" y="562709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592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52A3D-0D5E-8C97-9817-0A48F29DE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9ED4F9-F986-9AA1-8D63-BE035433B63B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5B19D3-A75F-B98C-8A80-908C125697A3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CAFFCEC-6BD0-656F-0B48-CDAAAADCFB10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7A6D8C7-0264-2031-7718-DAEEF9D599A5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14">
            <a:extLst>
              <a:ext uri="{FF2B5EF4-FFF2-40B4-BE49-F238E27FC236}">
                <a16:creationId xmlns:a16="http://schemas.microsoft.com/office/drawing/2014/main" id="{DB50F858-D0E0-4A99-273C-916EEF27B2BE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ED81AC5C-429C-6EEF-97D5-58799E751E1B}"/>
              </a:ext>
            </a:extLst>
          </p:cNvPr>
          <p:cNvSpPr/>
          <p:nvPr/>
        </p:nvSpPr>
        <p:spPr>
          <a:xfrm>
            <a:off x="461529" y="6153187"/>
            <a:ext cx="3384000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793192E-ECA7-F609-B702-785102DB0E67}"/>
              </a:ext>
            </a:extLst>
          </p:cNvPr>
          <p:cNvSpPr/>
          <p:nvPr/>
        </p:nvSpPr>
        <p:spPr>
          <a:xfrm>
            <a:off x="3930026" y="55750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9B23D7E9-0599-B052-8336-C8B48E9C5761}"/>
              </a:ext>
            </a:extLst>
          </p:cNvPr>
          <p:cNvSpPr txBox="1"/>
          <p:nvPr/>
        </p:nvSpPr>
        <p:spPr>
          <a:xfrm>
            <a:off x="484254" y="468918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946DF259-EC26-B5CF-21E0-D919FEEC4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621746"/>
              </p:ext>
            </p:extLst>
          </p:nvPr>
        </p:nvGraphicFramePr>
        <p:xfrm>
          <a:off x="484254" y="4977212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8D0257CC-0E71-8F54-C30F-41424F31A790}"/>
              </a:ext>
            </a:extLst>
          </p:cNvPr>
          <p:cNvSpPr txBox="1"/>
          <p:nvPr/>
        </p:nvSpPr>
        <p:spPr>
          <a:xfrm>
            <a:off x="3940951" y="813574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0FFC7A50-D163-D4A7-4CCD-3D88889CA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108356"/>
              </p:ext>
            </p:extLst>
          </p:nvPr>
        </p:nvGraphicFramePr>
        <p:xfrm>
          <a:off x="3954413" y="1073804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DC260514-E0D5-FE75-865B-3A5CC17D8FF5}"/>
              </a:ext>
            </a:extLst>
          </p:cNvPr>
          <p:cNvSpPr txBox="1"/>
          <p:nvPr/>
        </p:nvSpPr>
        <p:spPr>
          <a:xfrm>
            <a:off x="3960664" y="2613774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4B62E8E1-FA21-EBE3-760A-2DD619C71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780348"/>
              </p:ext>
            </p:extLst>
          </p:nvPr>
        </p:nvGraphicFramePr>
        <p:xfrm>
          <a:off x="3974126" y="2874004"/>
          <a:ext cx="3371436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청담엘앤에이치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홍길동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강남구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언주로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164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33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신사동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청담코퍼레이션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185CACE0-A3A2-CCA9-5A58-7DEA5F9DED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356222"/>
              </p:ext>
            </p:extLst>
          </p:nvPr>
        </p:nvGraphicFramePr>
        <p:xfrm>
          <a:off x="10128399" y="623854"/>
          <a:ext cx="2850436" cy="33257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C6D76D4-4722-740E-0C8D-69B44746233B}"/>
              </a:ext>
            </a:extLst>
          </p:cNvPr>
          <p:cNvSpPr txBox="1"/>
          <p:nvPr/>
        </p:nvSpPr>
        <p:spPr>
          <a:xfrm>
            <a:off x="314543" y="183059"/>
            <a:ext cx="515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생리대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생리팬티 상품 케이스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 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2B5E6124-DAFD-713B-567D-CDD42C87CCE4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C50D1D59-D735-9EE4-91B4-A0891D75C5E7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6D83774B-27FD-EFFC-2468-044020E6739E}"/>
              </a:ext>
            </a:extLst>
          </p:cNvPr>
          <p:cNvSpPr/>
          <p:nvPr/>
        </p:nvSpPr>
        <p:spPr>
          <a:xfrm>
            <a:off x="1053641" y="46770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DB5536CC-633C-088F-0CA9-DF1F65E04B5A}"/>
              </a:ext>
            </a:extLst>
          </p:cNvPr>
          <p:cNvSpPr/>
          <p:nvPr/>
        </p:nvSpPr>
        <p:spPr>
          <a:xfrm>
            <a:off x="4732546" y="7841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C99805F7-EED1-5E81-2038-D043D333B327}"/>
              </a:ext>
            </a:extLst>
          </p:cNvPr>
          <p:cNvSpPr/>
          <p:nvPr/>
        </p:nvSpPr>
        <p:spPr>
          <a:xfrm>
            <a:off x="4662995" y="26432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3DFA6E8-FCE9-82B5-4D96-471F99817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506142"/>
              </p:ext>
            </p:extLst>
          </p:nvPr>
        </p:nvGraphicFramePr>
        <p:xfrm>
          <a:off x="473470" y="1319553"/>
          <a:ext cx="3371436" cy="3108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여성청소년 생리대 지원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청담소녀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청담소녀 오리지날 중형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인증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허가사항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의약외품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3314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보람씨앤에치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대한민국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재질 또는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전성분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보관 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밀폐용기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실온보관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 시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02-6925-7717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20737F-D5D9-150E-9F5D-9165BCE98821}"/>
              </a:ext>
            </a:extLst>
          </p:cNvPr>
          <p:cNvSpPr/>
          <p:nvPr/>
        </p:nvSpPr>
        <p:spPr>
          <a:xfrm>
            <a:off x="461529" y="2767847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9364FDD0-A935-41AA-4F5D-A7815F12AA2F}"/>
              </a:ext>
            </a:extLst>
          </p:cNvPr>
          <p:cNvSpPr/>
          <p:nvPr/>
        </p:nvSpPr>
        <p:spPr>
          <a:xfrm>
            <a:off x="3633063" y="26664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5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5CD8C-B2A3-4D1C-C59A-4C0698D80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2EFDF3-9D95-3BB5-F10F-B76D091C25D2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CEA4BA-722F-34EA-BBF9-98C0FD9ECC9F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8AA419C-4DE0-BDCA-3586-F5218238EA2C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52DC2FE-7C58-239C-75C7-44F799412BC6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14">
            <a:extLst>
              <a:ext uri="{FF2B5EF4-FFF2-40B4-BE49-F238E27FC236}">
                <a16:creationId xmlns:a16="http://schemas.microsoft.com/office/drawing/2014/main" id="{0BA530E7-B624-6F8E-B7F4-7D8FFD8B244F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5034D442-62D1-1A35-9549-3574DBAB94EB}"/>
              </a:ext>
            </a:extLst>
          </p:cNvPr>
          <p:cNvSpPr/>
          <p:nvPr/>
        </p:nvSpPr>
        <p:spPr>
          <a:xfrm>
            <a:off x="461529" y="6153187"/>
            <a:ext cx="3384000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CE60720-9313-EC2E-DDDD-2F3A1655DCC7}"/>
              </a:ext>
            </a:extLst>
          </p:cNvPr>
          <p:cNvSpPr/>
          <p:nvPr/>
        </p:nvSpPr>
        <p:spPr>
          <a:xfrm>
            <a:off x="3930026" y="55750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253E8604-2361-1A37-F08B-02F195D9BDF2}"/>
              </a:ext>
            </a:extLst>
          </p:cNvPr>
          <p:cNvSpPr txBox="1"/>
          <p:nvPr/>
        </p:nvSpPr>
        <p:spPr>
          <a:xfrm>
            <a:off x="484254" y="5015101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825B53CA-2E19-EDBA-967F-5612583A5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860312"/>
              </p:ext>
            </p:extLst>
          </p:nvPr>
        </p:nvGraphicFramePr>
        <p:xfrm>
          <a:off x="484254" y="5303133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386E9926-7085-3CDB-EB6D-1EA8B4C2DE4A}"/>
              </a:ext>
            </a:extLst>
          </p:cNvPr>
          <p:cNvSpPr txBox="1"/>
          <p:nvPr/>
        </p:nvSpPr>
        <p:spPr>
          <a:xfrm>
            <a:off x="3940951" y="813574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D8FFAE88-87F7-9328-19B3-7BAE86160D30}"/>
              </a:ext>
            </a:extLst>
          </p:cNvPr>
          <p:cNvGraphicFramePr>
            <a:graphicFrameLocks noGrp="1"/>
          </p:cNvGraphicFramePr>
          <p:nvPr/>
        </p:nvGraphicFramePr>
        <p:xfrm>
          <a:off x="3954413" y="1073804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153D96CC-1E7A-480A-7CAD-C10DFC5DE623}"/>
              </a:ext>
            </a:extLst>
          </p:cNvPr>
          <p:cNvSpPr txBox="1"/>
          <p:nvPr/>
        </p:nvSpPr>
        <p:spPr>
          <a:xfrm>
            <a:off x="3960664" y="2613774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5AED370F-43ED-DCF4-445D-57340DAB7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639482"/>
              </p:ext>
            </p:extLst>
          </p:nvPr>
        </p:nvGraphicFramePr>
        <p:xfrm>
          <a:off x="3974126" y="2874004"/>
          <a:ext cx="3371436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홍길동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강남구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언주로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164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33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신사동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청담코퍼레이션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A890EA32-9A02-B1A3-782C-8A25ADDF68C5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33257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6529D92-5EBD-796B-2DBF-B5ED7F8A8724}"/>
              </a:ext>
            </a:extLst>
          </p:cNvPr>
          <p:cNvSpPr txBox="1"/>
          <p:nvPr/>
        </p:nvSpPr>
        <p:spPr>
          <a:xfrm>
            <a:off x="314543" y="183059"/>
            <a:ext cx="7667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물티슈 상품 케이스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ⓛ인체 청결용</a:t>
            </a:r>
            <a:r>
              <a:rPr lang="en-US" altLang="ko-KR" sz="1000" b="1" spc="-150" dirty="0">
                <a:latin typeface="+mn-ea"/>
              </a:rPr>
              <a:t>(</a:t>
            </a:r>
            <a:r>
              <a:rPr lang="ko-KR" altLang="en-US" sz="1000" b="1" spc="-150" dirty="0">
                <a:latin typeface="+mn-ea"/>
              </a:rPr>
              <a:t>화장품으로 분류된 양식 </a:t>
            </a:r>
            <a:r>
              <a:rPr lang="en-US" altLang="ko-KR" sz="1000" b="1" spc="-150" dirty="0">
                <a:latin typeface="+mn-ea"/>
              </a:rPr>
              <a:t>ex)</a:t>
            </a:r>
            <a:r>
              <a:rPr lang="ko-KR" altLang="en-US" sz="1000" b="1" spc="-150" dirty="0" err="1">
                <a:latin typeface="+mn-ea"/>
              </a:rPr>
              <a:t>아기용</a:t>
            </a:r>
            <a:r>
              <a:rPr lang="ko-KR" altLang="en-US" sz="1000" b="1" spc="-150" dirty="0">
                <a:latin typeface="+mn-ea"/>
              </a:rPr>
              <a:t> </a:t>
            </a:r>
            <a:r>
              <a:rPr lang="ko-KR" altLang="en-US" sz="1000" b="1" spc="-150" dirty="0" err="1">
                <a:latin typeface="+mn-ea"/>
              </a:rPr>
              <a:t>물티슈등</a:t>
            </a:r>
            <a:r>
              <a:rPr lang="en-US" altLang="ko-KR" sz="1000" b="1" spc="-150" dirty="0">
                <a:latin typeface="+mn-ea"/>
              </a:rPr>
              <a:t>) </a:t>
            </a:r>
            <a:endParaRPr lang="ko-KR" altLang="en-US" sz="1000" b="1" spc="-150" dirty="0">
              <a:latin typeface="+mn-ea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455DB96F-B83B-CAD6-A41F-998BD33840AC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97E040F8-2FA5-C9DA-F714-39451D4660E6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881FA7D0-E4D1-93E1-E02B-2763415032EA}"/>
              </a:ext>
            </a:extLst>
          </p:cNvPr>
          <p:cNvSpPr/>
          <p:nvPr/>
        </p:nvSpPr>
        <p:spPr>
          <a:xfrm>
            <a:off x="1053641" y="50029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85CB184F-D9E3-D3A3-FE29-D741593B5C82}"/>
              </a:ext>
            </a:extLst>
          </p:cNvPr>
          <p:cNvSpPr/>
          <p:nvPr/>
        </p:nvSpPr>
        <p:spPr>
          <a:xfrm>
            <a:off x="4732546" y="7841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1EBAF639-57B8-1B0E-0C98-D2FB10D19B06}"/>
              </a:ext>
            </a:extLst>
          </p:cNvPr>
          <p:cNvSpPr/>
          <p:nvPr/>
        </p:nvSpPr>
        <p:spPr>
          <a:xfrm>
            <a:off x="4662995" y="26432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F895882-876D-254E-A757-61984AD30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358468"/>
              </p:ext>
            </p:extLst>
          </p:nvPr>
        </p:nvGraphicFramePr>
        <p:xfrm>
          <a:off x="473470" y="1319553"/>
          <a:ext cx="3371436" cy="3505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닥터비데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화장실용 물티슈 캡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대한민국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화중품법에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따라 기재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표시하여야 하는 모든 성분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기능성 화장품의 경우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화중품법에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따른 식품의약품안전처 심사 필 유무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미백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주름개선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자외선차단 등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 시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02-6925-7717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6DC8D1-9E90-F956-05DF-B01416AE0DDA}"/>
              </a:ext>
            </a:extLst>
          </p:cNvPr>
          <p:cNvSpPr/>
          <p:nvPr/>
        </p:nvSpPr>
        <p:spPr>
          <a:xfrm>
            <a:off x="446478" y="2578189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959A8659-DAE2-ED87-E998-66083A3347BD}"/>
              </a:ext>
            </a:extLst>
          </p:cNvPr>
          <p:cNvSpPr/>
          <p:nvPr/>
        </p:nvSpPr>
        <p:spPr>
          <a:xfrm>
            <a:off x="3618012" y="247678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030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20296-29B9-94A5-1A19-337E8F89A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F249D6A1-6B73-1F69-525A-821DD9ED7908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306DB4-7DBB-8EBB-42E8-BFD325FA9A02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B5E7DF3-D17F-EA6B-E501-0989EC5C50C5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5CE37AC-D901-BCDC-7FAD-390F5B6CACBD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14">
            <a:extLst>
              <a:ext uri="{FF2B5EF4-FFF2-40B4-BE49-F238E27FC236}">
                <a16:creationId xmlns:a16="http://schemas.microsoft.com/office/drawing/2014/main" id="{1713C50F-697B-B0A1-2843-16E1175D163C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1BF5F961-E26A-6543-20AE-B974DD139247}"/>
              </a:ext>
            </a:extLst>
          </p:cNvPr>
          <p:cNvSpPr/>
          <p:nvPr/>
        </p:nvSpPr>
        <p:spPr>
          <a:xfrm>
            <a:off x="446478" y="6035663"/>
            <a:ext cx="3430068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4A20D3C-C4C8-BBD2-B808-C35A6A94694B}"/>
              </a:ext>
            </a:extLst>
          </p:cNvPr>
          <p:cNvSpPr/>
          <p:nvPr/>
        </p:nvSpPr>
        <p:spPr>
          <a:xfrm>
            <a:off x="3940951" y="587901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45ABAC6D-B3C3-CD5C-0CC8-DE2F4640B05B}"/>
              </a:ext>
            </a:extLst>
          </p:cNvPr>
          <p:cNvSpPr txBox="1"/>
          <p:nvPr/>
        </p:nvSpPr>
        <p:spPr>
          <a:xfrm>
            <a:off x="484254" y="4224534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26DC25BD-98B2-A5E4-A0D4-BA1A925F7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669641"/>
              </p:ext>
            </p:extLst>
          </p:nvPr>
        </p:nvGraphicFramePr>
        <p:xfrm>
          <a:off x="484254" y="4512566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4D060F64-B17B-59C3-E687-C9385957B6E8}"/>
              </a:ext>
            </a:extLst>
          </p:cNvPr>
          <p:cNvSpPr txBox="1"/>
          <p:nvPr/>
        </p:nvSpPr>
        <p:spPr>
          <a:xfrm>
            <a:off x="3940951" y="813574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9D21B971-1643-3750-8D3F-27394BD672F7}"/>
              </a:ext>
            </a:extLst>
          </p:cNvPr>
          <p:cNvGraphicFramePr>
            <a:graphicFrameLocks noGrp="1"/>
          </p:cNvGraphicFramePr>
          <p:nvPr/>
        </p:nvGraphicFramePr>
        <p:xfrm>
          <a:off x="3954413" y="1073804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1AC3DAAC-552E-2AB7-588C-853075D2FBAB}"/>
              </a:ext>
            </a:extLst>
          </p:cNvPr>
          <p:cNvSpPr txBox="1"/>
          <p:nvPr/>
        </p:nvSpPr>
        <p:spPr>
          <a:xfrm>
            <a:off x="3960664" y="2613774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855D12BF-B05F-CA62-017E-B8C6085F4EFD}"/>
              </a:ext>
            </a:extLst>
          </p:cNvPr>
          <p:cNvGraphicFramePr>
            <a:graphicFrameLocks noGrp="1"/>
          </p:cNvGraphicFramePr>
          <p:nvPr/>
        </p:nvGraphicFramePr>
        <p:xfrm>
          <a:off x="3974126" y="2874004"/>
          <a:ext cx="3371436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홍길동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강남구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언주로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164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33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신사동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청담코퍼레이션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349661E6-54C1-5AE3-55DE-59CA2230C4CE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33257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EE1B2A1-03F2-87D2-6954-3795F87355FA}"/>
              </a:ext>
            </a:extLst>
          </p:cNvPr>
          <p:cNvSpPr txBox="1"/>
          <p:nvPr/>
        </p:nvSpPr>
        <p:spPr>
          <a:xfrm>
            <a:off x="314543" y="183059"/>
            <a:ext cx="55029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물티슈 상품 케이스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②일반 물티슈</a:t>
            </a: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29EB3359-CFD6-324F-733E-EB5B45E9E466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FE289294-365E-357D-13A7-2B084A6DCF88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AC7F57AC-1488-53F9-025B-41EF6F7FCF33}"/>
              </a:ext>
            </a:extLst>
          </p:cNvPr>
          <p:cNvSpPr/>
          <p:nvPr/>
        </p:nvSpPr>
        <p:spPr>
          <a:xfrm>
            <a:off x="1053641" y="42123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D2FA9976-1B89-F2FB-4109-FD30BE9B79F2}"/>
              </a:ext>
            </a:extLst>
          </p:cNvPr>
          <p:cNvSpPr/>
          <p:nvPr/>
        </p:nvSpPr>
        <p:spPr>
          <a:xfrm>
            <a:off x="4732546" y="7841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B96761AC-7A54-4EF7-0D3D-8F7DB60BA75B}"/>
              </a:ext>
            </a:extLst>
          </p:cNvPr>
          <p:cNvSpPr/>
          <p:nvPr/>
        </p:nvSpPr>
        <p:spPr>
          <a:xfrm>
            <a:off x="4662995" y="26432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41F7A573-779E-B669-EF29-A049E95F8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114613"/>
              </p:ext>
            </p:extLst>
          </p:nvPr>
        </p:nvGraphicFramePr>
        <p:xfrm>
          <a:off x="473470" y="1319553"/>
          <a:ext cx="3371436" cy="268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닥터비데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화장실용 물티슈 캡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인증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허가사항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1116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대한민국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 시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02-6925-7717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C370E6DE-A40B-311D-8454-2C62922C5073}"/>
              </a:ext>
            </a:extLst>
          </p:cNvPr>
          <p:cNvSpPr/>
          <p:nvPr/>
        </p:nvSpPr>
        <p:spPr>
          <a:xfrm>
            <a:off x="446478" y="2778877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C08CAEE8-6857-102A-8532-80960D93A69F}"/>
              </a:ext>
            </a:extLst>
          </p:cNvPr>
          <p:cNvSpPr/>
          <p:nvPr/>
        </p:nvSpPr>
        <p:spPr>
          <a:xfrm>
            <a:off x="3616364" y="26485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858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80C05-FC5F-055C-1B3D-61124CAA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AD3BC9-6BA2-CC6A-2004-45214EDAD0A2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828B6A-93D5-2BFC-DE3C-2EE49F5123F2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       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후기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1375E4D-91D7-1A0E-B3AA-6FEFA35633E1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A51F121-F1B6-AFE2-94A6-56D8DC18DE81}"/>
              </a:ext>
            </a:extLst>
          </p:cNvPr>
          <p:cNvCxnSpPr/>
          <p:nvPr/>
        </p:nvCxnSpPr>
        <p:spPr>
          <a:xfrm>
            <a:off x="2245197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9B27D96-B1A9-FE77-7BF7-209145BECF1F}"/>
              </a:ext>
            </a:extLst>
          </p:cNvPr>
          <p:cNvSpPr/>
          <p:nvPr/>
        </p:nvSpPr>
        <p:spPr>
          <a:xfrm>
            <a:off x="6250516" y="1764086"/>
            <a:ext cx="3444249" cy="280831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9527C6-1E42-28C2-44DD-9ED9F93CFAE4}"/>
              </a:ext>
            </a:extLst>
          </p:cNvPr>
          <p:cNvSpPr txBox="1"/>
          <p:nvPr/>
        </p:nvSpPr>
        <p:spPr>
          <a:xfrm>
            <a:off x="7413746" y="3898497"/>
            <a:ext cx="10567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등록된 후기가 없습니다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3C2CE9-8BEA-322D-81A8-C92EC7C33F53}"/>
              </a:ext>
            </a:extLst>
          </p:cNvPr>
          <p:cNvSpPr txBox="1"/>
          <p:nvPr/>
        </p:nvSpPr>
        <p:spPr>
          <a:xfrm>
            <a:off x="1474616" y="937421"/>
            <a:ext cx="2109555" cy="4378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후기 작성 시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300 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</a:t>
            </a:r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포토후기 작성시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500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 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BFA5B63-D366-92EB-5707-CEAC4A538EBF}"/>
              </a:ext>
            </a:extLst>
          </p:cNvPr>
          <p:cNvGrpSpPr/>
          <p:nvPr/>
        </p:nvGrpSpPr>
        <p:grpSpPr>
          <a:xfrm>
            <a:off x="557564" y="903149"/>
            <a:ext cx="568860" cy="481231"/>
            <a:chOff x="7669019" y="2414908"/>
            <a:chExt cx="568860" cy="48123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37A0D6F-3F15-656D-5A7C-D099563FB17B}"/>
                </a:ext>
              </a:extLst>
            </p:cNvPr>
            <p:cNvSpPr txBox="1"/>
            <p:nvPr/>
          </p:nvSpPr>
          <p:spPr>
            <a:xfrm>
              <a:off x="7841378" y="2562522"/>
              <a:ext cx="388248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4.3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6D2F46D-73B2-27D4-6016-8727F5CB5984}"/>
                </a:ext>
              </a:extLst>
            </p:cNvPr>
            <p:cNvSpPr txBox="1"/>
            <p:nvPr/>
          </p:nvSpPr>
          <p:spPr>
            <a:xfrm>
              <a:off x="7669019" y="2556173"/>
              <a:ext cx="319318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6935B1F-5072-772A-C424-813355D0F6D2}"/>
                </a:ext>
              </a:extLst>
            </p:cNvPr>
            <p:cNvSpPr txBox="1"/>
            <p:nvPr/>
          </p:nvSpPr>
          <p:spPr>
            <a:xfrm>
              <a:off x="7684522" y="2414908"/>
              <a:ext cx="553357" cy="2532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고객 평점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8621BDB-B4BB-47D6-41E0-3C7C26D7AA11}"/>
              </a:ext>
            </a:extLst>
          </p:cNvPr>
          <p:cNvCxnSpPr/>
          <p:nvPr/>
        </p:nvCxnSpPr>
        <p:spPr>
          <a:xfrm>
            <a:off x="1296393" y="1006676"/>
            <a:ext cx="0" cy="29936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8323E73-6BFC-81CE-350E-FB062A27385B}"/>
              </a:ext>
            </a:extLst>
          </p:cNvPr>
          <p:cNvCxnSpPr/>
          <p:nvPr/>
        </p:nvCxnSpPr>
        <p:spPr>
          <a:xfrm>
            <a:off x="461529" y="1476053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114">
            <a:extLst>
              <a:ext uri="{FF2B5EF4-FFF2-40B4-BE49-F238E27FC236}">
                <a16:creationId xmlns:a16="http://schemas.microsoft.com/office/drawing/2014/main" id="{B53C143A-5DBF-560E-8492-42FA73996658}"/>
              </a:ext>
            </a:extLst>
          </p:cNvPr>
          <p:cNvSpPr txBox="1"/>
          <p:nvPr/>
        </p:nvSpPr>
        <p:spPr>
          <a:xfrm>
            <a:off x="486663" y="1620894"/>
            <a:ext cx="6383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42" name="TextBox 114">
            <a:extLst>
              <a:ext uri="{FF2B5EF4-FFF2-40B4-BE49-F238E27FC236}">
                <a16:creationId xmlns:a16="http://schemas.microsoft.com/office/drawing/2014/main" id="{63FA3DC4-7F35-286B-D88C-5ACAC3AC2A7A}"/>
              </a:ext>
            </a:extLst>
          </p:cNvPr>
          <p:cNvSpPr txBox="1"/>
          <p:nvPr/>
        </p:nvSpPr>
        <p:spPr>
          <a:xfrm>
            <a:off x="3208941" y="1609982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4" name="TextBox 114">
            <a:extLst>
              <a:ext uri="{FF2B5EF4-FFF2-40B4-BE49-F238E27FC236}">
                <a16:creationId xmlns:a16="http://schemas.microsoft.com/office/drawing/2014/main" id="{3492CE21-F136-3AE5-9291-5CE86E4ECA75}"/>
              </a:ext>
            </a:extLst>
          </p:cNvPr>
          <p:cNvSpPr txBox="1"/>
          <p:nvPr/>
        </p:nvSpPr>
        <p:spPr>
          <a:xfrm>
            <a:off x="4859931" y="1619630"/>
            <a:ext cx="636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en-US" altLang="ko-KR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 낮은 순</a:t>
            </a:r>
            <a:endParaRPr lang="en-US" altLang="ko-KR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 높은 순</a:t>
            </a:r>
          </a:p>
        </p:txBody>
      </p:sp>
      <p:sp>
        <p:nvSpPr>
          <p:cNvPr id="46" name="TextBox 114">
            <a:extLst>
              <a:ext uri="{FF2B5EF4-FFF2-40B4-BE49-F238E27FC236}">
                <a16:creationId xmlns:a16="http://schemas.microsoft.com/office/drawing/2014/main" id="{A274BEE5-B7A6-8EAB-5BFB-48026393353B}"/>
              </a:ext>
            </a:extLst>
          </p:cNvPr>
          <p:cNvSpPr txBox="1"/>
          <p:nvPr/>
        </p:nvSpPr>
        <p:spPr>
          <a:xfrm>
            <a:off x="496310" y="1946471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F6DB3F-22C0-6C21-7487-F6AD1CB4B8BE}"/>
              </a:ext>
            </a:extLst>
          </p:cNvPr>
          <p:cNvSpPr txBox="1"/>
          <p:nvPr/>
        </p:nvSpPr>
        <p:spPr>
          <a:xfrm>
            <a:off x="496310" y="2098752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옵션 </a:t>
            </a:r>
            <a:r>
              <a:rPr lang="en-US" altLang="ko-KR" sz="800" spc="-150" dirty="0"/>
              <a:t>: 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ko-KR" altLang="en-US" sz="800" spc="-150" dirty="0"/>
              <a:t>물놀이 팬티 </a:t>
            </a:r>
            <a:r>
              <a:rPr lang="en-US" altLang="ko-KR" sz="800" spc="-150" dirty="0"/>
              <a:t>6</a:t>
            </a:r>
            <a:r>
              <a:rPr lang="ko-KR" altLang="en-US" sz="800" spc="-150" dirty="0"/>
              <a:t>단계 점보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ko-KR" altLang="en-US" sz="800" spc="-15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ko-KR" altLang="en-US" sz="800" spc="-150" dirty="0"/>
              <a:t>            외 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en-US" altLang="ko-KR" sz="800" spc="-150" dirty="0"/>
              <a:t>3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ko-KR" altLang="en-US" sz="800" spc="-150" dirty="0"/>
              <a:t>건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6E927DD9-684E-2D95-5BDB-AF7EC29C0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67" y="2375927"/>
            <a:ext cx="483499" cy="424446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F387D73D-105E-AFA6-98CE-05D94CD4A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351" y="2375627"/>
            <a:ext cx="483499" cy="42123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D9DE9E44-53F8-89DC-A477-CD7413F248A8}"/>
              </a:ext>
            </a:extLst>
          </p:cNvPr>
          <p:cNvSpPr txBox="1"/>
          <p:nvPr/>
        </p:nvSpPr>
        <p:spPr>
          <a:xfrm>
            <a:off x="488597" y="2876112"/>
            <a:ext cx="32560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r>
              <a:rPr lang="ko-KR" altLang="en-US" sz="800" spc="-150" dirty="0"/>
              <a:t> 기저귀 뽀송뽀송 후기 상세 내용 영역입니다</a:t>
            </a:r>
            <a:r>
              <a:rPr lang="en-US" altLang="ko-KR" sz="800" spc="-150" dirty="0"/>
              <a:t>. </a:t>
            </a:r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56" name="TextBox 114">
            <a:extLst>
              <a:ext uri="{FF2B5EF4-FFF2-40B4-BE49-F238E27FC236}">
                <a16:creationId xmlns:a16="http://schemas.microsoft.com/office/drawing/2014/main" id="{666ED007-014F-6887-EAF4-4E6106052EAB}"/>
              </a:ext>
            </a:extLst>
          </p:cNvPr>
          <p:cNvSpPr txBox="1"/>
          <p:nvPr/>
        </p:nvSpPr>
        <p:spPr>
          <a:xfrm>
            <a:off x="3200926" y="3460887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D3BD9CBF-A6C1-91AB-A469-C2BC2B5E65FA}"/>
              </a:ext>
            </a:extLst>
          </p:cNvPr>
          <p:cNvCxnSpPr/>
          <p:nvPr/>
        </p:nvCxnSpPr>
        <p:spPr>
          <a:xfrm>
            <a:off x="531530" y="3660942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114">
            <a:extLst>
              <a:ext uri="{FF2B5EF4-FFF2-40B4-BE49-F238E27FC236}">
                <a16:creationId xmlns:a16="http://schemas.microsoft.com/office/drawing/2014/main" id="{AF1A5D5F-8B0C-1AAD-8203-0F37A8A0B260}"/>
              </a:ext>
            </a:extLst>
          </p:cNvPr>
          <p:cNvSpPr txBox="1"/>
          <p:nvPr/>
        </p:nvSpPr>
        <p:spPr>
          <a:xfrm>
            <a:off x="514053" y="3722229"/>
            <a:ext cx="48442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Bye****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D5F22D-EF2B-2CF2-4924-E9DFE36BCDF1}"/>
              </a:ext>
            </a:extLst>
          </p:cNvPr>
          <p:cNvSpPr txBox="1"/>
          <p:nvPr/>
        </p:nvSpPr>
        <p:spPr>
          <a:xfrm>
            <a:off x="514053" y="3874510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옵션 </a:t>
            </a:r>
            <a:r>
              <a:rPr lang="en-US" altLang="ko-KR" sz="800" spc="-150" dirty="0"/>
              <a:t>: 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ko-KR" altLang="en-US" sz="800" spc="-150" dirty="0"/>
              <a:t>물놀이 팬티 </a:t>
            </a:r>
            <a:r>
              <a:rPr lang="en-US" altLang="ko-KR" sz="800" spc="-150" dirty="0"/>
              <a:t>5</a:t>
            </a:r>
            <a:r>
              <a:rPr lang="ko-KR" altLang="en-US" sz="800" spc="-150" dirty="0"/>
              <a:t>단계 점보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endParaRPr lang="ko-KR" altLang="en-US" sz="800" spc="-15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056BDD-8FA7-EC7E-8EF3-6919FFCBD189}"/>
              </a:ext>
            </a:extLst>
          </p:cNvPr>
          <p:cNvSpPr txBox="1"/>
          <p:nvPr/>
        </p:nvSpPr>
        <p:spPr>
          <a:xfrm>
            <a:off x="501943" y="4104067"/>
            <a:ext cx="32560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텍스트 후기만 들어간 케이스입니다</a:t>
            </a:r>
            <a:r>
              <a:rPr lang="en-US" altLang="ko-KR" sz="800" spc="-150" dirty="0"/>
              <a:t>.</a:t>
            </a:r>
            <a:r>
              <a:rPr lang="ko-KR" altLang="en-US" sz="800" spc="-150" dirty="0"/>
              <a:t> 기저귀 뽀송뽀송 후기 상세 내용 영역입니다</a:t>
            </a:r>
            <a:r>
              <a:rPr lang="en-US" altLang="ko-KR" sz="800" spc="-150" dirty="0"/>
              <a:t>. </a:t>
            </a:r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63" name="TextBox 114">
            <a:extLst>
              <a:ext uri="{FF2B5EF4-FFF2-40B4-BE49-F238E27FC236}">
                <a16:creationId xmlns:a16="http://schemas.microsoft.com/office/drawing/2014/main" id="{C12A8DEC-84D4-1D08-AF89-503204347AE0}"/>
              </a:ext>
            </a:extLst>
          </p:cNvPr>
          <p:cNvSpPr txBox="1"/>
          <p:nvPr/>
        </p:nvSpPr>
        <p:spPr>
          <a:xfrm>
            <a:off x="3218669" y="4660374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2026.06.03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9CF4B29-3558-D4E0-A738-BBF0F3B781C1}"/>
              </a:ext>
            </a:extLst>
          </p:cNvPr>
          <p:cNvCxnSpPr/>
          <p:nvPr/>
        </p:nvCxnSpPr>
        <p:spPr>
          <a:xfrm>
            <a:off x="549273" y="4860429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8B6804A-DDD7-E62E-C1E0-FA1132C6738E}"/>
              </a:ext>
            </a:extLst>
          </p:cNvPr>
          <p:cNvSpPr txBox="1"/>
          <p:nvPr/>
        </p:nvSpPr>
        <p:spPr>
          <a:xfrm>
            <a:off x="2981425" y="1834910"/>
            <a:ext cx="857927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★★★★☆</a:t>
            </a:r>
          </a:p>
          <a:p>
            <a:pPr>
              <a:lnSpc>
                <a:spcPct val="150000"/>
              </a:lnSpc>
            </a:pP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A00512B-E27D-312F-99C3-31A724EFFC2B}"/>
              </a:ext>
            </a:extLst>
          </p:cNvPr>
          <p:cNvSpPr txBox="1"/>
          <p:nvPr/>
        </p:nvSpPr>
        <p:spPr>
          <a:xfrm>
            <a:off x="2944129" y="3598703"/>
            <a:ext cx="857927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★★★★☆</a:t>
            </a:r>
          </a:p>
          <a:p>
            <a:pPr>
              <a:lnSpc>
                <a:spcPct val="150000"/>
              </a:lnSpc>
            </a:pP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8DB02EB-CED7-DDBC-EE96-DA565DDBBF63}"/>
              </a:ext>
            </a:extLst>
          </p:cNvPr>
          <p:cNvCxnSpPr/>
          <p:nvPr/>
        </p:nvCxnSpPr>
        <p:spPr>
          <a:xfrm>
            <a:off x="477273" y="1850463"/>
            <a:ext cx="338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3D82E15-2586-27A2-0275-52D28C57BF28}"/>
              </a:ext>
            </a:extLst>
          </p:cNvPr>
          <p:cNvSpPr/>
          <p:nvPr/>
        </p:nvSpPr>
        <p:spPr>
          <a:xfrm>
            <a:off x="1683478" y="5469938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800" b="1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sp>
        <p:nvSpPr>
          <p:cNvPr id="75" name="물결 74">
            <a:extLst>
              <a:ext uri="{FF2B5EF4-FFF2-40B4-BE49-F238E27FC236}">
                <a16:creationId xmlns:a16="http://schemas.microsoft.com/office/drawing/2014/main" id="{1DC5616F-BCFB-9C98-6D3C-FD4120E36C5F}"/>
              </a:ext>
            </a:extLst>
          </p:cNvPr>
          <p:cNvSpPr/>
          <p:nvPr/>
        </p:nvSpPr>
        <p:spPr>
          <a:xfrm>
            <a:off x="458825" y="4795399"/>
            <a:ext cx="3414830" cy="517211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B5954B5-956A-0350-4011-20F376627C35}"/>
              </a:ext>
            </a:extLst>
          </p:cNvPr>
          <p:cNvSpPr txBox="1"/>
          <p:nvPr/>
        </p:nvSpPr>
        <p:spPr>
          <a:xfrm>
            <a:off x="6277885" y="1816423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       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후기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문의               </a:t>
            </a: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52DCD517-5939-CF62-E0EC-F90FA2828C64}"/>
              </a:ext>
            </a:extLst>
          </p:cNvPr>
          <p:cNvCxnSpPr/>
          <p:nvPr/>
        </p:nvCxnSpPr>
        <p:spPr>
          <a:xfrm>
            <a:off x="6277885" y="2047255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F946DD9C-0805-F7CA-218B-6BB97BD93F62}"/>
              </a:ext>
            </a:extLst>
          </p:cNvPr>
          <p:cNvCxnSpPr/>
          <p:nvPr/>
        </p:nvCxnSpPr>
        <p:spPr>
          <a:xfrm>
            <a:off x="8061553" y="2053605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59A2CBD6-962C-DA28-D109-BCEC6B195840}"/>
              </a:ext>
            </a:extLst>
          </p:cNvPr>
          <p:cNvSpPr txBox="1"/>
          <p:nvPr/>
        </p:nvSpPr>
        <p:spPr>
          <a:xfrm>
            <a:off x="7290972" y="2149180"/>
            <a:ext cx="2109555" cy="4378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후기 작성 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300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포토후기 작성시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500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 </a:t>
            </a:r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EA3BEB8D-FCC5-A8A0-6133-1C32E04E06EA}"/>
              </a:ext>
            </a:extLst>
          </p:cNvPr>
          <p:cNvGrpSpPr/>
          <p:nvPr/>
        </p:nvGrpSpPr>
        <p:grpSpPr>
          <a:xfrm>
            <a:off x="6373920" y="2114908"/>
            <a:ext cx="568860" cy="481231"/>
            <a:chOff x="7669019" y="2414908"/>
            <a:chExt cx="568860" cy="481231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79B19F2-E979-4256-90E8-89ACF89768E1}"/>
                </a:ext>
              </a:extLst>
            </p:cNvPr>
            <p:cNvSpPr txBox="1"/>
            <p:nvPr/>
          </p:nvSpPr>
          <p:spPr>
            <a:xfrm>
              <a:off x="7841378" y="2562522"/>
              <a:ext cx="388248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0.0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C18D3E6-9EFA-258B-AE14-2EFB0F96A46A}"/>
                </a:ext>
              </a:extLst>
            </p:cNvPr>
            <p:cNvSpPr txBox="1"/>
            <p:nvPr/>
          </p:nvSpPr>
          <p:spPr>
            <a:xfrm>
              <a:off x="7669019" y="2556173"/>
              <a:ext cx="319318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3D710D4-9060-D871-FDCD-6A20AA890820}"/>
                </a:ext>
              </a:extLst>
            </p:cNvPr>
            <p:cNvSpPr txBox="1"/>
            <p:nvPr/>
          </p:nvSpPr>
          <p:spPr>
            <a:xfrm>
              <a:off x="7684522" y="2414908"/>
              <a:ext cx="553357" cy="2532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고객 평점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188BE19E-6F81-41AE-FDD8-615EFEA591FB}"/>
              </a:ext>
            </a:extLst>
          </p:cNvPr>
          <p:cNvCxnSpPr/>
          <p:nvPr/>
        </p:nvCxnSpPr>
        <p:spPr>
          <a:xfrm>
            <a:off x="7112749" y="2218435"/>
            <a:ext cx="0" cy="29936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9C6081EB-1BFF-BCBB-D751-2A7630A8D587}"/>
              </a:ext>
            </a:extLst>
          </p:cNvPr>
          <p:cNvCxnSpPr/>
          <p:nvPr/>
        </p:nvCxnSpPr>
        <p:spPr>
          <a:xfrm>
            <a:off x="6277885" y="2687812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766E3AB7-575D-36F4-67D4-DF0C19BC5AC4}"/>
              </a:ext>
            </a:extLst>
          </p:cNvPr>
          <p:cNvSpPr txBox="1"/>
          <p:nvPr/>
        </p:nvSpPr>
        <p:spPr>
          <a:xfrm>
            <a:off x="6303019" y="2832653"/>
            <a:ext cx="5068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16" name="TextBox 114">
            <a:extLst>
              <a:ext uri="{FF2B5EF4-FFF2-40B4-BE49-F238E27FC236}">
                <a16:creationId xmlns:a16="http://schemas.microsoft.com/office/drawing/2014/main" id="{623B9523-3B6B-8C4D-6801-756D36F506B0}"/>
              </a:ext>
            </a:extLst>
          </p:cNvPr>
          <p:cNvSpPr txBox="1"/>
          <p:nvPr/>
        </p:nvSpPr>
        <p:spPr>
          <a:xfrm>
            <a:off x="9025297" y="2821741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37ECBFCD-DD14-C26B-118C-C28C82D2F1B3}"/>
              </a:ext>
            </a:extLst>
          </p:cNvPr>
          <p:cNvCxnSpPr/>
          <p:nvPr/>
        </p:nvCxnSpPr>
        <p:spPr>
          <a:xfrm>
            <a:off x="6293629" y="3062222"/>
            <a:ext cx="338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F8184CB3-05A5-8F67-5FF3-2359E42B4572}"/>
              </a:ext>
            </a:extLst>
          </p:cNvPr>
          <p:cNvSpPr/>
          <p:nvPr/>
        </p:nvSpPr>
        <p:spPr>
          <a:xfrm>
            <a:off x="7733853" y="3440041"/>
            <a:ext cx="416486" cy="389045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2E7A7B-3518-7967-1884-F244F2BB6EB3}"/>
              </a:ext>
            </a:extLst>
          </p:cNvPr>
          <p:cNvSpPr txBox="1"/>
          <p:nvPr/>
        </p:nvSpPr>
        <p:spPr>
          <a:xfrm>
            <a:off x="314543" y="183059"/>
            <a:ext cx="2926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후기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CH-U-PR-02-02-04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graphicFrame>
        <p:nvGraphicFramePr>
          <p:cNvPr id="10" name="Group 59">
            <a:extLst>
              <a:ext uri="{FF2B5EF4-FFF2-40B4-BE49-F238E27FC236}">
                <a16:creationId xmlns:a16="http://schemas.microsoft.com/office/drawing/2014/main" id="{9971EE91-06F7-92E9-DF44-7D46FA7FC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238747"/>
              </p:ext>
            </p:extLst>
          </p:nvPr>
        </p:nvGraphicFramePr>
        <p:xfrm>
          <a:off x="10086305" y="636529"/>
          <a:ext cx="2850436" cy="508736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 총 건수 데이터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고객평점  출력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후기작성  안내 문구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 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추후 마일리지 정책 정의됨에 따라 마일리지  값을 변경할 수 있도록 처리를 원할 경우 개발영역으로 변경될 수 있음</a:t>
                      </a: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후기 개수 출력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후기유형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값</a:t>
                      </a: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전체후기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포토후기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일반후기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정렬조건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값</a:t>
                      </a: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최신순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평점 낮은 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평점 높은 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 아이디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앞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자리 제외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마스킹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5-2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작성한 </a:t>
                      </a:r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별점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5-3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옵션 값 출력 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옵션값 없을 경우 </a:t>
                      </a:r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비출력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5-4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옵션이 여러 건일 경우 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첫 옵션 값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건 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그 외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카운팅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후 데이터 출력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외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$N$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5-5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업로드 사진 영역 최대 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출력가능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5-6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작성후기 텍스트 데이터 영역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500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 출력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5-7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작성후기 일자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후기 없을 경우 디폴트 안내 문구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05077156-60FD-501A-26E8-5528FB6B75A6}"/>
              </a:ext>
            </a:extLst>
          </p:cNvPr>
          <p:cNvSpPr/>
          <p:nvPr/>
        </p:nvSpPr>
        <p:spPr>
          <a:xfrm>
            <a:off x="2786316" y="53133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모서리가 둥근 직사각형 114">
            <a:extLst>
              <a:ext uri="{FF2B5EF4-FFF2-40B4-BE49-F238E27FC236}">
                <a16:creationId xmlns:a16="http://schemas.microsoft.com/office/drawing/2014/main" id="{B4BA8A6F-C3FA-B0D3-0F23-98973973DEEB}"/>
              </a:ext>
            </a:extLst>
          </p:cNvPr>
          <p:cNvSpPr/>
          <p:nvPr/>
        </p:nvSpPr>
        <p:spPr>
          <a:xfrm>
            <a:off x="1049814" y="106576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3685B5AB-EDB0-7757-C27A-AD97486AAA00}"/>
              </a:ext>
            </a:extLst>
          </p:cNvPr>
          <p:cNvSpPr/>
          <p:nvPr/>
        </p:nvSpPr>
        <p:spPr>
          <a:xfrm>
            <a:off x="3061661" y="99665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84F0009A-9612-B1C3-7D38-C3BF85DD6662}"/>
              </a:ext>
            </a:extLst>
          </p:cNvPr>
          <p:cNvSpPr/>
          <p:nvPr/>
        </p:nvSpPr>
        <p:spPr>
          <a:xfrm>
            <a:off x="1004521" y="151940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5" name="모서리가 둥근 직사각형 114">
            <a:extLst>
              <a:ext uri="{FF2B5EF4-FFF2-40B4-BE49-F238E27FC236}">
                <a16:creationId xmlns:a16="http://schemas.microsoft.com/office/drawing/2014/main" id="{E1E67D58-B0C9-02E1-ED39-8109A34172FC}"/>
              </a:ext>
            </a:extLst>
          </p:cNvPr>
          <p:cNvSpPr/>
          <p:nvPr/>
        </p:nvSpPr>
        <p:spPr>
          <a:xfrm>
            <a:off x="2965197" y="1525899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7" name="모서리가 둥근 직사각형 114">
            <a:extLst>
              <a:ext uri="{FF2B5EF4-FFF2-40B4-BE49-F238E27FC236}">
                <a16:creationId xmlns:a16="http://schemas.microsoft.com/office/drawing/2014/main" id="{B2E3C98F-33F0-4F48-AB06-B61535932FAB}"/>
              </a:ext>
            </a:extLst>
          </p:cNvPr>
          <p:cNvSpPr/>
          <p:nvPr/>
        </p:nvSpPr>
        <p:spPr>
          <a:xfrm>
            <a:off x="1013247" y="1959090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" name="모서리가 둥근 직사각형 114">
            <a:extLst>
              <a:ext uri="{FF2B5EF4-FFF2-40B4-BE49-F238E27FC236}">
                <a16:creationId xmlns:a16="http://schemas.microsoft.com/office/drawing/2014/main" id="{A5EF44E3-C70F-EF12-5906-CC6576D00098}"/>
              </a:ext>
            </a:extLst>
          </p:cNvPr>
          <p:cNvSpPr/>
          <p:nvPr/>
        </p:nvSpPr>
        <p:spPr>
          <a:xfrm>
            <a:off x="3619080" y="1859079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07CC2324-B8C3-4B29-005D-4AC0C992CE34}"/>
              </a:ext>
            </a:extLst>
          </p:cNvPr>
          <p:cNvSpPr/>
          <p:nvPr/>
        </p:nvSpPr>
        <p:spPr>
          <a:xfrm>
            <a:off x="1601202" y="2036969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5" name="모서리가 둥근 직사각형 114">
            <a:extLst>
              <a:ext uri="{FF2B5EF4-FFF2-40B4-BE49-F238E27FC236}">
                <a16:creationId xmlns:a16="http://schemas.microsoft.com/office/drawing/2014/main" id="{F3ACE536-4112-EFB5-0A7A-EC7B50DADF44}"/>
              </a:ext>
            </a:extLst>
          </p:cNvPr>
          <p:cNvSpPr/>
          <p:nvPr/>
        </p:nvSpPr>
        <p:spPr>
          <a:xfrm>
            <a:off x="2219035" y="205089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9" name="모서리가 둥근 직사각형 114">
            <a:extLst>
              <a:ext uri="{FF2B5EF4-FFF2-40B4-BE49-F238E27FC236}">
                <a16:creationId xmlns:a16="http://schemas.microsoft.com/office/drawing/2014/main" id="{284C2686-DAF5-9673-5E93-D82C7D156845}"/>
              </a:ext>
            </a:extLst>
          </p:cNvPr>
          <p:cNvSpPr/>
          <p:nvPr/>
        </p:nvSpPr>
        <p:spPr>
          <a:xfrm>
            <a:off x="1682862" y="247062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3" name="모서리가 둥근 직사각형 114">
            <a:extLst>
              <a:ext uri="{FF2B5EF4-FFF2-40B4-BE49-F238E27FC236}">
                <a16:creationId xmlns:a16="http://schemas.microsoft.com/office/drawing/2014/main" id="{001FBFDB-F40E-90E6-A414-7E4456D9A697}"/>
              </a:ext>
            </a:extLst>
          </p:cNvPr>
          <p:cNvSpPr/>
          <p:nvPr/>
        </p:nvSpPr>
        <p:spPr>
          <a:xfrm>
            <a:off x="2465932" y="3083899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" name="모서리가 둥근 직사각형 114">
            <a:extLst>
              <a:ext uri="{FF2B5EF4-FFF2-40B4-BE49-F238E27FC236}">
                <a16:creationId xmlns:a16="http://schemas.microsoft.com/office/drawing/2014/main" id="{4230DEB2-1DC7-A02C-68A5-92310BC12903}"/>
              </a:ext>
            </a:extLst>
          </p:cNvPr>
          <p:cNvSpPr/>
          <p:nvPr/>
        </p:nvSpPr>
        <p:spPr>
          <a:xfrm>
            <a:off x="3555692" y="3337344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1" name="모서리가 둥근 직사각형 114">
            <a:extLst>
              <a:ext uri="{FF2B5EF4-FFF2-40B4-BE49-F238E27FC236}">
                <a16:creationId xmlns:a16="http://schemas.microsoft.com/office/drawing/2014/main" id="{DBC32977-D378-FA94-2823-9A33214EDA39}"/>
              </a:ext>
            </a:extLst>
          </p:cNvPr>
          <p:cNvSpPr/>
          <p:nvPr/>
        </p:nvSpPr>
        <p:spPr>
          <a:xfrm>
            <a:off x="2423578" y="5543043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5" name="모서리가 둥근 직사각형 114">
            <a:extLst>
              <a:ext uri="{FF2B5EF4-FFF2-40B4-BE49-F238E27FC236}">
                <a16:creationId xmlns:a16="http://schemas.microsoft.com/office/drawing/2014/main" id="{11E45312-E610-0427-9D6D-0A0DC180B992}"/>
              </a:ext>
            </a:extLst>
          </p:cNvPr>
          <p:cNvSpPr/>
          <p:nvPr/>
        </p:nvSpPr>
        <p:spPr>
          <a:xfrm>
            <a:off x="8252351" y="3427531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2" name="TextBox 114">
            <a:extLst>
              <a:ext uri="{FF2B5EF4-FFF2-40B4-BE49-F238E27FC236}">
                <a16:creationId xmlns:a16="http://schemas.microsoft.com/office/drawing/2014/main" id="{090DD904-B63B-3A7D-51DF-A3AABA04C038}"/>
              </a:ext>
            </a:extLst>
          </p:cNvPr>
          <p:cNvSpPr txBox="1"/>
          <p:nvPr/>
        </p:nvSpPr>
        <p:spPr>
          <a:xfrm>
            <a:off x="4109005" y="1611217"/>
            <a:ext cx="61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 후기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en-US" altLang="ko-KR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포토후기</a:t>
            </a:r>
            <a:endParaRPr lang="en-US" altLang="ko-KR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일반후기</a:t>
            </a:r>
          </a:p>
        </p:txBody>
      </p:sp>
      <p:sp>
        <p:nvSpPr>
          <p:cNvPr id="76" name="TextBox 114">
            <a:extLst>
              <a:ext uri="{FF2B5EF4-FFF2-40B4-BE49-F238E27FC236}">
                <a16:creationId xmlns:a16="http://schemas.microsoft.com/office/drawing/2014/main" id="{BDD41965-3D16-5487-1DCA-CE3F2490D5CB}"/>
              </a:ext>
            </a:extLst>
          </p:cNvPr>
          <p:cNvSpPr txBox="1"/>
          <p:nvPr/>
        </p:nvSpPr>
        <p:spPr>
          <a:xfrm>
            <a:off x="2670981" y="1611482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전체후기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8" name="모서리가 둥근 직사각형 114">
            <a:extLst>
              <a:ext uri="{FF2B5EF4-FFF2-40B4-BE49-F238E27FC236}">
                <a16:creationId xmlns:a16="http://schemas.microsoft.com/office/drawing/2014/main" id="{911DABAB-F7A3-CAFC-2791-3BF1CF15D448}"/>
              </a:ext>
            </a:extLst>
          </p:cNvPr>
          <p:cNvSpPr/>
          <p:nvPr/>
        </p:nvSpPr>
        <p:spPr>
          <a:xfrm>
            <a:off x="5158627" y="1523102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0" name="모서리가 둥근 직사각형 114">
            <a:extLst>
              <a:ext uri="{FF2B5EF4-FFF2-40B4-BE49-F238E27FC236}">
                <a16:creationId xmlns:a16="http://schemas.microsoft.com/office/drawing/2014/main" id="{9E7F4A28-2886-A224-94F4-70084A1B3048}"/>
              </a:ext>
            </a:extLst>
          </p:cNvPr>
          <p:cNvSpPr/>
          <p:nvPr/>
        </p:nvSpPr>
        <p:spPr>
          <a:xfrm>
            <a:off x="4447320" y="1523102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2" name="모서리가 둥근 직사각형 114">
            <a:extLst>
              <a:ext uri="{FF2B5EF4-FFF2-40B4-BE49-F238E27FC236}">
                <a16:creationId xmlns:a16="http://schemas.microsoft.com/office/drawing/2014/main" id="{C6C610BC-78B8-47AC-1B31-5B57202222E7}"/>
              </a:ext>
            </a:extLst>
          </p:cNvPr>
          <p:cNvSpPr/>
          <p:nvPr/>
        </p:nvSpPr>
        <p:spPr>
          <a:xfrm>
            <a:off x="3511946" y="1524973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TextBox 114">
            <a:extLst>
              <a:ext uri="{FF2B5EF4-FFF2-40B4-BE49-F238E27FC236}">
                <a16:creationId xmlns:a16="http://schemas.microsoft.com/office/drawing/2014/main" id="{A8F7DD7D-6FC9-A317-21DA-DADC1B5123E9}"/>
              </a:ext>
            </a:extLst>
          </p:cNvPr>
          <p:cNvSpPr txBox="1"/>
          <p:nvPr/>
        </p:nvSpPr>
        <p:spPr>
          <a:xfrm>
            <a:off x="8476394" y="2815857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전체후기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E7318536-F6FB-FD65-358A-E1B371B463BC}"/>
              </a:ext>
            </a:extLst>
          </p:cNvPr>
          <p:cNvCxnSpPr>
            <a:cxnSpLocks/>
          </p:cNvCxnSpPr>
          <p:nvPr/>
        </p:nvCxnSpPr>
        <p:spPr>
          <a:xfrm rot="5400000">
            <a:off x="3060889" y="3337344"/>
            <a:ext cx="540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653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A0F96-FAC5-47B5-4347-6258F9AC0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88C70F-3D0B-30AA-B949-6D6EDA88F73D}"/>
              </a:ext>
            </a:extLst>
          </p:cNvPr>
          <p:cNvSpPr/>
          <p:nvPr/>
        </p:nvSpPr>
        <p:spPr>
          <a:xfrm>
            <a:off x="432297" y="539950"/>
            <a:ext cx="3444249" cy="57606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AFB2D6AA-39EA-8E99-F741-83B4CE908DB3}"/>
              </a:ext>
            </a:extLst>
          </p:cNvPr>
          <p:cNvSpPr/>
          <p:nvPr/>
        </p:nvSpPr>
        <p:spPr>
          <a:xfrm>
            <a:off x="439170" y="1570160"/>
            <a:ext cx="3443444" cy="249922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50DB78-9FDA-4BC6-AF6E-8EAE90F9ED13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                            후기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529DB47-5CA6-0B31-B3DB-50180037FE18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2FF9AB8-6EA5-0A6D-0977-B62029934301}"/>
              </a:ext>
            </a:extLst>
          </p:cNvPr>
          <p:cNvCxnSpPr/>
          <p:nvPr/>
        </p:nvCxnSpPr>
        <p:spPr>
          <a:xfrm>
            <a:off x="3168681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08338CC-732A-EEFA-B285-9FD563ABDE7E}"/>
              </a:ext>
            </a:extLst>
          </p:cNvPr>
          <p:cNvSpPr/>
          <p:nvPr/>
        </p:nvSpPr>
        <p:spPr>
          <a:xfrm>
            <a:off x="6271152" y="599296"/>
            <a:ext cx="3444249" cy="280831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56EA7B-0082-79B7-4D11-ECEB8AB56F80}"/>
              </a:ext>
            </a:extLst>
          </p:cNvPr>
          <p:cNvSpPr txBox="1"/>
          <p:nvPr/>
        </p:nvSpPr>
        <p:spPr>
          <a:xfrm>
            <a:off x="7434382" y="2368005"/>
            <a:ext cx="10567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등록된 문의가 없습니다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EAB7AF5E-6782-59B4-4F90-810DC92639E9}"/>
              </a:ext>
            </a:extLst>
          </p:cNvPr>
          <p:cNvSpPr/>
          <p:nvPr/>
        </p:nvSpPr>
        <p:spPr>
          <a:xfrm>
            <a:off x="7754489" y="1923866"/>
            <a:ext cx="416486" cy="389045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TextBox 114">
            <a:extLst>
              <a:ext uri="{FF2B5EF4-FFF2-40B4-BE49-F238E27FC236}">
                <a16:creationId xmlns:a16="http://schemas.microsoft.com/office/drawing/2014/main" id="{274CC47E-DE5E-A8AC-F6FB-1C543C3FF654}"/>
              </a:ext>
            </a:extLst>
          </p:cNvPr>
          <p:cNvSpPr txBox="1"/>
          <p:nvPr/>
        </p:nvSpPr>
        <p:spPr>
          <a:xfrm>
            <a:off x="486663" y="1298452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46" name="TextBox 114">
            <a:extLst>
              <a:ext uri="{FF2B5EF4-FFF2-40B4-BE49-F238E27FC236}">
                <a16:creationId xmlns:a16="http://schemas.microsoft.com/office/drawing/2014/main" id="{7DD99B35-A56D-AB3A-6901-5407ED8A0F76}"/>
              </a:ext>
            </a:extLst>
          </p:cNvPr>
          <p:cNvSpPr txBox="1"/>
          <p:nvPr/>
        </p:nvSpPr>
        <p:spPr>
          <a:xfrm>
            <a:off x="496310" y="1912061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73A109-1DAB-8F55-1BA4-17CFDE5D6AD7}"/>
              </a:ext>
            </a:extLst>
          </p:cNvPr>
          <p:cNvSpPr txBox="1"/>
          <p:nvPr/>
        </p:nvSpPr>
        <p:spPr>
          <a:xfrm>
            <a:off x="496310" y="2075617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 err="1"/>
              <a:t>비밀글입니다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56" name="TextBox 114">
            <a:extLst>
              <a:ext uri="{FF2B5EF4-FFF2-40B4-BE49-F238E27FC236}">
                <a16:creationId xmlns:a16="http://schemas.microsoft.com/office/drawing/2014/main" id="{90849F94-AE04-0859-A0E5-C830760CA819}"/>
              </a:ext>
            </a:extLst>
          </p:cNvPr>
          <p:cNvSpPr txBox="1"/>
          <p:nvPr/>
        </p:nvSpPr>
        <p:spPr>
          <a:xfrm>
            <a:off x="3215797" y="2092963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4483AC4B-4B31-A7DE-5412-5F87EE32724C}"/>
              </a:ext>
            </a:extLst>
          </p:cNvPr>
          <p:cNvCxnSpPr/>
          <p:nvPr/>
        </p:nvCxnSpPr>
        <p:spPr>
          <a:xfrm>
            <a:off x="531530" y="2305739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D61E1FFB-B615-5B68-38CE-6C7B8F682208}"/>
              </a:ext>
            </a:extLst>
          </p:cNvPr>
          <p:cNvSpPr txBox="1"/>
          <p:nvPr/>
        </p:nvSpPr>
        <p:spPr>
          <a:xfrm>
            <a:off x="3226573" y="1854838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36F055D9-D433-4974-2CD4-7D77E69F0F42}"/>
              </a:ext>
            </a:extLst>
          </p:cNvPr>
          <p:cNvCxnSpPr/>
          <p:nvPr/>
        </p:nvCxnSpPr>
        <p:spPr>
          <a:xfrm>
            <a:off x="477273" y="1816053"/>
            <a:ext cx="338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E2A3A5E3-1004-650A-D066-A65175C2FAC3}"/>
              </a:ext>
            </a:extLst>
          </p:cNvPr>
          <p:cNvSpPr txBox="1"/>
          <p:nvPr/>
        </p:nvSpPr>
        <p:spPr>
          <a:xfrm>
            <a:off x="6298521" y="651633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       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후기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문의               </a:t>
            </a: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C15B75F1-0FEC-AF66-82BA-FED89A420F7F}"/>
              </a:ext>
            </a:extLst>
          </p:cNvPr>
          <p:cNvCxnSpPr/>
          <p:nvPr/>
        </p:nvCxnSpPr>
        <p:spPr>
          <a:xfrm>
            <a:off x="6298521" y="882465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F69B727B-E857-41BF-D8F7-A1A391C448A1}"/>
              </a:ext>
            </a:extLst>
          </p:cNvPr>
          <p:cNvCxnSpPr/>
          <p:nvPr/>
        </p:nvCxnSpPr>
        <p:spPr>
          <a:xfrm>
            <a:off x="8082189" y="888815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B47614E8-1A2A-E478-E1D5-AA6945FA1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424" y="2092963"/>
            <a:ext cx="189895" cy="183113"/>
          </a:xfrm>
          <a:prstGeom prst="rect">
            <a:avLst/>
          </a:prstGeom>
        </p:spPr>
      </p:pic>
      <p:sp>
        <p:nvSpPr>
          <p:cNvPr id="7" name="TextBox 114">
            <a:extLst>
              <a:ext uri="{FF2B5EF4-FFF2-40B4-BE49-F238E27FC236}">
                <a16:creationId xmlns:a16="http://schemas.microsoft.com/office/drawing/2014/main" id="{AC7D7E05-C0DA-6737-77FD-1AA392D58EB0}"/>
              </a:ext>
            </a:extLst>
          </p:cNvPr>
          <p:cNvSpPr txBox="1"/>
          <p:nvPr/>
        </p:nvSpPr>
        <p:spPr>
          <a:xfrm>
            <a:off x="494039" y="2387346"/>
            <a:ext cx="48442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Bye****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47F39E-7AB6-2D97-C57B-F3C84341C84F}"/>
              </a:ext>
            </a:extLst>
          </p:cNvPr>
          <p:cNvSpPr txBox="1"/>
          <p:nvPr/>
        </p:nvSpPr>
        <p:spPr>
          <a:xfrm>
            <a:off x="486663" y="2550718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가격관련 </a:t>
            </a:r>
            <a:r>
              <a:rPr lang="ko-KR" altLang="en-US" sz="800" spc="-150" dirty="0" err="1"/>
              <a:t>문의드립니다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569E6A74-5465-8910-E9C1-444E82E47001}"/>
              </a:ext>
            </a:extLst>
          </p:cNvPr>
          <p:cNvSpPr txBox="1"/>
          <p:nvPr/>
        </p:nvSpPr>
        <p:spPr>
          <a:xfrm>
            <a:off x="3213526" y="2568248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2026.06.05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B6B49E3-57B9-5985-1B89-414B897F102D}"/>
              </a:ext>
            </a:extLst>
          </p:cNvPr>
          <p:cNvCxnSpPr/>
          <p:nvPr/>
        </p:nvCxnSpPr>
        <p:spPr>
          <a:xfrm>
            <a:off x="538256" y="2828496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021A170-1EAE-9864-C8F8-DAAA598C871C}"/>
              </a:ext>
            </a:extLst>
          </p:cNvPr>
          <p:cNvSpPr txBox="1"/>
          <p:nvPr/>
        </p:nvSpPr>
        <p:spPr>
          <a:xfrm>
            <a:off x="3224302" y="2330123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답변대기</a:t>
            </a:r>
          </a:p>
        </p:txBody>
      </p:sp>
      <p:sp>
        <p:nvSpPr>
          <p:cNvPr id="17" name="TextBox 114">
            <a:extLst>
              <a:ext uri="{FF2B5EF4-FFF2-40B4-BE49-F238E27FC236}">
                <a16:creationId xmlns:a16="http://schemas.microsoft.com/office/drawing/2014/main" id="{77FA2700-1F9A-F5C2-38FB-557A29B5FE86}"/>
              </a:ext>
            </a:extLst>
          </p:cNvPr>
          <p:cNvSpPr txBox="1"/>
          <p:nvPr/>
        </p:nvSpPr>
        <p:spPr>
          <a:xfrm>
            <a:off x="491336" y="2882963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FB001-8FC0-B2AB-EA8B-7B1EFE1F4BC7}"/>
              </a:ext>
            </a:extLst>
          </p:cNvPr>
          <p:cNvSpPr txBox="1"/>
          <p:nvPr/>
        </p:nvSpPr>
        <p:spPr>
          <a:xfrm>
            <a:off x="480603" y="3046366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 err="1"/>
              <a:t>비밀글입니다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21" name="TextBox 114">
            <a:extLst>
              <a:ext uri="{FF2B5EF4-FFF2-40B4-BE49-F238E27FC236}">
                <a16:creationId xmlns:a16="http://schemas.microsoft.com/office/drawing/2014/main" id="{E3A4EA93-608B-7EF8-436E-804F59070B34}"/>
              </a:ext>
            </a:extLst>
          </p:cNvPr>
          <p:cNvSpPr txBox="1"/>
          <p:nvPr/>
        </p:nvSpPr>
        <p:spPr>
          <a:xfrm>
            <a:off x="3210823" y="3063865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D3B5952-D8E8-D71E-5A04-C1F2DB5D7948}"/>
              </a:ext>
            </a:extLst>
          </p:cNvPr>
          <p:cNvCxnSpPr/>
          <p:nvPr/>
        </p:nvCxnSpPr>
        <p:spPr>
          <a:xfrm>
            <a:off x="526556" y="3276641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1BFD900-00D6-B19E-73C8-15EF4E8E16F6}"/>
              </a:ext>
            </a:extLst>
          </p:cNvPr>
          <p:cNvSpPr txBox="1"/>
          <p:nvPr/>
        </p:nvSpPr>
        <p:spPr>
          <a:xfrm>
            <a:off x="3221599" y="2825740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AAAF95A-E1A0-8630-5F65-D35F82B9B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50" y="3063865"/>
            <a:ext cx="189895" cy="183113"/>
          </a:xfrm>
          <a:prstGeom prst="rect">
            <a:avLst/>
          </a:prstGeom>
        </p:spPr>
      </p:pic>
      <p:sp>
        <p:nvSpPr>
          <p:cNvPr id="27" name="TextBox 114">
            <a:extLst>
              <a:ext uri="{FF2B5EF4-FFF2-40B4-BE49-F238E27FC236}">
                <a16:creationId xmlns:a16="http://schemas.microsoft.com/office/drawing/2014/main" id="{1A8D5319-541A-1F92-8FB4-9DDCF1B49563}"/>
              </a:ext>
            </a:extLst>
          </p:cNvPr>
          <p:cNvSpPr txBox="1"/>
          <p:nvPr/>
        </p:nvSpPr>
        <p:spPr>
          <a:xfrm>
            <a:off x="476384" y="3386631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73B1F9-9E8E-81FE-712D-0A50F3CF0504}"/>
              </a:ext>
            </a:extLst>
          </p:cNvPr>
          <p:cNvSpPr txBox="1"/>
          <p:nvPr/>
        </p:nvSpPr>
        <p:spPr>
          <a:xfrm>
            <a:off x="480603" y="3544105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solidFill>
                  <a:srgbClr val="234DD3"/>
                </a:solidFill>
              </a:rPr>
              <a:t>상품 이 언제 </a:t>
            </a:r>
            <a:r>
              <a:rPr lang="ko-KR" altLang="en-US" sz="800" b="1" spc="-150" dirty="0" err="1">
                <a:solidFill>
                  <a:srgbClr val="234DD3"/>
                </a:solidFill>
              </a:rPr>
              <a:t>재입고</a:t>
            </a:r>
            <a:r>
              <a:rPr lang="ko-KR" altLang="en-US" sz="800" b="1" spc="-150" dirty="0">
                <a:solidFill>
                  <a:srgbClr val="234DD3"/>
                </a:solidFill>
              </a:rPr>
              <a:t> </a:t>
            </a:r>
            <a:r>
              <a:rPr lang="ko-KR" altLang="en-US" sz="800" b="1" spc="-150" dirty="0" err="1">
                <a:solidFill>
                  <a:srgbClr val="234DD3"/>
                </a:solidFill>
              </a:rPr>
              <a:t>될까여</a:t>
            </a:r>
            <a:endParaRPr lang="en-US" altLang="ko-KR" sz="800" b="1" spc="-150" dirty="0">
              <a:solidFill>
                <a:srgbClr val="234DD3"/>
              </a:solidFill>
            </a:endParaRPr>
          </a:p>
        </p:txBody>
      </p:sp>
      <p:sp>
        <p:nvSpPr>
          <p:cNvPr id="29" name="TextBox 114">
            <a:extLst>
              <a:ext uri="{FF2B5EF4-FFF2-40B4-BE49-F238E27FC236}">
                <a16:creationId xmlns:a16="http://schemas.microsoft.com/office/drawing/2014/main" id="{384DAF45-6E8D-49D8-B137-9CAB9B3C606C}"/>
              </a:ext>
            </a:extLst>
          </p:cNvPr>
          <p:cNvSpPr txBox="1"/>
          <p:nvPr/>
        </p:nvSpPr>
        <p:spPr>
          <a:xfrm>
            <a:off x="3210823" y="3567532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384508B2-9F22-39D5-A1D7-2F95276DA5CA}"/>
              </a:ext>
            </a:extLst>
          </p:cNvPr>
          <p:cNvCxnSpPr/>
          <p:nvPr/>
        </p:nvCxnSpPr>
        <p:spPr>
          <a:xfrm>
            <a:off x="505195" y="3780309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CBF259F-D2F0-66F5-A369-3BCFB30728FA}"/>
              </a:ext>
            </a:extLst>
          </p:cNvPr>
          <p:cNvSpPr txBox="1"/>
          <p:nvPr/>
        </p:nvSpPr>
        <p:spPr>
          <a:xfrm>
            <a:off x="3221599" y="3329407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B1A4BDD-4D26-4BBB-E726-1457B1EA327D}"/>
              </a:ext>
            </a:extLst>
          </p:cNvPr>
          <p:cNvSpPr/>
          <p:nvPr/>
        </p:nvSpPr>
        <p:spPr>
          <a:xfrm>
            <a:off x="526556" y="985369"/>
            <a:ext cx="3240000" cy="20869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문의하기</a:t>
            </a:r>
          </a:p>
        </p:txBody>
      </p:sp>
      <p:sp>
        <p:nvSpPr>
          <p:cNvPr id="39" name="TextBox 114">
            <a:extLst>
              <a:ext uri="{FF2B5EF4-FFF2-40B4-BE49-F238E27FC236}">
                <a16:creationId xmlns:a16="http://schemas.microsoft.com/office/drawing/2014/main" id="{2809503D-4241-ADC8-7C61-B91DD97F44D0}"/>
              </a:ext>
            </a:extLst>
          </p:cNvPr>
          <p:cNvSpPr txBox="1"/>
          <p:nvPr/>
        </p:nvSpPr>
        <p:spPr>
          <a:xfrm>
            <a:off x="6357763" y="1284022"/>
            <a:ext cx="5261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59C89200-90C2-E281-0F31-4239061DE9D0}"/>
              </a:ext>
            </a:extLst>
          </p:cNvPr>
          <p:cNvCxnSpPr/>
          <p:nvPr/>
        </p:nvCxnSpPr>
        <p:spPr>
          <a:xfrm>
            <a:off x="6348373" y="1513591"/>
            <a:ext cx="338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2EABE39E-2B9D-8488-F8F1-5E5B5F3D598A}"/>
              </a:ext>
            </a:extLst>
          </p:cNvPr>
          <p:cNvSpPr/>
          <p:nvPr/>
        </p:nvSpPr>
        <p:spPr>
          <a:xfrm>
            <a:off x="6348373" y="970939"/>
            <a:ext cx="3289283" cy="20869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문의하기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17171A5E-E63D-1ECB-3BE8-F8C58C41BECC}"/>
              </a:ext>
            </a:extLst>
          </p:cNvPr>
          <p:cNvSpPr/>
          <p:nvPr/>
        </p:nvSpPr>
        <p:spPr>
          <a:xfrm>
            <a:off x="461529" y="1610349"/>
            <a:ext cx="650216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비밀글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제외</a:t>
            </a:r>
          </a:p>
        </p:txBody>
      </p:sp>
      <p:sp>
        <p:nvSpPr>
          <p:cNvPr id="87" name="TextBox 114">
            <a:extLst>
              <a:ext uri="{FF2B5EF4-FFF2-40B4-BE49-F238E27FC236}">
                <a16:creationId xmlns:a16="http://schemas.microsoft.com/office/drawing/2014/main" id="{5573E82A-862C-D95C-C663-44700851326B}"/>
              </a:ext>
            </a:extLst>
          </p:cNvPr>
          <p:cNvSpPr txBox="1"/>
          <p:nvPr/>
        </p:nvSpPr>
        <p:spPr>
          <a:xfrm>
            <a:off x="3099631" y="1312884"/>
            <a:ext cx="720000" cy="215444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문의 유형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DE1FB7C-B94A-65C5-1106-29556ABFF73D}"/>
              </a:ext>
            </a:extLst>
          </p:cNvPr>
          <p:cNvSpPr/>
          <p:nvPr/>
        </p:nvSpPr>
        <p:spPr>
          <a:xfrm>
            <a:off x="461530" y="3790402"/>
            <a:ext cx="3399744" cy="105279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F79E822-5110-3FE6-9F6A-EF60DE025EFA}"/>
              </a:ext>
            </a:extLst>
          </p:cNvPr>
          <p:cNvSpPr txBox="1"/>
          <p:nvPr/>
        </p:nvSpPr>
        <p:spPr>
          <a:xfrm>
            <a:off x="868015" y="1908740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C47F010-6492-8A0C-4D59-31736A049616}"/>
              </a:ext>
            </a:extLst>
          </p:cNvPr>
          <p:cNvSpPr txBox="1"/>
          <p:nvPr/>
        </p:nvSpPr>
        <p:spPr>
          <a:xfrm>
            <a:off x="868015" y="2390070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2DDEEA0-CDFC-8DF9-4238-A00E602C4E95}"/>
              </a:ext>
            </a:extLst>
          </p:cNvPr>
          <p:cNvSpPr txBox="1"/>
          <p:nvPr/>
        </p:nvSpPr>
        <p:spPr>
          <a:xfrm>
            <a:off x="868015" y="2863257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1861574-5BB8-BAC5-7503-0DA34E2148FC}"/>
              </a:ext>
            </a:extLst>
          </p:cNvPr>
          <p:cNvSpPr txBox="1"/>
          <p:nvPr/>
        </p:nvSpPr>
        <p:spPr>
          <a:xfrm>
            <a:off x="875126" y="3345572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6885AE0-E59D-F780-E6C5-E8605BDD3B3D}"/>
              </a:ext>
            </a:extLst>
          </p:cNvPr>
          <p:cNvSpPr txBox="1"/>
          <p:nvPr/>
        </p:nvSpPr>
        <p:spPr>
          <a:xfrm>
            <a:off x="609455" y="3865493"/>
            <a:ext cx="2071401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안녕하세요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저희 아이가 이 제품 사용한 후부터 우는 횟수가 줄었어요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상품 언제 </a:t>
            </a:r>
            <a:r>
              <a:rPr lang="ko-KR" altLang="en-US" sz="75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재입고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될까요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DF31C61-B60A-E85D-DACE-1715E53639E2}"/>
              </a:ext>
            </a:extLst>
          </p:cNvPr>
          <p:cNvSpPr txBox="1"/>
          <p:nvPr/>
        </p:nvSpPr>
        <p:spPr>
          <a:xfrm>
            <a:off x="676617" y="4426234"/>
            <a:ext cx="139653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26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주차 </a:t>
            </a:r>
            <a:r>
              <a:rPr lang="ko-KR" altLang="en-US" sz="75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재입고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예정입니다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저희 제품 구매해 주셔서 감사합니다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F6FD504-922E-BB75-B668-52CDA43D87E0}"/>
              </a:ext>
            </a:extLst>
          </p:cNvPr>
          <p:cNvSpPr txBox="1"/>
          <p:nvPr/>
        </p:nvSpPr>
        <p:spPr>
          <a:xfrm>
            <a:off x="482657" y="3862555"/>
            <a:ext cx="2535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</a:t>
            </a:r>
            <a:r>
              <a: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5794C03-5D90-D8B4-A0A5-8A089DEEEAE7}"/>
              </a:ext>
            </a:extLst>
          </p:cNvPr>
          <p:cNvSpPr txBox="1"/>
          <p:nvPr/>
        </p:nvSpPr>
        <p:spPr>
          <a:xfrm>
            <a:off x="493182" y="4480094"/>
            <a:ext cx="2375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endParaRPr lang="ko-KR" altLang="en-US" sz="8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122DE148-E5C9-B07F-6721-37D8A3065C06}"/>
              </a:ext>
            </a:extLst>
          </p:cNvPr>
          <p:cNvCxnSpPr/>
          <p:nvPr/>
        </p:nvCxnSpPr>
        <p:spPr>
          <a:xfrm>
            <a:off x="534037" y="4919101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14">
            <a:extLst>
              <a:ext uri="{FF2B5EF4-FFF2-40B4-BE49-F238E27FC236}">
                <a16:creationId xmlns:a16="http://schemas.microsoft.com/office/drawing/2014/main" id="{A602E382-6BA6-C7FB-824E-8B955C3C68BD}"/>
              </a:ext>
            </a:extLst>
          </p:cNvPr>
          <p:cNvSpPr txBox="1"/>
          <p:nvPr/>
        </p:nvSpPr>
        <p:spPr>
          <a:xfrm>
            <a:off x="487117" y="4973568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C7C09BF-628E-C946-9DFC-32E271907BAE}"/>
              </a:ext>
            </a:extLst>
          </p:cNvPr>
          <p:cNvSpPr txBox="1"/>
          <p:nvPr/>
        </p:nvSpPr>
        <p:spPr>
          <a:xfrm>
            <a:off x="476384" y="5136971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 err="1"/>
              <a:t>비밀글입니다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138" name="TextBox 114">
            <a:extLst>
              <a:ext uri="{FF2B5EF4-FFF2-40B4-BE49-F238E27FC236}">
                <a16:creationId xmlns:a16="http://schemas.microsoft.com/office/drawing/2014/main" id="{C50AF78C-CBF6-5303-B34F-74E866C1728F}"/>
              </a:ext>
            </a:extLst>
          </p:cNvPr>
          <p:cNvSpPr txBox="1"/>
          <p:nvPr/>
        </p:nvSpPr>
        <p:spPr>
          <a:xfrm>
            <a:off x="3206604" y="5154470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EC97C232-1A73-8689-9921-070DC03AE499}"/>
              </a:ext>
            </a:extLst>
          </p:cNvPr>
          <p:cNvCxnSpPr/>
          <p:nvPr/>
        </p:nvCxnSpPr>
        <p:spPr>
          <a:xfrm>
            <a:off x="522337" y="5367246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BE2E9187-1B8D-D6C1-812B-B0756ACC27B3}"/>
              </a:ext>
            </a:extLst>
          </p:cNvPr>
          <p:cNvSpPr txBox="1"/>
          <p:nvPr/>
        </p:nvSpPr>
        <p:spPr>
          <a:xfrm>
            <a:off x="3217380" y="4916345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pic>
        <p:nvPicPr>
          <p:cNvPr id="141" name="그림 140">
            <a:extLst>
              <a:ext uri="{FF2B5EF4-FFF2-40B4-BE49-F238E27FC236}">
                <a16:creationId xmlns:a16="http://schemas.microsoft.com/office/drawing/2014/main" id="{2B88010F-2227-6C5A-90CB-B62C4CFE1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31" y="5154470"/>
            <a:ext cx="189895" cy="183113"/>
          </a:xfrm>
          <a:prstGeom prst="rect">
            <a:avLst/>
          </a:prstGeom>
        </p:spPr>
      </p:pic>
      <p:sp>
        <p:nvSpPr>
          <p:cNvPr id="142" name="TextBox 114">
            <a:extLst>
              <a:ext uri="{FF2B5EF4-FFF2-40B4-BE49-F238E27FC236}">
                <a16:creationId xmlns:a16="http://schemas.microsoft.com/office/drawing/2014/main" id="{3FE8A523-F0A3-3C6A-B88D-04AC2787F80C}"/>
              </a:ext>
            </a:extLst>
          </p:cNvPr>
          <p:cNvSpPr txBox="1"/>
          <p:nvPr/>
        </p:nvSpPr>
        <p:spPr>
          <a:xfrm>
            <a:off x="472165" y="5477236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A91852E-B69C-788F-0543-A69DAD51BD72}"/>
              </a:ext>
            </a:extLst>
          </p:cNvPr>
          <p:cNvSpPr txBox="1"/>
          <p:nvPr/>
        </p:nvSpPr>
        <p:spPr>
          <a:xfrm>
            <a:off x="476384" y="5634710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상품 이 언제 </a:t>
            </a:r>
            <a:r>
              <a:rPr lang="ko-KR" altLang="en-US" sz="800" spc="-150" dirty="0" err="1"/>
              <a:t>재입고</a:t>
            </a:r>
            <a:r>
              <a:rPr lang="ko-KR" altLang="en-US" sz="800" spc="-150" dirty="0"/>
              <a:t> </a:t>
            </a:r>
            <a:r>
              <a:rPr lang="ko-KR" altLang="en-US" sz="800" spc="-150" dirty="0" err="1"/>
              <a:t>될까여</a:t>
            </a:r>
            <a:endParaRPr lang="en-US" altLang="ko-KR" sz="800" spc="-150" dirty="0"/>
          </a:p>
        </p:txBody>
      </p:sp>
      <p:sp>
        <p:nvSpPr>
          <p:cNvPr id="144" name="TextBox 114">
            <a:extLst>
              <a:ext uri="{FF2B5EF4-FFF2-40B4-BE49-F238E27FC236}">
                <a16:creationId xmlns:a16="http://schemas.microsoft.com/office/drawing/2014/main" id="{7EB2D0D4-D080-F27D-CD17-608423B771A5}"/>
              </a:ext>
            </a:extLst>
          </p:cNvPr>
          <p:cNvSpPr txBox="1"/>
          <p:nvPr/>
        </p:nvSpPr>
        <p:spPr>
          <a:xfrm>
            <a:off x="3206604" y="5658137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1DCB984E-19AF-2FD8-9ACA-66397E8A83B8}"/>
              </a:ext>
            </a:extLst>
          </p:cNvPr>
          <p:cNvCxnSpPr/>
          <p:nvPr/>
        </p:nvCxnSpPr>
        <p:spPr>
          <a:xfrm>
            <a:off x="500976" y="5870914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8AA6D01B-6E7B-DA8B-3A9C-4A1DEE270DA2}"/>
              </a:ext>
            </a:extLst>
          </p:cNvPr>
          <p:cNvSpPr txBox="1"/>
          <p:nvPr/>
        </p:nvSpPr>
        <p:spPr>
          <a:xfrm>
            <a:off x="3217380" y="5420012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4C0A976-08E9-A660-E04B-7D1962A98AD3}"/>
              </a:ext>
            </a:extLst>
          </p:cNvPr>
          <p:cNvSpPr txBox="1"/>
          <p:nvPr/>
        </p:nvSpPr>
        <p:spPr>
          <a:xfrm>
            <a:off x="863796" y="4953862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AEDAB06-023C-2F54-982A-1D616DA527EA}"/>
              </a:ext>
            </a:extLst>
          </p:cNvPr>
          <p:cNvSpPr txBox="1"/>
          <p:nvPr/>
        </p:nvSpPr>
        <p:spPr>
          <a:xfrm>
            <a:off x="870907" y="5436177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C7305D0A-1AF3-E281-BBB1-065D7AEE903C}"/>
              </a:ext>
            </a:extLst>
          </p:cNvPr>
          <p:cNvSpPr/>
          <p:nvPr/>
        </p:nvSpPr>
        <p:spPr>
          <a:xfrm>
            <a:off x="1617854" y="6017469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800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C58DEF-0C87-1B13-AC4F-114A4120CD9A}"/>
              </a:ext>
            </a:extLst>
          </p:cNvPr>
          <p:cNvSpPr txBox="1"/>
          <p:nvPr/>
        </p:nvSpPr>
        <p:spPr>
          <a:xfrm>
            <a:off x="314543" y="183059"/>
            <a:ext cx="29622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문의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CH-U-PR-02-02-05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graphicFrame>
        <p:nvGraphicFramePr>
          <p:cNvPr id="19" name="Group 59">
            <a:extLst>
              <a:ext uri="{FF2B5EF4-FFF2-40B4-BE49-F238E27FC236}">
                <a16:creationId xmlns:a16="http://schemas.microsoft.com/office/drawing/2014/main" id="{AA1633AC-6BFE-6EF2-6FC1-E70012E53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481031"/>
              </p:ext>
            </p:extLst>
          </p:nvPr>
        </p:nvGraphicFramePr>
        <p:xfrm>
          <a:off x="10086305" y="636529"/>
          <a:ext cx="2850436" cy="534574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문의하기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문의하기 레이어 팝업 출력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CH-U-PR-02-02-06p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문의 개수 출력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문의유형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값</a:t>
                      </a: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문의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비밀글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제외 체크 박스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 하단 데이터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비밀글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제외 후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 아이디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앞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자리 제외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마스킹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5-2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작성 문의 유형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5-3 </a:t>
                      </a:r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비밀글일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경우 디폴트 출력 문구 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아이콘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5-4 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문의 제목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5-5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답변상태 데이터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출력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답변대기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답변완료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5-6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문의 일자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5-7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문의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 상세 내용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 대기 상태 인 경우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Q(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질문 데이터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만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5-8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답변대기 상태 본인 문의 글 수정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기능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선택 시   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수정 레이어 팝업 출력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       CH-U-PR-02-02-06p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 선택 시</a:t>
                      </a:r>
                      <a:r>
                        <a:rPr kumimoji="0" lang="en-US" altLang="ko-KR" sz="800" b="0" i="0" u="none" strike="noStrike" kern="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컨펌</a:t>
                      </a:r>
                      <a:r>
                        <a:rPr kumimoji="0" lang="ko-KR" altLang="en-US" sz="800" b="0" i="0" u="none" strike="noStrike" kern="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얼럿</a:t>
                      </a:r>
                      <a:r>
                        <a:rPr kumimoji="0" lang="ko-KR" altLang="en-US" sz="800" b="0" i="0" u="none" strike="noStrike" kern="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문의 없을 경우 디폴트 안내 문구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26" name="모서리가 둥근 직사각형 114">
            <a:extLst>
              <a:ext uri="{FF2B5EF4-FFF2-40B4-BE49-F238E27FC236}">
                <a16:creationId xmlns:a16="http://schemas.microsoft.com/office/drawing/2014/main" id="{C4136455-6F20-964C-0216-E86CA43BB06D}"/>
              </a:ext>
            </a:extLst>
          </p:cNvPr>
          <p:cNvSpPr/>
          <p:nvPr/>
        </p:nvSpPr>
        <p:spPr>
          <a:xfrm>
            <a:off x="3476425" y="90457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3" name="모서리가 둥근 직사각형 114">
            <a:extLst>
              <a:ext uri="{FF2B5EF4-FFF2-40B4-BE49-F238E27FC236}">
                <a16:creationId xmlns:a16="http://schemas.microsoft.com/office/drawing/2014/main" id="{DAFD072E-BF30-A68B-590E-A8C145C0746F}"/>
              </a:ext>
            </a:extLst>
          </p:cNvPr>
          <p:cNvSpPr/>
          <p:nvPr/>
        </p:nvSpPr>
        <p:spPr>
          <a:xfrm>
            <a:off x="1136179" y="12696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5" name="모서리가 둥근 직사각형 114">
            <a:extLst>
              <a:ext uri="{FF2B5EF4-FFF2-40B4-BE49-F238E27FC236}">
                <a16:creationId xmlns:a16="http://schemas.microsoft.com/office/drawing/2014/main" id="{7C8DEF19-CD5C-EFAB-6219-1BEAF000FCDF}"/>
              </a:ext>
            </a:extLst>
          </p:cNvPr>
          <p:cNvSpPr/>
          <p:nvPr/>
        </p:nvSpPr>
        <p:spPr>
          <a:xfrm>
            <a:off x="3539090" y="12088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8" name="모서리가 둥근 직사각형 114">
            <a:extLst>
              <a:ext uri="{FF2B5EF4-FFF2-40B4-BE49-F238E27FC236}">
                <a16:creationId xmlns:a16="http://schemas.microsoft.com/office/drawing/2014/main" id="{10B3CEDE-EB91-0FF0-431E-110A415FFFD1}"/>
              </a:ext>
            </a:extLst>
          </p:cNvPr>
          <p:cNvSpPr/>
          <p:nvPr/>
        </p:nvSpPr>
        <p:spPr>
          <a:xfrm>
            <a:off x="1203526" y="15875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2" name="모서리가 둥근 직사각형 114">
            <a:extLst>
              <a:ext uri="{FF2B5EF4-FFF2-40B4-BE49-F238E27FC236}">
                <a16:creationId xmlns:a16="http://schemas.microsoft.com/office/drawing/2014/main" id="{2096F3DB-A614-1AA8-6938-869E9E2E5A23}"/>
              </a:ext>
            </a:extLst>
          </p:cNvPr>
          <p:cNvSpPr/>
          <p:nvPr/>
        </p:nvSpPr>
        <p:spPr>
          <a:xfrm>
            <a:off x="673861" y="181526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4" name="모서리가 둥근 직사각형 114">
            <a:extLst>
              <a:ext uri="{FF2B5EF4-FFF2-40B4-BE49-F238E27FC236}">
                <a16:creationId xmlns:a16="http://schemas.microsoft.com/office/drawing/2014/main" id="{FE9BC551-C270-E62A-0BD5-855B2600B679}"/>
              </a:ext>
            </a:extLst>
          </p:cNvPr>
          <p:cNvSpPr/>
          <p:nvPr/>
        </p:nvSpPr>
        <p:spPr>
          <a:xfrm>
            <a:off x="1287722" y="21169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" name="모서리가 둥근 직사각형 114">
            <a:extLst>
              <a:ext uri="{FF2B5EF4-FFF2-40B4-BE49-F238E27FC236}">
                <a16:creationId xmlns:a16="http://schemas.microsoft.com/office/drawing/2014/main" id="{0323A0B5-DC84-01E2-7E65-9E7BD8F93A2E}"/>
              </a:ext>
            </a:extLst>
          </p:cNvPr>
          <p:cNvSpPr/>
          <p:nvPr/>
        </p:nvSpPr>
        <p:spPr>
          <a:xfrm>
            <a:off x="3624715" y="179855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0" name="모서리가 둥근 직사각형 114">
            <a:extLst>
              <a:ext uri="{FF2B5EF4-FFF2-40B4-BE49-F238E27FC236}">
                <a16:creationId xmlns:a16="http://schemas.microsoft.com/office/drawing/2014/main" id="{2D572B71-9595-5234-6FA4-EC29CE927EF5}"/>
              </a:ext>
            </a:extLst>
          </p:cNvPr>
          <p:cNvSpPr/>
          <p:nvPr/>
        </p:nvSpPr>
        <p:spPr>
          <a:xfrm>
            <a:off x="1437891" y="259019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3" name="모서리가 둥근 직사각형 114">
            <a:extLst>
              <a:ext uri="{FF2B5EF4-FFF2-40B4-BE49-F238E27FC236}">
                <a16:creationId xmlns:a16="http://schemas.microsoft.com/office/drawing/2014/main" id="{1A80291B-6F97-6373-E563-58ED52001364}"/>
              </a:ext>
            </a:extLst>
          </p:cNvPr>
          <p:cNvSpPr/>
          <p:nvPr/>
        </p:nvSpPr>
        <p:spPr>
          <a:xfrm>
            <a:off x="3771530" y="26146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8" name="모서리가 둥근 직사각형 114">
            <a:extLst>
              <a:ext uri="{FF2B5EF4-FFF2-40B4-BE49-F238E27FC236}">
                <a16:creationId xmlns:a16="http://schemas.microsoft.com/office/drawing/2014/main" id="{479E0D62-3934-EA36-8CB1-28DB4C9CF704}"/>
              </a:ext>
            </a:extLst>
          </p:cNvPr>
          <p:cNvSpPr/>
          <p:nvPr/>
        </p:nvSpPr>
        <p:spPr>
          <a:xfrm>
            <a:off x="2920750" y="424478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0" name="모서리가 둥근 직사각형 114">
            <a:extLst>
              <a:ext uri="{FF2B5EF4-FFF2-40B4-BE49-F238E27FC236}">
                <a16:creationId xmlns:a16="http://schemas.microsoft.com/office/drawing/2014/main" id="{3DE7D291-820B-8608-0683-CB045F6C60CE}"/>
              </a:ext>
            </a:extLst>
          </p:cNvPr>
          <p:cNvSpPr/>
          <p:nvPr/>
        </p:nvSpPr>
        <p:spPr>
          <a:xfrm>
            <a:off x="2385230" y="600336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2" name="모서리가 둥근 직사각형 114">
            <a:extLst>
              <a:ext uri="{FF2B5EF4-FFF2-40B4-BE49-F238E27FC236}">
                <a16:creationId xmlns:a16="http://schemas.microsoft.com/office/drawing/2014/main" id="{16F2830F-3CA2-8242-A254-9712A730D4FC}"/>
              </a:ext>
            </a:extLst>
          </p:cNvPr>
          <p:cNvSpPr/>
          <p:nvPr/>
        </p:nvSpPr>
        <p:spPr>
          <a:xfrm>
            <a:off x="8342275" y="21400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4" name="모서리가 둥근 직사각형 114">
            <a:extLst>
              <a:ext uri="{FF2B5EF4-FFF2-40B4-BE49-F238E27FC236}">
                <a16:creationId xmlns:a16="http://schemas.microsoft.com/office/drawing/2014/main" id="{39116AD3-63AA-7F0B-C3B0-6B4270586165}"/>
              </a:ext>
            </a:extLst>
          </p:cNvPr>
          <p:cNvSpPr/>
          <p:nvPr/>
        </p:nvSpPr>
        <p:spPr>
          <a:xfrm>
            <a:off x="1327223" y="18903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430EB94-ADF9-466B-FAFA-9FD52D9D4E23}"/>
              </a:ext>
            </a:extLst>
          </p:cNvPr>
          <p:cNvSpPr/>
          <p:nvPr/>
        </p:nvSpPr>
        <p:spPr>
          <a:xfrm>
            <a:off x="400231" y="3258727"/>
            <a:ext cx="3550180" cy="541283"/>
          </a:xfrm>
          <a:prstGeom prst="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A8472A8B-377C-E098-488A-3B2B6BD55FD5}"/>
              </a:ext>
            </a:extLst>
          </p:cNvPr>
          <p:cNvCxnSpPr>
            <a:cxnSpLocks/>
            <a:stCxn id="69" idx="2"/>
            <a:endCxn id="58" idx="3"/>
          </p:cNvCxnSpPr>
          <p:nvPr/>
        </p:nvCxnSpPr>
        <p:spPr>
          <a:xfrm rot="5400000">
            <a:off x="3713572" y="3318571"/>
            <a:ext cx="563166" cy="1433286"/>
          </a:xfrm>
          <a:prstGeom prst="bent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FA74013-5A99-6233-831D-6CE2AD655B43}"/>
              </a:ext>
            </a:extLst>
          </p:cNvPr>
          <p:cNvSpPr txBox="1"/>
          <p:nvPr/>
        </p:nvSpPr>
        <p:spPr>
          <a:xfrm>
            <a:off x="3739690" y="3522799"/>
            <a:ext cx="194421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 클릭 시</a:t>
            </a:r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영역 열림</a:t>
            </a:r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닫힘</a:t>
            </a: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7CF6EF71-CE57-D100-D7E6-CB50D2749E5D}"/>
              </a:ext>
            </a:extLst>
          </p:cNvPr>
          <p:cNvCxnSpPr/>
          <p:nvPr/>
        </p:nvCxnSpPr>
        <p:spPr>
          <a:xfrm>
            <a:off x="6297291" y="3977248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114">
            <a:extLst>
              <a:ext uri="{FF2B5EF4-FFF2-40B4-BE49-F238E27FC236}">
                <a16:creationId xmlns:a16="http://schemas.microsoft.com/office/drawing/2014/main" id="{0F58B99C-5776-AE69-60B6-A6D60308ED58}"/>
              </a:ext>
            </a:extLst>
          </p:cNvPr>
          <p:cNvSpPr txBox="1"/>
          <p:nvPr/>
        </p:nvSpPr>
        <p:spPr>
          <a:xfrm>
            <a:off x="6247119" y="4087238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4404F6A-D950-862C-2E0A-A3FC12B6C4D1}"/>
              </a:ext>
            </a:extLst>
          </p:cNvPr>
          <p:cNvSpPr txBox="1"/>
          <p:nvPr/>
        </p:nvSpPr>
        <p:spPr>
          <a:xfrm>
            <a:off x="6251338" y="4244712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solidFill>
                  <a:srgbClr val="234DD3"/>
                </a:solidFill>
              </a:rPr>
              <a:t>상품 이 언제 </a:t>
            </a:r>
            <a:r>
              <a:rPr lang="ko-KR" altLang="en-US" sz="800" b="1" spc="-150" dirty="0" err="1">
                <a:solidFill>
                  <a:srgbClr val="234DD3"/>
                </a:solidFill>
              </a:rPr>
              <a:t>재입고</a:t>
            </a:r>
            <a:r>
              <a:rPr lang="ko-KR" altLang="en-US" sz="800" b="1" spc="-150" dirty="0">
                <a:solidFill>
                  <a:srgbClr val="234DD3"/>
                </a:solidFill>
              </a:rPr>
              <a:t> </a:t>
            </a:r>
            <a:r>
              <a:rPr lang="ko-KR" altLang="en-US" sz="800" b="1" spc="-150" dirty="0" err="1">
                <a:solidFill>
                  <a:srgbClr val="234DD3"/>
                </a:solidFill>
              </a:rPr>
              <a:t>될까여</a:t>
            </a:r>
            <a:endParaRPr lang="en-US" altLang="ko-KR" sz="800" b="1" spc="-150" dirty="0">
              <a:solidFill>
                <a:srgbClr val="234DD3"/>
              </a:solidFill>
            </a:endParaRPr>
          </a:p>
        </p:txBody>
      </p:sp>
      <p:sp>
        <p:nvSpPr>
          <p:cNvPr id="94" name="TextBox 114">
            <a:extLst>
              <a:ext uri="{FF2B5EF4-FFF2-40B4-BE49-F238E27FC236}">
                <a16:creationId xmlns:a16="http://schemas.microsoft.com/office/drawing/2014/main" id="{65094020-686C-DE25-8269-42368012076D}"/>
              </a:ext>
            </a:extLst>
          </p:cNvPr>
          <p:cNvSpPr txBox="1"/>
          <p:nvPr/>
        </p:nvSpPr>
        <p:spPr>
          <a:xfrm>
            <a:off x="8981558" y="4268139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B5DEAAB5-404F-5C6A-4E86-958FC9ED4138}"/>
              </a:ext>
            </a:extLst>
          </p:cNvPr>
          <p:cNvCxnSpPr/>
          <p:nvPr/>
        </p:nvCxnSpPr>
        <p:spPr>
          <a:xfrm>
            <a:off x="6275930" y="4480916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E78A3C0D-6F6F-92CB-4686-0E773D077470}"/>
              </a:ext>
            </a:extLst>
          </p:cNvPr>
          <p:cNvSpPr txBox="1"/>
          <p:nvPr/>
        </p:nvSpPr>
        <p:spPr>
          <a:xfrm>
            <a:off x="8992334" y="4030014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latin typeface="맑은 고딕" panose="020B0503020000020004" pitchFamily="50" charset="-127"/>
              </a:rPr>
              <a:t>답변대기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FD021F14-75B9-6B29-939F-580A2791942F}"/>
              </a:ext>
            </a:extLst>
          </p:cNvPr>
          <p:cNvSpPr/>
          <p:nvPr/>
        </p:nvSpPr>
        <p:spPr>
          <a:xfrm>
            <a:off x="6232265" y="4491009"/>
            <a:ext cx="3399744" cy="105279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AC74A58-88C6-073E-99E9-66FEA848CD59}"/>
              </a:ext>
            </a:extLst>
          </p:cNvPr>
          <p:cNvSpPr txBox="1"/>
          <p:nvPr/>
        </p:nvSpPr>
        <p:spPr>
          <a:xfrm>
            <a:off x="6645861" y="4046179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72D4C19-67C3-C6AE-E561-BE22A16ED978}"/>
              </a:ext>
            </a:extLst>
          </p:cNvPr>
          <p:cNvSpPr txBox="1"/>
          <p:nvPr/>
        </p:nvSpPr>
        <p:spPr>
          <a:xfrm>
            <a:off x="6380190" y="4566100"/>
            <a:ext cx="2071401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안녕하세요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저희 아이가 이 제품 사용한 후부터 우는 횟수가 줄었어요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상품 언제 </a:t>
            </a:r>
            <a:r>
              <a:rPr lang="ko-KR" altLang="en-US" sz="75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재입고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될까요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F03A6E9-D3ED-5A2A-0B5A-3610B180E8E2}"/>
              </a:ext>
            </a:extLst>
          </p:cNvPr>
          <p:cNvSpPr txBox="1"/>
          <p:nvPr/>
        </p:nvSpPr>
        <p:spPr>
          <a:xfrm>
            <a:off x="8778602" y="5217995"/>
            <a:ext cx="71365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     ｜     삭제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6BBEE17-0989-96B5-A1A0-166436FFC051}"/>
              </a:ext>
            </a:extLst>
          </p:cNvPr>
          <p:cNvSpPr txBox="1"/>
          <p:nvPr/>
        </p:nvSpPr>
        <p:spPr>
          <a:xfrm>
            <a:off x="6253392" y="4563162"/>
            <a:ext cx="2535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</a:t>
            </a:r>
            <a:r>
              <a: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20A4D439-449D-C282-3EF7-668DEC722BEA}"/>
              </a:ext>
            </a:extLst>
          </p:cNvPr>
          <p:cNvCxnSpPr/>
          <p:nvPr/>
        </p:nvCxnSpPr>
        <p:spPr>
          <a:xfrm>
            <a:off x="6304772" y="5619708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31728709-2069-68F8-2CC8-E9C54FB9116F}"/>
              </a:ext>
            </a:extLst>
          </p:cNvPr>
          <p:cNvSpPr txBox="1"/>
          <p:nvPr/>
        </p:nvSpPr>
        <p:spPr>
          <a:xfrm>
            <a:off x="6170966" y="3680621"/>
            <a:ext cx="396537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본인 작성 문의 중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,&lt;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 대기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상태인 경우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 가능</a:t>
            </a:r>
          </a:p>
        </p:txBody>
      </p:sp>
      <p:sp>
        <p:nvSpPr>
          <p:cNvPr id="118" name="모서리가 둥근 직사각형 114">
            <a:extLst>
              <a:ext uri="{FF2B5EF4-FFF2-40B4-BE49-F238E27FC236}">
                <a16:creationId xmlns:a16="http://schemas.microsoft.com/office/drawing/2014/main" id="{EBB11E96-171F-6A94-9A81-54CFC10CC7C7}"/>
              </a:ext>
            </a:extLst>
          </p:cNvPr>
          <p:cNvSpPr/>
          <p:nvPr/>
        </p:nvSpPr>
        <p:spPr>
          <a:xfrm>
            <a:off x="9267310" y="50258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FF2D92CC-7946-B2BF-9776-B8BFD3447006}"/>
              </a:ext>
            </a:extLst>
          </p:cNvPr>
          <p:cNvSpPr/>
          <p:nvPr/>
        </p:nvSpPr>
        <p:spPr bwMode="auto">
          <a:xfrm>
            <a:off x="12961938" y="0"/>
            <a:ext cx="2679841" cy="655502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/29  </a:t>
            </a:r>
            <a:r>
              <a: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5-8 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답변 대기 상태 본인 글에 수정</a:t>
            </a: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삭제 기능 추가 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5784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47EFC-E803-04DB-CF91-4D5986D3E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직사각형 62">
            <a:extLst>
              <a:ext uri="{FF2B5EF4-FFF2-40B4-BE49-F238E27FC236}">
                <a16:creationId xmlns:a16="http://schemas.microsoft.com/office/drawing/2014/main" id="{3727155B-162D-2108-B5F3-FE6D1DDB7993}"/>
              </a:ext>
            </a:extLst>
          </p:cNvPr>
          <p:cNvSpPr/>
          <p:nvPr/>
        </p:nvSpPr>
        <p:spPr>
          <a:xfrm>
            <a:off x="145291" y="623682"/>
            <a:ext cx="3056501" cy="5831627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43" name="사각형: 둥근 위쪽 모서리 42">
            <a:extLst>
              <a:ext uri="{FF2B5EF4-FFF2-40B4-BE49-F238E27FC236}">
                <a16:creationId xmlns:a16="http://schemas.microsoft.com/office/drawing/2014/main" id="{735D268C-3F6A-4899-8505-229ACC4CD9E8}"/>
              </a:ext>
            </a:extLst>
          </p:cNvPr>
          <p:cNvSpPr/>
          <p:nvPr/>
        </p:nvSpPr>
        <p:spPr>
          <a:xfrm>
            <a:off x="145291" y="1405518"/>
            <a:ext cx="3056501" cy="5051039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DABA8B-8F2D-EBEF-53C6-0CECE0B34318}"/>
              </a:ext>
            </a:extLst>
          </p:cNvPr>
          <p:cNvSpPr txBox="1"/>
          <p:nvPr/>
        </p:nvSpPr>
        <p:spPr>
          <a:xfrm>
            <a:off x="1307907" y="78285"/>
            <a:ext cx="13163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문의하기 레이어 팝업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DECA370-B535-AC0A-6BEA-97A0B34345A6}"/>
              </a:ext>
            </a:extLst>
          </p:cNvPr>
          <p:cNvSpPr/>
          <p:nvPr/>
        </p:nvSpPr>
        <p:spPr>
          <a:xfrm>
            <a:off x="7921129" y="58428"/>
            <a:ext cx="11916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CH-U-PR-02-02-06p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CA3F8EF-84E6-C23F-0543-D60D440AD878}"/>
              </a:ext>
            </a:extLst>
          </p:cNvPr>
          <p:cNvSpPr/>
          <p:nvPr/>
        </p:nvSpPr>
        <p:spPr>
          <a:xfrm>
            <a:off x="148671" y="6193193"/>
            <a:ext cx="1533668" cy="262117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836D4C0-182F-3D2C-69C8-4DFB294E6469}"/>
              </a:ext>
            </a:extLst>
          </p:cNvPr>
          <p:cNvSpPr/>
          <p:nvPr/>
        </p:nvSpPr>
        <p:spPr>
          <a:xfrm>
            <a:off x="1693567" y="6193192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>
                <a:solidFill>
                  <a:schemeClr val="bg1"/>
                </a:solidFill>
              </a:rPr>
              <a:t>등록</a:t>
            </a:r>
            <a:endParaRPr lang="ko-KR" altLang="en-US" sz="800" b="1" spc="-150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F93B24-2018-CDD0-025D-B116294FCA90}"/>
              </a:ext>
            </a:extLst>
          </p:cNvPr>
          <p:cNvSpPr txBox="1"/>
          <p:nvPr/>
        </p:nvSpPr>
        <p:spPr>
          <a:xfrm>
            <a:off x="286674" y="1625299"/>
            <a:ext cx="2813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80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8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8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A3C9330-9A70-3BD9-E482-1D390214C904}"/>
              </a:ext>
            </a:extLst>
          </p:cNvPr>
          <p:cNvSpPr txBox="1"/>
          <p:nvPr/>
        </p:nvSpPr>
        <p:spPr>
          <a:xfrm>
            <a:off x="2619994" y="1372655"/>
            <a:ext cx="288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1200" spc="-150" dirty="0">
                <a:latin typeface="+mn-ea"/>
              </a:rPr>
              <a:t>X</a:t>
            </a:r>
            <a:endParaRPr lang="en-US" altLang="ko-KR" sz="1200" i="0" spc="-150" dirty="0">
              <a:effectLst/>
              <a:latin typeface="+mn-ea"/>
            </a:endParaRPr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A2FBDDEE-885E-A873-A123-7BB42C93A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402775"/>
              </p:ext>
            </p:extLst>
          </p:nvPr>
        </p:nvGraphicFramePr>
        <p:xfrm>
          <a:off x="348788" y="2711007"/>
          <a:ext cx="2657706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제목을 입력해주세요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graphicFrame>
        <p:nvGraphicFramePr>
          <p:cNvPr id="73" name="표 72">
            <a:extLst>
              <a:ext uri="{FF2B5EF4-FFF2-40B4-BE49-F238E27FC236}">
                <a16:creationId xmlns:a16="http://schemas.microsoft.com/office/drawing/2014/main" id="{E28DB4DF-1914-A334-84F6-F60D6BDC7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316011"/>
              </p:ext>
            </p:extLst>
          </p:nvPr>
        </p:nvGraphicFramePr>
        <p:xfrm>
          <a:off x="348788" y="3056311"/>
          <a:ext cx="2657706" cy="2458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588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내용을 입력해주세요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F16BEC54-CEFA-371D-3CFB-7168FACD944E}"/>
              </a:ext>
            </a:extLst>
          </p:cNvPr>
          <p:cNvSpPr txBox="1"/>
          <p:nvPr/>
        </p:nvSpPr>
        <p:spPr>
          <a:xfrm rot="16200000">
            <a:off x="2668326" y="2346387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3" name="표 82">
            <a:extLst>
              <a:ext uri="{FF2B5EF4-FFF2-40B4-BE49-F238E27FC236}">
                <a16:creationId xmlns:a16="http://schemas.microsoft.com/office/drawing/2014/main" id="{070135E4-96C1-8A10-5B00-48758FD6A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465234"/>
              </p:ext>
            </p:extLst>
          </p:nvPr>
        </p:nvGraphicFramePr>
        <p:xfrm>
          <a:off x="348788" y="2346808"/>
          <a:ext cx="2649204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9204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sp>
        <p:nvSpPr>
          <p:cNvPr id="75" name="TextBox 74">
            <a:extLst>
              <a:ext uri="{FF2B5EF4-FFF2-40B4-BE49-F238E27FC236}">
                <a16:creationId xmlns:a16="http://schemas.microsoft.com/office/drawing/2014/main" id="{8B08E16A-D3A3-B135-2B27-B6A1D9C17D23}"/>
              </a:ext>
            </a:extLst>
          </p:cNvPr>
          <p:cNvSpPr txBox="1"/>
          <p:nvPr/>
        </p:nvSpPr>
        <p:spPr>
          <a:xfrm>
            <a:off x="348787" y="2375448"/>
            <a:ext cx="11368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 유형을 선택해주세요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28D4111-2B85-8230-796D-8F23D0C222DD}"/>
              </a:ext>
            </a:extLst>
          </p:cNvPr>
          <p:cNvSpPr txBox="1"/>
          <p:nvPr/>
        </p:nvSpPr>
        <p:spPr>
          <a:xfrm>
            <a:off x="2497577" y="5158021"/>
            <a:ext cx="576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800" dirty="0">
                <a:latin typeface="+mn-ea"/>
              </a:rPr>
              <a:t>0/1,000</a:t>
            </a:r>
            <a:endParaRPr lang="en-US" altLang="ko-KR" sz="800" i="0" dirty="0">
              <a:effectLst/>
              <a:latin typeface="+mn-ea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0BAAC471-1378-28E3-769C-E8AA11759AE1}"/>
              </a:ext>
            </a:extLst>
          </p:cNvPr>
          <p:cNvCxnSpPr>
            <a:cxnSpLocks/>
          </p:cNvCxnSpPr>
          <p:nvPr/>
        </p:nvCxnSpPr>
        <p:spPr>
          <a:xfrm>
            <a:off x="3201792" y="2346808"/>
            <a:ext cx="0" cy="1476866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62893352-FA48-FD06-A7FF-92E53D0E4311}"/>
              </a:ext>
            </a:extLst>
          </p:cNvPr>
          <p:cNvSpPr txBox="1"/>
          <p:nvPr/>
        </p:nvSpPr>
        <p:spPr>
          <a:xfrm>
            <a:off x="267757" y="5545889"/>
            <a:ext cx="2730235" cy="394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주민번호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전화번호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이메일등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개인정보를 남기시면 타인에 의해 도용될 수 있습니다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개인정보는 상품문의에 남기지 말아주세요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90EB3A56-1612-AD8D-3342-A8DE473082C0}"/>
              </a:ext>
            </a:extLst>
          </p:cNvPr>
          <p:cNvSpPr/>
          <p:nvPr/>
        </p:nvSpPr>
        <p:spPr>
          <a:xfrm>
            <a:off x="2423425" y="5910088"/>
            <a:ext cx="650216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비밀글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등록</a:t>
            </a:r>
          </a:p>
        </p:txBody>
      </p:sp>
      <p:sp>
        <p:nvSpPr>
          <p:cNvPr id="91" name="오른쪽 대괄호 90">
            <a:extLst>
              <a:ext uri="{FF2B5EF4-FFF2-40B4-BE49-F238E27FC236}">
                <a16:creationId xmlns:a16="http://schemas.microsoft.com/office/drawing/2014/main" id="{C76E103E-8A6D-FC6F-68FA-142277ACE47D}"/>
              </a:ext>
            </a:extLst>
          </p:cNvPr>
          <p:cNvSpPr/>
          <p:nvPr/>
        </p:nvSpPr>
        <p:spPr>
          <a:xfrm>
            <a:off x="3201792" y="2375448"/>
            <a:ext cx="326832" cy="3709117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114">
            <a:extLst>
              <a:ext uri="{FF2B5EF4-FFF2-40B4-BE49-F238E27FC236}">
                <a16:creationId xmlns:a16="http://schemas.microsoft.com/office/drawing/2014/main" id="{6D8F0515-2810-7D2D-D158-B22FCB245FBE}"/>
              </a:ext>
            </a:extLst>
          </p:cNvPr>
          <p:cNvSpPr txBox="1"/>
          <p:nvPr/>
        </p:nvSpPr>
        <p:spPr>
          <a:xfrm>
            <a:off x="3528624" y="3539495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스크롤 영역</a:t>
            </a:r>
          </a:p>
        </p:txBody>
      </p:sp>
      <p:graphicFrame>
        <p:nvGraphicFramePr>
          <p:cNvPr id="95" name="표 94">
            <a:extLst>
              <a:ext uri="{FF2B5EF4-FFF2-40B4-BE49-F238E27FC236}">
                <a16:creationId xmlns:a16="http://schemas.microsoft.com/office/drawing/2014/main" id="{AEAF84E3-45DE-95AE-7468-B62D7E07B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610628"/>
              </p:ext>
            </p:extLst>
          </p:nvPr>
        </p:nvGraphicFramePr>
        <p:xfrm>
          <a:off x="4032698" y="2740786"/>
          <a:ext cx="2657706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제목을 입력해주세요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153CED7D-00AD-D193-6652-63C4CB5B1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632883"/>
              </p:ext>
            </p:extLst>
          </p:nvPr>
        </p:nvGraphicFramePr>
        <p:xfrm>
          <a:off x="4032698" y="3086090"/>
          <a:ext cx="2657706" cy="2458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588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내용을 입력해주세요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endParaRPr lang="en-US" altLang="ko-KR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주문번호 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주문자명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: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graphicFrame>
        <p:nvGraphicFramePr>
          <p:cNvPr id="99" name="표 98">
            <a:extLst>
              <a:ext uri="{FF2B5EF4-FFF2-40B4-BE49-F238E27FC236}">
                <a16:creationId xmlns:a16="http://schemas.microsoft.com/office/drawing/2014/main" id="{AA4708FC-78BF-06E4-F293-14957A188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509788"/>
              </p:ext>
            </p:extLst>
          </p:nvPr>
        </p:nvGraphicFramePr>
        <p:xfrm>
          <a:off x="4032698" y="2376587"/>
          <a:ext cx="2649204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9204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sp>
        <p:nvSpPr>
          <p:cNvPr id="101" name="TextBox 100">
            <a:extLst>
              <a:ext uri="{FF2B5EF4-FFF2-40B4-BE49-F238E27FC236}">
                <a16:creationId xmlns:a16="http://schemas.microsoft.com/office/drawing/2014/main" id="{4D3174D0-714E-96E0-6939-1883E96EF4B4}"/>
              </a:ext>
            </a:extLst>
          </p:cNvPr>
          <p:cNvSpPr txBox="1"/>
          <p:nvPr/>
        </p:nvSpPr>
        <p:spPr>
          <a:xfrm>
            <a:off x="4032697" y="2405227"/>
            <a:ext cx="11368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문의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BD0DC03-3907-C84B-7784-051005774996}"/>
              </a:ext>
            </a:extLst>
          </p:cNvPr>
          <p:cNvSpPr txBox="1"/>
          <p:nvPr/>
        </p:nvSpPr>
        <p:spPr>
          <a:xfrm rot="16200000">
            <a:off x="6385343" y="2367069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Group 59">
            <a:extLst>
              <a:ext uri="{FF2B5EF4-FFF2-40B4-BE49-F238E27FC236}">
                <a16:creationId xmlns:a16="http://schemas.microsoft.com/office/drawing/2014/main" id="{F73D23C9-DE62-63A9-C879-587B96BD2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28755"/>
              </p:ext>
            </p:extLst>
          </p:nvPr>
        </p:nvGraphicFramePr>
        <p:xfrm>
          <a:off x="10086305" y="636529"/>
          <a:ext cx="2850436" cy="590340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상품명 디폴트 출력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브랜드명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상품명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유형 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문의 유형을 선택해주세요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 안내문구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값</a:t>
                      </a: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출력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내용을 입력해주세요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배송</a:t>
                      </a:r>
                      <a:r>
                        <a:rPr lang="en-US" altLang="ko-KR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교환 문의 건인 경우 문의 템플릿 자동 삽입</a:t>
                      </a:r>
                      <a:endParaRPr lang="en-US" altLang="ko-KR" sz="800" b="0" spc="-150" dirty="0">
                        <a:solidFill>
                          <a:srgbClr val="234DD3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dirty="0">
                          <a:solidFill>
                            <a:srgbClr val="234DD3"/>
                          </a:solidFill>
                        </a:rPr>
                        <a:t>     </a:t>
                      </a:r>
                      <a:r>
                        <a:rPr lang="ko-KR" altLang="ko-KR" sz="800" b="0" dirty="0" err="1">
                          <a:solidFill>
                            <a:srgbClr val="234DD3"/>
                          </a:solidFill>
                        </a:rPr>
                        <a:t>default</a:t>
                      </a:r>
                      <a:r>
                        <a:rPr lang="ko-KR" altLang="ko-KR" sz="800" b="0" dirty="0">
                          <a:solidFill>
                            <a:srgbClr val="234DD3"/>
                          </a:solidFill>
                        </a:rPr>
                        <a:t> </a:t>
                      </a:r>
                      <a:r>
                        <a:rPr lang="ko-KR" altLang="ko-KR" sz="800" b="0" dirty="0" err="1">
                          <a:solidFill>
                            <a:srgbClr val="234DD3"/>
                          </a:solidFill>
                        </a:rPr>
                        <a:t>value</a:t>
                      </a:r>
                      <a:r>
                        <a:rPr lang="en-US" altLang="ko-KR" sz="800" b="0" dirty="0">
                          <a:solidFill>
                            <a:srgbClr val="234DD3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234DD3"/>
                          </a:solidFill>
                        </a:rPr>
                        <a:t>값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spc="-150" dirty="0">
                        <a:solidFill>
                          <a:srgbClr val="234DD3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일부 유형 문의 템플릿 자동 삽입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배송</a:t>
                      </a:r>
                      <a:r>
                        <a:rPr lang="en-US" altLang="ko-KR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교환 문의 건인 경우 문의 템플릿 자동 삽입</a:t>
                      </a:r>
                      <a:endParaRPr lang="en-US" altLang="ko-KR" sz="800" b="0" spc="-150" dirty="0">
                        <a:solidFill>
                          <a:srgbClr val="234DD3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dirty="0">
                          <a:solidFill>
                            <a:srgbClr val="234DD3"/>
                          </a:solidFill>
                        </a:rPr>
                        <a:t>     </a:t>
                      </a:r>
                      <a:r>
                        <a:rPr lang="ko-KR" altLang="ko-KR" sz="800" b="0" dirty="0" err="1">
                          <a:solidFill>
                            <a:srgbClr val="234DD3"/>
                          </a:solidFill>
                        </a:rPr>
                        <a:t>default</a:t>
                      </a:r>
                      <a:r>
                        <a:rPr lang="ko-KR" altLang="ko-KR" sz="800" b="0" dirty="0">
                          <a:solidFill>
                            <a:srgbClr val="234DD3"/>
                          </a:solidFill>
                        </a:rPr>
                        <a:t> </a:t>
                      </a:r>
                      <a:r>
                        <a:rPr lang="ko-KR" altLang="ko-KR" sz="800" b="0" dirty="0" err="1">
                          <a:solidFill>
                            <a:srgbClr val="234DD3"/>
                          </a:solidFill>
                        </a:rPr>
                        <a:t>value</a:t>
                      </a:r>
                      <a:r>
                        <a:rPr lang="en-US" altLang="ko-KR" sz="800" b="0" dirty="0">
                          <a:solidFill>
                            <a:srgbClr val="234DD3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234DD3"/>
                          </a:solidFill>
                        </a:rPr>
                        <a:t>값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spc="-150" dirty="0">
                        <a:solidFill>
                          <a:srgbClr val="234DD3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 입력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출력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제목을 입력해주세요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유의사항 문구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비밀글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등록 체크 박스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비밀글로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등록 처리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컨펌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얼럿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유효성 체크 후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컨펌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얼럿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 글 수정  레이어 팝업 출력 케이스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 대기 상태인  본인 문의 글은 수정 가능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기존  작성된 데이터를 그대로 출력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가능토록 함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기존 등록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버튼명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만 변경하여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컨펌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얼럿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유효성 체크 후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컨펌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얼럿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D0E20B9-955B-C5AA-F102-C947DB329E4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6A69B6-638F-84A4-DC2F-B54A8DC6A11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6C82B6C5-D169-108E-9763-B81C7D3A7A3E}"/>
              </a:ext>
            </a:extLst>
          </p:cNvPr>
          <p:cNvSpPr/>
          <p:nvPr/>
        </p:nvSpPr>
        <p:spPr>
          <a:xfrm>
            <a:off x="2894697" y="17878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" name="모서리가 둥근 직사각형 114">
            <a:extLst>
              <a:ext uri="{FF2B5EF4-FFF2-40B4-BE49-F238E27FC236}">
                <a16:creationId xmlns:a16="http://schemas.microsoft.com/office/drawing/2014/main" id="{38F29368-0AF9-088D-E8AA-71649C2BD604}"/>
              </a:ext>
            </a:extLst>
          </p:cNvPr>
          <p:cNvSpPr/>
          <p:nvPr/>
        </p:nvSpPr>
        <p:spPr>
          <a:xfrm>
            <a:off x="2845833" y="226700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모서리가 둥근 직사각형 114">
            <a:extLst>
              <a:ext uri="{FF2B5EF4-FFF2-40B4-BE49-F238E27FC236}">
                <a16:creationId xmlns:a16="http://schemas.microsoft.com/office/drawing/2014/main" id="{C6C190C7-A026-67B4-FF54-CD103E1F6A7D}"/>
              </a:ext>
            </a:extLst>
          </p:cNvPr>
          <p:cNvSpPr/>
          <p:nvPr/>
        </p:nvSpPr>
        <p:spPr>
          <a:xfrm>
            <a:off x="2819111" y="27161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모서리가 둥근 직사각형 114">
            <a:extLst>
              <a:ext uri="{FF2B5EF4-FFF2-40B4-BE49-F238E27FC236}">
                <a16:creationId xmlns:a16="http://schemas.microsoft.com/office/drawing/2014/main" id="{EBF394DD-05C5-9D60-6F12-ECB2A40F04BB}"/>
              </a:ext>
            </a:extLst>
          </p:cNvPr>
          <p:cNvSpPr/>
          <p:nvPr/>
        </p:nvSpPr>
        <p:spPr>
          <a:xfrm>
            <a:off x="2776883" y="31379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" name="모서리가 둥근 직사각형 114">
            <a:extLst>
              <a:ext uri="{FF2B5EF4-FFF2-40B4-BE49-F238E27FC236}">
                <a16:creationId xmlns:a16="http://schemas.microsoft.com/office/drawing/2014/main" id="{0C521E5B-E008-040F-98D1-82FCE04E7957}"/>
              </a:ext>
            </a:extLst>
          </p:cNvPr>
          <p:cNvSpPr/>
          <p:nvPr/>
        </p:nvSpPr>
        <p:spPr>
          <a:xfrm>
            <a:off x="1745814" y="57821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8EAA7617-EDC2-8EA2-E752-904C261EE43C}"/>
              </a:ext>
            </a:extLst>
          </p:cNvPr>
          <p:cNvSpPr/>
          <p:nvPr/>
        </p:nvSpPr>
        <p:spPr>
          <a:xfrm>
            <a:off x="3006494" y="58867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F741F232-E9FD-3447-AA8E-EB1231C0909D}"/>
              </a:ext>
            </a:extLst>
          </p:cNvPr>
          <p:cNvSpPr/>
          <p:nvPr/>
        </p:nvSpPr>
        <p:spPr>
          <a:xfrm>
            <a:off x="3092033" y="61918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B360B57F-43DB-1DCB-300C-AD59771220FF}"/>
              </a:ext>
            </a:extLst>
          </p:cNvPr>
          <p:cNvSpPr/>
          <p:nvPr/>
        </p:nvSpPr>
        <p:spPr>
          <a:xfrm>
            <a:off x="6503021" y="327625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E62EABF-568C-84E8-C531-4EAC77C84E71}"/>
              </a:ext>
            </a:extLst>
          </p:cNvPr>
          <p:cNvSpPr/>
          <p:nvPr/>
        </p:nvSpPr>
        <p:spPr bwMode="auto">
          <a:xfrm>
            <a:off x="12961938" y="0"/>
            <a:ext cx="2679841" cy="655502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/29  </a:t>
            </a:r>
            <a:r>
              <a: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5-8 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답변 대기 상태 본인 글에 수정</a:t>
            </a: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삭제 기능 추가 반영으로 인한</a:t>
            </a:r>
            <a:endParaRPr kumimoji="1" lang="en-US" altLang="ko-KR" sz="800" kern="0" spc="-150" noProof="0" dirty="0">
              <a:solidFill>
                <a:srgbClr val="000000"/>
              </a:solidFill>
              <a:latin typeface="+mn-ea"/>
            </a:endParaRP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7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번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추가 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위쪽 모서리 34">
            <a:extLst>
              <a:ext uri="{FF2B5EF4-FFF2-40B4-BE49-F238E27FC236}">
                <a16:creationId xmlns:a16="http://schemas.microsoft.com/office/drawing/2014/main" id="{7E06ECEB-D982-D8F7-3E54-4685794E92DD}"/>
              </a:ext>
            </a:extLst>
          </p:cNvPr>
          <p:cNvSpPr/>
          <p:nvPr/>
        </p:nvSpPr>
        <p:spPr>
          <a:xfrm>
            <a:off x="6850923" y="1417406"/>
            <a:ext cx="3056501" cy="5051039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02208E9-27A3-40CC-9352-9F30F92532FB}"/>
              </a:ext>
            </a:extLst>
          </p:cNvPr>
          <p:cNvSpPr/>
          <p:nvPr/>
        </p:nvSpPr>
        <p:spPr>
          <a:xfrm>
            <a:off x="6854303" y="6205081"/>
            <a:ext cx="1533668" cy="262117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F17EC05-CAAE-A754-E60C-919CA06DA8ED}"/>
              </a:ext>
            </a:extLst>
          </p:cNvPr>
          <p:cNvSpPr/>
          <p:nvPr/>
        </p:nvSpPr>
        <p:spPr>
          <a:xfrm>
            <a:off x="8399199" y="6205080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BA65A0-D7FB-D3DE-A2CE-1F07BB9AF560}"/>
              </a:ext>
            </a:extLst>
          </p:cNvPr>
          <p:cNvSpPr txBox="1"/>
          <p:nvPr/>
        </p:nvSpPr>
        <p:spPr>
          <a:xfrm>
            <a:off x="6992306" y="1637187"/>
            <a:ext cx="28137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허가수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80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8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하기스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네이처썸머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밴드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1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 공용 기저귀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8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BF3E33-3399-59B0-3563-1E257E6CF6DB}"/>
              </a:ext>
            </a:extLst>
          </p:cNvPr>
          <p:cNvSpPr txBox="1"/>
          <p:nvPr/>
        </p:nvSpPr>
        <p:spPr>
          <a:xfrm>
            <a:off x="9325626" y="1384543"/>
            <a:ext cx="288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1200" spc="-150" dirty="0">
                <a:latin typeface="+mn-ea"/>
              </a:rPr>
              <a:t>X</a:t>
            </a:r>
            <a:endParaRPr lang="en-US" altLang="ko-KR" sz="1200" i="0" spc="-150" dirty="0">
              <a:effectLst/>
              <a:latin typeface="+mn-ea"/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F487B28F-30B4-440B-DC76-8D2CD6AAD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838105"/>
              </p:ext>
            </p:extLst>
          </p:nvPr>
        </p:nvGraphicFramePr>
        <p:xfrm>
          <a:off x="7054420" y="2722895"/>
          <a:ext cx="2657706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배송문의드립니다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7398AACB-D469-3975-6036-D7604D785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202416"/>
              </p:ext>
            </p:extLst>
          </p:nvPr>
        </p:nvGraphicFramePr>
        <p:xfrm>
          <a:off x="7054420" y="3068199"/>
          <a:ext cx="2657706" cy="2458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58849"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주문번호 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:  123454566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주문자명 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:  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홍길동</a:t>
                      </a:r>
                      <a:endParaRPr lang="en-US" altLang="ko-KR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배송이 너무 </a:t>
                      </a:r>
                      <a:r>
                        <a:rPr lang="ko-KR" altLang="en-US" sz="800" spc="-15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안옵니다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E87F88C6-BABF-3E1E-7801-224D4EC7CD5A}"/>
              </a:ext>
            </a:extLst>
          </p:cNvPr>
          <p:cNvSpPr txBox="1"/>
          <p:nvPr/>
        </p:nvSpPr>
        <p:spPr>
          <a:xfrm rot="16200000">
            <a:off x="9373958" y="2358275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0F854EEA-5E54-EF43-7149-0CC7756C4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660491"/>
              </p:ext>
            </p:extLst>
          </p:nvPr>
        </p:nvGraphicFramePr>
        <p:xfrm>
          <a:off x="7054420" y="2358696"/>
          <a:ext cx="2649204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9204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169C54B7-BAF1-EC99-81A2-6DE026B982A0}"/>
              </a:ext>
            </a:extLst>
          </p:cNvPr>
          <p:cNvSpPr txBox="1"/>
          <p:nvPr/>
        </p:nvSpPr>
        <p:spPr>
          <a:xfrm>
            <a:off x="7054419" y="2387336"/>
            <a:ext cx="11368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배송문의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0994B4-00E4-E5D0-F493-6F55648A6FB9}"/>
              </a:ext>
            </a:extLst>
          </p:cNvPr>
          <p:cNvSpPr txBox="1"/>
          <p:nvPr/>
        </p:nvSpPr>
        <p:spPr>
          <a:xfrm>
            <a:off x="9203209" y="5169909"/>
            <a:ext cx="576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800" dirty="0">
                <a:latin typeface="+mn-ea"/>
              </a:rPr>
              <a:t>0/1,000</a:t>
            </a:r>
            <a:endParaRPr lang="en-US" altLang="ko-KR" sz="800" i="0" dirty="0">
              <a:effectLst/>
              <a:latin typeface="+mn-ea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8F38A9B-C695-60CF-1358-38F73D62B888}"/>
              </a:ext>
            </a:extLst>
          </p:cNvPr>
          <p:cNvCxnSpPr>
            <a:cxnSpLocks/>
          </p:cNvCxnSpPr>
          <p:nvPr/>
        </p:nvCxnSpPr>
        <p:spPr>
          <a:xfrm>
            <a:off x="9907424" y="2358696"/>
            <a:ext cx="0" cy="1476866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2319927-BD1C-824B-A8FA-B401F7B57C33}"/>
              </a:ext>
            </a:extLst>
          </p:cNvPr>
          <p:cNvSpPr txBox="1"/>
          <p:nvPr/>
        </p:nvSpPr>
        <p:spPr>
          <a:xfrm>
            <a:off x="6973389" y="5557777"/>
            <a:ext cx="2730235" cy="394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주민번호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전화번호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이메일등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개인정보를 남기시면 타인에 의해 도용될 수 있습니다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개인정보는 상품문의에 남기지 말아주세요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4C890FF0-F6D1-55DC-A814-D40DD957A9C6}"/>
              </a:ext>
            </a:extLst>
          </p:cNvPr>
          <p:cNvSpPr/>
          <p:nvPr/>
        </p:nvSpPr>
        <p:spPr>
          <a:xfrm>
            <a:off x="9129057" y="5921976"/>
            <a:ext cx="650216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비밀글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등록</a:t>
            </a:r>
          </a:p>
        </p:txBody>
      </p:sp>
      <p:sp>
        <p:nvSpPr>
          <p:cNvPr id="57" name="모서리가 둥근 직사각형 114">
            <a:extLst>
              <a:ext uri="{FF2B5EF4-FFF2-40B4-BE49-F238E27FC236}">
                <a16:creationId xmlns:a16="http://schemas.microsoft.com/office/drawing/2014/main" id="{771FEAB2-A7E2-98F8-B6F7-D3DB309D9454}"/>
              </a:ext>
            </a:extLst>
          </p:cNvPr>
          <p:cNvSpPr/>
          <p:nvPr/>
        </p:nvSpPr>
        <p:spPr>
          <a:xfrm>
            <a:off x="9530994" y="135320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720089-F994-A6C8-6DAD-D5CACBBBD58B}"/>
              </a:ext>
            </a:extLst>
          </p:cNvPr>
          <p:cNvSpPr txBox="1"/>
          <p:nvPr/>
        </p:nvSpPr>
        <p:spPr>
          <a:xfrm>
            <a:off x="6860783" y="1122372"/>
            <a:ext cx="18245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본인 글 수정 레이어 팝업 출력 케이스</a:t>
            </a:r>
            <a:endParaRPr lang="ko-KR" altLang="en-US" sz="900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11868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D0D35-4136-4BF4-E537-0D1971154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48B401-6442-CD8F-486D-97C68FE77FB7}"/>
              </a:ext>
            </a:extLst>
          </p:cNvPr>
          <p:cNvSpPr txBox="1"/>
          <p:nvPr/>
        </p:nvSpPr>
        <p:spPr>
          <a:xfrm>
            <a:off x="1307907" y="78285"/>
            <a:ext cx="14302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상세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설명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)(TAB)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CE2253-EE44-DA5A-3383-518708024245}"/>
              </a:ext>
            </a:extLst>
          </p:cNvPr>
          <p:cNvSpPr txBox="1"/>
          <p:nvPr/>
        </p:nvSpPr>
        <p:spPr>
          <a:xfrm>
            <a:off x="1302717" y="330494"/>
            <a:ext cx="33714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상세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A1661A-6F85-486C-F6BD-6158228E1C30}"/>
              </a:ext>
            </a:extLst>
          </p:cNvPr>
          <p:cNvSpPr/>
          <p:nvPr/>
        </p:nvSpPr>
        <p:spPr>
          <a:xfrm>
            <a:off x="7921129" y="58428"/>
            <a:ext cx="112498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CH-U-PR-02-02-02</a:t>
            </a:r>
            <a:endParaRPr lang="ko-KR" altLang="en-US" sz="1000" spc="-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D49A0B-E7EB-C18A-9041-538345B5128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E2E846-DBA2-AD76-6CD7-DB1A1D98844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39DB98-A246-2008-7AD3-96EFEB87E3EE}"/>
              </a:ext>
            </a:extLst>
          </p:cNvPr>
          <p:cNvSpPr/>
          <p:nvPr/>
        </p:nvSpPr>
        <p:spPr>
          <a:xfrm>
            <a:off x="956305" y="1066834"/>
            <a:ext cx="4308512" cy="27854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B77DCF00-DA15-8350-37DB-92640E664242}"/>
              </a:ext>
            </a:extLst>
          </p:cNvPr>
          <p:cNvGrpSpPr/>
          <p:nvPr/>
        </p:nvGrpSpPr>
        <p:grpSpPr>
          <a:xfrm>
            <a:off x="5688881" y="1318334"/>
            <a:ext cx="3521898" cy="1676121"/>
            <a:chOff x="2191413" y="1613537"/>
            <a:chExt cx="3521898" cy="1676121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90AC97D7-6417-FAF4-9970-34AEF04B8C36}"/>
                </a:ext>
              </a:extLst>
            </p:cNvPr>
            <p:cNvSpPr txBox="1"/>
            <p:nvPr/>
          </p:nvSpPr>
          <p:spPr>
            <a:xfrm>
              <a:off x="2201837" y="1613537"/>
              <a:ext cx="3301944" cy="7155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상품명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2C76DD5-23EE-AE56-ACF5-79A9035EA69D}"/>
                </a:ext>
              </a:extLst>
            </p:cNvPr>
            <p:cNvSpPr txBox="1"/>
            <p:nvPr/>
          </p:nvSpPr>
          <p:spPr>
            <a:xfrm>
              <a:off x="4373247" y="2735660"/>
              <a:ext cx="1340064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150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150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150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150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150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15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1F84882B-AEED-C50C-C12F-8D0CDFC3F8A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FFB1AFF7-DD16-7CC6-77E8-80521942CAB8}"/>
              </a:ext>
            </a:extLst>
          </p:cNvPr>
          <p:cNvGrpSpPr/>
          <p:nvPr/>
        </p:nvGrpSpPr>
        <p:grpSpPr>
          <a:xfrm>
            <a:off x="6357048" y="1399718"/>
            <a:ext cx="482570" cy="207749"/>
            <a:chOff x="5613970" y="995901"/>
            <a:chExt cx="482570" cy="207749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5DAA926D-3C35-9DA6-CFA2-2638C2BC1D2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ACC7BA1B-3294-695A-E5E0-72020AA5096E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F74EA0A9-31E9-EE6A-13E8-3335A513B237}"/>
              </a:ext>
            </a:extLst>
          </p:cNvPr>
          <p:cNvGrpSpPr/>
          <p:nvPr/>
        </p:nvGrpSpPr>
        <p:grpSpPr>
          <a:xfrm>
            <a:off x="6698797" y="1399718"/>
            <a:ext cx="415498" cy="207749"/>
            <a:chOff x="5585876" y="994409"/>
            <a:chExt cx="415498" cy="207749"/>
          </a:xfrm>
        </p:grpSpPr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E67F5CBB-D663-81D9-13BF-A9A5F45EB72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E54CB918-5CF2-DCC6-071A-FB800A729130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CAC40427-34F2-3198-B592-90821A09FB54}"/>
              </a:ext>
            </a:extLst>
          </p:cNvPr>
          <p:cNvSpPr txBox="1"/>
          <p:nvPr/>
        </p:nvSpPr>
        <p:spPr>
          <a:xfrm>
            <a:off x="7557553" y="2513029"/>
            <a:ext cx="9176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8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8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8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06618A56-A44C-03CC-373B-08690BC84787}"/>
              </a:ext>
            </a:extLst>
          </p:cNvPr>
          <p:cNvCxnSpPr>
            <a:cxnSpLocks/>
          </p:cNvCxnSpPr>
          <p:nvPr/>
        </p:nvCxnSpPr>
        <p:spPr>
          <a:xfrm rot="-900000">
            <a:off x="7845185" y="2553687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0F764556-4C54-0215-EEB8-3CC50A34D18B}"/>
              </a:ext>
            </a:extLst>
          </p:cNvPr>
          <p:cNvSpPr txBox="1"/>
          <p:nvPr/>
        </p:nvSpPr>
        <p:spPr>
          <a:xfrm>
            <a:off x="5782956" y="1065585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7A3003C-92A0-17EB-6973-DFB7C7FC2156}"/>
              </a:ext>
            </a:extLst>
          </p:cNvPr>
          <p:cNvSpPr txBox="1"/>
          <p:nvPr/>
        </p:nvSpPr>
        <p:spPr>
          <a:xfrm>
            <a:off x="6581188" y="1063024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8B69D596-8084-A6D9-2163-B2ED024F16E9}"/>
              </a:ext>
            </a:extLst>
          </p:cNvPr>
          <p:cNvCxnSpPr/>
          <p:nvPr/>
        </p:nvCxnSpPr>
        <p:spPr>
          <a:xfrm>
            <a:off x="5729447" y="3021844"/>
            <a:ext cx="3348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그림 28">
            <a:extLst>
              <a:ext uri="{FF2B5EF4-FFF2-40B4-BE49-F238E27FC236}">
                <a16:creationId xmlns:a16="http://schemas.microsoft.com/office/drawing/2014/main" id="{ED1531AF-D832-8490-1FEA-8BC954E32D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28" r="1328"/>
          <a:stretch>
            <a:fillRect/>
          </a:stretch>
        </p:blipFill>
        <p:spPr>
          <a:xfrm>
            <a:off x="1747918" y="1577347"/>
            <a:ext cx="2609974" cy="2629458"/>
          </a:xfrm>
          <a:prstGeom prst="rect">
            <a:avLst/>
          </a:prstGeom>
        </p:spPr>
      </p:pic>
      <p:sp>
        <p:nvSpPr>
          <p:cNvPr id="4" name="하트 3">
            <a:extLst>
              <a:ext uri="{FF2B5EF4-FFF2-40B4-BE49-F238E27FC236}">
                <a16:creationId xmlns:a16="http://schemas.microsoft.com/office/drawing/2014/main" id="{696CDF43-51BD-F1B1-A8DA-D98BE2488EDE}"/>
              </a:ext>
            </a:extLst>
          </p:cNvPr>
          <p:cNvSpPr/>
          <p:nvPr/>
        </p:nvSpPr>
        <p:spPr>
          <a:xfrm>
            <a:off x="4752777" y="1177133"/>
            <a:ext cx="305837" cy="259051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D79EA93-2818-4B5B-D2FC-D8929B4E3863}"/>
              </a:ext>
            </a:extLst>
          </p:cNvPr>
          <p:cNvSpPr txBox="1"/>
          <p:nvPr/>
        </p:nvSpPr>
        <p:spPr>
          <a:xfrm>
            <a:off x="5827881" y="2703375"/>
            <a:ext cx="833883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4.3 </a:t>
            </a:r>
            <a:r>
              <a:rPr lang="en-US" altLang="ko-KR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($</a:t>
            </a:r>
            <a:r>
              <a:rPr lang="en-US" altLang="ko-KR" sz="900" u="sng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233$</a:t>
            </a:r>
            <a:r>
              <a:rPr lang="en-US" altLang="ko-KR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u="sng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386AA0-C4D1-0922-CE99-CD6779998409}"/>
              </a:ext>
            </a:extLst>
          </p:cNvPr>
          <p:cNvSpPr txBox="1"/>
          <p:nvPr/>
        </p:nvSpPr>
        <p:spPr>
          <a:xfrm>
            <a:off x="5668222" y="2695588"/>
            <a:ext cx="319318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</a:t>
            </a:r>
          </a:p>
        </p:txBody>
      </p:sp>
      <p:sp>
        <p:nvSpPr>
          <p:cNvPr id="69" name="TextBox 114">
            <a:extLst>
              <a:ext uri="{FF2B5EF4-FFF2-40B4-BE49-F238E27FC236}">
                <a16:creationId xmlns:a16="http://schemas.microsoft.com/office/drawing/2014/main" id="{C4CC903B-E8F4-EBB9-5168-7F71B5B8C10F}"/>
              </a:ext>
            </a:extLst>
          </p:cNvPr>
          <p:cNvSpPr txBox="1"/>
          <p:nvPr/>
        </p:nvSpPr>
        <p:spPr>
          <a:xfrm>
            <a:off x="7794107" y="2780734"/>
            <a:ext cx="77457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구매 확정 마일리지</a:t>
            </a:r>
            <a:endParaRPr lang="ko-KR" altLang="en-US" sz="7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C4201A48-1F00-7891-FA9B-6532BF2EE98A}"/>
              </a:ext>
            </a:extLst>
          </p:cNvPr>
          <p:cNvSpPr txBox="1"/>
          <p:nvPr/>
        </p:nvSpPr>
        <p:spPr>
          <a:xfrm>
            <a:off x="8543096" y="2778802"/>
            <a:ext cx="58381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$1,000$</a:t>
            </a:r>
            <a:r>
              <a:rPr lang="en-US" altLang="ko-KR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</a:t>
            </a:r>
            <a:endParaRPr lang="ko-KR" altLang="en-US" sz="7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0FC83C2-93A3-8A94-D852-A88EDF7F2F2F}"/>
              </a:ext>
            </a:extLst>
          </p:cNvPr>
          <p:cNvSpPr/>
          <p:nvPr/>
        </p:nvSpPr>
        <p:spPr>
          <a:xfrm>
            <a:off x="418740" y="1097863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1D7B84A-3A60-C585-8239-E6191B3BE9C3}"/>
              </a:ext>
            </a:extLst>
          </p:cNvPr>
          <p:cNvSpPr/>
          <p:nvPr/>
        </p:nvSpPr>
        <p:spPr>
          <a:xfrm>
            <a:off x="418740" y="1942220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IMG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3349802-C31C-63ED-BF85-0B7E1DB4B669}"/>
              </a:ext>
            </a:extLst>
          </p:cNvPr>
          <p:cNvSpPr/>
          <p:nvPr/>
        </p:nvSpPr>
        <p:spPr>
          <a:xfrm>
            <a:off x="418938" y="1518076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IMG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22DACF5-42AB-9903-3F1B-DD268905AE7A}"/>
              </a:ext>
            </a:extLst>
          </p:cNvPr>
          <p:cNvSpPr/>
          <p:nvPr/>
        </p:nvSpPr>
        <p:spPr>
          <a:xfrm>
            <a:off x="418740" y="2786577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IMG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2B0AC645-AEA1-037D-2BCF-CE39C1FBC969}"/>
              </a:ext>
            </a:extLst>
          </p:cNvPr>
          <p:cNvSpPr/>
          <p:nvPr/>
        </p:nvSpPr>
        <p:spPr>
          <a:xfrm>
            <a:off x="418938" y="2362433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IMG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600C5E2E-EE24-E606-30A5-BA216DCB17D6}"/>
              </a:ext>
            </a:extLst>
          </p:cNvPr>
          <p:cNvSpPr/>
          <p:nvPr/>
        </p:nvSpPr>
        <p:spPr>
          <a:xfrm>
            <a:off x="72257" y="6228581"/>
            <a:ext cx="10009112" cy="65995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TextBox 114">
            <a:extLst>
              <a:ext uri="{FF2B5EF4-FFF2-40B4-BE49-F238E27FC236}">
                <a16:creationId xmlns:a16="http://schemas.microsoft.com/office/drawing/2014/main" id="{17AAA488-4ECD-C225-6800-51E45B0F2D94}"/>
              </a:ext>
            </a:extLst>
          </p:cNvPr>
          <p:cNvSpPr txBox="1"/>
          <p:nvPr/>
        </p:nvSpPr>
        <p:spPr>
          <a:xfrm>
            <a:off x="5747951" y="4694225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6" name="TextBox 114">
            <a:extLst>
              <a:ext uri="{FF2B5EF4-FFF2-40B4-BE49-F238E27FC236}">
                <a16:creationId xmlns:a16="http://schemas.microsoft.com/office/drawing/2014/main" id="{B384F992-0DA7-5B7B-C3EE-3722213A72C6}"/>
              </a:ext>
            </a:extLst>
          </p:cNvPr>
          <p:cNvSpPr txBox="1"/>
          <p:nvPr/>
        </p:nvSpPr>
        <p:spPr>
          <a:xfrm>
            <a:off x="6055846" y="4692757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7/9(</a:t>
            </a:r>
            <a:r>
              <a:rPr lang="ko-KR" altLang="en-US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도착예정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700" b="1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6B0FDD8A-FE3E-F458-4D15-7572A08AC39A}"/>
              </a:ext>
            </a:extLst>
          </p:cNvPr>
          <p:cNvCxnSpPr/>
          <p:nvPr/>
        </p:nvCxnSpPr>
        <p:spPr>
          <a:xfrm>
            <a:off x="5741325" y="5147692"/>
            <a:ext cx="325135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14">
            <a:extLst>
              <a:ext uri="{FF2B5EF4-FFF2-40B4-BE49-F238E27FC236}">
                <a16:creationId xmlns:a16="http://schemas.microsoft.com/office/drawing/2014/main" id="{A1D0964D-1E1C-B4AA-0C3D-6C1D5B826109}"/>
              </a:ext>
            </a:extLst>
          </p:cNvPr>
          <p:cNvSpPr txBox="1"/>
          <p:nvPr/>
        </p:nvSpPr>
        <p:spPr>
          <a:xfrm>
            <a:off x="5719470" y="5171262"/>
            <a:ext cx="1088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다른 고객이 함께 본 상품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AF473AEE-FF5D-21F2-0A18-7129455483C1}"/>
              </a:ext>
            </a:extLst>
          </p:cNvPr>
          <p:cNvSpPr/>
          <p:nvPr/>
        </p:nvSpPr>
        <p:spPr>
          <a:xfrm>
            <a:off x="5797607" y="5296630"/>
            <a:ext cx="910298" cy="83450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059AA067-6837-DD9F-FDA0-F159E2D44D64}"/>
              </a:ext>
            </a:extLst>
          </p:cNvPr>
          <p:cNvSpPr/>
          <p:nvPr/>
        </p:nvSpPr>
        <p:spPr>
          <a:xfrm>
            <a:off x="5763686" y="5437228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429CD455-07A8-C2AD-A334-D6430320DC21}"/>
              </a:ext>
            </a:extLst>
          </p:cNvPr>
          <p:cNvSpPr txBox="1"/>
          <p:nvPr/>
        </p:nvSpPr>
        <p:spPr>
          <a:xfrm>
            <a:off x="5662697" y="6098613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2FDD4943-68CB-BF4E-4048-7057C5114192}"/>
              </a:ext>
            </a:extLst>
          </p:cNvPr>
          <p:cNvSpPr/>
          <p:nvPr/>
        </p:nvSpPr>
        <p:spPr>
          <a:xfrm>
            <a:off x="6739939" y="5435305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49F5A51-6A43-412A-5960-F83B2436E453}"/>
              </a:ext>
            </a:extLst>
          </p:cNvPr>
          <p:cNvSpPr txBox="1"/>
          <p:nvPr/>
        </p:nvSpPr>
        <p:spPr>
          <a:xfrm>
            <a:off x="6638950" y="6096690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F0B002C9-E9FB-AE44-7339-66551C320F40}"/>
              </a:ext>
            </a:extLst>
          </p:cNvPr>
          <p:cNvSpPr/>
          <p:nvPr/>
        </p:nvSpPr>
        <p:spPr>
          <a:xfrm>
            <a:off x="7690785" y="5433166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63B6D5D5-29CC-DB59-257E-CEC3148AB185}"/>
              </a:ext>
            </a:extLst>
          </p:cNvPr>
          <p:cNvSpPr txBox="1"/>
          <p:nvPr/>
        </p:nvSpPr>
        <p:spPr>
          <a:xfrm>
            <a:off x="7589796" y="6094551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BF9031C6-36B0-12FA-420D-62FC16CBBB1C}"/>
              </a:ext>
            </a:extLst>
          </p:cNvPr>
          <p:cNvSpPr/>
          <p:nvPr/>
        </p:nvSpPr>
        <p:spPr>
          <a:xfrm>
            <a:off x="8615785" y="5440733"/>
            <a:ext cx="504364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E293884C-2471-88AA-3701-F011F51EA16C}"/>
              </a:ext>
            </a:extLst>
          </p:cNvPr>
          <p:cNvSpPr txBox="1"/>
          <p:nvPr/>
        </p:nvSpPr>
        <p:spPr>
          <a:xfrm>
            <a:off x="8530510" y="6096259"/>
            <a:ext cx="616006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상품명상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</a:p>
        </p:txBody>
      </p: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F5FB5197-2D22-AA18-0EFE-BF07661DFC9D}"/>
              </a:ext>
            </a:extLst>
          </p:cNvPr>
          <p:cNvGrpSpPr/>
          <p:nvPr/>
        </p:nvGrpSpPr>
        <p:grpSpPr>
          <a:xfrm>
            <a:off x="5747951" y="4500389"/>
            <a:ext cx="736078" cy="216234"/>
            <a:chOff x="216273" y="4223356"/>
            <a:chExt cx="736078" cy="216234"/>
          </a:xfrm>
        </p:grpSpPr>
        <p:sp>
          <p:nvSpPr>
            <p:cNvPr id="164" name="TextBox 114">
              <a:extLst>
                <a:ext uri="{FF2B5EF4-FFF2-40B4-BE49-F238E27FC236}">
                  <a16:creationId xmlns:a16="http://schemas.microsoft.com/office/drawing/2014/main" id="{5B0A7CAD-3AC1-EF01-D7F5-8B2A422C7C5D}"/>
                </a:ext>
              </a:extLst>
            </p:cNvPr>
            <p:cNvSpPr txBox="1"/>
            <p:nvPr/>
          </p:nvSpPr>
          <p:spPr>
            <a:xfrm>
              <a:off x="216273" y="422335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배송비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8" name="TextBox 114">
              <a:extLst>
                <a:ext uri="{FF2B5EF4-FFF2-40B4-BE49-F238E27FC236}">
                  <a16:creationId xmlns:a16="http://schemas.microsoft.com/office/drawing/2014/main" id="{1FA2359C-247E-00A7-A6FC-C07E6EDDF467}"/>
                </a:ext>
              </a:extLst>
            </p:cNvPr>
            <p:cNvSpPr txBox="1"/>
            <p:nvPr/>
          </p:nvSpPr>
          <p:spPr>
            <a:xfrm>
              <a:off x="520823" y="4224146"/>
              <a:ext cx="43152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b="1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r>
                <a:rPr lang="ko-KR" altLang="en-US" sz="800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무료</a:t>
              </a:r>
              <a:r>
                <a:rPr lang="en-US" altLang="ko-KR" sz="800" b="1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" name="하트 9">
            <a:extLst>
              <a:ext uri="{FF2B5EF4-FFF2-40B4-BE49-F238E27FC236}">
                <a16:creationId xmlns:a16="http://schemas.microsoft.com/office/drawing/2014/main" id="{48814759-B780-A67A-873F-56BAB8F69066}"/>
              </a:ext>
            </a:extLst>
          </p:cNvPr>
          <p:cNvSpPr/>
          <p:nvPr/>
        </p:nvSpPr>
        <p:spPr>
          <a:xfrm>
            <a:off x="6388243" y="5484296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하트 16">
            <a:extLst>
              <a:ext uri="{FF2B5EF4-FFF2-40B4-BE49-F238E27FC236}">
                <a16:creationId xmlns:a16="http://schemas.microsoft.com/office/drawing/2014/main" id="{D113D91A-AEF6-7E33-1FCF-B734EE0571B6}"/>
              </a:ext>
            </a:extLst>
          </p:cNvPr>
          <p:cNvSpPr/>
          <p:nvPr/>
        </p:nvSpPr>
        <p:spPr>
          <a:xfrm>
            <a:off x="7411600" y="5478654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하트 20">
            <a:extLst>
              <a:ext uri="{FF2B5EF4-FFF2-40B4-BE49-F238E27FC236}">
                <a16:creationId xmlns:a16="http://schemas.microsoft.com/office/drawing/2014/main" id="{976C5D66-603B-AB3A-17CC-A01D267ABFB3}"/>
              </a:ext>
            </a:extLst>
          </p:cNvPr>
          <p:cNvSpPr/>
          <p:nvPr/>
        </p:nvSpPr>
        <p:spPr>
          <a:xfrm>
            <a:off x="8354813" y="5478654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TextBox 114">
            <a:extLst>
              <a:ext uri="{FF2B5EF4-FFF2-40B4-BE49-F238E27FC236}">
                <a16:creationId xmlns:a16="http://schemas.microsoft.com/office/drawing/2014/main" id="{152ED04B-390B-ABF7-D916-3A8911F57041}"/>
              </a:ext>
            </a:extLst>
          </p:cNvPr>
          <p:cNvSpPr txBox="1"/>
          <p:nvPr/>
        </p:nvSpPr>
        <p:spPr>
          <a:xfrm>
            <a:off x="6060312" y="4915257"/>
            <a:ext cx="18742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택배사의 사정</a:t>
            </a:r>
            <a:r>
              <a:rPr lang="en-US" altLang="ko-KR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또는 일부 상품은 지역에 따라 변동 가능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6EC5F3-8B47-0C43-F018-BB2E84ABE8FC}"/>
              </a:ext>
            </a:extLst>
          </p:cNvPr>
          <p:cNvSpPr txBox="1"/>
          <p:nvPr/>
        </p:nvSpPr>
        <p:spPr>
          <a:xfrm>
            <a:off x="5619974" y="6441030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137E206-AB60-54EC-97BD-AC624DEC4CA3}"/>
              </a:ext>
            </a:extLst>
          </p:cNvPr>
          <p:cNvCxnSpPr>
            <a:cxnSpLocks/>
          </p:cNvCxnSpPr>
          <p:nvPr/>
        </p:nvCxnSpPr>
        <p:spPr>
          <a:xfrm rot="-900000">
            <a:off x="5743729" y="6480642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7DF1987-D4DD-A8B9-0A1C-C9AF9899A3FC}"/>
              </a:ext>
            </a:extLst>
          </p:cNvPr>
          <p:cNvSpPr txBox="1"/>
          <p:nvPr/>
        </p:nvSpPr>
        <p:spPr>
          <a:xfrm>
            <a:off x="6432271" y="654918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E1D18C-570A-8F99-EDBF-BC236336D566}"/>
              </a:ext>
            </a:extLst>
          </p:cNvPr>
          <p:cNvSpPr txBox="1"/>
          <p:nvPr/>
        </p:nvSpPr>
        <p:spPr>
          <a:xfrm>
            <a:off x="5611766" y="6517344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35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,000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F505FF-876D-E8C5-790D-00F18E787224}"/>
              </a:ext>
            </a:extLst>
          </p:cNvPr>
          <p:cNvSpPr txBox="1"/>
          <p:nvPr/>
        </p:nvSpPr>
        <p:spPr>
          <a:xfrm>
            <a:off x="6596227" y="6448282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0E57D3C-9365-3A37-5BA1-7E64B6452F0F}"/>
              </a:ext>
            </a:extLst>
          </p:cNvPr>
          <p:cNvCxnSpPr>
            <a:cxnSpLocks/>
          </p:cNvCxnSpPr>
          <p:nvPr/>
        </p:nvCxnSpPr>
        <p:spPr>
          <a:xfrm rot="-900000">
            <a:off x="6719982" y="6487894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AEA7744-44AE-CBA8-A722-70DA2E11A11B}"/>
              </a:ext>
            </a:extLst>
          </p:cNvPr>
          <p:cNvSpPr txBox="1"/>
          <p:nvPr/>
        </p:nvSpPr>
        <p:spPr>
          <a:xfrm>
            <a:off x="7408524" y="6547262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67C7C2-CBBA-CDB7-7A27-C8CA571FE888}"/>
              </a:ext>
            </a:extLst>
          </p:cNvPr>
          <p:cNvSpPr txBox="1"/>
          <p:nvPr/>
        </p:nvSpPr>
        <p:spPr>
          <a:xfrm>
            <a:off x="7547073" y="644614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A75F034-767B-35E2-1BEF-619031539420}"/>
              </a:ext>
            </a:extLst>
          </p:cNvPr>
          <p:cNvCxnSpPr>
            <a:cxnSpLocks/>
          </p:cNvCxnSpPr>
          <p:nvPr/>
        </p:nvCxnSpPr>
        <p:spPr>
          <a:xfrm rot="-900000">
            <a:off x="7670828" y="648575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F0A3BF6-00E0-BCE1-B35A-B9C4DD8ADC66}"/>
              </a:ext>
            </a:extLst>
          </p:cNvPr>
          <p:cNvSpPr txBox="1"/>
          <p:nvPr/>
        </p:nvSpPr>
        <p:spPr>
          <a:xfrm>
            <a:off x="8345661" y="653129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05810E-2910-0556-60A4-46DE74069F6B}"/>
              </a:ext>
            </a:extLst>
          </p:cNvPr>
          <p:cNvSpPr txBox="1"/>
          <p:nvPr/>
        </p:nvSpPr>
        <p:spPr>
          <a:xfrm>
            <a:off x="8500108" y="646295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786C5D-BD21-863B-D270-F26B59693A8D}"/>
              </a:ext>
            </a:extLst>
          </p:cNvPr>
          <p:cNvSpPr txBox="1"/>
          <p:nvPr/>
        </p:nvSpPr>
        <p:spPr>
          <a:xfrm>
            <a:off x="6574944" y="6507565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15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0917F5-DA9F-6D0B-7DD9-6FD5973E5A4D}"/>
              </a:ext>
            </a:extLst>
          </p:cNvPr>
          <p:cNvSpPr txBox="1"/>
          <p:nvPr/>
        </p:nvSpPr>
        <p:spPr>
          <a:xfrm>
            <a:off x="7510575" y="6505140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3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59F65D5-4F8B-7FF4-CF22-A761193770FD}"/>
              </a:ext>
            </a:extLst>
          </p:cNvPr>
          <p:cNvSpPr/>
          <p:nvPr/>
        </p:nvSpPr>
        <p:spPr>
          <a:xfrm>
            <a:off x="5731830" y="6725764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6A97EEBB-C804-F5F1-B55D-F152828FD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815" y="6732409"/>
            <a:ext cx="143137" cy="129778"/>
          </a:xfrm>
          <a:prstGeom prst="rect">
            <a:avLst/>
          </a:prstGeom>
        </p:spPr>
      </p:pic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662C19D1-2C67-9C86-1AF8-58708477E356}"/>
              </a:ext>
            </a:extLst>
          </p:cNvPr>
          <p:cNvSpPr/>
          <p:nvPr/>
        </p:nvSpPr>
        <p:spPr>
          <a:xfrm>
            <a:off x="6681784" y="6724667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88815C43-47D6-1A17-7C29-6CAF01DD7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769" y="6731312"/>
            <a:ext cx="143137" cy="129778"/>
          </a:xfrm>
          <a:prstGeom prst="rect">
            <a:avLst/>
          </a:prstGeom>
        </p:spPr>
      </p:pic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7B401D14-E96C-9D1C-F200-F04271838100}"/>
              </a:ext>
            </a:extLst>
          </p:cNvPr>
          <p:cNvSpPr/>
          <p:nvPr/>
        </p:nvSpPr>
        <p:spPr>
          <a:xfrm>
            <a:off x="7640572" y="6724667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D47B60F4-0CF5-D892-CE62-7888D296A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557" y="6731312"/>
            <a:ext cx="143137" cy="129778"/>
          </a:xfrm>
          <a:prstGeom prst="rect">
            <a:avLst/>
          </a:prstGeom>
        </p:spPr>
      </p:pic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741A317-EF57-D8F0-A289-CA5BE46BF449}"/>
              </a:ext>
            </a:extLst>
          </p:cNvPr>
          <p:cNvSpPr/>
          <p:nvPr/>
        </p:nvSpPr>
        <p:spPr>
          <a:xfrm>
            <a:off x="8592257" y="6724667"/>
            <a:ext cx="530535" cy="1375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50" spc="-150" dirty="0">
              <a:solidFill>
                <a:schemeClr val="tx1"/>
              </a:solidFill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E9EF6B34-7BA6-36EA-A1B7-2EE95BAFA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967" y="6727772"/>
            <a:ext cx="143137" cy="129778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60AB89BB-35C8-B543-B7DC-F3F367D3094A}"/>
              </a:ext>
            </a:extLst>
          </p:cNvPr>
          <p:cNvSpPr txBox="1"/>
          <p:nvPr/>
        </p:nvSpPr>
        <p:spPr>
          <a:xfrm>
            <a:off x="5489317" y="5797343"/>
            <a:ext cx="30008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5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FDB19E-6559-5B38-45EC-3F0B0A2E8643}"/>
              </a:ext>
            </a:extLst>
          </p:cNvPr>
          <p:cNvSpPr txBox="1"/>
          <p:nvPr/>
        </p:nvSpPr>
        <p:spPr>
          <a:xfrm rot="10800000">
            <a:off x="9146516" y="5675702"/>
            <a:ext cx="30008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5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46B95720-E40E-394B-9764-ACD72A2F3DA0}"/>
              </a:ext>
            </a:extLst>
          </p:cNvPr>
          <p:cNvCxnSpPr/>
          <p:nvPr/>
        </p:nvCxnSpPr>
        <p:spPr>
          <a:xfrm>
            <a:off x="5862556" y="3420211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79FD2B80-D7CF-F0A9-B834-EE1AFB817CB0}"/>
              </a:ext>
            </a:extLst>
          </p:cNvPr>
          <p:cNvSpPr txBox="1"/>
          <p:nvPr/>
        </p:nvSpPr>
        <p:spPr>
          <a:xfrm>
            <a:off x="5838093" y="3172506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3392A0D-1C44-B5B7-B45D-8C34D3D74005}"/>
              </a:ext>
            </a:extLst>
          </p:cNvPr>
          <p:cNvSpPr txBox="1"/>
          <p:nvPr/>
        </p:nvSpPr>
        <p:spPr>
          <a:xfrm rot="16200000">
            <a:off x="8785706" y="3143693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926D7052-87E9-6DD3-6739-789D2038478D}"/>
              </a:ext>
            </a:extLst>
          </p:cNvPr>
          <p:cNvSpPr/>
          <p:nvPr/>
        </p:nvSpPr>
        <p:spPr>
          <a:xfrm>
            <a:off x="5775915" y="3497800"/>
            <a:ext cx="3344234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526E889-542A-C12E-C72A-F228125444E7}"/>
              </a:ext>
            </a:extLst>
          </p:cNvPr>
          <p:cNvSpPr txBox="1"/>
          <p:nvPr/>
        </p:nvSpPr>
        <p:spPr>
          <a:xfrm>
            <a:off x="5922628" y="3524203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94" name="Rounded Rectangle 33">
            <a:extLst>
              <a:ext uri="{FF2B5EF4-FFF2-40B4-BE49-F238E27FC236}">
                <a16:creationId xmlns:a16="http://schemas.microsoft.com/office/drawing/2014/main" id="{52538BD0-3FB2-F655-8196-D9EA758C721A}"/>
              </a:ext>
            </a:extLst>
          </p:cNvPr>
          <p:cNvSpPr/>
          <p:nvPr/>
        </p:nvSpPr>
        <p:spPr>
          <a:xfrm>
            <a:off x="5999623" y="3732341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95" name="Rounded Rectangle 27">
            <a:extLst>
              <a:ext uri="{FF2B5EF4-FFF2-40B4-BE49-F238E27FC236}">
                <a16:creationId xmlns:a16="http://schemas.microsoft.com/office/drawing/2014/main" id="{73E238B6-8E82-D876-454E-64B4A274C485}"/>
              </a:ext>
            </a:extLst>
          </p:cNvPr>
          <p:cNvSpPr/>
          <p:nvPr/>
        </p:nvSpPr>
        <p:spPr>
          <a:xfrm>
            <a:off x="8783721" y="3523152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5A74884-04D9-3B23-FE9A-DC5B5EBBBA57}"/>
              </a:ext>
            </a:extLst>
          </p:cNvPr>
          <p:cNvSpPr txBox="1"/>
          <p:nvPr/>
        </p:nvSpPr>
        <p:spPr>
          <a:xfrm>
            <a:off x="8065145" y="3729651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8AE7D3E4-A38C-BF94-0D6A-89B4543712F3}"/>
              </a:ext>
            </a:extLst>
          </p:cNvPr>
          <p:cNvCxnSpPr/>
          <p:nvPr/>
        </p:nvCxnSpPr>
        <p:spPr>
          <a:xfrm>
            <a:off x="5887764" y="4428381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049F0F77-34CF-72B1-0644-7A688059A887}"/>
              </a:ext>
            </a:extLst>
          </p:cNvPr>
          <p:cNvSpPr/>
          <p:nvPr/>
        </p:nvSpPr>
        <p:spPr>
          <a:xfrm>
            <a:off x="5782956" y="3121725"/>
            <a:ext cx="3344235" cy="320363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70303F6E-8959-8C39-28C5-6EDFEB4E43E2}"/>
              </a:ext>
            </a:extLst>
          </p:cNvPr>
          <p:cNvSpPr/>
          <p:nvPr/>
        </p:nvSpPr>
        <p:spPr>
          <a:xfrm>
            <a:off x="5792768" y="4139916"/>
            <a:ext cx="1620000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45A08D04-F3FD-B0D3-A505-1AA68945E5AB}"/>
              </a:ext>
            </a:extLst>
          </p:cNvPr>
          <p:cNvSpPr/>
          <p:nvPr/>
        </p:nvSpPr>
        <p:spPr>
          <a:xfrm>
            <a:off x="7461423" y="4135270"/>
            <a:ext cx="1620000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106" name="오른쪽 중괄호 105">
            <a:extLst>
              <a:ext uri="{FF2B5EF4-FFF2-40B4-BE49-F238E27FC236}">
                <a16:creationId xmlns:a16="http://schemas.microsoft.com/office/drawing/2014/main" id="{BCF4CFA9-6051-0DB9-60C3-5A3A8502538C}"/>
              </a:ext>
            </a:extLst>
          </p:cNvPr>
          <p:cNvSpPr/>
          <p:nvPr/>
        </p:nvSpPr>
        <p:spPr>
          <a:xfrm>
            <a:off x="9322689" y="3103401"/>
            <a:ext cx="231892" cy="3737133"/>
          </a:xfrm>
          <a:prstGeom prst="rightBrace">
            <a:avLst>
              <a:gd name="adj1" fmla="val 8333"/>
              <a:gd name="adj2" fmla="val 51847"/>
            </a:avLst>
          </a:prstGeom>
          <a:ln w="95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87B643BF-77E4-26F6-9EC1-D52FC9D2AD45}"/>
              </a:ext>
            </a:extLst>
          </p:cNvPr>
          <p:cNvSpPr/>
          <p:nvPr/>
        </p:nvSpPr>
        <p:spPr>
          <a:xfrm>
            <a:off x="964081" y="3948462"/>
            <a:ext cx="4308512" cy="5912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1" name="TextBox 114">
            <a:extLst>
              <a:ext uri="{FF2B5EF4-FFF2-40B4-BE49-F238E27FC236}">
                <a16:creationId xmlns:a16="http://schemas.microsoft.com/office/drawing/2014/main" id="{BBA41D33-9C40-3060-9652-986A10EFF7EF}"/>
              </a:ext>
            </a:extLst>
          </p:cNvPr>
          <p:cNvSpPr txBox="1"/>
          <p:nvPr/>
        </p:nvSpPr>
        <p:spPr>
          <a:xfrm>
            <a:off x="997022" y="4012395"/>
            <a:ext cx="20281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b="1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고객님들의</a:t>
            </a:r>
            <a:r>
              <a:rPr lang="ko-KR" altLang="en-US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자세한 후기를 들려주세요</a:t>
            </a:r>
            <a:r>
              <a:rPr lang="en-US" altLang="ko-KR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0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TextBox 114">
            <a:extLst>
              <a:ext uri="{FF2B5EF4-FFF2-40B4-BE49-F238E27FC236}">
                <a16:creationId xmlns:a16="http://schemas.microsoft.com/office/drawing/2014/main" id="{48CDF360-F351-754B-D37F-4B19B5B376A5}"/>
              </a:ext>
            </a:extLst>
          </p:cNvPr>
          <p:cNvSpPr txBox="1"/>
          <p:nvPr/>
        </p:nvSpPr>
        <p:spPr>
          <a:xfrm>
            <a:off x="999885" y="4224086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후기 작성  시</a:t>
            </a:r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</a:t>
            </a:r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5" name="그림 114">
            <a:extLst>
              <a:ext uri="{FF2B5EF4-FFF2-40B4-BE49-F238E27FC236}">
                <a16:creationId xmlns:a16="http://schemas.microsoft.com/office/drawing/2014/main" id="{6F9A866E-7B51-1767-57C4-B50996C746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753" y="4047332"/>
            <a:ext cx="434788" cy="434788"/>
          </a:xfrm>
          <a:prstGeom prst="rect">
            <a:avLst/>
          </a:prstGeom>
        </p:spPr>
      </p:pic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68CCFBBB-D169-6865-7FF3-ABA4FAFAE7CE}"/>
              </a:ext>
            </a:extLst>
          </p:cNvPr>
          <p:cNvSpPr/>
          <p:nvPr/>
        </p:nvSpPr>
        <p:spPr>
          <a:xfrm rot="1622654">
            <a:off x="4797421" y="4021913"/>
            <a:ext cx="438056" cy="170890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EVENT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70C2125-6554-BD3C-4E0D-DAAF9A65C977}"/>
              </a:ext>
            </a:extLst>
          </p:cNvPr>
          <p:cNvSpPr txBox="1"/>
          <p:nvPr/>
        </p:nvSpPr>
        <p:spPr>
          <a:xfrm>
            <a:off x="318901" y="4729092"/>
            <a:ext cx="51704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상세 정보               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문의               </a:t>
            </a: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7BB7BB2B-3967-CB9B-D3C3-0FADB90EBC09}"/>
              </a:ext>
            </a:extLst>
          </p:cNvPr>
          <p:cNvCxnSpPr/>
          <p:nvPr/>
        </p:nvCxnSpPr>
        <p:spPr>
          <a:xfrm>
            <a:off x="244541" y="4959372"/>
            <a:ext cx="504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3D2115BA-BC69-371C-05F9-E2BC0F9FD3C1}"/>
              </a:ext>
            </a:extLst>
          </p:cNvPr>
          <p:cNvCxnSpPr/>
          <p:nvPr/>
        </p:nvCxnSpPr>
        <p:spPr>
          <a:xfrm>
            <a:off x="236305" y="4972250"/>
            <a:ext cx="126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6368BDB1-80A8-82EC-78E2-0363D7AF6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149867"/>
              </p:ext>
            </p:extLst>
          </p:nvPr>
        </p:nvGraphicFramePr>
        <p:xfrm>
          <a:off x="264612" y="5076360"/>
          <a:ext cx="4947677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6245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3831432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첫만남 이용권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할인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국내기저귀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팬티형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크기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대형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(XXL)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9375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성별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여아용</a:t>
                      </a:r>
                      <a:endParaRPr lang="ko-KR" altLang="en-US" sz="75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5841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수영장용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해당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id="{42C67DD1-A899-C362-88DB-4771238E3C27}"/>
              </a:ext>
            </a:extLst>
          </p:cNvPr>
          <p:cNvSpPr txBox="1"/>
          <p:nvPr/>
        </p:nvSpPr>
        <p:spPr>
          <a:xfrm>
            <a:off x="4884974" y="5059439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▲</a:t>
            </a:r>
          </a:p>
        </p:txBody>
      </p:sp>
      <p:sp>
        <p:nvSpPr>
          <p:cNvPr id="129" name="모서리가 둥근 직사각형 114">
            <a:extLst>
              <a:ext uri="{FF2B5EF4-FFF2-40B4-BE49-F238E27FC236}">
                <a16:creationId xmlns:a16="http://schemas.microsoft.com/office/drawing/2014/main" id="{B609E229-E17D-5DE6-9196-20DA1F8767BD}"/>
              </a:ext>
            </a:extLst>
          </p:cNvPr>
          <p:cNvSpPr/>
          <p:nvPr/>
        </p:nvSpPr>
        <p:spPr>
          <a:xfrm>
            <a:off x="5175762" y="510427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1" name="Group 59">
            <a:extLst>
              <a:ext uri="{FF2B5EF4-FFF2-40B4-BE49-F238E27FC236}">
                <a16:creationId xmlns:a16="http://schemas.microsoft.com/office/drawing/2014/main" id="{D85786E9-89B0-380C-685F-6FFAFF61E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765037"/>
              </p:ext>
            </p:extLst>
          </p:nvPr>
        </p:nvGraphicFramePr>
        <p:xfrm>
          <a:off x="10086305" y="636529"/>
          <a:ext cx="2850436" cy="383076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상품설명 상단 디폴트 정보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에서는 아코디언</a:t>
                      </a: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기능 제공 </a:t>
                      </a: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열림</a:t>
                      </a: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0" dirty="0" err="1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딛힘</a:t>
                      </a: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첫 행  마우스 오버 시 배경색 변경 및 클릭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하단 열림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닫힘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좌측  상품 설명 영역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화면 스크롤 다운시에도  탭 영역이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TOP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으로 고정되어 헤더에 고정 처리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우측 옵션 선택 및 구매 영역 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스크롤 다운 시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TOP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고정</a:t>
                      </a:r>
                      <a:endParaRPr lang="en-US" altLang="ko-KR" sz="800" spc="-150" dirty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화면 스크롤 다운시에도  우측 해당 영역이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TOP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으로 고정되어 계속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장바구니 담기와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할 수 있도록 함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옵션 추가 시  출력 되는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옵션 선택 데이터 출력 영역  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전  출력되는 버튼 케이스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화면 연결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CH-U-LO-01-01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후  출력되는 버튼 케이스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장바구니 담기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바로 구매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모바일 정의 참고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전  출력되는 디폴트 가격안내 문구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후  출력되는 가격 영역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모바일 정의 참고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구매 확정 마일리지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전 마일리지 데이터는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디폴트 처리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후 판매가에 따라 마일리지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137" name="모서리가 둥근 직사각형 114">
            <a:extLst>
              <a:ext uri="{FF2B5EF4-FFF2-40B4-BE49-F238E27FC236}">
                <a16:creationId xmlns:a16="http://schemas.microsoft.com/office/drawing/2014/main" id="{407DEE03-8E6B-ED67-5134-623B66AB57BD}"/>
              </a:ext>
            </a:extLst>
          </p:cNvPr>
          <p:cNvSpPr/>
          <p:nvPr/>
        </p:nvSpPr>
        <p:spPr>
          <a:xfrm>
            <a:off x="5178047" y="460473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9" name="모서리가 둥근 직사각형 114">
            <a:extLst>
              <a:ext uri="{FF2B5EF4-FFF2-40B4-BE49-F238E27FC236}">
                <a16:creationId xmlns:a16="http://schemas.microsoft.com/office/drawing/2014/main" id="{B18E2FEC-1AC6-A94C-AA15-52A649A04D67}"/>
              </a:ext>
            </a:extLst>
          </p:cNvPr>
          <p:cNvSpPr/>
          <p:nvPr/>
        </p:nvSpPr>
        <p:spPr>
          <a:xfrm>
            <a:off x="9642139" y="49653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1" name="오른쪽 중괄호 140">
            <a:extLst>
              <a:ext uri="{FF2B5EF4-FFF2-40B4-BE49-F238E27FC236}">
                <a16:creationId xmlns:a16="http://schemas.microsoft.com/office/drawing/2014/main" id="{AC38F5E4-56F7-5EED-4AA4-A6CF03CDBF0D}"/>
              </a:ext>
            </a:extLst>
          </p:cNvPr>
          <p:cNvSpPr/>
          <p:nvPr/>
        </p:nvSpPr>
        <p:spPr>
          <a:xfrm>
            <a:off x="9179189" y="3568930"/>
            <a:ext cx="803909" cy="370865"/>
          </a:xfrm>
          <a:prstGeom prst="rightBrace">
            <a:avLst>
              <a:gd name="adj1" fmla="val 8333"/>
              <a:gd name="adj2" fmla="val 64001"/>
            </a:avLst>
          </a:prstGeom>
          <a:ln w="9525">
            <a:solidFill>
              <a:srgbClr val="234DD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모서리가 둥근 직사각형 114">
            <a:extLst>
              <a:ext uri="{FF2B5EF4-FFF2-40B4-BE49-F238E27FC236}">
                <a16:creationId xmlns:a16="http://schemas.microsoft.com/office/drawing/2014/main" id="{15AC7F33-7968-440A-D6F1-A08F9317C7C8}"/>
              </a:ext>
            </a:extLst>
          </p:cNvPr>
          <p:cNvSpPr/>
          <p:nvPr/>
        </p:nvSpPr>
        <p:spPr>
          <a:xfrm>
            <a:off x="10000223" y="37082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E991262-C3FD-35EC-96B8-02D9AF06735F}"/>
              </a:ext>
            </a:extLst>
          </p:cNvPr>
          <p:cNvSpPr/>
          <p:nvPr/>
        </p:nvSpPr>
        <p:spPr>
          <a:xfrm>
            <a:off x="9594019" y="4598312"/>
            <a:ext cx="2791605" cy="262117"/>
          </a:xfrm>
          <a:prstGeom prst="rect">
            <a:avLst/>
          </a:prstGeom>
          <a:solidFill>
            <a:srgbClr val="EB7A6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로그인 후 판매가 확인</a:t>
            </a:r>
          </a:p>
        </p:txBody>
      </p:sp>
      <p:sp>
        <p:nvSpPr>
          <p:cNvPr id="16" name="모서리가 둥근 직사각형 114">
            <a:extLst>
              <a:ext uri="{FF2B5EF4-FFF2-40B4-BE49-F238E27FC236}">
                <a16:creationId xmlns:a16="http://schemas.microsoft.com/office/drawing/2014/main" id="{E86E2D4B-99FE-E63A-EB79-D7DF6B0C48CB}"/>
              </a:ext>
            </a:extLst>
          </p:cNvPr>
          <p:cNvSpPr/>
          <p:nvPr/>
        </p:nvSpPr>
        <p:spPr>
          <a:xfrm>
            <a:off x="12084846" y="44823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73483318-DB15-2EB9-F0C0-CCE71D2EED3C}"/>
              </a:ext>
            </a:extLst>
          </p:cNvPr>
          <p:cNvSpPr/>
          <p:nvPr/>
        </p:nvSpPr>
        <p:spPr>
          <a:xfrm>
            <a:off x="8938795" y="404442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577B410-A9F6-56A8-B90F-C08572343B27}"/>
              </a:ext>
            </a:extLst>
          </p:cNvPr>
          <p:cNvSpPr/>
          <p:nvPr/>
        </p:nvSpPr>
        <p:spPr>
          <a:xfrm>
            <a:off x="7510575" y="2474422"/>
            <a:ext cx="1889767" cy="273551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모서리가 둥근 직사각형 114">
            <a:extLst>
              <a:ext uri="{FF2B5EF4-FFF2-40B4-BE49-F238E27FC236}">
                <a16:creationId xmlns:a16="http://schemas.microsoft.com/office/drawing/2014/main" id="{986BD414-5273-D49F-2EC1-B536EAA13279}"/>
              </a:ext>
            </a:extLst>
          </p:cNvPr>
          <p:cNvSpPr/>
          <p:nvPr/>
        </p:nvSpPr>
        <p:spPr>
          <a:xfrm>
            <a:off x="9192084" y="24035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066E003C-C8CB-2D8E-EC94-8F0FDFF974C1}"/>
              </a:ext>
            </a:extLst>
          </p:cNvPr>
          <p:cNvSpPr/>
          <p:nvPr/>
        </p:nvSpPr>
        <p:spPr>
          <a:xfrm>
            <a:off x="9138786" y="282036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E6D040-1225-A4EC-3965-C99D289190F6}"/>
              </a:ext>
            </a:extLst>
          </p:cNvPr>
          <p:cNvSpPr txBox="1"/>
          <p:nvPr/>
        </p:nvSpPr>
        <p:spPr>
          <a:xfrm>
            <a:off x="7557553" y="2129717"/>
            <a:ext cx="16319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1200" b="1" i="0" spc="-150" dirty="0">
                <a:solidFill>
                  <a:srgbClr val="234DD3"/>
                </a:solidFill>
                <a:effectLst/>
                <a:latin typeface="+mn-ea"/>
              </a:rPr>
              <a:t>로그인 후 판매가 확인</a:t>
            </a:r>
            <a:endParaRPr lang="ko-KR" altLang="ko-KR" sz="1200" b="1" i="0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CB8CB4F-7744-4036-0D7F-AA1A0E1B74E5}"/>
              </a:ext>
            </a:extLst>
          </p:cNvPr>
          <p:cNvSpPr/>
          <p:nvPr/>
        </p:nvSpPr>
        <p:spPr>
          <a:xfrm>
            <a:off x="7527691" y="2158053"/>
            <a:ext cx="1861266" cy="273551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모서리가 둥근 직사각형 114">
            <a:extLst>
              <a:ext uri="{FF2B5EF4-FFF2-40B4-BE49-F238E27FC236}">
                <a16:creationId xmlns:a16="http://schemas.microsoft.com/office/drawing/2014/main" id="{48EFD628-697E-25B4-BDF1-D0F1310E968E}"/>
              </a:ext>
            </a:extLst>
          </p:cNvPr>
          <p:cNvSpPr/>
          <p:nvPr/>
        </p:nvSpPr>
        <p:spPr>
          <a:xfrm>
            <a:off x="9267717" y="204294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BDF70F4-FCCA-159B-E1A0-C8EC2FBC8628}"/>
              </a:ext>
            </a:extLst>
          </p:cNvPr>
          <p:cNvSpPr/>
          <p:nvPr/>
        </p:nvSpPr>
        <p:spPr bwMode="auto">
          <a:xfrm>
            <a:off x="12961938" y="0"/>
            <a:ext cx="2679841" cy="655502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/16   </a:t>
            </a:r>
            <a:r>
              <a: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1.01v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품절</a:t>
            </a: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판매중지 케이스 버튼 추가 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D2EA157-EF72-3B13-D1C9-EF5EDA896273}"/>
              </a:ext>
            </a:extLst>
          </p:cNvPr>
          <p:cNvSpPr/>
          <p:nvPr/>
        </p:nvSpPr>
        <p:spPr>
          <a:xfrm>
            <a:off x="10087274" y="5627667"/>
            <a:ext cx="2752524" cy="262117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판매 중지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DC04751-E47B-9FFD-2BF5-2561C07E9A2C}"/>
              </a:ext>
            </a:extLst>
          </p:cNvPr>
          <p:cNvSpPr/>
          <p:nvPr/>
        </p:nvSpPr>
        <p:spPr>
          <a:xfrm>
            <a:off x="10091838" y="5312699"/>
            <a:ext cx="2752524" cy="262117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품절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6C7951-6768-673E-0D75-D61C93900260}"/>
              </a:ext>
            </a:extLst>
          </p:cNvPr>
          <p:cNvSpPr txBox="1"/>
          <p:nvPr/>
        </p:nvSpPr>
        <p:spPr>
          <a:xfrm>
            <a:off x="10016010" y="5063540"/>
            <a:ext cx="20281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영역 품절</a:t>
            </a:r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 중지 케이스 디자인 추가 제작</a:t>
            </a:r>
          </a:p>
        </p:txBody>
      </p:sp>
    </p:spTree>
    <p:extLst>
      <p:ext uri="{BB962C8B-B14F-4D97-AF65-F5344CB8AC3E}">
        <p14:creationId xmlns:p14="http://schemas.microsoft.com/office/powerpoint/2010/main" val="1166473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16C3CD7-96DF-9C7E-56D2-887E3FB671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7" t="9794" r="-426" b="15061"/>
          <a:stretch>
            <a:fillRect/>
          </a:stretch>
        </p:blipFill>
        <p:spPr>
          <a:xfrm>
            <a:off x="288281" y="212105"/>
            <a:ext cx="4977659" cy="6376516"/>
          </a:xfrm>
          <a:prstGeom prst="rect">
            <a:avLst/>
          </a:prstGeom>
        </p:spPr>
      </p:pic>
      <p:sp>
        <p:nvSpPr>
          <p:cNvPr id="7" name="물결 6">
            <a:extLst>
              <a:ext uri="{FF2B5EF4-FFF2-40B4-BE49-F238E27FC236}">
                <a16:creationId xmlns:a16="http://schemas.microsoft.com/office/drawing/2014/main" id="{9374E607-D89C-6EE1-1A73-0FE477567079}"/>
              </a:ext>
            </a:extLst>
          </p:cNvPr>
          <p:cNvSpPr/>
          <p:nvPr/>
        </p:nvSpPr>
        <p:spPr>
          <a:xfrm>
            <a:off x="272353" y="5436493"/>
            <a:ext cx="4977659" cy="1406222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하단 영역 중략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16392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15934</TotalTime>
  <Words>5527</Words>
  <Application>Microsoft Office PowerPoint</Application>
  <PresentationFormat>사용자 지정</PresentationFormat>
  <Paragraphs>1525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2070</cp:revision>
  <dcterms:created xsi:type="dcterms:W3CDTF">2020-09-28T12:25:11Z</dcterms:created>
  <dcterms:modified xsi:type="dcterms:W3CDTF">2026-07-29T03:24:38Z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