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1803" r:id="rId5"/>
    <p:sldId id="624" r:id="rId6"/>
    <p:sldId id="1973" r:id="rId7"/>
    <p:sldId id="1976" r:id="rId8"/>
    <p:sldId id="1963" r:id="rId9"/>
    <p:sldId id="1952" r:id="rId10"/>
    <p:sldId id="1979" r:id="rId11"/>
    <p:sldId id="1980" r:id="rId12"/>
    <p:sldId id="1981" r:id="rId13"/>
  </p:sldIdLst>
  <p:sldSz cx="12961938" cy="6840538"/>
  <p:notesSz cx="6805613" cy="9939338"/>
  <p:defaultTextStyle>
    <a:defPPr>
      <a:defRPr lang="ko-KR"/>
    </a:defPPr>
    <a:lvl1pPr marL="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59820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1964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7946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3928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29910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14" userDrawn="1">
          <p15:clr>
            <a:srgbClr val="A4A3A4"/>
          </p15:clr>
        </p15:guide>
        <p15:guide id="4" orient="horz" pos="249">
          <p15:clr>
            <a:srgbClr val="A4A3A4"/>
          </p15:clr>
        </p15:guide>
        <p15:guide id="7" pos="7938" userDrawn="1">
          <p15:clr>
            <a:srgbClr val="A4A3A4"/>
          </p15:clr>
        </p15:guide>
        <p15:guide id="9" pos="8165" userDrawn="1">
          <p15:clr>
            <a:srgbClr val="A4A3A4"/>
          </p15:clr>
        </p15:guide>
        <p15:guide id="11" orient="horz" pos="1429" userDrawn="1">
          <p15:clr>
            <a:srgbClr val="A4A3A4"/>
          </p15:clr>
        </p15:guide>
        <p15:guide id="12" pos="7983">
          <p15:clr>
            <a:srgbClr val="A4A3A4"/>
          </p15:clr>
        </p15:guide>
        <p15:guide id="13" orient="horz" pos="3878">
          <p15:clr>
            <a:srgbClr val="A4A3A4"/>
          </p15:clr>
        </p15:guide>
        <p15:guide id="16" orient="horz" pos="22">
          <p15:clr>
            <a:srgbClr val="A4A3A4"/>
          </p15:clr>
        </p15:guide>
        <p15:guide id="17" orient="horz" pos="68" userDrawn="1">
          <p15:clr>
            <a:srgbClr val="A4A3A4"/>
          </p15:clr>
        </p15:guide>
        <p15:guide id="19" orient="horz" pos="1201">
          <p15:clr>
            <a:srgbClr val="A4A3A4"/>
          </p15:clr>
        </p15:guide>
        <p15:guide id="20" orient="horz" pos="4286" userDrawn="1">
          <p15:clr>
            <a:srgbClr val="A4A3A4"/>
          </p15:clr>
        </p15:guide>
        <p15:guide id="23" pos="5852" userDrawn="1">
          <p15:clr>
            <a:srgbClr val="A4A3A4"/>
          </p15:clr>
        </p15:guide>
        <p15:guide id="24" orient="horz" pos="1474" userDrawn="1">
          <p15:clr>
            <a:srgbClr val="A4A3A4"/>
          </p15:clr>
        </p15:guide>
        <p15:guide id="25" pos="2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k" initials="jink" lastIdx="8" clrIdx="0">
    <p:extLst>
      <p:ext uri="{19B8F6BF-5375-455C-9EA6-DF929625EA0E}">
        <p15:presenceInfo xmlns:p15="http://schemas.microsoft.com/office/powerpoint/2012/main" userId="jink" providerId="None"/>
      </p:ext>
    </p:extLst>
  </p:cmAuthor>
  <p:cmAuthor id="2" name="yoon" initials="y" lastIdx="2" clrIdx="1">
    <p:extLst>
      <p:ext uri="{19B8F6BF-5375-455C-9EA6-DF929625EA0E}">
        <p15:presenceInfo xmlns:p15="http://schemas.microsoft.com/office/powerpoint/2012/main" userId="yoon" providerId="None"/>
      </p:ext>
    </p:extLst>
  </p:cmAuthor>
  <p:cmAuthor id="3" name="정선진" initials="정" lastIdx="6" clrIdx="2">
    <p:extLst>
      <p:ext uri="{19B8F6BF-5375-455C-9EA6-DF929625EA0E}">
        <p15:presenceInfo xmlns:p15="http://schemas.microsoft.com/office/powerpoint/2012/main" userId="S::eternal0416@knou.ac.kr::2fd7d7e9-5a49-409f-ba72-b2984fb79a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DD3"/>
    <a:srgbClr val="EB7A67"/>
    <a:srgbClr val="F28C7A"/>
    <a:srgbClr val="00589A"/>
    <a:srgbClr val="F9B129"/>
    <a:srgbClr val="235A9A"/>
    <a:srgbClr val="34A44E"/>
    <a:srgbClr val="97C139"/>
    <a:srgbClr val="FFFFFF"/>
    <a:srgbClr val="190D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6980AE-481F-432B-A9D0-030F1CED1D88}" v="563" dt="2026-07-06T08:41:44.394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36" autoAdjust="0"/>
    <p:restoredTop sz="96391" autoAdjust="0"/>
  </p:normalViewPr>
  <p:slideViewPr>
    <p:cSldViewPr>
      <p:cViewPr varScale="1">
        <p:scale>
          <a:sx n="160" d="100"/>
          <a:sy n="160" d="100"/>
        </p:scale>
        <p:origin x="366" y="144"/>
      </p:cViewPr>
      <p:guideLst>
        <p:guide orient="horz" pos="4014"/>
        <p:guide orient="horz" pos="249"/>
        <p:guide pos="7938"/>
        <p:guide pos="8165"/>
        <p:guide orient="horz" pos="1429"/>
        <p:guide pos="7983"/>
        <p:guide orient="horz" pos="3878"/>
        <p:guide orient="horz" pos="22"/>
        <p:guide orient="horz" pos="68"/>
        <p:guide orient="horz" pos="1201"/>
        <p:guide orient="horz" pos="4286"/>
        <p:guide pos="5852"/>
        <p:guide orient="horz" pos="1474"/>
        <p:guide pos="2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488"/>
    </p:cViewPr>
  </p:sorterViewPr>
  <p:notesViewPr>
    <p:cSldViewPr>
      <p:cViewPr varScale="1">
        <p:scale>
          <a:sx n="77" d="100"/>
          <a:sy n="77" d="100"/>
        </p:scale>
        <p:origin x="5922" y="108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한나 조" userId="65a288ce2c9026c1" providerId="LiveId" clId="{C15A6EEB-526C-46C9-82AA-A02ABBD41001}"/>
    <pc:docChg chg="undo custSel addSld delSld modSld">
      <pc:chgData name="한나 조" userId="65a288ce2c9026c1" providerId="LiveId" clId="{C15A6EEB-526C-46C9-82AA-A02ABBD41001}" dt="2026-07-06T08:41:46.618" v="4493" actId="20577"/>
      <pc:docMkLst>
        <pc:docMk/>
      </pc:docMkLst>
      <pc:sldChg chg="modSp mod">
        <pc:chgData name="한나 조" userId="65a288ce2c9026c1" providerId="LiveId" clId="{C15A6EEB-526C-46C9-82AA-A02ABBD41001}" dt="2026-07-01T03:47:16.313" v="64"/>
        <pc:sldMkLst>
          <pc:docMk/>
          <pc:sldMk cId="86950737" sldId="624"/>
        </pc:sldMkLst>
        <pc:graphicFrameChg chg="mod modGraphic">
          <ac:chgData name="한나 조" userId="65a288ce2c9026c1" providerId="LiveId" clId="{C15A6EEB-526C-46C9-82AA-A02ABBD41001}" dt="2026-07-01T03:47:16.313" v="64"/>
          <ac:graphicFrameMkLst>
            <pc:docMk/>
            <pc:sldMk cId="86950737" sldId="624"/>
            <ac:graphicFrameMk id="6" creationId="{00000000-0000-0000-0000-000000000000}"/>
          </ac:graphicFrameMkLst>
        </pc:graphicFrameChg>
      </pc:sldChg>
      <pc:sldChg chg="modSp mod">
        <pc:chgData name="한나 조" userId="65a288ce2c9026c1" providerId="LiveId" clId="{C15A6EEB-526C-46C9-82AA-A02ABBD41001}" dt="2026-07-01T03:46:54.323" v="43" actId="20577"/>
        <pc:sldMkLst>
          <pc:docMk/>
          <pc:sldMk cId="531880422" sldId="1803"/>
        </pc:sldMkLst>
        <pc:spChg chg="mod">
          <ac:chgData name="한나 조" userId="65a288ce2c9026c1" providerId="LiveId" clId="{C15A6EEB-526C-46C9-82AA-A02ABBD41001}" dt="2026-07-01T03:46:51.794" v="37"/>
          <ac:spMkLst>
            <pc:docMk/>
            <pc:sldMk cId="531880422" sldId="1803"/>
            <ac:spMk id="12" creationId="{00000000-0000-0000-0000-000000000000}"/>
          </ac:spMkLst>
        </pc:spChg>
        <pc:graphicFrameChg chg="modGraphic">
          <ac:chgData name="한나 조" userId="65a288ce2c9026c1" providerId="LiveId" clId="{C15A6EEB-526C-46C9-82AA-A02ABBD41001}" dt="2026-07-01T03:46:54.323" v="43" actId="20577"/>
          <ac:graphicFrameMkLst>
            <pc:docMk/>
            <pc:sldMk cId="531880422" sldId="1803"/>
            <ac:graphicFrameMk id="22" creationId="{00000000-0000-0000-0000-000000000000}"/>
          </ac:graphicFrameMkLst>
        </pc:graphicFrameChg>
      </pc:sldChg>
      <pc:sldChg chg="addSp delSp modSp mod">
        <pc:chgData name="한나 조" userId="65a288ce2c9026c1" providerId="LiveId" clId="{C15A6EEB-526C-46C9-82AA-A02ABBD41001}" dt="2026-07-06T08:25:52.014" v="3364" actId="20577"/>
        <pc:sldMkLst>
          <pc:docMk/>
          <pc:sldMk cId="2301299432" sldId="1952"/>
        </pc:sldMkLst>
        <pc:spChg chg="mod">
          <ac:chgData name="한나 조" userId="65a288ce2c9026c1" providerId="LiveId" clId="{C15A6EEB-526C-46C9-82AA-A02ABBD41001}" dt="2026-07-06T03:52:28.397" v="604"/>
          <ac:spMkLst>
            <pc:docMk/>
            <pc:sldMk cId="2301299432" sldId="1952"/>
            <ac:spMk id="2" creationId="{00000000-0000-0000-0000-000000000000}"/>
          </ac:spMkLst>
        </pc:spChg>
        <pc:spChg chg="mod">
          <ac:chgData name="한나 조" userId="65a288ce2c9026c1" providerId="LiveId" clId="{C15A6EEB-526C-46C9-82AA-A02ABBD41001}" dt="2026-07-06T03:52:07.359" v="564" actId="20577"/>
          <ac:spMkLst>
            <pc:docMk/>
            <pc:sldMk cId="2301299432" sldId="1952"/>
            <ac:spMk id="3" creationId="{00000000-0000-0000-0000-000000000000}"/>
          </ac:spMkLst>
        </pc:spChg>
        <pc:spChg chg="mod">
          <ac:chgData name="한나 조" userId="65a288ce2c9026c1" providerId="LiveId" clId="{C15A6EEB-526C-46C9-82AA-A02ABBD41001}" dt="2026-07-06T03:51:43.398" v="532"/>
          <ac:spMkLst>
            <pc:docMk/>
            <pc:sldMk cId="2301299432" sldId="1952"/>
            <ac:spMk id="4" creationId="{00000000-0000-0000-0000-000000000000}"/>
          </ac:spMkLst>
        </pc:spChg>
        <pc:spChg chg="del">
          <ac:chgData name="한나 조" userId="65a288ce2c9026c1" providerId="LiveId" clId="{C15A6EEB-526C-46C9-82AA-A02ABBD41001}" dt="2026-07-06T06:20:31.261" v="1340" actId="478"/>
          <ac:spMkLst>
            <pc:docMk/>
            <pc:sldMk cId="2301299432" sldId="1952"/>
            <ac:spMk id="5" creationId="{00000000-0000-0000-0000-000000000000}"/>
          </ac:spMkLst>
        </pc:spChg>
        <pc:spChg chg="del">
          <ac:chgData name="한나 조" userId="65a288ce2c9026c1" providerId="LiveId" clId="{C15A6EEB-526C-46C9-82AA-A02ABBD41001}" dt="2026-07-06T06:20:31.261" v="1340" actId="478"/>
          <ac:spMkLst>
            <pc:docMk/>
            <pc:sldMk cId="2301299432" sldId="1952"/>
            <ac:spMk id="6" creationId="{00000000-0000-0000-0000-000000000000}"/>
          </ac:spMkLst>
        </pc:spChg>
        <pc:spChg chg="add mod">
          <ac:chgData name="한나 조" userId="65a288ce2c9026c1" providerId="LiveId" clId="{C15A6EEB-526C-46C9-82AA-A02ABBD41001}" dt="2026-07-06T03:52:41.602" v="625" actId="20577"/>
          <ac:spMkLst>
            <pc:docMk/>
            <pc:sldMk cId="2301299432" sldId="1952"/>
            <ac:spMk id="9" creationId="{E08C3933-8E0C-FC95-2FFA-70ECD6DE5F45}"/>
          </ac:spMkLst>
        </pc:spChg>
        <pc:spChg chg="add mod">
          <ac:chgData name="한나 조" userId="65a288ce2c9026c1" providerId="LiveId" clId="{C15A6EEB-526C-46C9-82AA-A02ABBD41001}" dt="2026-07-06T05:19:17.421" v="793" actId="164"/>
          <ac:spMkLst>
            <pc:docMk/>
            <pc:sldMk cId="2301299432" sldId="1952"/>
            <ac:spMk id="10" creationId="{414D6B9E-C8A2-643D-60EA-1970F8F48A85}"/>
          </ac:spMkLst>
        </pc:spChg>
        <pc:spChg chg="del mod">
          <ac:chgData name="한나 조" userId="65a288ce2c9026c1" providerId="LiveId" clId="{C15A6EEB-526C-46C9-82AA-A02ABBD41001}" dt="2026-07-06T07:08:01.427" v="1725" actId="478"/>
          <ac:spMkLst>
            <pc:docMk/>
            <pc:sldMk cId="2301299432" sldId="1952"/>
            <ac:spMk id="11" creationId="{F0064375-8CB7-F5B1-0F72-08C8D7A3A2CF}"/>
          </ac:spMkLst>
        </pc:spChg>
        <pc:spChg chg="add mod">
          <ac:chgData name="한나 조" userId="65a288ce2c9026c1" providerId="LiveId" clId="{C15A6EEB-526C-46C9-82AA-A02ABBD41001}" dt="2026-07-06T05:19:17.421" v="793" actId="164"/>
          <ac:spMkLst>
            <pc:docMk/>
            <pc:sldMk cId="2301299432" sldId="1952"/>
            <ac:spMk id="12" creationId="{661E160F-998A-C617-BEA3-39AB24E09A59}"/>
          </ac:spMkLst>
        </pc:spChg>
        <pc:spChg chg="mod">
          <ac:chgData name="한나 조" userId="65a288ce2c9026c1" providerId="LiveId" clId="{C15A6EEB-526C-46C9-82AA-A02ABBD41001}" dt="2026-07-01T03:54:29.685" v="232" actId="1038"/>
          <ac:spMkLst>
            <pc:docMk/>
            <pc:sldMk cId="2301299432" sldId="1952"/>
            <ac:spMk id="13" creationId="{DA4C1347-5AF5-59B9-F5FC-09CFD169BD70}"/>
          </ac:spMkLst>
        </pc:spChg>
        <pc:spChg chg="add mod">
          <ac:chgData name="한나 조" userId="65a288ce2c9026c1" providerId="LiveId" clId="{C15A6EEB-526C-46C9-82AA-A02ABBD41001}" dt="2026-07-06T05:19:17.421" v="793" actId="164"/>
          <ac:spMkLst>
            <pc:docMk/>
            <pc:sldMk cId="2301299432" sldId="1952"/>
            <ac:spMk id="14" creationId="{E3A13CE4-4FF4-8CDE-1628-609116E27A3D}"/>
          </ac:spMkLst>
        </pc:spChg>
        <pc:spChg chg="del mod">
          <ac:chgData name="한나 조" userId="65a288ce2c9026c1" providerId="LiveId" clId="{C15A6EEB-526C-46C9-82AA-A02ABBD41001}" dt="2026-07-06T07:08:01.427" v="1725" actId="478"/>
          <ac:spMkLst>
            <pc:docMk/>
            <pc:sldMk cId="2301299432" sldId="1952"/>
            <ac:spMk id="15" creationId="{0E0928D6-623E-3321-8B35-B98E5B84EA2A}"/>
          </ac:spMkLst>
        </pc:spChg>
        <pc:spChg chg="add mod">
          <ac:chgData name="한나 조" userId="65a288ce2c9026c1" providerId="LiveId" clId="{C15A6EEB-526C-46C9-82AA-A02ABBD41001}" dt="2026-07-06T05:19:17.421" v="793" actId="164"/>
          <ac:spMkLst>
            <pc:docMk/>
            <pc:sldMk cId="2301299432" sldId="1952"/>
            <ac:spMk id="16" creationId="{0AA44990-C069-02EE-11A5-D660D957FBB3}"/>
          </ac:spMkLst>
        </pc:spChg>
        <pc:spChg chg="del mod">
          <ac:chgData name="한나 조" userId="65a288ce2c9026c1" providerId="LiveId" clId="{C15A6EEB-526C-46C9-82AA-A02ABBD41001}" dt="2026-07-06T07:08:01.427" v="1725" actId="478"/>
          <ac:spMkLst>
            <pc:docMk/>
            <pc:sldMk cId="2301299432" sldId="1952"/>
            <ac:spMk id="17" creationId="{8EFEF1F6-13F0-90C1-7AE8-ED64EE068BA3}"/>
          </ac:spMkLst>
        </pc:spChg>
        <pc:spChg chg="add mod">
          <ac:chgData name="한나 조" userId="65a288ce2c9026c1" providerId="LiveId" clId="{C15A6EEB-526C-46C9-82AA-A02ABBD41001}" dt="2026-07-06T05:19:17.421" v="793" actId="164"/>
          <ac:spMkLst>
            <pc:docMk/>
            <pc:sldMk cId="2301299432" sldId="1952"/>
            <ac:spMk id="18" creationId="{A83A51F3-0EC6-F8BB-6EA6-3E613C2A0AD9}"/>
          </ac:spMkLst>
        </pc:spChg>
        <pc:spChg chg="add mod">
          <ac:chgData name="한나 조" userId="65a288ce2c9026c1" providerId="LiveId" clId="{C15A6EEB-526C-46C9-82AA-A02ABBD41001}" dt="2026-07-06T05:19:17.421" v="793" actId="164"/>
          <ac:spMkLst>
            <pc:docMk/>
            <pc:sldMk cId="2301299432" sldId="1952"/>
            <ac:spMk id="19" creationId="{FFC8A990-0D32-09F2-11B8-78DE5AAB8EE5}"/>
          </ac:spMkLst>
        </pc:spChg>
        <pc:spChg chg="add mod">
          <ac:chgData name="한나 조" userId="65a288ce2c9026c1" providerId="LiveId" clId="{C15A6EEB-526C-46C9-82AA-A02ABBD41001}" dt="2026-07-06T03:49:43.464" v="462" actId="1076"/>
          <ac:spMkLst>
            <pc:docMk/>
            <pc:sldMk cId="2301299432" sldId="1952"/>
            <ac:spMk id="20" creationId="{0ED7EB64-D316-2582-6EE3-9592EF23F532}"/>
          </ac:spMkLst>
        </pc:spChg>
        <pc:spChg chg="add mod">
          <ac:chgData name="한나 조" userId="65a288ce2c9026c1" providerId="LiveId" clId="{C15A6EEB-526C-46C9-82AA-A02ABBD41001}" dt="2026-07-06T03:49:43.464" v="462" actId="1076"/>
          <ac:spMkLst>
            <pc:docMk/>
            <pc:sldMk cId="2301299432" sldId="1952"/>
            <ac:spMk id="21" creationId="{38FF67AD-7044-9F42-821E-57104FCFD620}"/>
          </ac:spMkLst>
        </pc:spChg>
        <pc:spChg chg="mod">
          <ac:chgData name="한나 조" userId="65a288ce2c9026c1" providerId="LiveId" clId="{C15A6EEB-526C-46C9-82AA-A02ABBD41001}" dt="2026-07-06T05:19:17.421" v="793" actId="164"/>
          <ac:spMkLst>
            <pc:docMk/>
            <pc:sldMk cId="2301299432" sldId="1952"/>
            <ac:spMk id="22" creationId="{6C336E5C-345F-570A-BCF3-A2C63DD5A87B}"/>
          </ac:spMkLst>
        </pc:spChg>
        <pc:spChg chg="add mod">
          <ac:chgData name="한나 조" userId="65a288ce2c9026c1" providerId="LiveId" clId="{C15A6EEB-526C-46C9-82AA-A02ABBD41001}" dt="2026-07-06T03:50:04.369" v="531" actId="115"/>
          <ac:spMkLst>
            <pc:docMk/>
            <pc:sldMk cId="2301299432" sldId="1952"/>
            <ac:spMk id="23" creationId="{455BD313-1606-61E4-DE2C-0EF605D3E8BE}"/>
          </ac:spMkLst>
        </pc:spChg>
        <pc:spChg chg="add mod">
          <ac:chgData name="한나 조" userId="65a288ce2c9026c1" providerId="LiveId" clId="{C15A6EEB-526C-46C9-82AA-A02ABBD41001}" dt="2026-07-06T05:04:54.993" v="727" actId="164"/>
          <ac:spMkLst>
            <pc:docMk/>
            <pc:sldMk cId="2301299432" sldId="1952"/>
            <ac:spMk id="24" creationId="{616BA55D-CC55-EFD4-94A5-1E3F2746B802}"/>
          </ac:spMkLst>
        </pc:spChg>
        <pc:spChg chg="add mod">
          <ac:chgData name="한나 조" userId="65a288ce2c9026c1" providerId="LiveId" clId="{C15A6EEB-526C-46C9-82AA-A02ABBD41001}" dt="2026-07-06T05:04:54.993" v="727" actId="164"/>
          <ac:spMkLst>
            <pc:docMk/>
            <pc:sldMk cId="2301299432" sldId="1952"/>
            <ac:spMk id="25" creationId="{DBD4BA5A-87CF-D521-FF65-09E18171E952}"/>
          </ac:spMkLst>
        </pc:spChg>
        <pc:spChg chg="add mod">
          <ac:chgData name="한나 조" userId="65a288ce2c9026c1" providerId="LiveId" clId="{C15A6EEB-526C-46C9-82AA-A02ABBD41001}" dt="2026-07-06T05:04:53.510" v="726" actId="164"/>
          <ac:spMkLst>
            <pc:docMk/>
            <pc:sldMk cId="2301299432" sldId="1952"/>
            <ac:spMk id="26" creationId="{81D25B9C-7F4D-AD1D-AA5C-57B5BD2D5624}"/>
          </ac:spMkLst>
        </pc:spChg>
        <pc:spChg chg="add mod">
          <ac:chgData name="한나 조" userId="65a288ce2c9026c1" providerId="LiveId" clId="{C15A6EEB-526C-46C9-82AA-A02ABBD41001}" dt="2026-07-06T05:04:53.510" v="726" actId="164"/>
          <ac:spMkLst>
            <pc:docMk/>
            <pc:sldMk cId="2301299432" sldId="1952"/>
            <ac:spMk id="28" creationId="{B528B9D3-EC37-794A-3AD5-6E45B7AFD4A3}"/>
          </ac:spMkLst>
        </pc:spChg>
        <pc:spChg chg="add mod">
          <ac:chgData name="한나 조" userId="65a288ce2c9026c1" providerId="LiveId" clId="{C15A6EEB-526C-46C9-82AA-A02ABBD41001}" dt="2026-07-06T05:04:52.268" v="725" actId="164"/>
          <ac:spMkLst>
            <pc:docMk/>
            <pc:sldMk cId="2301299432" sldId="1952"/>
            <ac:spMk id="29" creationId="{DB0E62F2-CEE3-7166-F3A2-639AA394C5C7}"/>
          </ac:spMkLst>
        </pc:spChg>
        <pc:spChg chg="add mod">
          <ac:chgData name="한나 조" userId="65a288ce2c9026c1" providerId="LiveId" clId="{C15A6EEB-526C-46C9-82AA-A02ABBD41001}" dt="2026-07-06T05:04:52.268" v="725" actId="164"/>
          <ac:spMkLst>
            <pc:docMk/>
            <pc:sldMk cId="2301299432" sldId="1952"/>
            <ac:spMk id="30" creationId="{7B9A105A-10E1-4EA4-2EFE-B247F31861D5}"/>
          </ac:spMkLst>
        </pc:spChg>
        <pc:spChg chg="add mod">
          <ac:chgData name="한나 조" userId="65a288ce2c9026c1" providerId="LiveId" clId="{C15A6EEB-526C-46C9-82AA-A02ABBD41001}" dt="2026-07-06T05:04:50.705" v="724" actId="164"/>
          <ac:spMkLst>
            <pc:docMk/>
            <pc:sldMk cId="2301299432" sldId="1952"/>
            <ac:spMk id="31" creationId="{3C9DD952-1838-BEA7-BF53-F9F54049EB83}"/>
          </ac:spMkLst>
        </pc:spChg>
        <pc:spChg chg="add mod">
          <ac:chgData name="한나 조" userId="65a288ce2c9026c1" providerId="LiveId" clId="{C15A6EEB-526C-46C9-82AA-A02ABBD41001}" dt="2026-07-06T05:04:50.705" v="724" actId="164"/>
          <ac:spMkLst>
            <pc:docMk/>
            <pc:sldMk cId="2301299432" sldId="1952"/>
            <ac:spMk id="32" creationId="{FBE54C5A-6412-212F-7263-4D5F425BC5B3}"/>
          </ac:spMkLst>
        </pc:spChg>
        <pc:spChg chg="del mod">
          <ac:chgData name="한나 조" userId="65a288ce2c9026c1" providerId="LiveId" clId="{C15A6EEB-526C-46C9-82AA-A02ABBD41001}" dt="2026-07-06T07:08:01.427" v="1725" actId="478"/>
          <ac:spMkLst>
            <pc:docMk/>
            <pc:sldMk cId="2301299432" sldId="1952"/>
            <ac:spMk id="43" creationId="{D5D6BEE6-DA0A-B9E9-FB1A-6745F75E49AC}"/>
          </ac:spMkLst>
        </pc:spChg>
        <pc:spChg chg="add mod">
          <ac:chgData name="한나 조" userId="65a288ce2c9026c1" providerId="LiveId" clId="{C15A6EEB-526C-46C9-82AA-A02ABBD41001}" dt="2026-07-06T05:43:18.322" v="846" actId="1076"/>
          <ac:spMkLst>
            <pc:docMk/>
            <pc:sldMk cId="2301299432" sldId="1952"/>
            <ac:spMk id="44" creationId="{904B0916-1E16-82FC-334B-E01F8081D025}"/>
          </ac:spMkLst>
        </pc:spChg>
        <pc:spChg chg="add del mod">
          <ac:chgData name="한나 조" userId="65a288ce2c9026c1" providerId="LiveId" clId="{C15A6EEB-526C-46C9-82AA-A02ABBD41001}" dt="2026-07-06T05:19:28.790" v="795" actId="478"/>
          <ac:spMkLst>
            <pc:docMk/>
            <pc:sldMk cId="2301299432" sldId="1952"/>
            <ac:spMk id="45" creationId="{0990A0C2-80AD-E550-6DF3-D923FB56B0D2}"/>
          </ac:spMkLst>
        </pc:spChg>
        <pc:spChg chg="add mod">
          <ac:chgData name="한나 조" userId="65a288ce2c9026c1" providerId="LiveId" clId="{C15A6EEB-526C-46C9-82AA-A02ABBD41001}" dt="2026-07-06T05:43:18.322" v="846" actId="1076"/>
          <ac:spMkLst>
            <pc:docMk/>
            <pc:sldMk cId="2301299432" sldId="1952"/>
            <ac:spMk id="48" creationId="{B581D3A6-7589-21DA-708E-DAA6EF1C327A}"/>
          </ac:spMkLst>
        </pc:spChg>
        <pc:spChg chg="del mod">
          <ac:chgData name="한나 조" userId="65a288ce2c9026c1" providerId="LiveId" clId="{C15A6EEB-526C-46C9-82AA-A02ABBD41001}" dt="2026-07-06T07:08:01.427" v="1725" actId="478"/>
          <ac:spMkLst>
            <pc:docMk/>
            <pc:sldMk cId="2301299432" sldId="1952"/>
            <ac:spMk id="51" creationId="{603D65B5-5E00-DBE0-AD90-0A80D32FE221}"/>
          </ac:spMkLst>
        </pc:spChg>
        <pc:spChg chg="add mod">
          <ac:chgData name="한나 조" userId="65a288ce2c9026c1" providerId="LiveId" clId="{C15A6EEB-526C-46C9-82AA-A02ABBD41001}" dt="2026-07-06T06:20:48.931" v="1343" actId="20577"/>
          <ac:spMkLst>
            <pc:docMk/>
            <pc:sldMk cId="2301299432" sldId="1952"/>
            <ac:spMk id="53" creationId="{C4556046-F9B5-58CE-93C6-43BB11325117}"/>
          </ac:spMkLst>
        </pc:spChg>
        <pc:spChg chg="add mod">
          <ac:chgData name="한나 조" userId="65a288ce2c9026c1" providerId="LiveId" clId="{C15A6EEB-526C-46C9-82AA-A02ABBD41001}" dt="2026-07-06T06:20:31.668" v="1341"/>
          <ac:spMkLst>
            <pc:docMk/>
            <pc:sldMk cId="2301299432" sldId="1952"/>
            <ac:spMk id="54" creationId="{8C427280-8E0E-D4F5-5BAB-79B88B7E7FA1}"/>
          </ac:spMkLst>
        </pc:spChg>
        <pc:spChg chg="add mod">
          <ac:chgData name="한나 조" userId="65a288ce2c9026c1" providerId="LiveId" clId="{C15A6EEB-526C-46C9-82AA-A02ABBD41001}" dt="2026-07-06T08:05:15.971" v="2923" actId="1076"/>
          <ac:spMkLst>
            <pc:docMk/>
            <pc:sldMk cId="2301299432" sldId="1952"/>
            <ac:spMk id="55" creationId="{89FEF73C-7226-BA2E-580C-67244DE3DEC7}"/>
          </ac:spMkLst>
        </pc:spChg>
        <pc:spChg chg="add mod">
          <ac:chgData name="한나 조" userId="65a288ce2c9026c1" providerId="LiveId" clId="{C15A6EEB-526C-46C9-82AA-A02ABBD41001}" dt="2026-07-06T08:05:19.840" v="2925" actId="20577"/>
          <ac:spMkLst>
            <pc:docMk/>
            <pc:sldMk cId="2301299432" sldId="1952"/>
            <ac:spMk id="56" creationId="{6DA0A2EF-20D3-CF9A-727A-1E1467D3470B}"/>
          </ac:spMkLst>
        </pc:spChg>
        <pc:spChg chg="add mod">
          <ac:chgData name="한나 조" userId="65a288ce2c9026c1" providerId="LiveId" clId="{C15A6EEB-526C-46C9-82AA-A02ABBD41001}" dt="2026-07-06T08:05:28.288" v="2927" actId="20577"/>
          <ac:spMkLst>
            <pc:docMk/>
            <pc:sldMk cId="2301299432" sldId="1952"/>
            <ac:spMk id="58" creationId="{30AD6AB3-2BC2-867E-FAD7-5DF168EC0EB8}"/>
          </ac:spMkLst>
        </pc:spChg>
        <pc:spChg chg="del mod">
          <ac:chgData name="한나 조" userId="65a288ce2c9026c1" providerId="LiveId" clId="{C15A6EEB-526C-46C9-82AA-A02ABBD41001}" dt="2026-07-06T07:08:01.427" v="1725" actId="478"/>
          <ac:spMkLst>
            <pc:docMk/>
            <pc:sldMk cId="2301299432" sldId="1952"/>
            <ac:spMk id="72" creationId="{D6956C33-F42F-1040-BCAD-09C5264DA8CD}"/>
          </ac:spMkLst>
        </pc:spChg>
        <pc:spChg chg="del mod">
          <ac:chgData name="한나 조" userId="65a288ce2c9026c1" providerId="LiveId" clId="{C15A6EEB-526C-46C9-82AA-A02ABBD41001}" dt="2026-07-06T07:08:01.427" v="1725" actId="478"/>
          <ac:spMkLst>
            <pc:docMk/>
            <pc:sldMk cId="2301299432" sldId="1952"/>
            <ac:spMk id="78" creationId="{0B013999-E25D-A8D7-163B-8A03903425F1}"/>
          </ac:spMkLst>
        </pc:spChg>
        <pc:spChg chg="del mod">
          <ac:chgData name="한나 조" userId="65a288ce2c9026c1" providerId="LiveId" clId="{C15A6EEB-526C-46C9-82AA-A02ABBD41001}" dt="2026-07-06T07:08:01.427" v="1725" actId="478"/>
          <ac:spMkLst>
            <pc:docMk/>
            <pc:sldMk cId="2301299432" sldId="1952"/>
            <ac:spMk id="135" creationId="{EDC7C32F-76A0-3F09-A800-DC09FE1C9420}"/>
          </ac:spMkLst>
        </pc:spChg>
        <pc:spChg chg="del mod">
          <ac:chgData name="한나 조" userId="65a288ce2c9026c1" providerId="LiveId" clId="{C15A6EEB-526C-46C9-82AA-A02ABBD41001}" dt="2026-07-06T07:08:01.427" v="1725" actId="478"/>
          <ac:spMkLst>
            <pc:docMk/>
            <pc:sldMk cId="2301299432" sldId="1952"/>
            <ac:spMk id="140" creationId="{02147359-A39C-CC46-2C6A-DD01D983FBA0}"/>
          </ac:spMkLst>
        </pc:spChg>
        <pc:spChg chg="del">
          <ac:chgData name="한나 조" userId="65a288ce2c9026c1" providerId="LiveId" clId="{C15A6EEB-526C-46C9-82AA-A02ABBD41001}" dt="2026-07-06T08:11:22.539" v="3016" actId="478"/>
          <ac:spMkLst>
            <pc:docMk/>
            <pc:sldMk cId="2301299432" sldId="1952"/>
            <ac:spMk id="144" creationId="{31F3D960-7A26-15AA-A318-7904BC6803AD}"/>
          </ac:spMkLst>
        </pc:spChg>
        <pc:spChg chg="del">
          <ac:chgData name="한나 조" userId="65a288ce2c9026c1" providerId="LiveId" clId="{C15A6EEB-526C-46C9-82AA-A02ABBD41001}" dt="2026-07-06T08:11:22.539" v="3016" actId="478"/>
          <ac:spMkLst>
            <pc:docMk/>
            <pc:sldMk cId="2301299432" sldId="1952"/>
            <ac:spMk id="148" creationId="{88A34374-8EA6-E94F-CF2C-950C77ED6133}"/>
          </ac:spMkLst>
        </pc:spChg>
        <pc:spChg chg="del mod">
          <ac:chgData name="한나 조" userId="65a288ce2c9026c1" providerId="LiveId" clId="{C15A6EEB-526C-46C9-82AA-A02ABBD41001}" dt="2026-07-06T07:08:01.427" v="1725" actId="478"/>
          <ac:spMkLst>
            <pc:docMk/>
            <pc:sldMk cId="2301299432" sldId="1952"/>
            <ac:spMk id="156" creationId="{148B2700-1E6C-02E4-E8CD-9830E1F07D60}"/>
          </ac:spMkLst>
        </pc:spChg>
        <pc:spChg chg="del">
          <ac:chgData name="한나 조" userId="65a288ce2c9026c1" providerId="LiveId" clId="{C15A6EEB-526C-46C9-82AA-A02ABBD41001}" dt="2026-07-06T08:11:22.539" v="3016" actId="478"/>
          <ac:spMkLst>
            <pc:docMk/>
            <pc:sldMk cId="2301299432" sldId="1952"/>
            <ac:spMk id="163" creationId="{8E4C4936-FD9C-34F9-213D-8789FD77338D}"/>
          </ac:spMkLst>
        </pc:spChg>
        <pc:spChg chg="del">
          <ac:chgData name="한나 조" userId="65a288ce2c9026c1" providerId="LiveId" clId="{C15A6EEB-526C-46C9-82AA-A02ABBD41001}" dt="2026-07-06T08:11:22.539" v="3016" actId="478"/>
          <ac:spMkLst>
            <pc:docMk/>
            <pc:sldMk cId="2301299432" sldId="1952"/>
            <ac:spMk id="167" creationId="{CF3A6F97-C545-8AAC-BD1F-F31098207E5F}"/>
          </ac:spMkLst>
        </pc:spChg>
        <pc:grpChg chg="add mod">
          <ac:chgData name="한나 조" userId="65a288ce2c9026c1" providerId="LiveId" clId="{C15A6EEB-526C-46C9-82AA-A02ABBD41001}" dt="2026-07-06T05:10:31.280" v="737" actId="1076"/>
          <ac:grpSpMkLst>
            <pc:docMk/>
            <pc:sldMk cId="2301299432" sldId="1952"/>
            <ac:grpSpMk id="33" creationId="{247CE63E-A934-E04D-E976-D2AC7FD3944D}"/>
          </ac:grpSpMkLst>
        </pc:grpChg>
        <pc:grpChg chg="add mod">
          <ac:chgData name="한나 조" userId="65a288ce2c9026c1" providerId="LiveId" clId="{C15A6EEB-526C-46C9-82AA-A02ABBD41001}" dt="2026-07-06T05:05:08.290" v="731" actId="1076"/>
          <ac:grpSpMkLst>
            <pc:docMk/>
            <pc:sldMk cId="2301299432" sldId="1952"/>
            <ac:grpSpMk id="34" creationId="{9A27902A-17C1-F110-4B10-D65EB29BFF4A}"/>
          </ac:grpSpMkLst>
        </pc:grpChg>
        <pc:grpChg chg="add mod">
          <ac:chgData name="한나 조" userId="65a288ce2c9026c1" providerId="LiveId" clId="{C15A6EEB-526C-46C9-82AA-A02ABBD41001}" dt="2026-07-06T05:05:08.290" v="731" actId="1076"/>
          <ac:grpSpMkLst>
            <pc:docMk/>
            <pc:sldMk cId="2301299432" sldId="1952"/>
            <ac:grpSpMk id="35" creationId="{42AC939F-059E-0AE7-51BA-3B4144B07C39}"/>
          </ac:grpSpMkLst>
        </pc:grpChg>
        <pc:grpChg chg="add mod">
          <ac:chgData name="한나 조" userId="65a288ce2c9026c1" providerId="LiveId" clId="{C15A6EEB-526C-46C9-82AA-A02ABBD41001}" dt="2026-07-06T05:05:08.290" v="731" actId="1076"/>
          <ac:grpSpMkLst>
            <pc:docMk/>
            <pc:sldMk cId="2301299432" sldId="1952"/>
            <ac:grpSpMk id="36" creationId="{E2200014-484D-B032-6101-F37F057E5E2F}"/>
          </ac:grpSpMkLst>
        </pc:grpChg>
        <pc:grpChg chg="add mod">
          <ac:chgData name="한나 조" userId="65a288ce2c9026c1" providerId="LiveId" clId="{C15A6EEB-526C-46C9-82AA-A02ABBD41001}" dt="2026-07-06T05:44:13.080" v="847" actId="1076"/>
          <ac:grpSpMkLst>
            <pc:docMk/>
            <pc:sldMk cId="2301299432" sldId="1952"/>
            <ac:grpSpMk id="41" creationId="{B6E2C3DE-0C60-2D46-2028-88E57B289A82}"/>
          </ac:grpSpMkLst>
        </pc:grpChg>
        <pc:graphicFrameChg chg="add mod modGraphic">
          <ac:chgData name="한나 조" userId="65a288ce2c9026c1" providerId="LiveId" clId="{C15A6EEB-526C-46C9-82AA-A02ABBD41001}" dt="2026-07-06T05:44:13.080" v="847" actId="1076"/>
          <ac:graphicFrameMkLst>
            <pc:docMk/>
            <pc:sldMk cId="2301299432" sldId="1952"/>
            <ac:graphicFrameMk id="7" creationId="{22295F48-3228-2F31-B0EE-8E4F4DB1A9DF}"/>
          </ac:graphicFrameMkLst>
        </pc:graphicFrameChg>
        <pc:graphicFrameChg chg="mod modGraphic">
          <ac:chgData name="한나 조" userId="65a288ce2c9026c1" providerId="LiveId" clId="{C15A6EEB-526C-46C9-82AA-A02ABBD41001}" dt="2026-07-06T08:25:52.014" v="3364" actId="20577"/>
          <ac:graphicFrameMkLst>
            <pc:docMk/>
            <pc:sldMk cId="2301299432" sldId="1952"/>
            <ac:graphicFrameMk id="8" creationId="{421252A2-A094-4A35-8DFE-E06C6C044F47}"/>
          </ac:graphicFrameMkLst>
        </pc:graphicFrameChg>
        <pc:picChg chg="add mod">
          <ac:chgData name="한나 조" userId="65a288ce2c9026c1" providerId="LiveId" clId="{C15A6EEB-526C-46C9-82AA-A02ABBD41001}" dt="2026-07-06T05:43:18.322" v="846" actId="1076"/>
          <ac:picMkLst>
            <pc:docMk/>
            <pc:sldMk cId="2301299432" sldId="1952"/>
            <ac:picMk id="42" creationId="{B0FE1AD6-81F8-EE56-1D3B-97CF4BBD9784}"/>
          </ac:picMkLst>
        </pc:picChg>
        <pc:picChg chg="del">
          <ac:chgData name="한나 조" userId="65a288ce2c9026c1" providerId="LiveId" clId="{C15A6EEB-526C-46C9-82AA-A02ABBD41001}" dt="2026-07-06T08:11:22.539" v="3016" actId="478"/>
          <ac:picMkLst>
            <pc:docMk/>
            <pc:sldMk cId="2301299432" sldId="1952"/>
            <ac:picMk id="150" creationId="{7A00DED5-688D-5B8A-2A5A-6AA0A4F27FE4}"/>
          </ac:picMkLst>
        </pc:picChg>
        <pc:picChg chg="del">
          <ac:chgData name="한나 조" userId="65a288ce2c9026c1" providerId="LiveId" clId="{C15A6EEB-526C-46C9-82AA-A02ABBD41001}" dt="2026-07-06T08:11:22.539" v="3016" actId="478"/>
          <ac:picMkLst>
            <pc:docMk/>
            <pc:sldMk cId="2301299432" sldId="1952"/>
            <ac:picMk id="152" creationId="{5B5AEE59-D284-6D78-84FA-6200CC894A60}"/>
          </ac:picMkLst>
        </pc:picChg>
        <pc:cxnChg chg="add mod">
          <ac:chgData name="한나 조" userId="65a288ce2c9026c1" providerId="LiveId" clId="{C15A6EEB-526C-46C9-82AA-A02ABBD41001}" dt="2026-07-06T05:10:17.616" v="733" actId="1038"/>
          <ac:cxnSpMkLst>
            <pc:docMk/>
            <pc:sldMk cId="2301299432" sldId="1952"/>
            <ac:cxnSpMk id="38" creationId="{45DE00CF-BEBD-2F9F-D31F-6C30BFBCA730}"/>
          </ac:cxnSpMkLst>
        </pc:cxnChg>
        <pc:cxnChg chg="add mod">
          <ac:chgData name="한나 조" userId="65a288ce2c9026c1" providerId="LiveId" clId="{C15A6EEB-526C-46C9-82AA-A02ABBD41001}" dt="2026-07-06T05:10:46.592" v="739" actId="408"/>
          <ac:cxnSpMkLst>
            <pc:docMk/>
            <pc:sldMk cId="2301299432" sldId="1952"/>
            <ac:cxnSpMk id="39" creationId="{6CA0CCD1-9A9C-A9A5-CD44-6616D9B05E0F}"/>
          </ac:cxnSpMkLst>
        </pc:cxnChg>
        <pc:cxnChg chg="add mod">
          <ac:chgData name="한나 조" userId="65a288ce2c9026c1" providerId="LiveId" clId="{C15A6EEB-526C-46C9-82AA-A02ABBD41001}" dt="2026-07-06T05:10:33.447" v="738" actId="1037"/>
          <ac:cxnSpMkLst>
            <pc:docMk/>
            <pc:sldMk cId="2301299432" sldId="1952"/>
            <ac:cxnSpMk id="40" creationId="{AACBCE34-BDA2-F1BF-8A0D-484C1F10D8D9}"/>
          </ac:cxnSpMkLst>
        </pc:cxnChg>
        <pc:cxnChg chg="add mod">
          <ac:chgData name="한나 조" userId="65a288ce2c9026c1" providerId="LiveId" clId="{C15A6EEB-526C-46C9-82AA-A02ABBD41001}" dt="2026-07-06T05:43:18.322" v="846" actId="1076"/>
          <ac:cxnSpMkLst>
            <pc:docMk/>
            <pc:sldMk cId="2301299432" sldId="1952"/>
            <ac:cxnSpMk id="46" creationId="{A00A5EA1-A6C4-C181-DF46-2D280C32BD8E}"/>
          </ac:cxnSpMkLst>
        </pc:cxnChg>
        <pc:cxnChg chg="add del mod">
          <ac:chgData name="한나 조" userId="65a288ce2c9026c1" providerId="LiveId" clId="{C15A6EEB-526C-46C9-82AA-A02ABBD41001}" dt="2026-07-06T05:19:28.790" v="795" actId="478"/>
          <ac:cxnSpMkLst>
            <pc:docMk/>
            <pc:sldMk cId="2301299432" sldId="1952"/>
            <ac:cxnSpMk id="49" creationId="{E6EDB113-4C37-5C00-2C5F-C764AAAFFD30}"/>
          </ac:cxnSpMkLst>
        </pc:cxnChg>
      </pc:sldChg>
      <pc:sldChg chg="modSp mod">
        <pc:chgData name="한나 조" userId="65a288ce2c9026c1" providerId="LiveId" clId="{C15A6EEB-526C-46C9-82AA-A02ABBD41001}" dt="2026-07-06T08:06:37.391" v="2935" actId="108"/>
        <pc:sldMkLst>
          <pc:docMk/>
          <pc:sldMk cId="1502338924" sldId="1963"/>
        </pc:sldMkLst>
        <pc:graphicFrameChg chg="mod modGraphic">
          <ac:chgData name="한나 조" userId="65a288ce2c9026c1" providerId="LiveId" clId="{C15A6EEB-526C-46C9-82AA-A02ABBD41001}" dt="2026-07-06T08:06:37.391" v="2935" actId="108"/>
          <ac:graphicFrameMkLst>
            <pc:docMk/>
            <pc:sldMk cId="1502338924" sldId="1963"/>
            <ac:graphicFrameMk id="6" creationId="{450A4719-7E1B-4454-5CA4-8A68DDF9E0EC}"/>
          </ac:graphicFrameMkLst>
        </pc:graphicFrameChg>
      </pc:sldChg>
      <pc:sldChg chg="modSp mod">
        <pc:chgData name="한나 조" userId="65a288ce2c9026c1" providerId="LiveId" clId="{C15A6EEB-526C-46C9-82AA-A02ABBD41001}" dt="2026-07-06T07:46:34.617" v="2231"/>
        <pc:sldMkLst>
          <pc:docMk/>
          <pc:sldMk cId="712698974" sldId="1973"/>
        </pc:sldMkLst>
        <pc:graphicFrameChg chg="mod modGraphic">
          <ac:chgData name="한나 조" userId="65a288ce2c9026c1" providerId="LiveId" clId="{C15A6EEB-526C-46C9-82AA-A02ABBD41001}" dt="2026-07-06T07:46:34.617" v="2231"/>
          <ac:graphicFrameMkLst>
            <pc:docMk/>
            <pc:sldMk cId="712698974" sldId="1973"/>
            <ac:graphicFrameMk id="6" creationId="{9F464C77-6E6B-ABE3-7113-FE09A1F5BB45}"/>
          </ac:graphicFrameMkLst>
        </pc:graphicFrameChg>
      </pc:sldChg>
      <pc:sldChg chg="modSp del mod">
        <pc:chgData name="한나 조" userId="65a288ce2c9026c1" providerId="LiveId" clId="{C15A6EEB-526C-46C9-82AA-A02ABBD41001}" dt="2026-07-06T08:10:53.490" v="3009" actId="47"/>
        <pc:sldMkLst>
          <pc:docMk/>
          <pc:sldMk cId="2558901805" sldId="1977"/>
        </pc:sldMkLst>
      </pc:sldChg>
      <pc:sldChg chg="del">
        <pc:chgData name="한나 조" userId="65a288ce2c9026c1" providerId="LiveId" clId="{C15A6EEB-526C-46C9-82AA-A02ABBD41001}" dt="2026-07-06T08:10:53.490" v="3009" actId="47"/>
        <pc:sldMkLst>
          <pc:docMk/>
          <pc:sldMk cId="1363160264" sldId="1978"/>
        </pc:sldMkLst>
      </pc:sldChg>
      <pc:sldChg chg="addSp delSp modSp add mod modClrScheme chgLayout">
        <pc:chgData name="한나 조" userId="65a288ce2c9026c1" providerId="LiveId" clId="{C15A6EEB-526C-46C9-82AA-A02ABBD41001}" dt="2026-07-06T08:29:02.248" v="3430" actId="20577"/>
        <pc:sldMkLst>
          <pc:docMk/>
          <pc:sldMk cId="3039740561" sldId="1979"/>
        </pc:sldMkLst>
        <pc:spChg chg="mod">
          <ac:chgData name="한나 조" userId="65a288ce2c9026c1" providerId="LiveId" clId="{C15A6EEB-526C-46C9-82AA-A02ABBD41001}" dt="2026-07-06T05:18:20.838" v="790" actId="20577"/>
          <ac:spMkLst>
            <pc:docMk/>
            <pc:sldMk cId="3039740561" sldId="1979"/>
            <ac:spMk id="2" creationId="{C60F63C9-C130-A233-E011-37532DF4C6F7}"/>
          </ac:spMkLst>
        </pc:spChg>
        <pc:spChg chg="mod">
          <ac:chgData name="한나 조" userId="65a288ce2c9026c1" providerId="LiveId" clId="{C15A6EEB-526C-46C9-82AA-A02ABBD41001}" dt="2026-07-06T05:18:34.153" v="791"/>
          <ac:spMkLst>
            <pc:docMk/>
            <pc:sldMk cId="3039740561" sldId="1979"/>
            <ac:spMk id="4" creationId="{1FCDD48C-53DE-AF80-49B3-B1A6C09D28A1}"/>
          </ac:spMkLst>
        </pc:spChg>
        <pc:spChg chg="del">
          <ac:chgData name="한나 조" userId="65a288ce2c9026c1" providerId="LiveId" clId="{C15A6EEB-526C-46C9-82AA-A02ABBD41001}" dt="2026-07-06T06:20:26.101" v="1338" actId="478"/>
          <ac:spMkLst>
            <pc:docMk/>
            <pc:sldMk cId="3039740561" sldId="1979"/>
            <ac:spMk id="5" creationId="{B8FEF294-F91D-AD04-181C-8E516C708B9B}"/>
          </ac:spMkLst>
        </pc:spChg>
        <pc:spChg chg="add mod">
          <ac:chgData name="한나 조" userId="65a288ce2c9026c1" providerId="LiveId" clId="{C15A6EEB-526C-46C9-82AA-A02ABBD41001}" dt="2026-07-06T08:27:37.975" v="3421" actId="20577"/>
          <ac:spMkLst>
            <pc:docMk/>
            <pc:sldMk cId="3039740561" sldId="1979"/>
            <ac:spMk id="5" creationId="{F9C7B49F-FE5D-4649-2256-AECD87CBA3D7}"/>
          </ac:spMkLst>
        </pc:spChg>
        <pc:spChg chg="del">
          <ac:chgData name="한나 조" userId="65a288ce2c9026c1" providerId="LiveId" clId="{C15A6EEB-526C-46C9-82AA-A02ABBD41001}" dt="2026-07-06T06:20:26.101" v="1338" actId="478"/>
          <ac:spMkLst>
            <pc:docMk/>
            <pc:sldMk cId="3039740561" sldId="1979"/>
            <ac:spMk id="6" creationId="{765AEB9D-2C51-0AAD-C7D9-8B41918EF6F7}"/>
          </ac:spMkLst>
        </pc:spChg>
        <pc:spChg chg="mod ord topLvl">
          <ac:chgData name="한나 조" userId="65a288ce2c9026c1" providerId="LiveId" clId="{C15A6EEB-526C-46C9-82AA-A02ABBD41001}" dt="2026-07-06T06:19:18.936" v="1320" actId="165"/>
          <ac:spMkLst>
            <pc:docMk/>
            <pc:sldMk cId="3039740561" sldId="1979"/>
            <ac:spMk id="9" creationId="{73ABF2CC-00B2-5AE9-F401-175DA9D01470}"/>
          </ac:spMkLst>
        </pc:spChg>
        <pc:spChg chg="del">
          <ac:chgData name="한나 조" userId="65a288ce2c9026c1" providerId="LiveId" clId="{C15A6EEB-526C-46C9-82AA-A02ABBD41001}" dt="2026-07-06T05:16:24.287" v="741" actId="478"/>
          <ac:spMkLst>
            <pc:docMk/>
            <pc:sldMk cId="3039740561" sldId="1979"/>
            <ac:spMk id="10" creationId="{DB85CBC8-DCDE-B436-A9BB-4D4364A28871}"/>
          </ac:spMkLst>
        </pc:spChg>
        <pc:spChg chg="del">
          <ac:chgData name="한나 조" userId="65a288ce2c9026c1" providerId="LiveId" clId="{C15A6EEB-526C-46C9-82AA-A02ABBD41001}" dt="2026-07-06T05:16:24.287" v="741" actId="478"/>
          <ac:spMkLst>
            <pc:docMk/>
            <pc:sldMk cId="3039740561" sldId="1979"/>
            <ac:spMk id="11" creationId="{8130221C-77D1-029B-E164-D2AB563491E0}"/>
          </ac:spMkLst>
        </pc:spChg>
        <pc:spChg chg="del">
          <ac:chgData name="한나 조" userId="65a288ce2c9026c1" providerId="LiveId" clId="{C15A6EEB-526C-46C9-82AA-A02ABBD41001}" dt="2026-07-06T05:16:24.287" v="741" actId="478"/>
          <ac:spMkLst>
            <pc:docMk/>
            <pc:sldMk cId="3039740561" sldId="1979"/>
            <ac:spMk id="12" creationId="{ECD0FE59-76F6-8705-AB4E-1B7C69B9CA42}"/>
          </ac:spMkLst>
        </pc:spChg>
        <pc:spChg chg="mod">
          <ac:chgData name="한나 조" userId="65a288ce2c9026c1" providerId="LiveId" clId="{C15A6EEB-526C-46C9-82AA-A02ABBD41001}" dt="2026-07-06T05:58:52.144" v="945" actId="12788"/>
          <ac:spMkLst>
            <pc:docMk/>
            <pc:sldMk cId="3039740561" sldId="1979"/>
            <ac:spMk id="13" creationId="{A5630466-4515-FD80-6262-6BFCE78BD9ED}"/>
          </ac:spMkLst>
        </pc:spChg>
        <pc:spChg chg="del">
          <ac:chgData name="한나 조" userId="65a288ce2c9026c1" providerId="LiveId" clId="{C15A6EEB-526C-46C9-82AA-A02ABBD41001}" dt="2026-07-06T05:16:24.287" v="741" actId="478"/>
          <ac:spMkLst>
            <pc:docMk/>
            <pc:sldMk cId="3039740561" sldId="1979"/>
            <ac:spMk id="15" creationId="{216A49D1-9CF0-B52F-5C73-230F9A6D06F9}"/>
          </ac:spMkLst>
        </pc:spChg>
        <pc:spChg chg="del">
          <ac:chgData name="한나 조" userId="65a288ce2c9026c1" providerId="LiveId" clId="{C15A6EEB-526C-46C9-82AA-A02ABBD41001}" dt="2026-07-06T05:16:24.287" v="741" actId="478"/>
          <ac:spMkLst>
            <pc:docMk/>
            <pc:sldMk cId="3039740561" sldId="1979"/>
            <ac:spMk id="16" creationId="{7CDC03E3-A701-D2D5-F80D-9CCDD4F19B12}"/>
          </ac:spMkLst>
        </pc:spChg>
        <pc:spChg chg="del mod">
          <ac:chgData name="한나 조" userId="65a288ce2c9026c1" providerId="LiveId" clId="{C15A6EEB-526C-46C9-82AA-A02ABBD41001}" dt="2026-07-06T06:08:04.967" v="1055" actId="478"/>
          <ac:spMkLst>
            <pc:docMk/>
            <pc:sldMk cId="3039740561" sldId="1979"/>
            <ac:spMk id="20" creationId="{F0BEEC37-438F-A9F5-B2C2-5DAFF279960D}"/>
          </ac:spMkLst>
        </pc:spChg>
        <pc:spChg chg="mod">
          <ac:chgData name="한나 조" userId="65a288ce2c9026c1" providerId="LiveId" clId="{C15A6EEB-526C-46C9-82AA-A02ABBD41001}" dt="2026-07-06T06:08:28.596" v="1059" actId="1076"/>
          <ac:spMkLst>
            <pc:docMk/>
            <pc:sldMk cId="3039740561" sldId="1979"/>
            <ac:spMk id="21" creationId="{C66BF75F-5C48-3F45-D942-9B9E80153FE1}"/>
          </ac:spMkLst>
        </pc:spChg>
        <pc:spChg chg="del">
          <ac:chgData name="한나 조" userId="65a288ce2c9026c1" providerId="LiveId" clId="{C15A6EEB-526C-46C9-82AA-A02ABBD41001}" dt="2026-07-06T05:16:24.287" v="741" actId="478"/>
          <ac:spMkLst>
            <pc:docMk/>
            <pc:sldMk cId="3039740561" sldId="1979"/>
            <ac:spMk id="22" creationId="{4755657D-A1CB-BC06-1BEF-F03539C7D09E}"/>
          </ac:spMkLst>
        </pc:spChg>
        <pc:spChg chg="del mod">
          <ac:chgData name="한나 조" userId="65a288ce2c9026c1" providerId="LiveId" clId="{C15A6EEB-526C-46C9-82AA-A02ABBD41001}" dt="2026-07-06T06:08:04.967" v="1055" actId="478"/>
          <ac:spMkLst>
            <pc:docMk/>
            <pc:sldMk cId="3039740561" sldId="1979"/>
            <ac:spMk id="23" creationId="{C5E9A9A4-7E03-0868-8CB0-FC3B2052E28D}"/>
          </ac:spMkLst>
        </pc:spChg>
        <pc:spChg chg="mod">
          <ac:chgData name="한나 조" userId="65a288ce2c9026c1" providerId="LiveId" clId="{C15A6EEB-526C-46C9-82AA-A02ABBD41001}" dt="2026-07-06T05:44:43.273" v="852" actId="2085"/>
          <ac:spMkLst>
            <pc:docMk/>
            <pc:sldMk cId="3039740561" sldId="1979"/>
            <ac:spMk id="24" creationId="{AA13EDB9-6964-C09E-EC5C-4D5E89165D5B}"/>
          </ac:spMkLst>
        </pc:spChg>
        <pc:spChg chg="mod">
          <ac:chgData name="한나 조" userId="65a288ce2c9026c1" providerId="LiveId" clId="{C15A6EEB-526C-46C9-82AA-A02ABBD41001}" dt="2026-07-06T05:44:32.092" v="849" actId="207"/>
          <ac:spMkLst>
            <pc:docMk/>
            <pc:sldMk cId="3039740561" sldId="1979"/>
            <ac:spMk id="26" creationId="{C748126B-7E33-12E0-9179-90A7A62A2416}"/>
          </ac:spMkLst>
        </pc:spChg>
        <pc:spChg chg="del">
          <ac:chgData name="한나 조" userId="65a288ce2c9026c1" providerId="LiveId" clId="{C15A6EEB-526C-46C9-82AA-A02ABBD41001}" dt="2026-07-06T05:16:24.287" v="741" actId="478"/>
          <ac:spMkLst>
            <pc:docMk/>
            <pc:sldMk cId="3039740561" sldId="1979"/>
            <ac:spMk id="27" creationId="{E4F560CA-6D98-69A1-1F34-8D37B317A76B}"/>
          </ac:spMkLst>
        </pc:spChg>
        <pc:spChg chg="add mod ord topLvl">
          <ac:chgData name="한나 조" userId="65a288ce2c9026c1" providerId="LiveId" clId="{C15A6EEB-526C-46C9-82AA-A02ABBD41001}" dt="2026-07-06T06:19:18.936" v="1320" actId="165"/>
          <ac:spMkLst>
            <pc:docMk/>
            <pc:sldMk cId="3039740561" sldId="1979"/>
            <ac:spMk id="37" creationId="{FDE0ACBA-C3CB-9024-8B5E-93A2CEFEA1EC}"/>
          </ac:spMkLst>
        </pc:spChg>
        <pc:spChg chg="add del mod">
          <ac:chgData name="한나 조" userId="65a288ce2c9026c1" providerId="LiveId" clId="{C15A6EEB-526C-46C9-82AA-A02ABBD41001}" dt="2026-07-06T06:08:12.021" v="1057" actId="478"/>
          <ac:spMkLst>
            <pc:docMk/>
            <pc:sldMk cId="3039740561" sldId="1979"/>
            <ac:spMk id="41" creationId="{337F8F19-05E8-613A-9D02-B54D5BB21086}"/>
          </ac:spMkLst>
        </pc:spChg>
        <pc:spChg chg="add mod">
          <ac:chgData name="한나 조" userId="65a288ce2c9026c1" providerId="LiveId" clId="{C15A6EEB-526C-46C9-82AA-A02ABBD41001}" dt="2026-07-06T05:48:04.854" v="927" actId="571"/>
          <ac:spMkLst>
            <pc:docMk/>
            <pc:sldMk cId="3039740561" sldId="1979"/>
            <ac:spMk id="42" creationId="{C98B12BB-47C3-8B08-4440-B258FF2AAA7F}"/>
          </ac:spMkLst>
        </pc:spChg>
        <pc:spChg chg="del">
          <ac:chgData name="한나 조" userId="65a288ce2c9026c1" providerId="LiveId" clId="{C15A6EEB-526C-46C9-82AA-A02ABBD41001}" dt="2026-07-06T05:16:24.287" v="741" actId="478"/>
          <ac:spMkLst>
            <pc:docMk/>
            <pc:sldMk cId="3039740561" sldId="1979"/>
            <ac:spMk id="43" creationId="{4CE93A37-AF9F-B2BC-682F-EB8CCB93BF58}"/>
          </ac:spMkLst>
        </pc:spChg>
        <pc:spChg chg="add mod">
          <ac:chgData name="한나 조" userId="65a288ce2c9026c1" providerId="LiveId" clId="{C15A6EEB-526C-46C9-82AA-A02ABBD41001}" dt="2026-07-06T06:08:28.596" v="1059" actId="1076"/>
          <ac:spMkLst>
            <pc:docMk/>
            <pc:sldMk cId="3039740561" sldId="1979"/>
            <ac:spMk id="49" creationId="{B010A98C-4E54-2389-1690-FA48A0FAD339}"/>
          </ac:spMkLst>
        </pc:spChg>
        <pc:spChg chg="add mod">
          <ac:chgData name="한나 조" userId="65a288ce2c9026c1" providerId="LiveId" clId="{C15A6EEB-526C-46C9-82AA-A02ABBD41001}" dt="2026-07-06T06:08:28.596" v="1059" actId="1076"/>
          <ac:spMkLst>
            <pc:docMk/>
            <pc:sldMk cId="3039740561" sldId="1979"/>
            <ac:spMk id="52" creationId="{78D9302C-7670-9524-C0E0-20B363C069E9}"/>
          </ac:spMkLst>
        </pc:spChg>
        <pc:spChg chg="add mod">
          <ac:chgData name="한나 조" userId="65a288ce2c9026c1" providerId="LiveId" clId="{C15A6EEB-526C-46C9-82AA-A02ABBD41001}" dt="2026-07-06T06:08:28.596" v="1059" actId="1076"/>
          <ac:spMkLst>
            <pc:docMk/>
            <pc:sldMk cId="3039740561" sldId="1979"/>
            <ac:spMk id="53" creationId="{EF43547F-B8A8-CC81-2E72-BA098422CF86}"/>
          </ac:spMkLst>
        </pc:spChg>
        <pc:spChg chg="mod">
          <ac:chgData name="한나 조" userId="65a288ce2c9026c1" providerId="LiveId" clId="{C15A6EEB-526C-46C9-82AA-A02ABBD41001}" dt="2026-07-06T06:07:46.410" v="1053" actId="14100"/>
          <ac:spMkLst>
            <pc:docMk/>
            <pc:sldMk cId="3039740561" sldId="1979"/>
            <ac:spMk id="55" creationId="{B6AAE84F-B66A-DEBA-C415-6D522800726C}"/>
          </ac:spMkLst>
        </pc:spChg>
        <pc:spChg chg="mod">
          <ac:chgData name="한나 조" userId="65a288ce2c9026c1" providerId="LiveId" clId="{C15A6EEB-526C-46C9-82AA-A02ABBD41001}" dt="2026-07-06T06:07:18.265" v="1031" actId="14100"/>
          <ac:spMkLst>
            <pc:docMk/>
            <pc:sldMk cId="3039740561" sldId="1979"/>
            <ac:spMk id="56" creationId="{A782EDF0-1D57-4CEF-FE65-97799E14814F}"/>
          </ac:spMkLst>
        </pc:spChg>
        <pc:spChg chg="mod">
          <ac:chgData name="한나 조" userId="65a288ce2c9026c1" providerId="LiveId" clId="{C15A6EEB-526C-46C9-82AA-A02ABBD41001}" dt="2026-07-06T06:07:41.809" v="1052" actId="1036"/>
          <ac:spMkLst>
            <pc:docMk/>
            <pc:sldMk cId="3039740561" sldId="1979"/>
            <ac:spMk id="58" creationId="{07589268-E7A9-B584-6306-60D68EBD1351}"/>
          </ac:spMkLst>
        </pc:spChg>
        <pc:spChg chg="mod">
          <ac:chgData name="한나 조" userId="65a288ce2c9026c1" providerId="LiveId" clId="{C15A6EEB-526C-46C9-82AA-A02ABBD41001}" dt="2026-07-06T06:07:41.809" v="1052" actId="1036"/>
          <ac:spMkLst>
            <pc:docMk/>
            <pc:sldMk cId="3039740561" sldId="1979"/>
            <ac:spMk id="59" creationId="{61150E4B-28D6-25B1-26B6-79A38FA785E3}"/>
          </ac:spMkLst>
        </pc:spChg>
        <pc:spChg chg="mod">
          <ac:chgData name="한나 조" userId="65a288ce2c9026c1" providerId="LiveId" clId="{C15A6EEB-526C-46C9-82AA-A02ABBD41001}" dt="2026-07-06T06:06:53.045" v="1022"/>
          <ac:spMkLst>
            <pc:docMk/>
            <pc:sldMk cId="3039740561" sldId="1979"/>
            <ac:spMk id="60" creationId="{6357D83D-01DD-1227-21ED-930F49696D96}"/>
          </ac:spMkLst>
        </pc:spChg>
        <pc:spChg chg="mod">
          <ac:chgData name="한나 조" userId="65a288ce2c9026c1" providerId="LiveId" clId="{C15A6EEB-526C-46C9-82AA-A02ABBD41001}" dt="2026-07-06T06:06:53.045" v="1022"/>
          <ac:spMkLst>
            <pc:docMk/>
            <pc:sldMk cId="3039740561" sldId="1979"/>
            <ac:spMk id="61" creationId="{416ACB52-B137-6AC2-0AF2-0D92F60213EE}"/>
          </ac:spMkLst>
        </pc:spChg>
        <pc:spChg chg="add mod">
          <ac:chgData name="한나 조" userId="65a288ce2c9026c1" providerId="LiveId" clId="{C15A6EEB-526C-46C9-82AA-A02ABBD41001}" dt="2026-07-06T06:08:28.596" v="1059" actId="1076"/>
          <ac:spMkLst>
            <pc:docMk/>
            <pc:sldMk cId="3039740561" sldId="1979"/>
            <ac:spMk id="62" creationId="{ECA7F22A-CE5C-EFBB-93A5-8598A4A30A6E}"/>
          </ac:spMkLst>
        </pc:spChg>
        <pc:spChg chg="add mod">
          <ac:chgData name="한나 조" userId="65a288ce2c9026c1" providerId="LiveId" clId="{C15A6EEB-526C-46C9-82AA-A02ABBD41001}" dt="2026-07-06T06:08:28.596" v="1059" actId="1076"/>
          <ac:spMkLst>
            <pc:docMk/>
            <pc:sldMk cId="3039740561" sldId="1979"/>
            <ac:spMk id="64" creationId="{17D62923-A445-412F-B4F5-32768AB40F6A}"/>
          </ac:spMkLst>
        </pc:spChg>
        <pc:spChg chg="add mod">
          <ac:chgData name="한나 조" userId="65a288ce2c9026c1" providerId="LiveId" clId="{C15A6EEB-526C-46C9-82AA-A02ABBD41001}" dt="2026-07-06T06:08:28.596" v="1059" actId="1076"/>
          <ac:spMkLst>
            <pc:docMk/>
            <pc:sldMk cId="3039740561" sldId="1979"/>
            <ac:spMk id="65" creationId="{A4252EBD-753D-F0DD-0E1F-754E4F10BDF0}"/>
          </ac:spMkLst>
        </pc:spChg>
        <pc:spChg chg="mod">
          <ac:chgData name="한나 조" userId="65a288ce2c9026c1" providerId="LiveId" clId="{C15A6EEB-526C-46C9-82AA-A02ABBD41001}" dt="2026-07-06T06:08:02.797" v="1054" actId="571"/>
          <ac:spMkLst>
            <pc:docMk/>
            <pc:sldMk cId="3039740561" sldId="1979"/>
            <ac:spMk id="67" creationId="{D6DB0FD8-26CE-E7E9-C35D-12E0721793BF}"/>
          </ac:spMkLst>
        </pc:spChg>
        <pc:spChg chg="mod">
          <ac:chgData name="한나 조" userId="65a288ce2c9026c1" providerId="LiveId" clId="{C15A6EEB-526C-46C9-82AA-A02ABBD41001}" dt="2026-07-06T06:08:02.797" v="1054" actId="571"/>
          <ac:spMkLst>
            <pc:docMk/>
            <pc:sldMk cId="3039740561" sldId="1979"/>
            <ac:spMk id="68" creationId="{E4BEE595-EB7D-5576-FDF8-A9A8C329BB1F}"/>
          </ac:spMkLst>
        </pc:spChg>
        <pc:spChg chg="mod">
          <ac:chgData name="한나 조" userId="65a288ce2c9026c1" providerId="LiveId" clId="{C15A6EEB-526C-46C9-82AA-A02ABBD41001}" dt="2026-07-06T06:08:02.797" v="1054" actId="571"/>
          <ac:spMkLst>
            <pc:docMk/>
            <pc:sldMk cId="3039740561" sldId="1979"/>
            <ac:spMk id="69" creationId="{545722A4-D168-2A59-6A76-20A376FE0E7D}"/>
          </ac:spMkLst>
        </pc:spChg>
        <pc:spChg chg="mod">
          <ac:chgData name="한나 조" userId="65a288ce2c9026c1" providerId="LiveId" clId="{C15A6EEB-526C-46C9-82AA-A02ABBD41001}" dt="2026-07-06T06:08:02.797" v="1054" actId="571"/>
          <ac:spMkLst>
            <pc:docMk/>
            <pc:sldMk cId="3039740561" sldId="1979"/>
            <ac:spMk id="70" creationId="{452A6AC9-9FB7-9F0F-1DD2-DC0A6C64DA75}"/>
          </ac:spMkLst>
        </pc:spChg>
        <pc:spChg chg="mod">
          <ac:chgData name="한나 조" userId="65a288ce2c9026c1" providerId="LiveId" clId="{C15A6EEB-526C-46C9-82AA-A02ABBD41001}" dt="2026-07-06T06:08:02.797" v="1054" actId="571"/>
          <ac:spMkLst>
            <pc:docMk/>
            <pc:sldMk cId="3039740561" sldId="1979"/>
            <ac:spMk id="71" creationId="{D0717A65-5583-A0E8-0D25-917C93377EB1}"/>
          </ac:spMkLst>
        </pc:spChg>
        <pc:spChg chg="mod">
          <ac:chgData name="한나 조" userId="65a288ce2c9026c1" providerId="LiveId" clId="{C15A6EEB-526C-46C9-82AA-A02ABBD41001}" dt="2026-07-06T06:08:02.797" v="1054" actId="571"/>
          <ac:spMkLst>
            <pc:docMk/>
            <pc:sldMk cId="3039740561" sldId="1979"/>
            <ac:spMk id="73" creationId="{82CECABD-959A-1043-906D-E51E458550F8}"/>
          </ac:spMkLst>
        </pc:spChg>
        <pc:spChg chg="add mod">
          <ac:chgData name="한나 조" userId="65a288ce2c9026c1" providerId="LiveId" clId="{C15A6EEB-526C-46C9-82AA-A02ABBD41001}" dt="2026-07-06T06:09:45.334" v="1111"/>
          <ac:spMkLst>
            <pc:docMk/>
            <pc:sldMk cId="3039740561" sldId="1979"/>
            <ac:spMk id="74" creationId="{ABA55D5A-FE8A-395F-4F2A-A81DFCD4CC1C}"/>
          </ac:spMkLst>
        </pc:spChg>
        <pc:spChg chg="add mod">
          <ac:chgData name="한나 조" userId="65a288ce2c9026c1" providerId="LiveId" clId="{C15A6EEB-526C-46C9-82AA-A02ABBD41001}" dt="2026-07-06T06:09:25.202" v="1069" actId="14100"/>
          <ac:spMkLst>
            <pc:docMk/>
            <pc:sldMk cId="3039740561" sldId="1979"/>
            <ac:spMk id="76" creationId="{38F6E32C-F1F6-1B37-2B34-82D31998F16E}"/>
          </ac:spMkLst>
        </pc:spChg>
        <pc:spChg chg="add mod">
          <ac:chgData name="한나 조" userId="65a288ce2c9026c1" providerId="LiveId" clId="{C15A6EEB-526C-46C9-82AA-A02ABBD41001}" dt="2026-07-06T06:09:11.551" v="1066" actId="404"/>
          <ac:spMkLst>
            <pc:docMk/>
            <pc:sldMk cId="3039740561" sldId="1979"/>
            <ac:spMk id="77" creationId="{94248804-CA0B-A99E-6056-4A7A67D5691B}"/>
          </ac:spMkLst>
        </pc:spChg>
        <pc:spChg chg="mod">
          <ac:chgData name="한나 조" userId="65a288ce2c9026c1" providerId="LiveId" clId="{C15A6EEB-526C-46C9-82AA-A02ABBD41001}" dt="2026-07-06T06:08:37.318" v="1060" actId="571"/>
          <ac:spMkLst>
            <pc:docMk/>
            <pc:sldMk cId="3039740561" sldId="1979"/>
            <ac:spMk id="80" creationId="{59E15CA1-32D3-4F41-ED51-17A5A908D344}"/>
          </ac:spMkLst>
        </pc:spChg>
        <pc:spChg chg="mod">
          <ac:chgData name="한나 조" userId="65a288ce2c9026c1" providerId="LiveId" clId="{C15A6EEB-526C-46C9-82AA-A02ABBD41001}" dt="2026-07-06T06:08:37.318" v="1060" actId="571"/>
          <ac:spMkLst>
            <pc:docMk/>
            <pc:sldMk cId="3039740561" sldId="1979"/>
            <ac:spMk id="81" creationId="{E68C8085-1682-47B6-8FC0-0DDCAED6646C}"/>
          </ac:spMkLst>
        </pc:spChg>
        <pc:spChg chg="del mod">
          <ac:chgData name="한나 조" userId="65a288ce2c9026c1" providerId="LiveId" clId="{C15A6EEB-526C-46C9-82AA-A02ABBD41001}" dt="2026-07-06T06:09:16.582" v="1067" actId="478"/>
          <ac:spMkLst>
            <pc:docMk/>
            <pc:sldMk cId="3039740561" sldId="1979"/>
            <ac:spMk id="82" creationId="{FADAA2A5-5100-FCDE-4B24-B035DC747CC9}"/>
          </ac:spMkLst>
        </pc:spChg>
        <pc:spChg chg="del mod">
          <ac:chgData name="한나 조" userId="65a288ce2c9026c1" providerId="LiveId" clId="{C15A6EEB-526C-46C9-82AA-A02ABBD41001}" dt="2026-07-06T06:09:20.646" v="1068" actId="478"/>
          <ac:spMkLst>
            <pc:docMk/>
            <pc:sldMk cId="3039740561" sldId="1979"/>
            <ac:spMk id="83" creationId="{2F54C949-52F9-8C37-8197-AF3A91DD3C0A}"/>
          </ac:spMkLst>
        </pc:spChg>
        <pc:spChg chg="mod">
          <ac:chgData name="한나 조" userId="65a288ce2c9026c1" providerId="LiveId" clId="{C15A6EEB-526C-46C9-82AA-A02ABBD41001}" dt="2026-07-06T06:08:37.318" v="1060" actId="571"/>
          <ac:spMkLst>
            <pc:docMk/>
            <pc:sldMk cId="3039740561" sldId="1979"/>
            <ac:spMk id="84" creationId="{4F5F6BC8-EAEF-0AB6-4528-8CD9AA565166}"/>
          </ac:spMkLst>
        </pc:spChg>
        <pc:spChg chg="mod">
          <ac:chgData name="한나 조" userId="65a288ce2c9026c1" providerId="LiveId" clId="{C15A6EEB-526C-46C9-82AA-A02ABBD41001}" dt="2026-07-06T06:08:37.318" v="1060" actId="571"/>
          <ac:spMkLst>
            <pc:docMk/>
            <pc:sldMk cId="3039740561" sldId="1979"/>
            <ac:spMk id="85" creationId="{611F258E-2D4B-D8EF-6C09-88D81BCB243B}"/>
          </ac:spMkLst>
        </pc:spChg>
        <pc:spChg chg="add mod">
          <ac:chgData name="한나 조" userId="65a288ce2c9026c1" providerId="LiveId" clId="{C15A6EEB-526C-46C9-82AA-A02ABBD41001}" dt="2026-07-06T06:08:54.392" v="1061"/>
          <ac:spMkLst>
            <pc:docMk/>
            <pc:sldMk cId="3039740561" sldId="1979"/>
            <ac:spMk id="86" creationId="{1E774566-939D-92DA-E5F8-1303782BC0CA}"/>
          </ac:spMkLst>
        </pc:spChg>
        <pc:spChg chg="add mod">
          <ac:chgData name="한나 조" userId="65a288ce2c9026c1" providerId="LiveId" clId="{C15A6EEB-526C-46C9-82AA-A02ABBD41001}" dt="2026-07-06T06:13:02.667" v="1201"/>
          <ac:spMkLst>
            <pc:docMk/>
            <pc:sldMk cId="3039740561" sldId="1979"/>
            <ac:spMk id="88" creationId="{EA8FAFA1-31C4-A928-BCA2-514FE38368C1}"/>
          </ac:spMkLst>
        </pc:spChg>
        <pc:spChg chg="add mod">
          <ac:chgData name="한나 조" userId="65a288ce2c9026c1" providerId="LiveId" clId="{C15A6EEB-526C-46C9-82AA-A02ABBD41001}" dt="2026-07-06T06:10:02.772" v="1113" actId="1038"/>
          <ac:spMkLst>
            <pc:docMk/>
            <pc:sldMk cId="3039740561" sldId="1979"/>
            <ac:spMk id="90" creationId="{A79841CF-C432-BAB1-F8C9-E724738A6DBD}"/>
          </ac:spMkLst>
        </pc:spChg>
        <pc:spChg chg="add mod">
          <ac:chgData name="한나 조" userId="65a288ce2c9026c1" providerId="LiveId" clId="{C15A6EEB-526C-46C9-82AA-A02ABBD41001}" dt="2026-07-06T06:18:37.929" v="1315" actId="1076"/>
          <ac:spMkLst>
            <pc:docMk/>
            <pc:sldMk cId="3039740561" sldId="1979"/>
            <ac:spMk id="91" creationId="{25F0361E-76A8-BD21-3E64-02BAB743C1A2}"/>
          </ac:spMkLst>
        </pc:spChg>
        <pc:spChg chg="mod">
          <ac:chgData name="한나 조" userId="65a288ce2c9026c1" providerId="LiveId" clId="{C15A6EEB-526C-46C9-82AA-A02ABBD41001}" dt="2026-07-06T06:09:59.715" v="1112" actId="571"/>
          <ac:spMkLst>
            <pc:docMk/>
            <pc:sldMk cId="3039740561" sldId="1979"/>
            <ac:spMk id="93" creationId="{2EFBB7C3-0A8D-885D-F807-9158969753EA}"/>
          </ac:spMkLst>
        </pc:spChg>
        <pc:spChg chg="mod">
          <ac:chgData name="한나 조" userId="65a288ce2c9026c1" providerId="LiveId" clId="{C15A6EEB-526C-46C9-82AA-A02ABBD41001}" dt="2026-07-06T06:09:59.715" v="1112" actId="571"/>
          <ac:spMkLst>
            <pc:docMk/>
            <pc:sldMk cId="3039740561" sldId="1979"/>
            <ac:spMk id="94" creationId="{2001663F-D1A4-EEE3-ADE3-E9EFD5577C9F}"/>
          </ac:spMkLst>
        </pc:spChg>
        <pc:spChg chg="mod">
          <ac:chgData name="한나 조" userId="65a288ce2c9026c1" providerId="LiveId" clId="{C15A6EEB-526C-46C9-82AA-A02ABBD41001}" dt="2026-07-06T06:09:59.715" v="1112" actId="571"/>
          <ac:spMkLst>
            <pc:docMk/>
            <pc:sldMk cId="3039740561" sldId="1979"/>
            <ac:spMk id="96" creationId="{26F8DB10-6BD7-C924-8650-6BC6791FAD25}"/>
          </ac:spMkLst>
        </pc:spChg>
        <pc:spChg chg="mod">
          <ac:chgData name="한나 조" userId="65a288ce2c9026c1" providerId="LiveId" clId="{C15A6EEB-526C-46C9-82AA-A02ABBD41001}" dt="2026-07-06T06:09:59.715" v="1112" actId="571"/>
          <ac:spMkLst>
            <pc:docMk/>
            <pc:sldMk cId="3039740561" sldId="1979"/>
            <ac:spMk id="97" creationId="{9FE60919-EEDA-4A09-8A9E-1D10D3BE6072}"/>
          </ac:spMkLst>
        </pc:spChg>
        <pc:spChg chg="mod">
          <ac:chgData name="한나 조" userId="65a288ce2c9026c1" providerId="LiveId" clId="{C15A6EEB-526C-46C9-82AA-A02ABBD41001}" dt="2026-07-06T06:09:59.715" v="1112" actId="571"/>
          <ac:spMkLst>
            <pc:docMk/>
            <pc:sldMk cId="3039740561" sldId="1979"/>
            <ac:spMk id="98" creationId="{8FA9BE9B-8879-494C-AE69-8FC30C5AB9D1}"/>
          </ac:spMkLst>
        </pc:spChg>
        <pc:spChg chg="mod">
          <ac:chgData name="한나 조" userId="65a288ce2c9026c1" providerId="LiveId" clId="{C15A6EEB-526C-46C9-82AA-A02ABBD41001}" dt="2026-07-06T06:09:59.715" v="1112" actId="571"/>
          <ac:spMkLst>
            <pc:docMk/>
            <pc:sldMk cId="3039740561" sldId="1979"/>
            <ac:spMk id="99" creationId="{3F600755-C845-D625-A99C-28B8ABCC2BA4}"/>
          </ac:spMkLst>
        </pc:spChg>
        <pc:spChg chg="add mod">
          <ac:chgData name="한나 조" userId="65a288ce2c9026c1" providerId="LiveId" clId="{C15A6EEB-526C-46C9-82AA-A02ABBD41001}" dt="2026-07-06T06:10:32.500" v="1174" actId="20577"/>
          <ac:spMkLst>
            <pc:docMk/>
            <pc:sldMk cId="3039740561" sldId="1979"/>
            <ac:spMk id="100" creationId="{F0C6CCF6-1F9E-ADEE-7E08-8384B8017263}"/>
          </ac:spMkLst>
        </pc:spChg>
        <pc:spChg chg="add mod">
          <ac:chgData name="한나 조" userId="65a288ce2c9026c1" providerId="LiveId" clId="{C15A6EEB-526C-46C9-82AA-A02ABBD41001}" dt="2026-07-06T06:20:26.595" v="1339"/>
          <ac:spMkLst>
            <pc:docMk/>
            <pc:sldMk cId="3039740561" sldId="1979"/>
            <ac:spMk id="104" creationId="{38FDC586-C924-CC84-D635-E979984D51C2}"/>
          </ac:spMkLst>
        </pc:spChg>
        <pc:spChg chg="add mod">
          <ac:chgData name="한나 조" userId="65a288ce2c9026c1" providerId="LiveId" clId="{C15A6EEB-526C-46C9-82AA-A02ABBD41001}" dt="2026-07-06T06:20:26.595" v="1339"/>
          <ac:spMkLst>
            <pc:docMk/>
            <pc:sldMk cId="3039740561" sldId="1979"/>
            <ac:spMk id="105" creationId="{28C72F6A-F624-A3F9-AC9D-CBF7E07D6BD7}"/>
          </ac:spMkLst>
        </pc:spChg>
        <pc:spChg chg="add mod">
          <ac:chgData name="한나 조" userId="65a288ce2c9026c1" providerId="LiveId" clId="{C15A6EEB-526C-46C9-82AA-A02ABBD41001}" dt="2026-07-06T08:05:44.565" v="2929" actId="1076"/>
          <ac:spMkLst>
            <pc:docMk/>
            <pc:sldMk cId="3039740561" sldId="1979"/>
            <ac:spMk id="106" creationId="{3D4F121D-2168-6CF8-B590-1880F4440250}"/>
          </ac:spMkLst>
        </pc:spChg>
        <pc:spChg chg="add mod">
          <ac:chgData name="한나 조" userId="65a288ce2c9026c1" providerId="LiveId" clId="{C15A6EEB-526C-46C9-82AA-A02ABBD41001}" dt="2026-07-06T08:27:31.999" v="3418" actId="20577"/>
          <ac:spMkLst>
            <pc:docMk/>
            <pc:sldMk cId="3039740561" sldId="1979"/>
            <ac:spMk id="107" creationId="{9D54B425-5F54-0CBE-E125-B4E384EEFBB8}"/>
          </ac:spMkLst>
        </pc:spChg>
        <pc:spChg chg="add mod">
          <ac:chgData name="한나 조" userId="65a288ce2c9026c1" providerId="LiveId" clId="{C15A6EEB-526C-46C9-82AA-A02ABBD41001}" dt="2026-07-06T08:09:19.095" v="3000" actId="571"/>
          <ac:spMkLst>
            <pc:docMk/>
            <pc:sldMk cId="3039740561" sldId="1979"/>
            <ac:spMk id="108" creationId="{0DF30606-8EBD-604D-8B3F-BB657D0E1326}"/>
          </ac:spMkLst>
        </pc:spChg>
        <pc:spChg chg="del">
          <ac:chgData name="한나 조" userId="65a288ce2c9026c1" providerId="LiveId" clId="{C15A6EEB-526C-46C9-82AA-A02ABBD41001}" dt="2026-07-06T08:06:05.714" v="2932" actId="478"/>
          <ac:spMkLst>
            <pc:docMk/>
            <pc:sldMk cId="3039740561" sldId="1979"/>
            <ac:spMk id="135" creationId="{8E744E7E-B151-A4B2-EE99-7FD88DE82DD4}"/>
          </ac:spMkLst>
        </pc:spChg>
        <pc:spChg chg="del">
          <ac:chgData name="한나 조" userId="65a288ce2c9026c1" providerId="LiveId" clId="{C15A6EEB-526C-46C9-82AA-A02ABBD41001}" dt="2026-07-06T05:16:24.287" v="741" actId="478"/>
          <ac:spMkLst>
            <pc:docMk/>
            <pc:sldMk cId="3039740561" sldId="1979"/>
            <ac:spMk id="138" creationId="{8A2373D7-4260-E152-25CE-F965EDABDEC6}"/>
          </ac:spMkLst>
        </pc:spChg>
        <pc:spChg chg="del">
          <ac:chgData name="한나 조" userId="65a288ce2c9026c1" providerId="LiveId" clId="{C15A6EEB-526C-46C9-82AA-A02ABBD41001}" dt="2026-07-06T05:16:24.287" v="741" actId="478"/>
          <ac:spMkLst>
            <pc:docMk/>
            <pc:sldMk cId="3039740561" sldId="1979"/>
            <ac:spMk id="140" creationId="{5FD47E6B-F1E3-CE05-C2CC-8136103D7783}"/>
          </ac:spMkLst>
        </pc:spChg>
        <pc:spChg chg="del">
          <ac:chgData name="한나 조" userId="65a288ce2c9026c1" providerId="LiveId" clId="{C15A6EEB-526C-46C9-82AA-A02ABBD41001}" dt="2026-07-06T08:11:14.587" v="3014" actId="478"/>
          <ac:spMkLst>
            <pc:docMk/>
            <pc:sldMk cId="3039740561" sldId="1979"/>
            <ac:spMk id="144" creationId="{85A3198F-9ADC-70E9-96D4-88AEA283A55E}"/>
          </ac:spMkLst>
        </pc:spChg>
        <pc:spChg chg="del">
          <ac:chgData name="한나 조" userId="65a288ce2c9026c1" providerId="LiveId" clId="{C15A6EEB-526C-46C9-82AA-A02ABBD41001}" dt="2026-07-06T08:11:14.587" v="3014" actId="478"/>
          <ac:spMkLst>
            <pc:docMk/>
            <pc:sldMk cId="3039740561" sldId="1979"/>
            <ac:spMk id="148" creationId="{E0FA4A22-EB3F-2984-9BB5-E2646B4E9B4D}"/>
          </ac:spMkLst>
        </pc:spChg>
        <pc:spChg chg="del">
          <ac:chgData name="한나 조" userId="65a288ce2c9026c1" providerId="LiveId" clId="{C15A6EEB-526C-46C9-82AA-A02ABBD41001}" dt="2026-07-06T08:11:14.587" v="3014" actId="478"/>
          <ac:spMkLst>
            <pc:docMk/>
            <pc:sldMk cId="3039740561" sldId="1979"/>
            <ac:spMk id="163" creationId="{05D237FD-CE44-0EBF-2F24-1C526D9FD2C1}"/>
          </ac:spMkLst>
        </pc:spChg>
        <pc:spChg chg="del">
          <ac:chgData name="한나 조" userId="65a288ce2c9026c1" providerId="LiveId" clId="{C15A6EEB-526C-46C9-82AA-A02ABBD41001}" dt="2026-07-06T08:11:14.587" v="3014" actId="478"/>
          <ac:spMkLst>
            <pc:docMk/>
            <pc:sldMk cId="3039740561" sldId="1979"/>
            <ac:spMk id="167" creationId="{D3CA3CDA-278E-A7BF-004B-CC2D52B353D8}"/>
          </ac:spMkLst>
        </pc:spChg>
        <pc:grpChg chg="add mod">
          <ac:chgData name="한나 조" userId="65a288ce2c9026c1" providerId="LiveId" clId="{C15A6EEB-526C-46C9-82AA-A02ABBD41001}" dt="2026-07-06T06:08:28.596" v="1059" actId="1076"/>
          <ac:grpSpMkLst>
            <pc:docMk/>
            <pc:sldMk cId="3039740561" sldId="1979"/>
            <ac:grpSpMk id="54" creationId="{DB685B73-5F69-416A-2FD1-31D9FF2DC555}"/>
          </ac:grpSpMkLst>
        </pc:grpChg>
        <pc:grpChg chg="add mod">
          <ac:chgData name="한나 조" userId="65a288ce2c9026c1" providerId="LiveId" clId="{C15A6EEB-526C-46C9-82AA-A02ABBD41001}" dt="2026-07-06T06:08:28.596" v="1059" actId="1076"/>
          <ac:grpSpMkLst>
            <pc:docMk/>
            <pc:sldMk cId="3039740561" sldId="1979"/>
            <ac:grpSpMk id="66" creationId="{DABB580B-B9F8-CDAC-3FE8-BCA67D4956C2}"/>
          </ac:grpSpMkLst>
        </pc:grpChg>
        <pc:grpChg chg="add mod">
          <ac:chgData name="한나 조" userId="65a288ce2c9026c1" providerId="LiveId" clId="{C15A6EEB-526C-46C9-82AA-A02ABBD41001}" dt="2026-07-06T06:08:37.318" v="1060" actId="571"/>
          <ac:grpSpMkLst>
            <pc:docMk/>
            <pc:sldMk cId="3039740561" sldId="1979"/>
            <ac:grpSpMk id="79" creationId="{8F3F1180-0336-FA0F-42B1-55F5A78EBD7C}"/>
          </ac:grpSpMkLst>
        </pc:grpChg>
        <pc:grpChg chg="mod">
          <ac:chgData name="한나 조" userId="65a288ce2c9026c1" providerId="LiveId" clId="{C15A6EEB-526C-46C9-82AA-A02ABBD41001}" dt="2026-07-06T06:10:02.772" v="1113" actId="1038"/>
          <ac:grpSpMkLst>
            <pc:docMk/>
            <pc:sldMk cId="3039740561" sldId="1979"/>
            <ac:grpSpMk id="92" creationId="{3126F624-B597-3CD9-37AA-D44BA43B3240}"/>
          </ac:grpSpMkLst>
        </pc:grpChg>
        <pc:grpChg chg="add del mod">
          <ac:chgData name="한나 조" userId="65a288ce2c9026c1" providerId="LiveId" clId="{C15A6EEB-526C-46C9-82AA-A02ABBD41001}" dt="2026-07-06T06:19:18.936" v="1320" actId="165"/>
          <ac:grpSpMkLst>
            <pc:docMk/>
            <pc:sldMk cId="3039740561" sldId="1979"/>
            <ac:grpSpMk id="103" creationId="{B6724962-F762-FDF6-48F6-D000F0710560}"/>
          </ac:grpSpMkLst>
        </pc:grpChg>
        <pc:graphicFrameChg chg="mod modGraphic">
          <ac:chgData name="한나 조" userId="65a288ce2c9026c1" providerId="LiveId" clId="{C15A6EEB-526C-46C9-82AA-A02ABBD41001}" dt="2026-07-06T08:29:02.248" v="3430" actId="20577"/>
          <ac:graphicFrameMkLst>
            <pc:docMk/>
            <pc:sldMk cId="3039740561" sldId="1979"/>
            <ac:graphicFrameMk id="8" creationId="{48367B0D-AD0B-DB6A-6746-8B368460EA49}"/>
          </ac:graphicFrameMkLst>
        </pc:graphicFrameChg>
        <pc:graphicFrameChg chg="add mod modGraphic">
          <ac:chgData name="한나 조" userId="65a288ce2c9026c1" providerId="LiveId" clId="{C15A6EEB-526C-46C9-82AA-A02ABBD41001}" dt="2026-07-06T06:18:30.324" v="1313" actId="20577"/>
          <ac:graphicFrameMkLst>
            <pc:docMk/>
            <pc:sldMk cId="3039740561" sldId="1979"/>
            <ac:graphicFrameMk id="102" creationId="{F71BCB1F-93D9-615A-E671-D8A1C05F4DD9}"/>
          </ac:graphicFrameMkLst>
        </pc:graphicFrameChg>
        <pc:picChg chg="del">
          <ac:chgData name="한나 조" userId="65a288ce2c9026c1" providerId="LiveId" clId="{C15A6EEB-526C-46C9-82AA-A02ABBD41001}" dt="2026-07-06T08:11:14.587" v="3014" actId="478"/>
          <ac:picMkLst>
            <pc:docMk/>
            <pc:sldMk cId="3039740561" sldId="1979"/>
            <ac:picMk id="150" creationId="{ADE8761D-87BF-BDAE-FF68-10B8BB5E1D45}"/>
          </ac:picMkLst>
        </pc:picChg>
        <pc:picChg chg="del">
          <ac:chgData name="한나 조" userId="65a288ce2c9026c1" providerId="LiveId" clId="{C15A6EEB-526C-46C9-82AA-A02ABBD41001}" dt="2026-07-06T08:11:14.587" v="3014" actId="478"/>
          <ac:picMkLst>
            <pc:docMk/>
            <pc:sldMk cId="3039740561" sldId="1979"/>
            <ac:picMk id="152" creationId="{2CF82E64-39B1-44A0-D66D-BEE777296A59}"/>
          </ac:picMkLst>
        </pc:picChg>
        <pc:cxnChg chg="add mod">
          <ac:chgData name="한나 조" userId="65a288ce2c9026c1" providerId="LiveId" clId="{C15A6EEB-526C-46C9-82AA-A02ABBD41001}" dt="2026-07-06T05:58:52.144" v="945" actId="12788"/>
          <ac:cxnSpMkLst>
            <pc:docMk/>
            <pc:sldMk cId="3039740561" sldId="1979"/>
            <ac:cxnSpMk id="44" creationId="{5C98A489-A6AD-7854-44AC-4FD97FBD85E0}"/>
          </ac:cxnSpMkLst>
        </pc:cxnChg>
        <pc:cxnChg chg="add mod">
          <ac:chgData name="한나 조" userId="65a288ce2c9026c1" providerId="LiveId" clId="{C15A6EEB-526C-46C9-82AA-A02ABBD41001}" dt="2026-07-06T05:58:56.091" v="947" actId="571"/>
          <ac:cxnSpMkLst>
            <pc:docMk/>
            <pc:sldMk cId="3039740561" sldId="1979"/>
            <ac:cxnSpMk id="48" creationId="{F466712A-DFED-B434-971E-F3404B41D767}"/>
          </ac:cxnSpMkLst>
        </pc:cxnChg>
        <pc:cxnChg chg="add mod">
          <ac:chgData name="한나 조" userId="65a288ce2c9026c1" providerId="LiveId" clId="{C15A6EEB-526C-46C9-82AA-A02ABBD41001}" dt="2026-07-06T06:08:28.596" v="1059" actId="1076"/>
          <ac:cxnSpMkLst>
            <pc:docMk/>
            <pc:sldMk cId="3039740561" sldId="1979"/>
            <ac:cxnSpMk id="50" creationId="{91C30556-134C-34D5-96F1-EF171DBDEFDC}"/>
          </ac:cxnSpMkLst>
        </pc:cxnChg>
        <pc:cxnChg chg="del">
          <ac:chgData name="한나 조" userId="65a288ce2c9026c1" providerId="LiveId" clId="{C15A6EEB-526C-46C9-82AA-A02ABBD41001}" dt="2026-07-06T06:53:07.892" v="1608" actId="478"/>
          <ac:cxnSpMkLst>
            <pc:docMk/>
            <pc:sldMk cId="3039740561" sldId="1979"/>
            <ac:cxnSpMk id="75" creationId="{864172EA-94D1-C9E9-EB07-652F2DAA7D2C}"/>
          </ac:cxnSpMkLst>
        </pc:cxnChg>
        <pc:cxnChg chg="mod">
          <ac:chgData name="한나 조" userId="65a288ce2c9026c1" providerId="LiveId" clId="{C15A6EEB-526C-46C9-82AA-A02ABBD41001}" dt="2026-07-06T06:10:02.772" v="1113" actId="1038"/>
          <ac:cxnSpMkLst>
            <pc:docMk/>
            <pc:sldMk cId="3039740561" sldId="1979"/>
            <ac:cxnSpMk id="87" creationId="{28876B77-46B8-9DBD-A446-06B19FCD4ABF}"/>
          </ac:cxnSpMkLst>
        </pc:cxnChg>
        <pc:cxnChg chg="mod">
          <ac:chgData name="한나 조" userId="65a288ce2c9026c1" providerId="LiveId" clId="{C15A6EEB-526C-46C9-82AA-A02ABBD41001}" dt="2026-07-06T06:10:02.772" v="1113" actId="1038"/>
          <ac:cxnSpMkLst>
            <pc:docMk/>
            <pc:sldMk cId="3039740561" sldId="1979"/>
            <ac:cxnSpMk id="89" creationId="{BE0806F8-0C3E-B165-E6C2-3B7CFC2C0AB9}"/>
          </ac:cxnSpMkLst>
        </pc:cxnChg>
        <pc:cxnChg chg="add mod">
          <ac:chgData name="한나 조" userId="65a288ce2c9026c1" providerId="LiveId" clId="{C15A6EEB-526C-46C9-82AA-A02ABBD41001}" dt="2026-07-06T06:10:18.623" v="1132" actId="1035"/>
          <ac:cxnSpMkLst>
            <pc:docMk/>
            <pc:sldMk cId="3039740561" sldId="1979"/>
            <ac:cxnSpMk id="101" creationId="{8CA4403B-E0C2-9C0C-D309-708DDB6240AA}"/>
          </ac:cxnSpMkLst>
        </pc:cxnChg>
      </pc:sldChg>
      <pc:sldChg chg="addSp delSp modSp add mod modClrScheme chgLayout">
        <pc:chgData name="한나 조" userId="65a288ce2c9026c1" providerId="LiveId" clId="{C15A6EEB-526C-46C9-82AA-A02ABBD41001}" dt="2026-07-06T08:39:46.318" v="4316" actId="108"/>
        <pc:sldMkLst>
          <pc:docMk/>
          <pc:sldMk cId="51404043" sldId="1980"/>
        </pc:sldMkLst>
        <pc:spChg chg="mod">
          <ac:chgData name="한나 조" userId="65a288ce2c9026c1" providerId="LiveId" clId="{C15A6EEB-526C-46C9-82AA-A02ABBD41001}" dt="2026-07-06T06:21:27.693" v="1356"/>
          <ac:spMkLst>
            <pc:docMk/>
            <pc:sldMk cId="51404043" sldId="1980"/>
            <ac:spMk id="2" creationId="{60F3D010-F3DC-AFD5-69A2-D4249C9DD7E4}"/>
          </ac:spMkLst>
        </pc:spChg>
        <pc:spChg chg="mod">
          <ac:chgData name="한나 조" userId="65a288ce2c9026c1" providerId="LiveId" clId="{C15A6EEB-526C-46C9-82AA-A02ABBD41001}" dt="2026-07-06T06:20:12.336" v="1322"/>
          <ac:spMkLst>
            <pc:docMk/>
            <pc:sldMk cId="51404043" sldId="1980"/>
            <ac:spMk id="4" creationId="{CC74AB4B-D1D8-6908-0C70-B9879BE7566C}"/>
          </ac:spMkLst>
        </pc:spChg>
        <pc:spChg chg="mod">
          <ac:chgData name="한나 조" userId="65a288ce2c9026c1" providerId="LiveId" clId="{C15A6EEB-526C-46C9-82AA-A02ABBD41001}" dt="2026-07-06T06:20:16.936" v="1328" actId="20577"/>
          <ac:spMkLst>
            <pc:docMk/>
            <pc:sldMk cId="51404043" sldId="1980"/>
            <ac:spMk id="5" creationId="{328DCEEE-CAD6-EB68-DF72-AA1EAF32755A}"/>
          </ac:spMkLst>
        </pc:spChg>
        <pc:spChg chg="mod">
          <ac:chgData name="한나 조" userId="65a288ce2c9026c1" providerId="LiveId" clId="{C15A6EEB-526C-46C9-82AA-A02ABBD41001}" dt="2026-07-06T06:20:23.197" v="1337"/>
          <ac:spMkLst>
            <pc:docMk/>
            <pc:sldMk cId="51404043" sldId="1980"/>
            <ac:spMk id="6" creationId="{D117853B-DC20-7E17-44A4-01B913C41F78}"/>
          </ac:spMkLst>
        </pc:spChg>
        <pc:spChg chg="add mod">
          <ac:chgData name="한나 조" userId="65a288ce2c9026c1" providerId="LiveId" clId="{C15A6EEB-526C-46C9-82AA-A02ABBD41001}" dt="2026-07-06T08:29:25.364" v="3439" actId="20577"/>
          <ac:spMkLst>
            <pc:docMk/>
            <pc:sldMk cId="51404043" sldId="1980"/>
            <ac:spMk id="7" creationId="{690C4289-1980-F5E9-789D-657F7470456F}"/>
          </ac:spMkLst>
        </pc:spChg>
        <pc:spChg chg="del">
          <ac:chgData name="한나 조" userId="65a288ce2c9026c1" providerId="LiveId" clId="{C15A6EEB-526C-46C9-82AA-A02ABBD41001}" dt="2026-07-06T06:22:00.674" v="1361" actId="478"/>
          <ac:spMkLst>
            <pc:docMk/>
            <pc:sldMk cId="51404043" sldId="1980"/>
            <ac:spMk id="9" creationId="{E09E7414-6AD7-7C7A-AC3C-C1644D57C2D9}"/>
          </ac:spMkLst>
        </pc:spChg>
        <pc:spChg chg="mod topLvl">
          <ac:chgData name="한나 조" userId="65a288ce2c9026c1" providerId="LiveId" clId="{C15A6EEB-526C-46C9-82AA-A02ABBD41001}" dt="2026-07-06T08:31:45.767" v="3677"/>
          <ac:spMkLst>
            <pc:docMk/>
            <pc:sldMk cId="51404043" sldId="1980"/>
            <ac:spMk id="10" creationId="{C53EAA85-9DD3-E4AA-9108-9F1329C03D53}"/>
          </ac:spMkLst>
        </pc:spChg>
        <pc:spChg chg="mod topLvl">
          <ac:chgData name="한나 조" userId="65a288ce2c9026c1" providerId="LiveId" clId="{C15A6EEB-526C-46C9-82AA-A02ABBD41001}" dt="2026-07-06T08:31:46.784" v="3678" actId="20577"/>
          <ac:spMkLst>
            <pc:docMk/>
            <pc:sldMk cId="51404043" sldId="1980"/>
            <ac:spMk id="11" creationId="{85BEAFD6-3F69-BA48-07F1-CA1EEFC781A2}"/>
          </ac:spMkLst>
        </pc:spChg>
        <pc:spChg chg="mod topLvl">
          <ac:chgData name="한나 조" userId="65a288ce2c9026c1" providerId="LiveId" clId="{C15A6EEB-526C-46C9-82AA-A02ABBD41001}" dt="2026-07-06T08:31:49.125" v="3679"/>
          <ac:spMkLst>
            <pc:docMk/>
            <pc:sldMk cId="51404043" sldId="1980"/>
            <ac:spMk id="12" creationId="{9C4F1E51-AD10-BEB4-813D-DF40AE71AAC5}"/>
          </ac:spMkLst>
        </pc:spChg>
        <pc:spChg chg="mod topLvl">
          <ac:chgData name="한나 조" userId="65a288ce2c9026c1" providerId="LiveId" clId="{C15A6EEB-526C-46C9-82AA-A02ABBD41001}" dt="2026-07-06T08:31:49.687" v="3680" actId="20577"/>
          <ac:spMkLst>
            <pc:docMk/>
            <pc:sldMk cId="51404043" sldId="1980"/>
            <ac:spMk id="14" creationId="{C79CDABA-0DD0-9D07-FAA1-49FBA52C1DB4}"/>
          </ac:spMkLst>
        </pc:spChg>
        <pc:spChg chg="mod topLvl">
          <ac:chgData name="한나 조" userId="65a288ce2c9026c1" providerId="LiveId" clId="{C15A6EEB-526C-46C9-82AA-A02ABBD41001}" dt="2026-07-06T08:31:52.807" v="3681"/>
          <ac:spMkLst>
            <pc:docMk/>
            <pc:sldMk cId="51404043" sldId="1980"/>
            <ac:spMk id="15" creationId="{6575787B-DC8F-DD02-7DAC-2990A50D05B4}"/>
          </ac:spMkLst>
        </pc:spChg>
        <pc:spChg chg="mod topLvl">
          <ac:chgData name="한나 조" userId="65a288ce2c9026c1" providerId="LiveId" clId="{C15A6EEB-526C-46C9-82AA-A02ABBD41001}" dt="2026-07-06T08:31:53.241" v="3682" actId="20577"/>
          <ac:spMkLst>
            <pc:docMk/>
            <pc:sldMk cId="51404043" sldId="1980"/>
            <ac:spMk id="16" creationId="{F78C3563-FF4C-2652-9F79-8441E37DA98D}"/>
          </ac:spMkLst>
        </pc:spChg>
        <pc:spChg chg="del mod">
          <ac:chgData name="한나 조" userId="65a288ce2c9026c1" providerId="LiveId" clId="{C15A6EEB-526C-46C9-82AA-A02ABBD41001}" dt="2026-07-06T06:23:20.214" v="1435" actId="478"/>
          <ac:spMkLst>
            <pc:docMk/>
            <pc:sldMk cId="51404043" sldId="1980"/>
            <ac:spMk id="17" creationId="{64D390B9-F372-2DF7-164D-F59C88E5D611}"/>
          </ac:spMkLst>
        </pc:spChg>
        <pc:spChg chg="mod">
          <ac:chgData name="한나 조" userId="65a288ce2c9026c1" providerId="LiveId" clId="{C15A6EEB-526C-46C9-82AA-A02ABBD41001}" dt="2026-07-06T07:08:48.036" v="1833"/>
          <ac:spMkLst>
            <pc:docMk/>
            <pc:sldMk cId="51404043" sldId="1980"/>
            <ac:spMk id="19" creationId="{62188F89-036F-CE2C-506C-91C5A19883AB}"/>
          </ac:spMkLst>
        </pc:spChg>
        <pc:spChg chg="mod">
          <ac:chgData name="한나 조" userId="65a288ce2c9026c1" providerId="LiveId" clId="{C15A6EEB-526C-46C9-82AA-A02ABBD41001}" dt="2026-07-06T06:27:47.038" v="1525"/>
          <ac:spMkLst>
            <pc:docMk/>
            <pc:sldMk cId="51404043" sldId="1980"/>
            <ac:spMk id="20" creationId="{B02CBD7F-90AC-5958-B7D3-64D3240582C2}"/>
          </ac:spMkLst>
        </pc:spChg>
        <pc:spChg chg="del">
          <ac:chgData name="한나 조" userId="65a288ce2c9026c1" providerId="LiveId" clId="{C15A6EEB-526C-46C9-82AA-A02ABBD41001}" dt="2026-07-06T06:21:46.810" v="1357" actId="478"/>
          <ac:spMkLst>
            <pc:docMk/>
            <pc:sldMk cId="51404043" sldId="1980"/>
            <ac:spMk id="21" creationId="{05480E24-C11C-C505-95B6-6BEFCC85EC40}"/>
          </ac:spMkLst>
        </pc:spChg>
        <pc:spChg chg="mod">
          <ac:chgData name="한나 조" userId="65a288ce2c9026c1" providerId="LiveId" clId="{C15A6EEB-526C-46C9-82AA-A02ABBD41001}" dt="2026-07-06T07:08:51.124" v="1838"/>
          <ac:spMkLst>
            <pc:docMk/>
            <pc:sldMk cId="51404043" sldId="1980"/>
            <ac:spMk id="22" creationId="{1753448F-6BF8-1F4F-0F97-EBA466600EFF}"/>
          </ac:spMkLst>
        </pc:spChg>
        <pc:spChg chg="mod">
          <ac:chgData name="한나 조" userId="65a288ce2c9026c1" providerId="LiveId" clId="{C15A6EEB-526C-46C9-82AA-A02ABBD41001}" dt="2026-07-06T06:53:35.030" v="1610" actId="1076"/>
          <ac:spMkLst>
            <pc:docMk/>
            <pc:sldMk cId="51404043" sldId="1980"/>
            <ac:spMk id="23" creationId="{29D6FBC2-7122-5C57-CD53-1D827C8238E3}"/>
          </ac:spMkLst>
        </pc:spChg>
        <pc:spChg chg="mod">
          <ac:chgData name="한나 조" userId="65a288ce2c9026c1" providerId="LiveId" clId="{C15A6EEB-526C-46C9-82AA-A02ABBD41001}" dt="2026-07-06T07:08:35.642" v="1818" actId="20577"/>
          <ac:spMkLst>
            <pc:docMk/>
            <pc:sldMk cId="51404043" sldId="1980"/>
            <ac:spMk id="27" creationId="{B03FAFB3-F512-0F17-9846-16C258A8BD4F}"/>
          </ac:spMkLst>
        </pc:spChg>
        <pc:spChg chg="mod">
          <ac:chgData name="한나 조" userId="65a288ce2c9026c1" providerId="LiveId" clId="{C15A6EEB-526C-46C9-82AA-A02ABBD41001}" dt="2026-07-06T06:52:36.006" v="1599" actId="207"/>
          <ac:spMkLst>
            <pc:docMk/>
            <pc:sldMk cId="51404043" sldId="1980"/>
            <ac:spMk id="29" creationId="{34ED09ED-2059-8FFF-CE64-ED73445C2298}"/>
          </ac:spMkLst>
        </pc:spChg>
        <pc:spChg chg="del">
          <ac:chgData name="한나 조" userId="65a288ce2c9026c1" providerId="LiveId" clId="{C15A6EEB-526C-46C9-82AA-A02ABBD41001}" dt="2026-07-06T06:22:00.674" v="1361" actId="478"/>
          <ac:spMkLst>
            <pc:docMk/>
            <pc:sldMk cId="51404043" sldId="1980"/>
            <ac:spMk id="37" creationId="{EF9B192F-14E5-554A-0DE9-4C7B18A00339}"/>
          </ac:spMkLst>
        </pc:spChg>
        <pc:spChg chg="mod">
          <ac:chgData name="한나 조" userId="65a288ce2c9026c1" providerId="LiveId" clId="{C15A6EEB-526C-46C9-82AA-A02ABBD41001}" dt="2026-07-06T06:27:47.038" v="1525"/>
          <ac:spMkLst>
            <pc:docMk/>
            <pc:sldMk cId="51404043" sldId="1980"/>
            <ac:spMk id="41" creationId="{81893846-99EE-2D95-9C38-C340E9511E62}"/>
          </ac:spMkLst>
        </pc:spChg>
        <pc:spChg chg="mod">
          <ac:chgData name="한나 조" userId="65a288ce2c9026c1" providerId="LiveId" clId="{C15A6EEB-526C-46C9-82AA-A02ABBD41001}" dt="2026-07-06T06:27:47.038" v="1525"/>
          <ac:spMkLst>
            <pc:docMk/>
            <pc:sldMk cId="51404043" sldId="1980"/>
            <ac:spMk id="42" creationId="{73EE2CE6-3EB8-C2E2-847E-BA3EDF1B1C14}"/>
          </ac:spMkLst>
        </pc:spChg>
        <pc:spChg chg="del mod topLvl">
          <ac:chgData name="한나 조" userId="65a288ce2c9026c1" providerId="LiveId" clId="{C15A6EEB-526C-46C9-82AA-A02ABBD41001}" dt="2026-07-06T06:25:52.334" v="1476" actId="478"/>
          <ac:spMkLst>
            <pc:docMk/>
            <pc:sldMk cId="51404043" sldId="1980"/>
            <ac:spMk id="48" creationId="{F21759A6-1FA9-F58C-8E07-F8FD00F3D32E}"/>
          </ac:spMkLst>
        </pc:spChg>
        <pc:spChg chg="del">
          <ac:chgData name="한나 조" userId="65a288ce2c9026c1" providerId="LiveId" clId="{C15A6EEB-526C-46C9-82AA-A02ABBD41001}" dt="2026-07-06T06:21:46.810" v="1357" actId="478"/>
          <ac:spMkLst>
            <pc:docMk/>
            <pc:sldMk cId="51404043" sldId="1980"/>
            <ac:spMk id="49" creationId="{C04BAB94-B222-2CA4-E5B9-1E727993E297}"/>
          </ac:spMkLst>
        </pc:spChg>
        <pc:spChg chg="mod topLvl">
          <ac:chgData name="한나 조" userId="65a288ce2c9026c1" providerId="LiveId" clId="{C15A6EEB-526C-46C9-82AA-A02ABBD41001}" dt="2026-07-06T06:53:35.030" v="1610" actId="1076"/>
          <ac:spMkLst>
            <pc:docMk/>
            <pc:sldMk cId="51404043" sldId="1980"/>
            <ac:spMk id="51" creationId="{0FCB69F4-3E7F-A967-0A29-4C12166EECD7}"/>
          </ac:spMkLst>
        </pc:spChg>
        <pc:spChg chg="del">
          <ac:chgData name="한나 조" userId="65a288ce2c9026c1" providerId="LiveId" clId="{C15A6EEB-526C-46C9-82AA-A02ABBD41001}" dt="2026-07-06T06:21:46.810" v="1357" actId="478"/>
          <ac:spMkLst>
            <pc:docMk/>
            <pc:sldMk cId="51404043" sldId="1980"/>
            <ac:spMk id="52" creationId="{3689F2EE-6EC1-0ECA-183F-0DCF3A6AA88D}"/>
          </ac:spMkLst>
        </pc:spChg>
        <pc:spChg chg="del">
          <ac:chgData name="한나 조" userId="65a288ce2c9026c1" providerId="LiveId" clId="{C15A6EEB-526C-46C9-82AA-A02ABBD41001}" dt="2026-07-06T06:21:46.810" v="1357" actId="478"/>
          <ac:spMkLst>
            <pc:docMk/>
            <pc:sldMk cId="51404043" sldId="1980"/>
            <ac:spMk id="53" creationId="{9348FC8F-7681-F55C-E98F-5AD521E46DB2}"/>
          </ac:spMkLst>
        </pc:spChg>
        <pc:spChg chg="del">
          <ac:chgData name="한나 조" userId="65a288ce2c9026c1" providerId="LiveId" clId="{C15A6EEB-526C-46C9-82AA-A02ABBD41001}" dt="2026-07-06T06:21:46.810" v="1357" actId="478"/>
          <ac:spMkLst>
            <pc:docMk/>
            <pc:sldMk cId="51404043" sldId="1980"/>
            <ac:spMk id="62" creationId="{AB2CF962-2B43-3F54-9304-2862BC556B01}"/>
          </ac:spMkLst>
        </pc:spChg>
        <pc:spChg chg="del">
          <ac:chgData name="한나 조" userId="65a288ce2c9026c1" providerId="LiveId" clId="{C15A6EEB-526C-46C9-82AA-A02ABBD41001}" dt="2026-07-06T06:21:46.810" v="1357" actId="478"/>
          <ac:spMkLst>
            <pc:docMk/>
            <pc:sldMk cId="51404043" sldId="1980"/>
            <ac:spMk id="64" creationId="{17A60495-2DE7-AC50-2B7B-B8C5E0A145AB}"/>
          </ac:spMkLst>
        </pc:spChg>
        <pc:spChg chg="del">
          <ac:chgData name="한나 조" userId="65a288ce2c9026c1" providerId="LiveId" clId="{C15A6EEB-526C-46C9-82AA-A02ABBD41001}" dt="2026-07-06T06:21:46.810" v="1357" actId="478"/>
          <ac:spMkLst>
            <pc:docMk/>
            <pc:sldMk cId="51404043" sldId="1980"/>
            <ac:spMk id="65" creationId="{0F6934B5-E128-0484-5AE6-E304CB2909BC}"/>
          </ac:spMkLst>
        </pc:spChg>
        <pc:spChg chg="del">
          <ac:chgData name="한나 조" userId="65a288ce2c9026c1" providerId="LiveId" clId="{C15A6EEB-526C-46C9-82AA-A02ABBD41001}" dt="2026-07-06T06:21:46.810" v="1357" actId="478"/>
          <ac:spMkLst>
            <pc:docMk/>
            <pc:sldMk cId="51404043" sldId="1980"/>
            <ac:spMk id="74" creationId="{09831D15-E482-AE16-CA2C-7670004993C8}"/>
          </ac:spMkLst>
        </pc:spChg>
        <pc:spChg chg="del">
          <ac:chgData name="한나 조" userId="65a288ce2c9026c1" providerId="LiveId" clId="{C15A6EEB-526C-46C9-82AA-A02ABBD41001}" dt="2026-07-06T06:27:22.683" v="1519" actId="478"/>
          <ac:spMkLst>
            <pc:docMk/>
            <pc:sldMk cId="51404043" sldId="1980"/>
            <ac:spMk id="76" creationId="{A553D2E0-9272-6100-E453-961096C63BA4}"/>
          </ac:spMkLst>
        </pc:spChg>
        <pc:spChg chg="del">
          <ac:chgData name="한나 조" userId="65a288ce2c9026c1" providerId="LiveId" clId="{C15A6EEB-526C-46C9-82AA-A02ABBD41001}" dt="2026-07-06T06:21:46.810" v="1357" actId="478"/>
          <ac:spMkLst>
            <pc:docMk/>
            <pc:sldMk cId="51404043" sldId="1980"/>
            <ac:spMk id="77" creationId="{8EBDC001-9C1F-C0AA-7578-F758928FE874}"/>
          </ac:spMkLst>
        </pc:spChg>
        <pc:spChg chg="add mod">
          <ac:chgData name="한나 조" userId="65a288ce2c9026c1" providerId="LiveId" clId="{C15A6EEB-526C-46C9-82AA-A02ABBD41001}" dt="2026-07-06T06:28:15.805" v="1527" actId="1037"/>
          <ac:spMkLst>
            <pc:docMk/>
            <pc:sldMk cId="51404043" sldId="1980"/>
            <ac:spMk id="78" creationId="{71F88B43-C32C-2456-06AC-408470A1CD91}"/>
          </ac:spMkLst>
        </pc:spChg>
        <pc:spChg chg="add mod">
          <ac:chgData name="한나 조" userId="65a288ce2c9026c1" providerId="LiveId" clId="{C15A6EEB-526C-46C9-82AA-A02ABBD41001}" dt="2026-07-06T06:53:35.030" v="1610" actId="1076"/>
          <ac:spMkLst>
            <pc:docMk/>
            <pc:sldMk cId="51404043" sldId="1980"/>
            <ac:spMk id="82" creationId="{379B7210-B639-CBA0-D8B1-54B2B431EDDF}"/>
          </ac:spMkLst>
        </pc:spChg>
        <pc:spChg chg="del">
          <ac:chgData name="한나 조" userId="65a288ce2c9026c1" providerId="LiveId" clId="{C15A6EEB-526C-46C9-82AA-A02ABBD41001}" dt="2026-07-06T06:53:12.796" v="1609" actId="478"/>
          <ac:spMkLst>
            <pc:docMk/>
            <pc:sldMk cId="51404043" sldId="1980"/>
            <ac:spMk id="86" creationId="{FE093342-ED94-34D9-354E-E16CA6D4A7C2}"/>
          </ac:spMkLst>
        </pc:spChg>
        <pc:spChg chg="del">
          <ac:chgData name="한나 조" userId="65a288ce2c9026c1" providerId="LiveId" clId="{C15A6EEB-526C-46C9-82AA-A02ABBD41001}" dt="2026-07-06T06:22:00.674" v="1361" actId="478"/>
          <ac:spMkLst>
            <pc:docMk/>
            <pc:sldMk cId="51404043" sldId="1980"/>
            <ac:spMk id="88" creationId="{059453B9-3FA3-5B22-120F-AB718DB990EE}"/>
          </ac:spMkLst>
        </pc:spChg>
        <pc:spChg chg="del">
          <ac:chgData name="한나 조" userId="65a288ce2c9026c1" providerId="LiveId" clId="{C15A6EEB-526C-46C9-82AA-A02ABBD41001}" dt="2026-07-06T06:22:00.674" v="1361" actId="478"/>
          <ac:spMkLst>
            <pc:docMk/>
            <pc:sldMk cId="51404043" sldId="1980"/>
            <ac:spMk id="90" creationId="{DA06F03D-277B-30DF-3DE4-ECE97845FE6F}"/>
          </ac:spMkLst>
        </pc:spChg>
        <pc:spChg chg="del">
          <ac:chgData name="한나 조" userId="65a288ce2c9026c1" providerId="LiveId" clId="{C15A6EEB-526C-46C9-82AA-A02ABBD41001}" dt="2026-07-06T06:22:00.674" v="1361" actId="478"/>
          <ac:spMkLst>
            <pc:docMk/>
            <pc:sldMk cId="51404043" sldId="1980"/>
            <ac:spMk id="91" creationId="{AF3920B8-F41A-3DF2-2773-8C7487AF1799}"/>
          </ac:spMkLst>
        </pc:spChg>
        <pc:spChg chg="del">
          <ac:chgData name="한나 조" userId="65a288ce2c9026c1" providerId="LiveId" clId="{C15A6EEB-526C-46C9-82AA-A02ABBD41001}" dt="2026-07-06T06:22:00.674" v="1361" actId="478"/>
          <ac:spMkLst>
            <pc:docMk/>
            <pc:sldMk cId="51404043" sldId="1980"/>
            <ac:spMk id="100" creationId="{21994908-EB1F-6129-445A-0E791DAB5379}"/>
          </ac:spMkLst>
        </pc:spChg>
        <pc:spChg chg="add mod">
          <ac:chgData name="한나 조" userId="65a288ce2c9026c1" providerId="LiveId" clId="{C15A6EEB-526C-46C9-82AA-A02ABBD41001}" dt="2026-07-06T06:53:35.030" v="1610" actId="1076"/>
          <ac:spMkLst>
            <pc:docMk/>
            <pc:sldMk cId="51404043" sldId="1980"/>
            <ac:spMk id="104" creationId="{371A8BE7-4BF4-FEBC-AF8A-111F0D8B6153}"/>
          </ac:spMkLst>
        </pc:spChg>
        <pc:spChg chg="add mod">
          <ac:chgData name="한나 조" userId="65a288ce2c9026c1" providerId="LiveId" clId="{C15A6EEB-526C-46C9-82AA-A02ABBD41001}" dt="2026-07-06T06:53:35.030" v="1610" actId="1076"/>
          <ac:spMkLst>
            <pc:docMk/>
            <pc:sldMk cId="51404043" sldId="1980"/>
            <ac:spMk id="105" creationId="{9DBF3DF6-E6B8-0EFF-DC59-FA9076F09219}"/>
          </ac:spMkLst>
        </pc:spChg>
        <pc:spChg chg="add mod">
          <ac:chgData name="한나 조" userId="65a288ce2c9026c1" providerId="LiveId" clId="{C15A6EEB-526C-46C9-82AA-A02ABBD41001}" dt="2026-07-06T06:52:58.114" v="1605" actId="1076"/>
          <ac:spMkLst>
            <pc:docMk/>
            <pc:sldMk cId="51404043" sldId="1980"/>
            <ac:spMk id="107" creationId="{5A4E5131-7964-868B-887D-2ED81A5BF281}"/>
          </ac:spMkLst>
        </pc:spChg>
        <pc:spChg chg="add mod">
          <ac:chgData name="한나 조" userId="65a288ce2c9026c1" providerId="LiveId" clId="{C15A6EEB-526C-46C9-82AA-A02ABBD41001}" dt="2026-07-06T06:52:58.114" v="1605" actId="1076"/>
          <ac:spMkLst>
            <pc:docMk/>
            <pc:sldMk cId="51404043" sldId="1980"/>
            <ac:spMk id="108" creationId="{73AD6347-E7F6-02F0-CB86-216F40A63AC1}"/>
          </ac:spMkLst>
        </pc:spChg>
        <pc:spChg chg="add mod">
          <ac:chgData name="한나 조" userId="65a288ce2c9026c1" providerId="LiveId" clId="{C15A6EEB-526C-46C9-82AA-A02ABBD41001}" dt="2026-07-06T07:09:47.324" v="1860" actId="20577"/>
          <ac:spMkLst>
            <pc:docMk/>
            <pc:sldMk cId="51404043" sldId="1980"/>
            <ac:spMk id="109" creationId="{61A23A00-A616-1EEB-9695-656C6238A5F3}"/>
          </ac:spMkLst>
        </pc:spChg>
        <pc:spChg chg="add mod">
          <ac:chgData name="한나 조" userId="65a288ce2c9026c1" providerId="LiveId" clId="{C15A6EEB-526C-46C9-82AA-A02ABBD41001}" dt="2026-07-06T07:09:38.758" v="1850" actId="20577"/>
          <ac:spMkLst>
            <pc:docMk/>
            <pc:sldMk cId="51404043" sldId="1980"/>
            <ac:spMk id="110" creationId="{611D4CA6-9F8F-5C42-AF11-5FFB6E2BC6A6}"/>
          </ac:spMkLst>
        </pc:spChg>
        <pc:spChg chg="mod">
          <ac:chgData name="한나 조" userId="65a288ce2c9026c1" providerId="LiveId" clId="{C15A6EEB-526C-46C9-82AA-A02ABBD41001}" dt="2026-07-06T06:52:43.936" v="1601"/>
          <ac:spMkLst>
            <pc:docMk/>
            <pc:sldMk cId="51404043" sldId="1980"/>
            <ac:spMk id="113" creationId="{634E9454-A632-3A63-6254-531EFEC22CE6}"/>
          </ac:spMkLst>
        </pc:spChg>
        <pc:spChg chg="mod">
          <ac:chgData name="한나 조" userId="65a288ce2c9026c1" providerId="LiveId" clId="{C15A6EEB-526C-46C9-82AA-A02ABBD41001}" dt="2026-07-06T06:52:43.936" v="1601"/>
          <ac:spMkLst>
            <pc:docMk/>
            <pc:sldMk cId="51404043" sldId="1980"/>
            <ac:spMk id="114" creationId="{9CABCEAD-3B1E-03CC-602E-210B90747EC3}"/>
          </ac:spMkLst>
        </pc:spChg>
        <pc:spChg chg="mod">
          <ac:chgData name="한나 조" userId="65a288ce2c9026c1" providerId="LiveId" clId="{C15A6EEB-526C-46C9-82AA-A02ABBD41001}" dt="2026-07-06T06:53:39.345" v="1611" actId="571"/>
          <ac:spMkLst>
            <pc:docMk/>
            <pc:sldMk cId="51404043" sldId="1980"/>
            <ac:spMk id="116" creationId="{BDF1E89B-FA0E-896D-3249-E9EC1F86B006}"/>
          </ac:spMkLst>
        </pc:spChg>
        <pc:spChg chg="mod">
          <ac:chgData name="한나 조" userId="65a288ce2c9026c1" providerId="LiveId" clId="{C15A6EEB-526C-46C9-82AA-A02ABBD41001}" dt="2026-07-06T06:53:57.880" v="1624"/>
          <ac:spMkLst>
            <pc:docMk/>
            <pc:sldMk cId="51404043" sldId="1980"/>
            <ac:spMk id="117" creationId="{6FE0BE25-D012-817F-46F1-0CFA0EF2E015}"/>
          </ac:spMkLst>
        </pc:spChg>
        <pc:spChg chg="mod">
          <ac:chgData name="한나 조" userId="65a288ce2c9026c1" providerId="LiveId" clId="{C15A6EEB-526C-46C9-82AA-A02ABBD41001}" dt="2026-07-06T08:36:28.069" v="4016" actId="404"/>
          <ac:spMkLst>
            <pc:docMk/>
            <pc:sldMk cId="51404043" sldId="1980"/>
            <ac:spMk id="119" creationId="{8CE90623-1D56-4D3D-3A87-4C9DCA5541D6}"/>
          </ac:spMkLst>
        </pc:spChg>
        <pc:spChg chg="mod">
          <ac:chgData name="한나 조" userId="65a288ce2c9026c1" providerId="LiveId" clId="{C15A6EEB-526C-46C9-82AA-A02ABBD41001}" dt="2026-07-06T06:54:13.650" v="1650" actId="20577"/>
          <ac:spMkLst>
            <pc:docMk/>
            <pc:sldMk cId="51404043" sldId="1980"/>
            <ac:spMk id="120" creationId="{E2341BB4-567C-4330-27D4-641A467872AD}"/>
          </ac:spMkLst>
        </pc:spChg>
        <pc:spChg chg="add mod">
          <ac:chgData name="한나 조" userId="65a288ce2c9026c1" providerId="LiveId" clId="{C15A6EEB-526C-46C9-82AA-A02ABBD41001}" dt="2026-07-06T06:58:06.969" v="1703" actId="1076"/>
          <ac:spMkLst>
            <pc:docMk/>
            <pc:sldMk cId="51404043" sldId="1980"/>
            <ac:spMk id="121" creationId="{5D40396F-BE6D-C01F-857F-3F58F032342B}"/>
          </ac:spMkLst>
        </pc:spChg>
        <pc:spChg chg="add mod">
          <ac:chgData name="한나 조" userId="65a288ce2c9026c1" providerId="LiveId" clId="{C15A6EEB-526C-46C9-82AA-A02ABBD41001}" dt="2026-07-06T06:56:05.025" v="1679" actId="1076"/>
          <ac:spMkLst>
            <pc:docMk/>
            <pc:sldMk cId="51404043" sldId="1980"/>
            <ac:spMk id="124" creationId="{D0E13B75-1EE7-DE59-AEED-43E5966B02CC}"/>
          </ac:spMkLst>
        </pc:spChg>
        <pc:spChg chg="mod">
          <ac:chgData name="한나 조" userId="65a288ce2c9026c1" providerId="LiveId" clId="{C15A6EEB-526C-46C9-82AA-A02ABBD41001}" dt="2026-07-06T06:56:05.025" v="1679" actId="1076"/>
          <ac:spMkLst>
            <pc:docMk/>
            <pc:sldMk cId="51404043" sldId="1980"/>
            <ac:spMk id="125" creationId="{A815A0C0-4750-2925-DC9B-A29D0F883A87}"/>
          </ac:spMkLst>
        </pc:spChg>
        <pc:spChg chg="mod">
          <ac:chgData name="한나 조" userId="65a288ce2c9026c1" providerId="LiveId" clId="{C15A6EEB-526C-46C9-82AA-A02ABBD41001}" dt="2026-07-06T06:56:05.025" v="1679" actId="1076"/>
          <ac:spMkLst>
            <pc:docMk/>
            <pc:sldMk cId="51404043" sldId="1980"/>
            <ac:spMk id="126" creationId="{AEE2AE9F-75EF-828D-B3BA-50E93D3FCAD4}"/>
          </ac:spMkLst>
        </pc:spChg>
        <pc:spChg chg="add mod">
          <ac:chgData name="한나 조" userId="65a288ce2c9026c1" providerId="LiveId" clId="{C15A6EEB-526C-46C9-82AA-A02ABBD41001}" dt="2026-07-06T06:56:05.025" v="1679" actId="1076"/>
          <ac:spMkLst>
            <pc:docMk/>
            <pc:sldMk cId="51404043" sldId="1980"/>
            <ac:spMk id="127" creationId="{2CA81F9E-DD3B-0E63-179D-8157FD15F818}"/>
          </ac:spMkLst>
        </pc:spChg>
        <pc:spChg chg="add mod">
          <ac:chgData name="한나 조" userId="65a288ce2c9026c1" providerId="LiveId" clId="{C15A6EEB-526C-46C9-82AA-A02ABBD41001}" dt="2026-07-06T06:56:05.025" v="1679" actId="1076"/>
          <ac:spMkLst>
            <pc:docMk/>
            <pc:sldMk cId="51404043" sldId="1980"/>
            <ac:spMk id="128" creationId="{D9D4333C-747B-5EE7-0F24-82D1ED879045}"/>
          </ac:spMkLst>
        </pc:spChg>
        <pc:spChg chg="mod">
          <ac:chgData name="한나 조" userId="65a288ce2c9026c1" providerId="LiveId" clId="{C15A6EEB-526C-46C9-82AA-A02ABBD41001}" dt="2026-07-06T06:56:00.584" v="1677"/>
          <ac:spMkLst>
            <pc:docMk/>
            <pc:sldMk cId="51404043" sldId="1980"/>
            <ac:spMk id="130" creationId="{66BBB73E-4869-2E25-AF7B-E022B7AFD88A}"/>
          </ac:spMkLst>
        </pc:spChg>
        <pc:spChg chg="mod">
          <ac:chgData name="한나 조" userId="65a288ce2c9026c1" providerId="LiveId" clId="{C15A6EEB-526C-46C9-82AA-A02ABBD41001}" dt="2026-07-06T06:56:00.584" v="1677"/>
          <ac:spMkLst>
            <pc:docMk/>
            <pc:sldMk cId="51404043" sldId="1980"/>
            <ac:spMk id="132" creationId="{51455B7D-8EEF-DE63-D9D5-5AD38AEDCC18}"/>
          </ac:spMkLst>
        </pc:spChg>
        <pc:spChg chg="mod">
          <ac:chgData name="한나 조" userId="65a288ce2c9026c1" providerId="LiveId" clId="{C15A6EEB-526C-46C9-82AA-A02ABBD41001}" dt="2026-07-06T06:56:00.584" v="1677"/>
          <ac:spMkLst>
            <pc:docMk/>
            <pc:sldMk cId="51404043" sldId="1980"/>
            <ac:spMk id="134" creationId="{D9B398DF-B39A-4BD2-3B1F-92FEC234972C}"/>
          </ac:spMkLst>
        </pc:spChg>
        <pc:spChg chg="mod ord">
          <ac:chgData name="한나 조" userId="65a288ce2c9026c1" providerId="LiveId" clId="{C15A6EEB-526C-46C9-82AA-A02ABBD41001}" dt="2026-07-06T08:07:37.721" v="2938" actId="166"/>
          <ac:spMkLst>
            <pc:docMk/>
            <pc:sldMk cId="51404043" sldId="1980"/>
            <ac:spMk id="135" creationId="{B00ED670-2312-383C-9076-05CB4C1434DE}"/>
          </ac:spMkLst>
        </pc:spChg>
        <pc:spChg chg="mod">
          <ac:chgData name="한나 조" userId="65a288ce2c9026c1" providerId="LiveId" clId="{C15A6EEB-526C-46C9-82AA-A02ABBD41001}" dt="2026-07-06T06:56:00.584" v="1677"/>
          <ac:spMkLst>
            <pc:docMk/>
            <pc:sldMk cId="51404043" sldId="1980"/>
            <ac:spMk id="138" creationId="{E2E9E25E-960B-60EC-7173-7DA560E833A5}"/>
          </ac:spMkLst>
        </pc:spChg>
        <pc:spChg chg="mod">
          <ac:chgData name="한나 조" userId="65a288ce2c9026c1" providerId="LiveId" clId="{C15A6EEB-526C-46C9-82AA-A02ABBD41001}" dt="2026-07-06T06:56:00.584" v="1677"/>
          <ac:spMkLst>
            <pc:docMk/>
            <pc:sldMk cId="51404043" sldId="1980"/>
            <ac:spMk id="139" creationId="{1C961599-657C-67E8-ACD8-FCB96EB525E4}"/>
          </ac:spMkLst>
        </pc:spChg>
        <pc:spChg chg="mod">
          <ac:chgData name="한나 조" userId="65a288ce2c9026c1" providerId="LiveId" clId="{C15A6EEB-526C-46C9-82AA-A02ABBD41001}" dt="2026-07-06T06:56:00.584" v="1677"/>
          <ac:spMkLst>
            <pc:docMk/>
            <pc:sldMk cId="51404043" sldId="1980"/>
            <ac:spMk id="142" creationId="{91DA21C9-6C34-6969-2FE2-67EC81A9699F}"/>
          </ac:spMkLst>
        </pc:spChg>
        <pc:spChg chg="del">
          <ac:chgData name="한나 조" userId="65a288ce2c9026c1" providerId="LiveId" clId="{C15A6EEB-526C-46C9-82AA-A02ABBD41001}" dt="2026-07-06T08:10:59.978" v="3011" actId="478"/>
          <ac:spMkLst>
            <pc:docMk/>
            <pc:sldMk cId="51404043" sldId="1980"/>
            <ac:spMk id="144" creationId="{62CAC0CA-A397-3C99-89C7-FEA09C672D49}"/>
          </ac:spMkLst>
        </pc:spChg>
        <pc:spChg chg="mod">
          <ac:chgData name="한나 조" userId="65a288ce2c9026c1" providerId="LiveId" clId="{C15A6EEB-526C-46C9-82AA-A02ABBD41001}" dt="2026-07-06T06:56:00.584" v="1677"/>
          <ac:spMkLst>
            <pc:docMk/>
            <pc:sldMk cId="51404043" sldId="1980"/>
            <ac:spMk id="147" creationId="{F04D9429-AF83-83F1-CBBD-B1B2C2B3DACB}"/>
          </ac:spMkLst>
        </pc:spChg>
        <pc:spChg chg="del">
          <ac:chgData name="한나 조" userId="65a288ce2c9026c1" providerId="LiveId" clId="{C15A6EEB-526C-46C9-82AA-A02ABBD41001}" dt="2026-07-06T08:10:59.978" v="3011" actId="478"/>
          <ac:spMkLst>
            <pc:docMk/>
            <pc:sldMk cId="51404043" sldId="1980"/>
            <ac:spMk id="148" creationId="{0965CE42-0304-3747-6494-3463215842DB}"/>
          </ac:spMkLst>
        </pc:spChg>
        <pc:spChg chg="add mod">
          <ac:chgData name="한나 조" userId="65a288ce2c9026c1" providerId="LiveId" clId="{C15A6EEB-526C-46C9-82AA-A02ABBD41001}" dt="2026-07-06T06:57:11.532" v="1690"/>
          <ac:spMkLst>
            <pc:docMk/>
            <pc:sldMk cId="51404043" sldId="1980"/>
            <ac:spMk id="149" creationId="{3C0611DD-4931-AB5F-4A47-73877A7BC6BD}"/>
          </ac:spMkLst>
        </pc:spChg>
        <pc:spChg chg="mod">
          <ac:chgData name="한나 조" userId="65a288ce2c9026c1" providerId="LiveId" clId="{C15A6EEB-526C-46C9-82AA-A02ABBD41001}" dt="2026-07-06T06:57:11.532" v="1690"/>
          <ac:spMkLst>
            <pc:docMk/>
            <pc:sldMk cId="51404043" sldId="1980"/>
            <ac:spMk id="153" creationId="{34187E7E-DADD-B4A9-3C18-79B971F6D040}"/>
          </ac:spMkLst>
        </pc:spChg>
        <pc:spChg chg="mod">
          <ac:chgData name="한나 조" userId="65a288ce2c9026c1" providerId="LiveId" clId="{C15A6EEB-526C-46C9-82AA-A02ABBD41001}" dt="2026-07-06T06:57:11.532" v="1690"/>
          <ac:spMkLst>
            <pc:docMk/>
            <pc:sldMk cId="51404043" sldId="1980"/>
            <ac:spMk id="156" creationId="{CB6AAA32-C854-3025-DBA1-D43D8DCC4B66}"/>
          </ac:spMkLst>
        </pc:spChg>
        <pc:spChg chg="mod">
          <ac:chgData name="한나 조" userId="65a288ce2c9026c1" providerId="LiveId" clId="{C15A6EEB-526C-46C9-82AA-A02ABBD41001}" dt="2026-07-06T06:57:11.532" v="1690"/>
          <ac:spMkLst>
            <pc:docMk/>
            <pc:sldMk cId="51404043" sldId="1980"/>
            <ac:spMk id="157" creationId="{2E0C5992-59D4-F0C0-F175-E4797CD1551E}"/>
          </ac:spMkLst>
        </pc:spChg>
        <pc:spChg chg="del">
          <ac:chgData name="한나 조" userId="65a288ce2c9026c1" providerId="LiveId" clId="{C15A6EEB-526C-46C9-82AA-A02ABBD41001}" dt="2026-07-06T08:10:59.978" v="3011" actId="478"/>
          <ac:spMkLst>
            <pc:docMk/>
            <pc:sldMk cId="51404043" sldId="1980"/>
            <ac:spMk id="163" creationId="{FD2FE8A2-D28F-6A5F-A3F8-19C281133028}"/>
          </ac:spMkLst>
        </pc:spChg>
        <pc:spChg chg="mod">
          <ac:chgData name="한나 조" userId="65a288ce2c9026c1" providerId="LiveId" clId="{C15A6EEB-526C-46C9-82AA-A02ABBD41001}" dt="2026-07-06T06:57:11.532" v="1690"/>
          <ac:spMkLst>
            <pc:docMk/>
            <pc:sldMk cId="51404043" sldId="1980"/>
            <ac:spMk id="166" creationId="{EF343B63-DF58-CB06-A5AC-7C03DBB9A760}"/>
          </ac:spMkLst>
        </pc:spChg>
        <pc:spChg chg="del">
          <ac:chgData name="한나 조" userId="65a288ce2c9026c1" providerId="LiveId" clId="{C15A6EEB-526C-46C9-82AA-A02ABBD41001}" dt="2026-07-06T08:10:59.978" v="3011" actId="478"/>
          <ac:spMkLst>
            <pc:docMk/>
            <pc:sldMk cId="51404043" sldId="1980"/>
            <ac:spMk id="167" creationId="{F559C459-5AAC-DCB2-D276-BCC03F2DB3BA}"/>
          </ac:spMkLst>
        </pc:spChg>
        <pc:spChg chg="mod">
          <ac:chgData name="한나 조" userId="65a288ce2c9026c1" providerId="LiveId" clId="{C15A6EEB-526C-46C9-82AA-A02ABBD41001}" dt="2026-07-06T06:57:11.532" v="1690"/>
          <ac:spMkLst>
            <pc:docMk/>
            <pc:sldMk cId="51404043" sldId="1980"/>
            <ac:spMk id="168" creationId="{0AF07F90-492C-E224-AB02-21472A0800EA}"/>
          </ac:spMkLst>
        </pc:spChg>
        <pc:spChg chg="mod">
          <ac:chgData name="한나 조" userId="65a288ce2c9026c1" providerId="LiveId" clId="{C15A6EEB-526C-46C9-82AA-A02ABBD41001}" dt="2026-07-06T06:57:11.532" v="1690"/>
          <ac:spMkLst>
            <pc:docMk/>
            <pc:sldMk cId="51404043" sldId="1980"/>
            <ac:spMk id="169" creationId="{E53BC2AE-D8C4-0911-2C14-8750E3B8D710}"/>
          </ac:spMkLst>
        </pc:spChg>
        <pc:spChg chg="mod">
          <ac:chgData name="한나 조" userId="65a288ce2c9026c1" providerId="LiveId" clId="{C15A6EEB-526C-46C9-82AA-A02ABBD41001}" dt="2026-07-06T06:57:11.532" v="1690"/>
          <ac:spMkLst>
            <pc:docMk/>
            <pc:sldMk cId="51404043" sldId="1980"/>
            <ac:spMk id="170" creationId="{80082CAC-3ED4-0D4D-7CE4-6A334E4B4444}"/>
          </ac:spMkLst>
        </pc:spChg>
        <pc:spChg chg="mod">
          <ac:chgData name="한나 조" userId="65a288ce2c9026c1" providerId="LiveId" clId="{C15A6EEB-526C-46C9-82AA-A02ABBD41001}" dt="2026-07-06T06:57:11.532" v="1690"/>
          <ac:spMkLst>
            <pc:docMk/>
            <pc:sldMk cId="51404043" sldId="1980"/>
            <ac:spMk id="173" creationId="{1EC6FAB9-5B52-3516-3583-A5B7A188AEA3}"/>
          </ac:spMkLst>
        </pc:spChg>
        <pc:spChg chg="mod">
          <ac:chgData name="한나 조" userId="65a288ce2c9026c1" providerId="LiveId" clId="{C15A6EEB-526C-46C9-82AA-A02ABBD41001}" dt="2026-07-06T06:57:11.532" v="1690"/>
          <ac:spMkLst>
            <pc:docMk/>
            <pc:sldMk cId="51404043" sldId="1980"/>
            <ac:spMk id="176" creationId="{24265A8B-AAAB-1381-E071-17602054BB84}"/>
          </ac:spMkLst>
        </pc:spChg>
        <pc:spChg chg="mod">
          <ac:chgData name="한나 조" userId="65a288ce2c9026c1" providerId="LiveId" clId="{C15A6EEB-526C-46C9-82AA-A02ABBD41001}" dt="2026-07-06T06:57:23.075" v="1694"/>
          <ac:spMkLst>
            <pc:docMk/>
            <pc:sldMk cId="51404043" sldId="1980"/>
            <ac:spMk id="178" creationId="{8B5A53CD-006B-7993-C26C-327A6E05D28B}"/>
          </ac:spMkLst>
        </pc:spChg>
        <pc:spChg chg="mod">
          <ac:chgData name="한나 조" userId="65a288ce2c9026c1" providerId="LiveId" clId="{C15A6EEB-526C-46C9-82AA-A02ABBD41001}" dt="2026-07-06T06:57:23.075" v="1694"/>
          <ac:spMkLst>
            <pc:docMk/>
            <pc:sldMk cId="51404043" sldId="1980"/>
            <ac:spMk id="179" creationId="{2EA70EFF-7EC3-0A0B-F140-A40738354275}"/>
          </ac:spMkLst>
        </pc:spChg>
        <pc:spChg chg="mod">
          <ac:chgData name="한나 조" userId="65a288ce2c9026c1" providerId="LiveId" clId="{C15A6EEB-526C-46C9-82AA-A02ABBD41001}" dt="2026-07-06T06:57:23.075" v="1694"/>
          <ac:spMkLst>
            <pc:docMk/>
            <pc:sldMk cId="51404043" sldId="1980"/>
            <ac:spMk id="180" creationId="{6C1C4F05-4B52-E87F-4A0A-772D93E30A6A}"/>
          </ac:spMkLst>
        </pc:spChg>
        <pc:spChg chg="mod">
          <ac:chgData name="한나 조" userId="65a288ce2c9026c1" providerId="LiveId" clId="{C15A6EEB-526C-46C9-82AA-A02ABBD41001}" dt="2026-07-06T06:57:23.075" v="1694"/>
          <ac:spMkLst>
            <pc:docMk/>
            <pc:sldMk cId="51404043" sldId="1980"/>
            <ac:spMk id="188" creationId="{C5F134B7-E647-EB97-2D55-FA42E4300700}"/>
          </ac:spMkLst>
        </pc:spChg>
        <pc:spChg chg="mod">
          <ac:chgData name="한나 조" userId="65a288ce2c9026c1" providerId="LiveId" clId="{C15A6EEB-526C-46C9-82AA-A02ABBD41001}" dt="2026-07-06T06:57:23.075" v="1694"/>
          <ac:spMkLst>
            <pc:docMk/>
            <pc:sldMk cId="51404043" sldId="1980"/>
            <ac:spMk id="190" creationId="{35E85BA3-5789-EB9F-B69F-129C3B67DF25}"/>
          </ac:spMkLst>
        </pc:spChg>
        <pc:spChg chg="mod">
          <ac:chgData name="한나 조" userId="65a288ce2c9026c1" providerId="LiveId" clId="{C15A6EEB-526C-46C9-82AA-A02ABBD41001}" dt="2026-07-06T06:57:23.075" v="1694"/>
          <ac:spMkLst>
            <pc:docMk/>
            <pc:sldMk cId="51404043" sldId="1980"/>
            <ac:spMk id="191" creationId="{EB3EF94B-DA0B-8A46-1CEA-F646025997C4}"/>
          </ac:spMkLst>
        </pc:spChg>
        <pc:spChg chg="mod">
          <ac:chgData name="한나 조" userId="65a288ce2c9026c1" providerId="LiveId" clId="{C15A6EEB-526C-46C9-82AA-A02ABBD41001}" dt="2026-07-06T06:57:23.075" v="1694"/>
          <ac:spMkLst>
            <pc:docMk/>
            <pc:sldMk cId="51404043" sldId="1980"/>
            <ac:spMk id="192" creationId="{49795A3B-4516-6660-92AB-3CE087C6784D}"/>
          </ac:spMkLst>
        </pc:spChg>
        <pc:spChg chg="mod">
          <ac:chgData name="한나 조" userId="65a288ce2c9026c1" providerId="LiveId" clId="{C15A6EEB-526C-46C9-82AA-A02ABBD41001}" dt="2026-07-06T06:57:23.075" v="1694"/>
          <ac:spMkLst>
            <pc:docMk/>
            <pc:sldMk cId="51404043" sldId="1980"/>
            <ac:spMk id="193" creationId="{BA3E23EA-4C4A-E5AD-D10C-CDDBE1E336A0}"/>
          </ac:spMkLst>
        </pc:spChg>
        <pc:spChg chg="mod">
          <ac:chgData name="한나 조" userId="65a288ce2c9026c1" providerId="LiveId" clId="{C15A6EEB-526C-46C9-82AA-A02ABBD41001}" dt="2026-07-06T06:57:23.075" v="1694"/>
          <ac:spMkLst>
            <pc:docMk/>
            <pc:sldMk cId="51404043" sldId="1980"/>
            <ac:spMk id="195" creationId="{C379B98C-B4BD-DDAB-7C96-77D177F42D32}"/>
          </ac:spMkLst>
        </pc:spChg>
        <pc:spChg chg="mod">
          <ac:chgData name="한나 조" userId="65a288ce2c9026c1" providerId="LiveId" clId="{C15A6EEB-526C-46C9-82AA-A02ABBD41001}" dt="2026-07-06T06:57:23.075" v="1694"/>
          <ac:spMkLst>
            <pc:docMk/>
            <pc:sldMk cId="51404043" sldId="1980"/>
            <ac:spMk id="198" creationId="{0AB96B4E-7270-9099-811F-BFFF01787901}"/>
          </ac:spMkLst>
        </pc:spChg>
        <pc:spChg chg="add mod">
          <ac:chgData name="한나 조" userId="65a288ce2c9026c1" providerId="LiveId" clId="{C15A6EEB-526C-46C9-82AA-A02ABBD41001}" dt="2026-07-06T08:07:50.814" v="2941" actId="1076"/>
          <ac:spMkLst>
            <pc:docMk/>
            <pc:sldMk cId="51404043" sldId="1980"/>
            <ac:spMk id="202" creationId="{B8C4D2A6-2025-2B57-A31C-48B84BA2A97E}"/>
          </ac:spMkLst>
        </pc:spChg>
        <pc:spChg chg="add mod">
          <ac:chgData name="한나 조" userId="65a288ce2c9026c1" providerId="LiveId" clId="{C15A6EEB-526C-46C9-82AA-A02ABBD41001}" dt="2026-07-06T08:07:58.549" v="2943" actId="20577"/>
          <ac:spMkLst>
            <pc:docMk/>
            <pc:sldMk cId="51404043" sldId="1980"/>
            <ac:spMk id="203" creationId="{53B52C94-A002-1B39-1BD9-2B6B5AEE6021}"/>
          </ac:spMkLst>
        </pc:spChg>
        <pc:spChg chg="add mod">
          <ac:chgData name="한나 조" userId="65a288ce2c9026c1" providerId="LiveId" clId="{C15A6EEB-526C-46C9-82AA-A02ABBD41001}" dt="2026-07-06T08:08:06.380" v="2945" actId="20577"/>
          <ac:spMkLst>
            <pc:docMk/>
            <pc:sldMk cId="51404043" sldId="1980"/>
            <ac:spMk id="204" creationId="{2535D69C-8DBC-FBA5-76C6-5A18BBC25F09}"/>
          </ac:spMkLst>
        </pc:spChg>
        <pc:spChg chg="add mod">
          <ac:chgData name="한나 조" userId="65a288ce2c9026c1" providerId="LiveId" clId="{C15A6EEB-526C-46C9-82AA-A02ABBD41001}" dt="2026-07-06T08:29:19.311" v="3437" actId="20577"/>
          <ac:spMkLst>
            <pc:docMk/>
            <pc:sldMk cId="51404043" sldId="1980"/>
            <ac:spMk id="205" creationId="{3A78CCD2-07C1-ABC6-1739-470A1F5FAC9E}"/>
          </ac:spMkLst>
        </pc:spChg>
        <pc:spChg chg="add del mod">
          <ac:chgData name="한나 조" userId="65a288ce2c9026c1" providerId="LiveId" clId="{C15A6EEB-526C-46C9-82AA-A02ABBD41001}" dt="2026-07-06T08:08:28.769" v="2950" actId="11529"/>
          <ac:spMkLst>
            <pc:docMk/>
            <pc:sldMk cId="51404043" sldId="1980"/>
            <ac:spMk id="206" creationId="{FAEAD931-789F-89C4-31CF-7EAC80E98A39}"/>
          </ac:spMkLst>
        </pc:spChg>
        <pc:spChg chg="add mod">
          <ac:chgData name="한나 조" userId="65a288ce2c9026c1" providerId="LiveId" clId="{C15A6EEB-526C-46C9-82AA-A02ABBD41001}" dt="2026-07-06T08:08:43.746" v="2991" actId="1076"/>
          <ac:spMkLst>
            <pc:docMk/>
            <pc:sldMk cId="51404043" sldId="1980"/>
            <ac:spMk id="207" creationId="{E5C995FB-FDA7-A764-0CC5-BDD56E75BE45}"/>
          </ac:spMkLst>
        </pc:spChg>
        <pc:spChg chg="add mod">
          <ac:chgData name="한나 조" userId="65a288ce2c9026c1" providerId="LiveId" clId="{C15A6EEB-526C-46C9-82AA-A02ABBD41001}" dt="2026-07-06T08:08:58.048" v="2993" actId="20577"/>
          <ac:spMkLst>
            <pc:docMk/>
            <pc:sldMk cId="51404043" sldId="1980"/>
            <ac:spMk id="208" creationId="{A43A522A-2017-FBF2-8586-9B54FF561266}"/>
          </ac:spMkLst>
        </pc:spChg>
        <pc:spChg chg="add mod">
          <ac:chgData name="한나 조" userId="65a288ce2c9026c1" providerId="LiveId" clId="{C15A6EEB-526C-46C9-82AA-A02ABBD41001}" dt="2026-07-06T08:29:09.943" v="3432" actId="20577"/>
          <ac:spMkLst>
            <pc:docMk/>
            <pc:sldMk cId="51404043" sldId="1980"/>
            <ac:spMk id="209" creationId="{4F8E8383-17BA-FD26-1685-6E9ACF8232B0}"/>
          </ac:spMkLst>
        </pc:spChg>
        <pc:spChg chg="add mod">
          <ac:chgData name="한나 조" userId="65a288ce2c9026c1" providerId="LiveId" clId="{C15A6EEB-526C-46C9-82AA-A02ABBD41001}" dt="2026-07-06T08:29:15.687" v="3435" actId="20577"/>
          <ac:spMkLst>
            <pc:docMk/>
            <pc:sldMk cId="51404043" sldId="1980"/>
            <ac:spMk id="210" creationId="{6D8CE8A9-7123-9D70-F777-1FE01EB18835}"/>
          </ac:spMkLst>
        </pc:spChg>
        <pc:grpChg chg="add del mod">
          <ac:chgData name="한나 조" userId="65a288ce2c9026c1" providerId="LiveId" clId="{C15A6EEB-526C-46C9-82AA-A02ABBD41001}" dt="2026-07-06T06:24:02.243" v="1440" actId="165"/>
          <ac:grpSpMkLst>
            <pc:docMk/>
            <pc:sldMk cId="51404043" sldId="1980"/>
            <ac:grpSpMk id="7" creationId="{E09E807E-C2BC-6A0E-2FD0-B76F74F5B57A}"/>
          </ac:grpSpMkLst>
        </pc:grpChg>
        <pc:grpChg chg="add mod">
          <ac:chgData name="한나 조" userId="65a288ce2c9026c1" providerId="LiveId" clId="{C15A6EEB-526C-46C9-82AA-A02ABBD41001}" dt="2026-07-06T06:27:47.038" v="1525"/>
          <ac:grpSpMkLst>
            <pc:docMk/>
            <pc:sldMk cId="51404043" sldId="1980"/>
            <ac:grpSpMk id="18" creationId="{14B59673-BF5C-B2C4-860D-3FA4F61CC597}"/>
          </ac:grpSpMkLst>
        </pc:grpChg>
        <pc:grpChg chg="del">
          <ac:chgData name="한나 조" userId="65a288ce2c9026c1" providerId="LiveId" clId="{C15A6EEB-526C-46C9-82AA-A02ABBD41001}" dt="2026-07-06T06:52:40.092" v="1600" actId="478"/>
          <ac:grpSpMkLst>
            <pc:docMk/>
            <pc:sldMk cId="51404043" sldId="1980"/>
            <ac:grpSpMk id="35" creationId="{332829CD-C44C-4375-F4C4-5C3753254FA7}"/>
          </ac:grpSpMkLst>
        </pc:grpChg>
        <pc:grpChg chg="add mod">
          <ac:chgData name="한나 조" userId="65a288ce2c9026c1" providerId="LiveId" clId="{C15A6EEB-526C-46C9-82AA-A02ABBD41001}" dt="2026-07-06T08:31:45.767" v="3677"/>
          <ac:grpSpMkLst>
            <pc:docMk/>
            <pc:sldMk cId="51404043" sldId="1980"/>
            <ac:grpSpMk id="43" creationId="{D429FB1D-0F5C-B752-2249-A6AB84AE2A5A}"/>
          </ac:grpSpMkLst>
        </pc:grpChg>
        <pc:grpChg chg="add mod">
          <ac:chgData name="한나 조" userId="65a288ce2c9026c1" providerId="LiveId" clId="{C15A6EEB-526C-46C9-82AA-A02ABBD41001}" dt="2026-07-06T08:31:49.125" v="3679"/>
          <ac:grpSpMkLst>
            <pc:docMk/>
            <pc:sldMk cId="51404043" sldId="1980"/>
            <ac:grpSpMk id="45" creationId="{9A0651D2-D0F9-A3C8-0E0E-E4298E96FD3B}"/>
          </ac:grpSpMkLst>
        </pc:grpChg>
        <pc:grpChg chg="add mod">
          <ac:chgData name="한나 조" userId="65a288ce2c9026c1" providerId="LiveId" clId="{C15A6EEB-526C-46C9-82AA-A02ABBD41001}" dt="2026-07-06T08:31:52.807" v="3681"/>
          <ac:grpSpMkLst>
            <pc:docMk/>
            <pc:sldMk cId="51404043" sldId="1980"/>
            <ac:grpSpMk id="46" creationId="{32F0BA05-6793-D893-9ABD-7B56020664B9}"/>
          </ac:grpSpMkLst>
        </pc:grpChg>
        <pc:grpChg chg="add del mod">
          <ac:chgData name="한나 조" userId="65a288ce2c9026c1" providerId="LiveId" clId="{C15A6EEB-526C-46C9-82AA-A02ABBD41001}" dt="2026-07-06T06:25:36.049" v="1460" actId="165"/>
          <ac:grpSpMkLst>
            <pc:docMk/>
            <pc:sldMk cId="51404043" sldId="1980"/>
            <ac:grpSpMk id="47" creationId="{4575143C-CE28-3CEA-34E9-AFC8A301486B}"/>
          </ac:grpSpMkLst>
        </pc:grpChg>
        <pc:grpChg chg="del">
          <ac:chgData name="한나 조" userId="65a288ce2c9026c1" providerId="LiveId" clId="{C15A6EEB-526C-46C9-82AA-A02ABBD41001}" dt="2026-07-06T06:21:46.810" v="1357" actId="478"/>
          <ac:grpSpMkLst>
            <pc:docMk/>
            <pc:sldMk cId="51404043" sldId="1980"/>
            <ac:grpSpMk id="66" creationId="{758FF6FF-F975-299F-BE6F-E2345F8C16A7}"/>
          </ac:grpSpMkLst>
        </pc:grpChg>
        <pc:grpChg chg="del">
          <ac:chgData name="한나 조" userId="65a288ce2c9026c1" providerId="LiveId" clId="{C15A6EEB-526C-46C9-82AA-A02ABBD41001}" dt="2026-07-06T06:27:24.813" v="1520" actId="478"/>
          <ac:grpSpMkLst>
            <pc:docMk/>
            <pc:sldMk cId="51404043" sldId="1980"/>
            <ac:grpSpMk id="79" creationId="{6D21E7B3-F141-D3A1-5FB0-73A352CBF288}"/>
          </ac:grpSpMkLst>
        </pc:grpChg>
        <pc:grpChg chg="add mod">
          <ac:chgData name="한나 조" userId="65a288ce2c9026c1" providerId="LiveId" clId="{C15A6EEB-526C-46C9-82AA-A02ABBD41001}" dt="2026-07-06T06:28:15.805" v="1527" actId="1037"/>
          <ac:grpSpMkLst>
            <pc:docMk/>
            <pc:sldMk cId="51404043" sldId="1980"/>
            <ac:grpSpMk id="83" creationId="{F3E03E6D-01A5-22BE-11DF-111A9094D8E5}"/>
          </ac:grpSpMkLst>
        </pc:grpChg>
        <pc:grpChg chg="del">
          <ac:chgData name="한나 조" userId="65a288ce2c9026c1" providerId="LiveId" clId="{C15A6EEB-526C-46C9-82AA-A02ABBD41001}" dt="2026-07-06T06:22:00.674" v="1361" actId="478"/>
          <ac:grpSpMkLst>
            <pc:docMk/>
            <pc:sldMk cId="51404043" sldId="1980"/>
            <ac:grpSpMk id="92" creationId="{1DC8B61D-A7AA-5B72-01DA-44A2AADC618E}"/>
          </ac:grpSpMkLst>
        </pc:grpChg>
        <pc:grpChg chg="add mod">
          <ac:chgData name="한나 조" userId="65a288ce2c9026c1" providerId="LiveId" clId="{C15A6EEB-526C-46C9-82AA-A02ABBD41001}" dt="2026-07-06T06:28:15.805" v="1527" actId="1037"/>
          <ac:grpSpMkLst>
            <pc:docMk/>
            <pc:sldMk cId="51404043" sldId="1980"/>
            <ac:grpSpMk id="95" creationId="{524D6329-F11A-0C85-5931-63CE8DDEE669}"/>
          </ac:grpSpMkLst>
        </pc:grpChg>
        <pc:grpChg chg="add mod">
          <ac:chgData name="한나 조" userId="65a288ce2c9026c1" providerId="LiveId" clId="{C15A6EEB-526C-46C9-82AA-A02ABBD41001}" dt="2026-07-06T06:28:15.805" v="1527" actId="1037"/>
          <ac:grpSpMkLst>
            <pc:docMk/>
            <pc:sldMk cId="51404043" sldId="1980"/>
            <ac:grpSpMk id="103" creationId="{52851FA5-04F2-90AC-781B-97B6EAB82A44}"/>
          </ac:grpSpMkLst>
        </pc:grpChg>
        <pc:grpChg chg="add mod">
          <ac:chgData name="한나 조" userId="65a288ce2c9026c1" providerId="LiveId" clId="{C15A6EEB-526C-46C9-82AA-A02ABBD41001}" dt="2026-07-06T06:27:02.622" v="1502" actId="1076"/>
          <ac:grpSpMkLst>
            <pc:docMk/>
            <pc:sldMk cId="51404043" sldId="1980"/>
            <ac:grpSpMk id="106" creationId="{1D344CDF-50D8-5C2F-50D2-DD26604C443A}"/>
          </ac:grpSpMkLst>
        </pc:grpChg>
        <pc:grpChg chg="add mod">
          <ac:chgData name="한나 조" userId="65a288ce2c9026c1" providerId="LiveId" clId="{C15A6EEB-526C-46C9-82AA-A02ABBD41001}" dt="2026-07-06T06:53:49.188" v="1614" actId="1035"/>
          <ac:grpSpMkLst>
            <pc:docMk/>
            <pc:sldMk cId="51404043" sldId="1980"/>
            <ac:grpSpMk id="111" creationId="{0A95D5A1-E9F5-4161-116F-5E208DDE7D3D}"/>
          </ac:grpSpMkLst>
        </pc:grpChg>
        <pc:grpChg chg="add mod">
          <ac:chgData name="한나 조" userId="65a288ce2c9026c1" providerId="LiveId" clId="{C15A6EEB-526C-46C9-82AA-A02ABBD41001}" dt="2026-07-06T06:52:43.936" v="1601"/>
          <ac:grpSpMkLst>
            <pc:docMk/>
            <pc:sldMk cId="51404043" sldId="1980"/>
            <ac:grpSpMk id="112" creationId="{04EADF63-E8CB-4890-3BDF-C22990B3D810}"/>
          </ac:grpSpMkLst>
        </pc:grpChg>
        <pc:grpChg chg="add del mod">
          <ac:chgData name="한나 조" userId="65a288ce2c9026c1" providerId="LiveId" clId="{C15A6EEB-526C-46C9-82AA-A02ABBD41001}" dt="2026-07-06T06:54:02.747" v="1625" actId="478"/>
          <ac:grpSpMkLst>
            <pc:docMk/>
            <pc:sldMk cId="51404043" sldId="1980"/>
            <ac:grpSpMk id="115" creationId="{020AA898-2F21-1702-A453-8257C7BDE769}"/>
          </ac:grpSpMkLst>
        </pc:grpChg>
        <pc:grpChg chg="add mod">
          <ac:chgData name="한나 조" userId="65a288ce2c9026c1" providerId="LiveId" clId="{C15A6EEB-526C-46C9-82AA-A02ABBD41001}" dt="2026-07-06T06:54:08.709" v="1630" actId="1035"/>
          <ac:grpSpMkLst>
            <pc:docMk/>
            <pc:sldMk cId="51404043" sldId="1980"/>
            <ac:grpSpMk id="118" creationId="{3615B3CD-14D5-D7F4-FD7B-10ECEC6A405D}"/>
          </ac:grpSpMkLst>
        </pc:grpChg>
        <pc:grpChg chg="mod">
          <ac:chgData name="한나 조" userId="65a288ce2c9026c1" providerId="LiveId" clId="{C15A6EEB-526C-46C9-82AA-A02ABBD41001}" dt="2026-07-06T06:56:05.025" v="1679" actId="1076"/>
          <ac:grpSpMkLst>
            <pc:docMk/>
            <pc:sldMk cId="51404043" sldId="1980"/>
            <ac:grpSpMk id="129" creationId="{40B09AFE-46B4-22F3-ADE0-5D888783A7E3}"/>
          </ac:grpSpMkLst>
        </pc:grpChg>
        <pc:grpChg chg="mod">
          <ac:chgData name="한나 조" userId="65a288ce2c9026c1" providerId="LiveId" clId="{C15A6EEB-526C-46C9-82AA-A02ABBD41001}" dt="2026-07-06T06:56:05.025" v="1679" actId="1076"/>
          <ac:grpSpMkLst>
            <pc:docMk/>
            <pc:sldMk cId="51404043" sldId="1980"/>
            <ac:grpSpMk id="136" creationId="{500FEE8D-B152-A051-AEDB-495F8FE85AFE}"/>
          </ac:grpSpMkLst>
        </pc:grpChg>
        <pc:grpChg chg="mod">
          <ac:chgData name="한나 조" userId="65a288ce2c9026c1" providerId="LiveId" clId="{C15A6EEB-526C-46C9-82AA-A02ABBD41001}" dt="2026-07-06T06:56:05.025" v="1679" actId="1076"/>
          <ac:grpSpMkLst>
            <pc:docMk/>
            <pc:sldMk cId="51404043" sldId="1980"/>
            <ac:grpSpMk id="140" creationId="{520FCD66-9FC7-D694-6F0F-EA1C3F024600}"/>
          </ac:grpSpMkLst>
        </pc:grpChg>
        <pc:grpChg chg="mod">
          <ac:chgData name="한나 조" userId="65a288ce2c9026c1" providerId="LiveId" clId="{C15A6EEB-526C-46C9-82AA-A02ABBD41001}" dt="2026-07-06T06:56:05.025" v="1679" actId="1076"/>
          <ac:grpSpMkLst>
            <pc:docMk/>
            <pc:sldMk cId="51404043" sldId="1980"/>
            <ac:grpSpMk id="145" creationId="{EB0338DD-9089-4E79-4DE5-8657F4B1C413}"/>
          </ac:grpSpMkLst>
        </pc:grpChg>
        <pc:grpChg chg="mod">
          <ac:chgData name="한나 조" userId="65a288ce2c9026c1" providerId="LiveId" clId="{C15A6EEB-526C-46C9-82AA-A02ABBD41001}" dt="2026-07-06T06:58:06.969" v="1703" actId="1076"/>
          <ac:grpSpMkLst>
            <pc:docMk/>
            <pc:sldMk cId="51404043" sldId="1980"/>
            <ac:grpSpMk id="177" creationId="{4B967120-CEA0-BA0B-71AC-32B271D74271}"/>
          </ac:grpSpMkLst>
        </pc:grpChg>
        <pc:graphicFrameChg chg="mod modGraphic">
          <ac:chgData name="한나 조" userId="65a288ce2c9026c1" providerId="LiveId" clId="{C15A6EEB-526C-46C9-82AA-A02ABBD41001}" dt="2026-07-06T08:39:46.318" v="4316" actId="108"/>
          <ac:graphicFrameMkLst>
            <pc:docMk/>
            <pc:sldMk cId="51404043" sldId="1980"/>
            <ac:graphicFrameMk id="8" creationId="{B983C61A-CA1E-C274-70A1-D7EA7133D913}"/>
          </ac:graphicFrameMkLst>
        </pc:graphicFrameChg>
        <pc:graphicFrameChg chg="del">
          <ac:chgData name="한나 조" userId="65a288ce2c9026c1" providerId="LiveId" clId="{C15A6EEB-526C-46C9-82AA-A02ABBD41001}" dt="2026-07-06T06:22:00.674" v="1361" actId="478"/>
          <ac:graphicFrameMkLst>
            <pc:docMk/>
            <pc:sldMk cId="51404043" sldId="1980"/>
            <ac:graphicFrameMk id="102" creationId="{F218C24B-54AE-E01B-4992-C8E7F939790A}"/>
          </ac:graphicFrameMkLst>
        </pc:graphicFrameChg>
        <pc:picChg chg="add mod">
          <ac:chgData name="한나 조" userId="65a288ce2c9026c1" providerId="LiveId" clId="{C15A6EEB-526C-46C9-82AA-A02ABBD41001}" dt="2026-07-06T06:28:15.805" v="1527" actId="1037"/>
          <ac:picMkLst>
            <pc:docMk/>
            <pc:sldMk cId="51404043" sldId="1980"/>
            <ac:picMk id="57" creationId="{6643CCE0-30D8-34F4-6178-6A6DE9303CBF}"/>
          </ac:picMkLst>
        </pc:picChg>
        <pc:picChg chg="add mod">
          <ac:chgData name="한나 조" userId="65a288ce2c9026c1" providerId="LiveId" clId="{C15A6EEB-526C-46C9-82AA-A02ABBD41001}" dt="2026-07-06T06:28:15.805" v="1527" actId="1037"/>
          <ac:picMkLst>
            <pc:docMk/>
            <pc:sldMk cId="51404043" sldId="1980"/>
            <ac:picMk id="72" creationId="{1EC83893-EF23-EDF5-E23D-661BE215A65E}"/>
          </ac:picMkLst>
        </pc:picChg>
        <pc:picChg chg="del">
          <ac:chgData name="한나 조" userId="65a288ce2c9026c1" providerId="LiveId" clId="{C15A6EEB-526C-46C9-82AA-A02ABBD41001}" dt="2026-07-06T08:10:59.978" v="3011" actId="478"/>
          <ac:picMkLst>
            <pc:docMk/>
            <pc:sldMk cId="51404043" sldId="1980"/>
            <ac:picMk id="150" creationId="{16DBC449-6DD3-69CA-88B3-1024DCBA6B00}"/>
          </ac:picMkLst>
        </pc:picChg>
        <pc:picChg chg="del">
          <ac:chgData name="한나 조" userId="65a288ce2c9026c1" providerId="LiveId" clId="{C15A6EEB-526C-46C9-82AA-A02ABBD41001}" dt="2026-07-06T08:10:59.978" v="3011" actId="478"/>
          <ac:picMkLst>
            <pc:docMk/>
            <pc:sldMk cId="51404043" sldId="1980"/>
            <ac:picMk id="152" creationId="{47010BA8-540B-3CA5-03ED-F07091E98F66}"/>
          </ac:picMkLst>
        </pc:picChg>
        <pc:cxnChg chg="del">
          <ac:chgData name="한나 조" userId="65a288ce2c9026c1" providerId="LiveId" clId="{C15A6EEB-526C-46C9-82AA-A02ABBD41001}" dt="2026-07-06T06:53:05.148" v="1607" actId="478"/>
          <ac:cxnSpMkLst>
            <pc:docMk/>
            <pc:sldMk cId="51404043" sldId="1980"/>
            <ac:cxnSpMk id="75" creationId="{29F5B72B-2CEF-C525-15EA-B6D10C0216C2}"/>
          </ac:cxnSpMkLst>
        </pc:cxnChg>
        <pc:cxnChg chg="del">
          <ac:chgData name="한나 조" userId="65a288ce2c9026c1" providerId="LiveId" clId="{C15A6EEB-526C-46C9-82AA-A02ABBD41001}" dt="2026-07-06T06:22:00.674" v="1361" actId="478"/>
          <ac:cxnSpMkLst>
            <pc:docMk/>
            <pc:sldMk cId="51404043" sldId="1980"/>
            <ac:cxnSpMk id="87" creationId="{F1E9396D-03D2-87A9-A294-81C30AE5DECA}"/>
          </ac:cxnSpMkLst>
        </pc:cxnChg>
        <pc:cxnChg chg="mod">
          <ac:chgData name="한나 조" userId="65a288ce2c9026c1" providerId="LiveId" clId="{C15A6EEB-526C-46C9-82AA-A02ABBD41001}" dt="2026-07-06T06:21:57.686" v="1360" actId="1076"/>
          <ac:cxnSpMkLst>
            <pc:docMk/>
            <pc:sldMk cId="51404043" sldId="1980"/>
            <ac:cxnSpMk id="89" creationId="{ACA5664E-7472-3B71-28CF-152844F2C9A3}"/>
          </ac:cxnSpMkLst>
        </pc:cxnChg>
        <pc:cxnChg chg="del">
          <ac:chgData name="한나 조" userId="65a288ce2c9026c1" providerId="LiveId" clId="{C15A6EEB-526C-46C9-82AA-A02ABBD41001}" dt="2026-07-06T06:22:00.674" v="1361" actId="478"/>
          <ac:cxnSpMkLst>
            <pc:docMk/>
            <pc:sldMk cId="51404043" sldId="1980"/>
            <ac:cxnSpMk id="101" creationId="{3228D53F-21BC-B094-4285-DCF3B0084D7F}"/>
          </ac:cxnSpMkLst>
        </pc:cxnChg>
        <pc:cxnChg chg="add mod">
          <ac:chgData name="한나 조" userId="65a288ce2c9026c1" providerId="LiveId" clId="{C15A6EEB-526C-46C9-82AA-A02ABBD41001}" dt="2026-07-06T06:58:06.969" v="1703" actId="1076"/>
          <ac:cxnSpMkLst>
            <pc:docMk/>
            <pc:sldMk cId="51404043" sldId="1980"/>
            <ac:cxnSpMk id="122" creationId="{33C90D04-24A9-26E6-2852-295497C8BDFA}"/>
          </ac:cxnSpMkLst>
        </pc:cxnChg>
        <pc:cxnChg chg="add mod">
          <ac:chgData name="한나 조" userId="65a288ce2c9026c1" providerId="LiveId" clId="{C15A6EEB-526C-46C9-82AA-A02ABBD41001}" dt="2026-07-06T06:58:10.494" v="1704" actId="14100"/>
          <ac:cxnSpMkLst>
            <pc:docMk/>
            <pc:sldMk cId="51404043" sldId="1980"/>
            <ac:cxnSpMk id="199" creationId="{F5E1B7F1-679E-8EA5-2AAB-4455A9D190D2}"/>
          </ac:cxnSpMkLst>
        </pc:cxnChg>
      </pc:sldChg>
      <pc:sldChg chg="addSp delSp modSp add mod">
        <pc:chgData name="한나 조" userId="65a288ce2c9026c1" providerId="LiveId" clId="{C15A6EEB-526C-46C9-82AA-A02ABBD41001}" dt="2026-07-06T08:41:46.618" v="4493" actId="20577"/>
        <pc:sldMkLst>
          <pc:docMk/>
          <pc:sldMk cId="161793850" sldId="1981"/>
        </pc:sldMkLst>
        <pc:spChg chg="mod">
          <ac:chgData name="한나 조" userId="65a288ce2c9026c1" providerId="LiveId" clId="{C15A6EEB-526C-46C9-82AA-A02ABBD41001}" dt="2026-07-06T07:04:36.997" v="1720"/>
          <ac:spMkLst>
            <pc:docMk/>
            <pc:sldMk cId="161793850" sldId="1981"/>
            <ac:spMk id="2" creationId="{F87558C6-7FC8-3DF7-9A40-08CC92533474}"/>
          </ac:spMkLst>
        </pc:spChg>
        <pc:spChg chg="mod">
          <ac:chgData name="한나 조" userId="65a288ce2c9026c1" providerId="LiveId" clId="{C15A6EEB-526C-46C9-82AA-A02ABBD41001}" dt="2026-07-06T07:04:29.043" v="1707"/>
          <ac:spMkLst>
            <pc:docMk/>
            <pc:sldMk cId="161793850" sldId="1981"/>
            <ac:spMk id="4" creationId="{719B39C1-6CD3-F6AD-C915-EAC280AC30CA}"/>
          </ac:spMkLst>
        </pc:spChg>
        <pc:spChg chg="mod">
          <ac:chgData name="한나 조" userId="65a288ce2c9026c1" providerId="LiveId" clId="{C15A6EEB-526C-46C9-82AA-A02ABBD41001}" dt="2026-07-06T07:07:50.143" v="1724"/>
          <ac:spMkLst>
            <pc:docMk/>
            <pc:sldMk cId="161793850" sldId="1981"/>
            <ac:spMk id="9" creationId="{BE3C5EAC-F5AF-4A85-9E5F-5944459E460D}"/>
          </ac:spMkLst>
        </pc:spChg>
        <pc:spChg chg="mod">
          <ac:chgData name="한나 조" userId="65a288ce2c9026c1" providerId="LiveId" clId="{C15A6EEB-526C-46C9-82AA-A02ABBD41001}" dt="2026-07-06T07:07:50.143" v="1724"/>
          <ac:spMkLst>
            <pc:docMk/>
            <pc:sldMk cId="161793850" sldId="1981"/>
            <ac:spMk id="17" creationId="{A7D2F960-3164-4CAF-BED8-7014ABC294D3}"/>
          </ac:spMkLst>
        </pc:spChg>
        <pc:spChg chg="add del mod">
          <ac:chgData name="한나 조" userId="65a288ce2c9026c1" providerId="LiveId" clId="{C15A6EEB-526C-46C9-82AA-A02ABBD41001}" dt="2026-07-06T08:10:44.491" v="3006" actId="478"/>
          <ac:spMkLst>
            <pc:docMk/>
            <pc:sldMk cId="161793850" sldId="1981"/>
            <ac:spMk id="21" creationId="{D38235ED-F3BF-D4F1-CFEB-9A595E0D617A}"/>
          </ac:spMkLst>
        </pc:spChg>
        <pc:spChg chg="add mod">
          <ac:chgData name="한나 조" userId="65a288ce2c9026c1" providerId="LiveId" clId="{C15A6EEB-526C-46C9-82AA-A02ABBD41001}" dt="2026-07-06T07:10:59.107" v="1894" actId="20577"/>
          <ac:spMkLst>
            <pc:docMk/>
            <pc:sldMk cId="161793850" sldId="1981"/>
            <ac:spMk id="26" creationId="{898596AE-AFC0-8E8A-27FB-31CB7AE1B91F}"/>
          </ac:spMkLst>
        </pc:spChg>
        <pc:spChg chg="add mod">
          <ac:chgData name="한나 조" userId="65a288ce2c9026c1" providerId="LiveId" clId="{C15A6EEB-526C-46C9-82AA-A02ABBD41001}" dt="2026-07-06T07:26:42.084" v="2029" actId="1076"/>
          <ac:spMkLst>
            <pc:docMk/>
            <pc:sldMk cId="161793850" sldId="1981"/>
            <ac:spMk id="28" creationId="{B1B277CC-4193-C2EB-414F-E3A35932BE5B}"/>
          </ac:spMkLst>
        </pc:spChg>
        <pc:spChg chg="mod">
          <ac:chgData name="한나 조" userId="65a288ce2c9026c1" providerId="LiveId" clId="{C15A6EEB-526C-46C9-82AA-A02ABBD41001}" dt="2026-07-06T07:07:46.696" v="1722" actId="207"/>
          <ac:spMkLst>
            <pc:docMk/>
            <pc:sldMk cId="161793850" sldId="1981"/>
            <ac:spMk id="31" creationId="{2094D854-6064-EF77-520E-E29633DB0317}"/>
          </ac:spMkLst>
        </pc:spChg>
        <pc:spChg chg="add del mod">
          <ac:chgData name="한나 조" userId="65a288ce2c9026c1" providerId="LiveId" clId="{C15A6EEB-526C-46C9-82AA-A02ABBD41001}" dt="2026-07-06T08:10:44.491" v="3006" actId="478"/>
          <ac:spMkLst>
            <pc:docMk/>
            <pc:sldMk cId="161793850" sldId="1981"/>
            <ac:spMk id="35" creationId="{2C2EDBC8-7F8A-88B4-6106-5DF9ACA8173B}"/>
          </ac:spMkLst>
        </pc:spChg>
        <pc:spChg chg="add mod">
          <ac:chgData name="한나 조" userId="65a288ce2c9026c1" providerId="LiveId" clId="{C15A6EEB-526C-46C9-82AA-A02ABBD41001}" dt="2026-07-06T07:22:54.185" v="1942" actId="1076"/>
          <ac:spMkLst>
            <pc:docMk/>
            <pc:sldMk cId="161793850" sldId="1981"/>
            <ac:spMk id="37" creationId="{E1D51E16-882E-80C4-EC42-D7252FBCC90F}"/>
          </ac:spMkLst>
        </pc:spChg>
        <pc:spChg chg="add mod">
          <ac:chgData name="한나 조" userId="65a288ce2c9026c1" providerId="LiveId" clId="{C15A6EEB-526C-46C9-82AA-A02ABBD41001}" dt="2026-07-06T07:22:54.185" v="1942" actId="1076"/>
          <ac:spMkLst>
            <pc:docMk/>
            <pc:sldMk cId="161793850" sldId="1981"/>
            <ac:spMk id="44" creationId="{904CE171-8505-4A4A-50B7-BC98519BC938}"/>
          </ac:spMkLst>
        </pc:spChg>
        <pc:spChg chg="add mod">
          <ac:chgData name="한나 조" userId="65a288ce2c9026c1" providerId="LiveId" clId="{C15A6EEB-526C-46C9-82AA-A02ABBD41001}" dt="2026-07-06T07:28:41.473" v="2103" actId="164"/>
          <ac:spMkLst>
            <pc:docMk/>
            <pc:sldMk cId="161793850" sldId="1981"/>
            <ac:spMk id="47" creationId="{26DF78F9-AC6B-FC4F-F1AA-9BC6DD773D40}"/>
          </ac:spMkLst>
        </pc:spChg>
        <pc:spChg chg="add mod">
          <ac:chgData name="한나 조" userId="65a288ce2c9026c1" providerId="LiveId" clId="{C15A6EEB-526C-46C9-82AA-A02ABBD41001}" dt="2026-07-06T07:28:41.473" v="2103" actId="164"/>
          <ac:spMkLst>
            <pc:docMk/>
            <pc:sldMk cId="161793850" sldId="1981"/>
            <ac:spMk id="48" creationId="{3166604A-5CF8-7BF1-6C2B-54DB37C6F8D7}"/>
          </ac:spMkLst>
        </pc:spChg>
        <pc:spChg chg="add mod">
          <ac:chgData name="한나 조" userId="65a288ce2c9026c1" providerId="LiveId" clId="{C15A6EEB-526C-46C9-82AA-A02ABBD41001}" dt="2026-07-06T07:28:41.473" v="2103" actId="164"/>
          <ac:spMkLst>
            <pc:docMk/>
            <pc:sldMk cId="161793850" sldId="1981"/>
            <ac:spMk id="49" creationId="{5807D94A-FED7-EB6F-C946-2BD90E8805F6}"/>
          </ac:spMkLst>
        </pc:spChg>
        <pc:spChg chg="add mod">
          <ac:chgData name="한나 조" userId="65a288ce2c9026c1" providerId="LiveId" clId="{C15A6EEB-526C-46C9-82AA-A02ABBD41001}" dt="2026-07-06T07:26:34.926" v="2027" actId="20577"/>
          <ac:spMkLst>
            <pc:docMk/>
            <pc:sldMk cId="161793850" sldId="1981"/>
            <ac:spMk id="50" creationId="{F5D7AA9D-0751-F47F-87D6-021CA0462640}"/>
          </ac:spMkLst>
        </pc:spChg>
        <pc:spChg chg="add mod">
          <ac:chgData name="한나 조" userId="65a288ce2c9026c1" providerId="LiveId" clId="{C15A6EEB-526C-46C9-82AA-A02ABBD41001}" dt="2026-07-06T07:28:41.473" v="2103" actId="164"/>
          <ac:spMkLst>
            <pc:docMk/>
            <pc:sldMk cId="161793850" sldId="1981"/>
            <ac:spMk id="52" creationId="{C606D923-4735-EFDF-1D63-32CF16059679}"/>
          </ac:spMkLst>
        </pc:spChg>
        <pc:spChg chg="mod">
          <ac:chgData name="한나 조" userId="65a288ce2c9026c1" providerId="LiveId" clId="{C15A6EEB-526C-46C9-82AA-A02ABBD41001}" dt="2026-07-06T07:27:51.944" v="2075" actId="571"/>
          <ac:spMkLst>
            <pc:docMk/>
            <pc:sldMk cId="161793850" sldId="1981"/>
            <ac:spMk id="55" creationId="{B6A7252C-3C93-D3FA-D8A4-45F6A4D80055}"/>
          </ac:spMkLst>
        </pc:spChg>
        <pc:spChg chg="mod">
          <ac:chgData name="한나 조" userId="65a288ce2c9026c1" providerId="LiveId" clId="{C15A6EEB-526C-46C9-82AA-A02ABBD41001}" dt="2026-07-06T07:27:51.944" v="2075" actId="571"/>
          <ac:spMkLst>
            <pc:docMk/>
            <pc:sldMk cId="161793850" sldId="1981"/>
            <ac:spMk id="56" creationId="{8D988225-8D26-5152-3565-38DC12151628}"/>
          </ac:spMkLst>
        </pc:spChg>
        <pc:spChg chg="add mod">
          <ac:chgData name="한나 조" userId="65a288ce2c9026c1" providerId="LiveId" clId="{C15A6EEB-526C-46C9-82AA-A02ABBD41001}" dt="2026-07-06T07:28:41.473" v="2103" actId="164"/>
          <ac:spMkLst>
            <pc:docMk/>
            <pc:sldMk cId="161793850" sldId="1981"/>
            <ac:spMk id="58" creationId="{787D0DF4-9ADF-CF7C-343D-EA5EDA26C6CB}"/>
          </ac:spMkLst>
        </pc:spChg>
        <pc:spChg chg="add mod">
          <ac:chgData name="한나 조" userId="65a288ce2c9026c1" providerId="LiveId" clId="{C15A6EEB-526C-46C9-82AA-A02ABBD41001}" dt="2026-07-06T07:28:41.473" v="2103" actId="164"/>
          <ac:spMkLst>
            <pc:docMk/>
            <pc:sldMk cId="161793850" sldId="1981"/>
            <ac:spMk id="59" creationId="{8430C28C-944C-4364-120E-E2140A5D1EC5}"/>
          </ac:spMkLst>
        </pc:spChg>
        <pc:spChg chg="add mod">
          <ac:chgData name="한나 조" userId="65a288ce2c9026c1" providerId="LiveId" clId="{C15A6EEB-526C-46C9-82AA-A02ABBD41001}" dt="2026-07-06T08:10:37.714" v="3003" actId="571"/>
          <ac:spMkLst>
            <pc:docMk/>
            <pc:sldMk cId="161793850" sldId="1981"/>
            <ac:spMk id="61" creationId="{3C76E6E5-AF26-D3FB-3E8C-FD4A96BD285E}"/>
          </ac:spMkLst>
        </pc:spChg>
        <pc:spChg chg="add mod">
          <ac:chgData name="한나 조" userId="65a288ce2c9026c1" providerId="LiveId" clId="{C15A6EEB-526C-46C9-82AA-A02ABBD41001}" dt="2026-07-06T08:10:42.528" v="3005" actId="20577"/>
          <ac:spMkLst>
            <pc:docMk/>
            <pc:sldMk cId="161793850" sldId="1981"/>
            <ac:spMk id="62" creationId="{789EFFB4-0BCE-0B46-0D94-EB4CAA58C254}"/>
          </ac:spMkLst>
        </pc:spChg>
        <pc:spChg chg="del">
          <ac:chgData name="한나 조" userId="65a288ce2c9026c1" providerId="LiveId" clId="{C15A6EEB-526C-46C9-82AA-A02ABBD41001}" dt="2026-07-06T07:10:48.851" v="1861" actId="478"/>
          <ac:spMkLst>
            <pc:docMk/>
            <pc:sldMk cId="161793850" sldId="1981"/>
            <ac:spMk id="107" creationId="{FB7A2D4A-77C9-2C27-829A-85F728BC102F}"/>
          </ac:spMkLst>
        </pc:spChg>
        <pc:spChg chg="del">
          <ac:chgData name="한나 조" userId="65a288ce2c9026c1" providerId="LiveId" clId="{C15A6EEB-526C-46C9-82AA-A02ABBD41001}" dt="2026-07-06T07:10:48.851" v="1861" actId="478"/>
          <ac:spMkLst>
            <pc:docMk/>
            <pc:sldMk cId="161793850" sldId="1981"/>
            <ac:spMk id="108" creationId="{0631097B-83DA-A1AD-4B6E-01A11A5FA398}"/>
          </ac:spMkLst>
        </pc:spChg>
        <pc:spChg chg="del">
          <ac:chgData name="한나 조" userId="65a288ce2c9026c1" providerId="LiveId" clId="{C15A6EEB-526C-46C9-82AA-A02ABBD41001}" dt="2026-07-06T07:10:52.575" v="1862" actId="478"/>
          <ac:spMkLst>
            <pc:docMk/>
            <pc:sldMk cId="161793850" sldId="1981"/>
            <ac:spMk id="121" creationId="{48258BB9-5513-BFFB-C195-778D89F31A46}"/>
          </ac:spMkLst>
        </pc:spChg>
        <pc:spChg chg="mod ord">
          <ac:chgData name="한나 조" userId="65a288ce2c9026c1" providerId="LiveId" clId="{C15A6EEB-526C-46C9-82AA-A02ABBD41001}" dt="2026-07-06T08:10:29.481" v="3002" actId="166"/>
          <ac:spMkLst>
            <pc:docMk/>
            <pc:sldMk cId="161793850" sldId="1981"/>
            <ac:spMk id="135" creationId="{D6002A18-E259-53B3-CDF2-169F74D70DC5}"/>
          </ac:spMkLst>
        </pc:spChg>
        <pc:spChg chg="del">
          <ac:chgData name="한나 조" userId="65a288ce2c9026c1" providerId="LiveId" clId="{C15A6EEB-526C-46C9-82AA-A02ABBD41001}" dt="2026-07-06T08:10:50.235" v="3008" actId="478"/>
          <ac:spMkLst>
            <pc:docMk/>
            <pc:sldMk cId="161793850" sldId="1981"/>
            <ac:spMk id="144" creationId="{5088E691-8484-3455-ACAA-A15DBC60B91B}"/>
          </ac:spMkLst>
        </pc:spChg>
        <pc:spChg chg="del">
          <ac:chgData name="한나 조" userId="65a288ce2c9026c1" providerId="LiveId" clId="{C15A6EEB-526C-46C9-82AA-A02ABBD41001}" dt="2026-07-06T08:10:50.235" v="3008" actId="478"/>
          <ac:spMkLst>
            <pc:docMk/>
            <pc:sldMk cId="161793850" sldId="1981"/>
            <ac:spMk id="148" creationId="{3DD51494-5019-EB7D-AB15-B57AB2290C37}"/>
          </ac:spMkLst>
        </pc:spChg>
        <pc:spChg chg="del">
          <ac:chgData name="한나 조" userId="65a288ce2c9026c1" providerId="LiveId" clId="{C15A6EEB-526C-46C9-82AA-A02ABBD41001}" dt="2026-07-06T08:10:50.235" v="3008" actId="478"/>
          <ac:spMkLst>
            <pc:docMk/>
            <pc:sldMk cId="161793850" sldId="1981"/>
            <ac:spMk id="163" creationId="{2B640D22-EDFE-F496-F430-C131C4132566}"/>
          </ac:spMkLst>
        </pc:spChg>
        <pc:spChg chg="del">
          <ac:chgData name="한나 조" userId="65a288ce2c9026c1" providerId="LiveId" clId="{C15A6EEB-526C-46C9-82AA-A02ABBD41001}" dt="2026-07-06T08:10:50.235" v="3008" actId="478"/>
          <ac:spMkLst>
            <pc:docMk/>
            <pc:sldMk cId="161793850" sldId="1981"/>
            <ac:spMk id="167" creationId="{F2D83464-6B37-8F99-CC5F-AF1C9A87AADE}"/>
          </ac:spMkLst>
        </pc:spChg>
        <pc:grpChg chg="add mod">
          <ac:chgData name="한나 조" userId="65a288ce2c9026c1" providerId="LiveId" clId="{C15A6EEB-526C-46C9-82AA-A02ABBD41001}" dt="2026-07-06T07:07:50.143" v="1724"/>
          <ac:grpSpMkLst>
            <pc:docMk/>
            <pc:sldMk cId="161793850" sldId="1981"/>
            <ac:grpSpMk id="7" creationId="{B9348E3E-8A5C-2CB1-B7AF-EF81E17C4F66}"/>
          </ac:grpSpMkLst>
        </pc:grpChg>
        <pc:grpChg chg="del">
          <ac:chgData name="한나 조" userId="65a288ce2c9026c1" providerId="LiveId" clId="{C15A6EEB-526C-46C9-82AA-A02ABBD41001}" dt="2026-07-06T07:10:48.851" v="1861" actId="478"/>
          <ac:grpSpMkLst>
            <pc:docMk/>
            <pc:sldMk cId="161793850" sldId="1981"/>
            <ac:grpSpMk id="18" creationId="{13D3822B-3F82-DD7D-F482-2FE572EE5BD4}"/>
          </ac:grpSpMkLst>
        </pc:grpChg>
        <pc:grpChg chg="del">
          <ac:chgData name="한나 조" userId="65a288ce2c9026c1" providerId="LiveId" clId="{C15A6EEB-526C-46C9-82AA-A02ABBD41001}" dt="2026-07-06T07:07:49.845" v="1723" actId="478"/>
          <ac:grpSpMkLst>
            <pc:docMk/>
            <pc:sldMk cId="161793850" sldId="1981"/>
            <ac:grpSpMk id="34" creationId="{1FB78E85-614F-8786-EFFD-5C87A4DFD573}"/>
          </ac:grpSpMkLst>
        </pc:grpChg>
        <pc:grpChg chg="del">
          <ac:chgData name="한나 조" userId="65a288ce2c9026c1" providerId="LiveId" clId="{C15A6EEB-526C-46C9-82AA-A02ABBD41001}" dt="2026-07-06T07:10:48.851" v="1861" actId="478"/>
          <ac:grpSpMkLst>
            <pc:docMk/>
            <pc:sldMk cId="161793850" sldId="1981"/>
            <ac:grpSpMk id="43" creationId="{FC7242FC-4A66-891A-2F27-E22CBEAB0A26}"/>
          </ac:grpSpMkLst>
        </pc:grpChg>
        <pc:grpChg chg="del">
          <ac:chgData name="한나 조" userId="65a288ce2c9026c1" providerId="LiveId" clId="{C15A6EEB-526C-46C9-82AA-A02ABBD41001}" dt="2026-07-06T07:10:48.851" v="1861" actId="478"/>
          <ac:grpSpMkLst>
            <pc:docMk/>
            <pc:sldMk cId="161793850" sldId="1981"/>
            <ac:grpSpMk id="45" creationId="{70A100DB-000F-35C0-3F74-9D8837B965DC}"/>
          </ac:grpSpMkLst>
        </pc:grpChg>
        <pc:grpChg chg="del">
          <ac:chgData name="한나 조" userId="65a288ce2c9026c1" providerId="LiveId" clId="{C15A6EEB-526C-46C9-82AA-A02ABBD41001}" dt="2026-07-06T07:10:48.851" v="1861" actId="478"/>
          <ac:grpSpMkLst>
            <pc:docMk/>
            <pc:sldMk cId="161793850" sldId="1981"/>
            <ac:grpSpMk id="46" creationId="{D47DD2C7-3CC4-42A5-0A9C-5E6819AC889F}"/>
          </ac:grpSpMkLst>
        </pc:grpChg>
        <pc:grpChg chg="add mod">
          <ac:chgData name="한나 조" userId="65a288ce2c9026c1" providerId="LiveId" clId="{C15A6EEB-526C-46C9-82AA-A02ABBD41001}" dt="2026-07-06T07:27:52.700" v="2076" actId="164"/>
          <ac:grpSpMkLst>
            <pc:docMk/>
            <pc:sldMk cId="161793850" sldId="1981"/>
            <ac:grpSpMk id="53" creationId="{EAAC8472-F103-A742-BE99-7DDD7F452FC7}"/>
          </ac:grpSpMkLst>
        </pc:grpChg>
        <pc:grpChg chg="add mod">
          <ac:chgData name="한나 조" userId="65a288ce2c9026c1" providerId="LiveId" clId="{C15A6EEB-526C-46C9-82AA-A02ABBD41001}" dt="2026-07-06T07:27:51.944" v="2075" actId="571"/>
          <ac:grpSpMkLst>
            <pc:docMk/>
            <pc:sldMk cId="161793850" sldId="1981"/>
            <ac:grpSpMk id="54" creationId="{AE03542E-E5ED-8261-802B-1EE43F7CAD00}"/>
          </ac:grpSpMkLst>
        </pc:grpChg>
        <pc:grpChg chg="add mod">
          <ac:chgData name="한나 조" userId="65a288ce2c9026c1" providerId="LiveId" clId="{C15A6EEB-526C-46C9-82AA-A02ABBD41001}" dt="2026-07-06T07:28:47.882" v="2104" actId="1076"/>
          <ac:grpSpMkLst>
            <pc:docMk/>
            <pc:sldMk cId="161793850" sldId="1981"/>
            <ac:grpSpMk id="60" creationId="{3AD65E08-BAF4-3069-80D1-EEE1492702BC}"/>
          </ac:grpSpMkLst>
        </pc:grpChg>
        <pc:grpChg chg="del">
          <ac:chgData name="한나 조" userId="65a288ce2c9026c1" providerId="LiveId" clId="{C15A6EEB-526C-46C9-82AA-A02ABBD41001}" dt="2026-07-06T07:10:48.851" v="1861" actId="478"/>
          <ac:grpSpMkLst>
            <pc:docMk/>
            <pc:sldMk cId="161793850" sldId="1981"/>
            <ac:grpSpMk id="103" creationId="{F1C4A07A-570E-F17B-D62C-A7F4B69CE4D4}"/>
          </ac:grpSpMkLst>
        </pc:grpChg>
        <pc:grpChg chg="del">
          <ac:chgData name="한나 조" userId="65a288ce2c9026c1" providerId="LiveId" clId="{C15A6EEB-526C-46C9-82AA-A02ABBD41001}" dt="2026-07-06T07:10:48.851" v="1861" actId="478"/>
          <ac:grpSpMkLst>
            <pc:docMk/>
            <pc:sldMk cId="161793850" sldId="1981"/>
            <ac:grpSpMk id="106" creationId="{6048091F-26B3-7536-C16B-46389517F484}"/>
          </ac:grpSpMkLst>
        </pc:grpChg>
        <pc:grpChg chg="del">
          <ac:chgData name="한나 조" userId="65a288ce2c9026c1" providerId="LiveId" clId="{C15A6EEB-526C-46C9-82AA-A02ABBD41001}" dt="2026-07-06T07:10:48.851" v="1861" actId="478"/>
          <ac:grpSpMkLst>
            <pc:docMk/>
            <pc:sldMk cId="161793850" sldId="1981"/>
            <ac:grpSpMk id="111" creationId="{BB799FC0-54F3-A31A-D464-1CD205FB801F}"/>
          </ac:grpSpMkLst>
        </pc:grpChg>
        <pc:grpChg chg="del">
          <ac:chgData name="한나 조" userId="65a288ce2c9026c1" providerId="LiveId" clId="{C15A6EEB-526C-46C9-82AA-A02ABBD41001}" dt="2026-07-06T07:10:48.851" v="1861" actId="478"/>
          <ac:grpSpMkLst>
            <pc:docMk/>
            <pc:sldMk cId="161793850" sldId="1981"/>
            <ac:grpSpMk id="118" creationId="{0B9BE54F-62C8-AEA4-A65F-0B8DC681F193}"/>
          </ac:grpSpMkLst>
        </pc:grpChg>
        <pc:grpChg chg="del">
          <ac:chgData name="한나 조" userId="65a288ce2c9026c1" providerId="LiveId" clId="{C15A6EEB-526C-46C9-82AA-A02ABBD41001}" dt="2026-07-06T07:10:52.575" v="1862" actId="478"/>
          <ac:grpSpMkLst>
            <pc:docMk/>
            <pc:sldMk cId="161793850" sldId="1981"/>
            <ac:grpSpMk id="177" creationId="{BD3A8FC8-84BA-7FB0-8F50-08FC6F810C86}"/>
          </ac:grpSpMkLst>
        </pc:grpChg>
        <pc:graphicFrameChg chg="mod modGraphic">
          <ac:chgData name="한나 조" userId="65a288ce2c9026c1" providerId="LiveId" clId="{C15A6EEB-526C-46C9-82AA-A02ABBD41001}" dt="2026-07-06T08:41:46.618" v="4493" actId="20577"/>
          <ac:graphicFrameMkLst>
            <pc:docMk/>
            <pc:sldMk cId="161793850" sldId="1981"/>
            <ac:graphicFrameMk id="8" creationId="{87ABC0AC-F7E5-1A81-7A80-648914528291}"/>
          </ac:graphicFrameMkLst>
        </pc:graphicFrameChg>
        <pc:picChg chg="del">
          <ac:chgData name="한나 조" userId="65a288ce2c9026c1" providerId="LiveId" clId="{C15A6EEB-526C-46C9-82AA-A02ABBD41001}" dt="2026-07-06T08:10:50.235" v="3008" actId="478"/>
          <ac:picMkLst>
            <pc:docMk/>
            <pc:sldMk cId="161793850" sldId="1981"/>
            <ac:picMk id="150" creationId="{F3E9FD00-5532-F61F-6EFA-E895F6BB80CD}"/>
          </ac:picMkLst>
        </pc:picChg>
        <pc:picChg chg="del">
          <ac:chgData name="한나 조" userId="65a288ce2c9026c1" providerId="LiveId" clId="{C15A6EEB-526C-46C9-82AA-A02ABBD41001}" dt="2026-07-06T08:10:50.235" v="3008" actId="478"/>
          <ac:picMkLst>
            <pc:docMk/>
            <pc:sldMk cId="161793850" sldId="1981"/>
            <ac:picMk id="152" creationId="{8674CA34-01F0-262D-76FF-015FF2066CA0}"/>
          </ac:picMkLst>
        </pc:picChg>
        <pc:cxnChg chg="del">
          <ac:chgData name="한나 조" userId="65a288ce2c9026c1" providerId="LiveId" clId="{C15A6EEB-526C-46C9-82AA-A02ABBD41001}" dt="2026-07-06T07:10:52.575" v="1862" actId="478"/>
          <ac:cxnSpMkLst>
            <pc:docMk/>
            <pc:sldMk cId="161793850" sldId="1981"/>
            <ac:cxnSpMk id="122" creationId="{253E1435-2FB2-6305-0A20-B52AE432B23F}"/>
          </ac:cxnSpMkLst>
        </pc:cxnChg>
        <pc:cxnChg chg="del">
          <ac:chgData name="한나 조" userId="65a288ce2c9026c1" providerId="LiveId" clId="{C15A6EEB-526C-46C9-82AA-A02ABBD41001}" dt="2026-07-06T07:10:52.575" v="1862" actId="478"/>
          <ac:cxnSpMkLst>
            <pc:docMk/>
            <pc:sldMk cId="161793850" sldId="1981"/>
            <ac:cxnSpMk id="199" creationId="{A42DAAE0-27F6-921E-9A34-F6D2988500C4}"/>
          </ac:cxnSpMkLst>
        </pc:cxnChg>
      </pc:sldChg>
      <pc:sldChg chg="addSp delSp modSp new del mod">
        <pc:chgData name="한나 조" userId="65a288ce2c9026c1" providerId="LiveId" clId="{C15A6EEB-526C-46C9-82AA-A02ABBD41001}" dt="2026-07-06T07:04:13.831" v="1705" actId="47"/>
        <pc:sldMkLst>
          <pc:docMk/>
          <pc:sldMk cId="3525033575" sldId="1981"/>
        </pc:sldMkLst>
        <pc:spChg chg="add mod">
          <ac:chgData name="한나 조" userId="65a288ce2c9026c1" providerId="LiveId" clId="{C15A6EEB-526C-46C9-82AA-A02ABBD41001}" dt="2026-07-06T06:56:37.341" v="1686" actId="1076"/>
          <ac:spMkLst>
            <pc:docMk/>
            <pc:sldMk cId="3525033575" sldId="1981"/>
            <ac:spMk id="2" creationId="{BE9E817E-B818-2389-9A44-4DF7E85D3FBD}"/>
          </ac:spMkLst>
        </pc:spChg>
        <pc:spChg chg="mod">
          <ac:chgData name="한나 조" userId="65a288ce2c9026c1" providerId="LiveId" clId="{C15A6EEB-526C-46C9-82AA-A02ABBD41001}" dt="2026-07-06T06:57:18.461" v="1691" actId="164"/>
          <ac:spMkLst>
            <pc:docMk/>
            <pc:sldMk cId="3525033575" sldId="1981"/>
            <ac:spMk id="3" creationId="{8F0697B8-DF33-4C98-E929-60A0C4ACCF9C}"/>
          </ac:spMkLst>
        </pc:spChg>
        <pc:spChg chg="add mod">
          <ac:chgData name="한나 조" userId="65a288ce2c9026c1" providerId="LiveId" clId="{C15A6EEB-526C-46C9-82AA-A02ABBD41001}" dt="2026-07-06T06:57:18.461" v="1691" actId="164"/>
          <ac:spMkLst>
            <pc:docMk/>
            <pc:sldMk cId="3525033575" sldId="1981"/>
            <ac:spMk id="4" creationId="{BD207CF6-3666-4675-9CE8-BA26BB975E93}"/>
          </ac:spMkLst>
        </pc:spChg>
        <pc:spChg chg="mod">
          <ac:chgData name="한나 조" userId="65a288ce2c9026c1" providerId="LiveId" clId="{C15A6EEB-526C-46C9-82AA-A02ABBD41001}" dt="2026-07-06T06:57:18.461" v="1691" actId="164"/>
          <ac:spMkLst>
            <pc:docMk/>
            <pc:sldMk cId="3525033575" sldId="1981"/>
            <ac:spMk id="5" creationId="{7BCC1DA9-CBF7-D32A-D83D-9C33DD0BADE5}"/>
          </ac:spMkLst>
        </pc:spChg>
        <pc:spChg chg="add mod">
          <ac:chgData name="한나 조" userId="65a288ce2c9026c1" providerId="LiveId" clId="{C15A6EEB-526C-46C9-82AA-A02ABBD41001}" dt="2026-07-06T06:57:18.461" v="1691" actId="164"/>
          <ac:spMkLst>
            <pc:docMk/>
            <pc:sldMk cId="3525033575" sldId="1981"/>
            <ac:spMk id="6" creationId="{5D89F9CC-27C3-53E1-B201-CF2D5DC2BD28}"/>
          </ac:spMkLst>
        </pc:spChg>
        <pc:spChg chg="mod">
          <ac:chgData name="한나 조" userId="65a288ce2c9026c1" providerId="LiveId" clId="{C15A6EEB-526C-46C9-82AA-A02ABBD41001}" dt="2026-07-06T06:56:13.906" v="1681"/>
          <ac:spMkLst>
            <pc:docMk/>
            <pc:sldMk cId="3525033575" sldId="1981"/>
            <ac:spMk id="10" creationId="{9838977A-8ED2-BF66-2180-99C3A36C75F7}"/>
          </ac:spMkLst>
        </pc:spChg>
        <pc:spChg chg="mod">
          <ac:chgData name="한나 조" userId="65a288ce2c9026c1" providerId="LiveId" clId="{C15A6EEB-526C-46C9-82AA-A02ABBD41001}" dt="2026-07-06T06:56:13.906" v="1681"/>
          <ac:spMkLst>
            <pc:docMk/>
            <pc:sldMk cId="3525033575" sldId="1981"/>
            <ac:spMk id="12" creationId="{F37D7437-4A44-F3E3-05A2-305A5483966C}"/>
          </ac:spMkLst>
        </pc:spChg>
        <pc:spChg chg="mod">
          <ac:chgData name="한나 조" userId="65a288ce2c9026c1" providerId="LiveId" clId="{C15A6EEB-526C-46C9-82AA-A02ABBD41001}" dt="2026-07-06T06:56:13.906" v="1681"/>
          <ac:spMkLst>
            <pc:docMk/>
            <pc:sldMk cId="3525033575" sldId="1981"/>
            <ac:spMk id="14" creationId="{0D3B3C79-BA14-DCD1-A61A-5A3E55EB2945}"/>
          </ac:spMkLst>
        </pc:spChg>
        <pc:spChg chg="mod">
          <ac:chgData name="한나 조" userId="65a288ce2c9026c1" providerId="LiveId" clId="{C15A6EEB-526C-46C9-82AA-A02ABBD41001}" dt="2026-07-06T06:56:13.906" v="1681"/>
          <ac:spMkLst>
            <pc:docMk/>
            <pc:sldMk cId="3525033575" sldId="1981"/>
            <ac:spMk id="15" creationId="{6F8A7F1F-F6C1-68F7-AF15-65F23BF99CC9}"/>
          </ac:spMkLst>
        </pc:spChg>
        <pc:spChg chg="mod">
          <ac:chgData name="한나 조" userId="65a288ce2c9026c1" providerId="LiveId" clId="{C15A6EEB-526C-46C9-82AA-A02ABBD41001}" dt="2026-07-06T06:56:13.906" v="1681"/>
          <ac:spMkLst>
            <pc:docMk/>
            <pc:sldMk cId="3525033575" sldId="1981"/>
            <ac:spMk id="19" creationId="{9DAEA894-2030-5E6A-16CB-E3707E36DAD4}"/>
          </ac:spMkLst>
        </pc:spChg>
        <pc:spChg chg="mod">
          <ac:chgData name="한나 조" userId="65a288ce2c9026c1" providerId="LiveId" clId="{C15A6EEB-526C-46C9-82AA-A02ABBD41001}" dt="2026-07-06T06:56:13.906" v="1681"/>
          <ac:spMkLst>
            <pc:docMk/>
            <pc:sldMk cId="3525033575" sldId="1981"/>
            <ac:spMk id="22" creationId="{FB8585B7-FA39-D2B9-1751-7EA4CF389EB8}"/>
          </ac:spMkLst>
        </pc:spChg>
        <pc:spChg chg="mod">
          <ac:chgData name="한나 조" userId="65a288ce2c9026c1" providerId="LiveId" clId="{C15A6EEB-526C-46C9-82AA-A02ABBD41001}" dt="2026-07-06T06:56:13.906" v="1681"/>
          <ac:spMkLst>
            <pc:docMk/>
            <pc:sldMk cId="3525033575" sldId="1981"/>
            <ac:spMk id="23" creationId="{70D3455B-3E65-D426-1CA2-4AAD37F900D4}"/>
          </ac:spMkLst>
        </pc:spChg>
        <pc:spChg chg="add mod">
          <ac:chgData name="한나 조" userId="65a288ce2c9026c1" providerId="LiveId" clId="{C15A6EEB-526C-46C9-82AA-A02ABBD41001}" dt="2026-07-06T06:56:25.093" v="1683" actId="164"/>
          <ac:spMkLst>
            <pc:docMk/>
            <pc:sldMk cId="3525033575" sldId="1981"/>
            <ac:spMk id="24" creationId="{A1061D98-BE6D-5852-FAAE-327EB7AB6E7B}"/>
          </ac:spMkLst>
        </pc:spChg>
        <pc:spChg chg="mod">
          <ac:chgData name="한나 조" userId="65a288ce2c9026c1" providerId="LiveId" clId="{C15A6EEB-526C-46C9-82AA-A02ABBD41001}" dt="2026-07-06T06:56:21.190" v="1682"/>
          <ac:spMkLst>
            <pc:docMk/>
            <pc:sldMk cId="3525033575" sldId="1981"/>
            <ac:spMk id="26" creationId="{9686CA02-4955-BFB7-64CF-D9E7F383B878}"/>
          </ac:spMkLst>
        </pc:spChg>
        <pc:spChg chg="mod">
          <ac:chgData name="한나 조" userId="65a288ce2c9026c1" providerId="LiveId" clId="{C15A6EEB-526C-46C9-82AA-A02ABBD41001}" dt="2026-07-06T06:56:21.190" v="1682"/>
          <ac:spMkLst>
            <pc:docMk/>
            <pc:sldMk cId="3525033575" sldId="1981"/>
            <ac:spMk id="27" creationId="{DEF86218-D929-0141-72A6-E441B79C8831}"/>
          </ac:spMkLst>
        </pc:spChg>
        <pc:spChg chg="mod">
          <ac:chgData name="한나 조" userId="65a288ce2c9026c1" providerId="LiveId" clId="{C15A6EEB-526C-46C9-82AA-A02ABBD41001}" dt="2026-07-06T06:56:21.190" v="1682"/>
          <ac:spMkLst>
            <pc:docMk/>
            <pc:sldMk cId="3525033575" sldId="1981"/>
            <ac:spMk id="29" creationId="{CF6B835A-F243-199D-AF69-9C7031473889}"/>
          </ac:spMkLst>
        </pc:spChg>
        <pc:spChg chg="mod">
          <ac:chgData name="한나 조" userId="65a288ce2c9026c1" providerId="LiveId" clId="{C15A6EEB-526C-46C9-82AA-A02ABBD41001}" dt="2026-07-06T06:56:21.190" v="1682"/>
          <ac:spMkLst>
            <pc:docMk/>
            <pc:sldMk cId="3525033575" sldId="1981"/>
            <ac:spMk id="30" creationId="{66511D97-F1B2-3AD1-4D61-4B4C004ED2C6}"/>
          </ac:spMkLst>
        </pc:spChg>
        <pc:spChg chg="mod">
          <ac:chgData name="한나 조" userId="65a288ce2c9026c1" providerId="LiveId" clId="{C15A6EEB-526C-46C9-82AA-A02ABBD41001}" dt="2026-07-06T06:56:21.190" v="1682"/>
          <ac:spMkLst>
            <pc:docMk/>
            <pc:sldMk cId="3525033575" sldId="1981"/>
            <ac:spMk id="39" creationId="{8434D428-E7D0-17CD-83CD-89300215C843}"/>
          </ac:spMkLst>
        </pc:spChg>
        <pc:spChg chg="del mod">
          <ac:chgData name="한나 조" userId="65a288ce2c9026c1" providerId="LiveId" clId="{C15A6EEB-526C-46C9-82AA-A02ABBD41001}" dt="2026-07-06T06:56:29.908" v="1684" actId="478"/>
          <ac:spMkLst>
            <pc:docMk/>
            <pc:sldMk cId="3525033575" sldId="1981"/>
            <ac:spMk id="40" creationId="{D0DBB1F1-E326-8758-7D95-1643CAE2FC66}"/>
          </ac:spMkLst>
        </pc:spChg>
        <pc:spChg chg="del">
          <ac:chgData name="한나 조" userId="65a288ce2c9026c1" providerId="LiveId" clId="{C15A6EEB-526C-46C9-82AA-A02ABBD41001}" dt="2026-07-06T06:56:29.908" v="1684" actId="478"/>
          <ac:spMkLst>
            <pc:docMk/>
            <pc:sldMk cId="3525033575" sldId="1981"/>
            <ac:spMk id="41" creationId="{15F4F885-E396-B0A7-D753-F943570296F4}"/>
          </ac:spMkLst>
        </pc:spChg>
        <pc:spChg chg="del mod">
          <ac:chgData name="한나 조" userId="65a288ce2c9026c1" providerId="LiveId" clId="{C15A6EEB-526C-46C9-82AA-A02ABBD41001}" dt="2026-07-06T06:56:29.908" v="1684" actId="478"/>
          <ac:spMkLst>
            <pc:docMk/>
            <pc:sldMk cId="3525033575" sldId="1981"/>
            <ac:spMk id="42" creationId="{89D989AD-0DD0-A264-8FF0-DF29F81FABC0}"/>
          </ac:spMkLst>
        </pc:spChg>
        <pc:spChg chg="del">
          <ac:chgData name="한나 조" userId="65a288ce2c9026c1" providerId="LiveId" clId="{C15A6EEB-526C-46C9-82AA-A02ABBD41001}" dt="2026-07-06T06:56:29.908" v="1684" actId="478"/>
          <ac:spMkLst>
            <pc:docMk/>
            <pc:sldMk cId="3525033575" sldId="1981"/>
            <ac:spMk id="43" creationId="{AB626F9D-C5DA-4237-D542-0EB242A021D7}"/>
          </ac:spMkLst>
        </pc:spChg>
        <pc:spChg chg="mod">
          <ac:chgData name="한나 조" userId="65a288ce2c9026c1" providerId="LiveId" clId="{C15A6EEB-526C-46C9-82AA-A02ABBD41001}" dt="2026-07-06T06:56:21.190" v="1682"/>
          <ac:spMkLst>
            <pc:docMk/>
            <pc:sldMk cId="3525033575" sldId="1981"/>
            <ac:spMk id="46" creationId="{4023D4BA-480B-A33F-CBD1-92BFB9B2004F}"/>
          </ac:spMkLst>
        </pc:spChg>
        <pc:spChg chg="mod">
          <ac:chgData name="한나 조" userId="65a288ce2c9026c1" providerId="LiveId" clId="{C15A6EEB-526C-46C9-82AA-A02ABBD41001}" dt="2026-07-06T06:56:21.190" v="1682"/>
          <ac:spMkLst>
            <pc:docMk/>
            <pc:sldMk cId="3525033575" sldId="1981"/>
            <ac:spMk id="47" creationId="{7B8DC8E0-59FB-C156-64FC-4EE008F07690}"/>
          </ac:spMkLst>
        </pc:spChg>
        <pc:grpChg chg="mod">
          <ac:chgData name="한나 조" userId="65a288ce2c9026c1" providerId="LiveId" clId="{C15A6EEB-526C-46C9-82AA-A02ABBD41001}" dt="2026-07-06T06:57:18.461" v="1691" actId="164"/>
          <ac:grpSpMkLst>
            <pc:docMk/>
            <pc:sldMk cId="3525033575" sldId="1981"/>
            <ac:grpSpMk id="7" creationId="{6650DAB5-9218-22C3-FC87-53E60E0561DE}"/>
          </ac:grpSpMkLst>
        </pc:grpChg>
        <pc:grpChg chg="mod">
          <ac:chgData name="한나 조" userId="65a288ce2c9026c1" providerId="LiveId" clId="{C15A6EEB-526C-46C9-82AA-A02ABBD41001}" dt="2026-07-06T06:57:18.461" v="1691" actId="164"/>
          <ac:grpSpMkLst>
            <pc:docMk/>
            <pc:sldMk cId="3525033575" sldId="1981"/>
            <ac:grpSpMk id="13" creationId="{C738BD05-D45D-A8BC-1867-4136C7680F59}"/>
          </ac:grpSpMkLst>
        </pc:grpChg>
        <pc:grpChg chg="mod">
          <ac:chgData name="한나 조" userId="65a288ce2c9026c1" providerId="LiveId" clId="{C15A6EEB-526C-46C9-82AA-A02ABBD41001}" dt="2026-07-06T06:57:18.461" v="1691" actId="164"/>
          <ac:grpSpMkLst>
            <pc:docMk/>
            <pc:sldMk cId="3525033575" sldId="1981"/>
            <ac:grpSpMk id="17" creationId="{E46DD7B7-9A3D-F5B4-65C2-6EB2E318496B}"/>
          </ac:grpSpMkLst>
        </pc:grpChg>
        <pc:grpChg chg="mod">
          <ac:chgData name="한나 조" userId="65a288ce2c9026c1" providerId="LiveId" clId="{C15A6EEB-526C-46C9-82AA-A02ABBD41001}" dt="2026-07-06T06:57:18.461" v="1691" actId="164"/>
          <ac:grpSpMkLst>
            <pc:docMk/>
            <pc:sldMk cId="3525033575" sldId="1981"/>
            <ac:grpSpMk id="21" creationId="{70ED89C8-2DF3-B305-9B86-82AB091F54A3}"/>
          </ac:grpSpMkLst>
        </pc:grpChg>
        <pc:grpChg chg="mod">
          <ac:chgData name="한나 조" userId="65a288ce2c9026c1" providerId="LiveId" clId="{C15A6EEB-526C-46C9-82AA-A02ABBD41001}" dt="2026-07-06T06:56:25.093" v="1683" actId="164"/>
          <ac:grpSpMkLst>
            <pc:docMk/>
            <pc:sldMk cId="3525033575" sldId="1981"/>
            <ac:grpSpMk id="25" creationId="{5BFACE83-7E2B-6176-5A17-2AC34E9BC03B}"/>
          </ac:grpSpMkLst>
        </pc:grpChg>
        <pc:grpChg chg="mod">
          <ac:chgData name="한나 조" userId="65a288ce2c9026c1" providerId="LiveId" clId="{C15A6EEB-526C-46C9-82AA-A02ABBD41001}" dt="2026-07-06T06:56:25.093" v="1683" actId="164"/>
          <ac:grpSpMkLst>
            <pc:docMk/>
            <pc:sldMk cId="3525033575" sldId="1981"/>
            <ac:grpSpMk id="28" creationId="{03CAC824-A3F3-4868-90CE-6F5B83B2DF93}"/>
          </ac:grpSpMkLst>
        </pc:grpChg>
        <pc:grpChg chg="mod">
          <ac:chgData name="한나 조" userId="65a288ce2c9026c1" providerId="LiveId" clId="{C15A6EEB-526C-46C9-82AA-A02ABBD41001}" dt="2026-07-06T06:56:25.093" v="1683" actId="164"/>
          <ac:grpSpMkLst>
            <pc:docMk/>
            <pc:sldMk cId="3525033575" sldId="1981"/>
            <ac:grpSpMk id="31" creationId="{37952011-ACBF-3F7A-B7B7-ACC0FF063192}"/>
          </ac:grpSpMkLst>
        </pc:grpChg>
        <pc:grpChg chg="mod">
          <ac:chgData name="한나 조" userId="65a288ce2c9026c1" providerId="LiveId" clId="{C15A6EEB-526C-46C9-82AA-A02ABBD41001}" dt="2026-07-06T06:56:25.093" v="1683" actId="164"/>
          <ac:grpSpMkLst>
            <pc:docMk/>
            <pc:sldMk cId="3525033575" sldId="1981"/>
            <ac:grpSpMk id="37" creationId="{0DC3297F-F1D3-354E-10BA-3D2EA2EC4493}"/>
          </ac:grpSpMkLst>
        </pc:grpChg>
        <pc:grpChg chg="mod">
          <ac:chgData name="한나 조" userId="65a288ce2c9026c1" providerId="LiveId" clId="{C15A6EEB-526C-46C9-82AA-A02ABBD41001}" dt="2026-07-06T06:56:25.093" v="1683" actId="164"/>
          <ac:grpSpMkLst>
            <pc:docMk/>
            <pc:sldMk cId="3525033575" sldId="1981"/>
            <ac:grpSpMk id="45" creationId="{92CEEA71-AFFA-EB6E-5C74-563288C794FC}"/>
          </ac:grpSpMkLst>
        </pc:grpChg>
        <pc:grpChg chg="add mod ord">
          <ac:chgData name="한나 조" userId="65a288ce2c9026c1" providerId="LiveId" clId="{C15A6EEB-526C-46C9-82AA-A02ABBD41001}" dt="2026-07-06T06:56:44.220" v="1689" actId="167"/>
          <ac:grpSpMkLst>
            <pc:docMk/>
            <pc:sldMk cId="3525033575" sldId="1981"/>
            <ac:grpSpMk id="48" creationId="{5380042F-B4B7-E0A4-F2CE-59008686153C}"/>
          </ac:grpSpMkLst>
        </pc:grpChg>
        <pc:grpChg chg="add mod">
          <ac:chgData name="한나 조" userId="65a288ce2c9026c1" providerId="LiveId" clId="{C15A6EEB-526C-46C9-82AA-A02ABBD41001}" dt="2026-07-06T06:57:20.083" v="1693" actId="1076"/>
          <ac:grpSpMkLst>
            <pc:docMk/>
            <pc:sldMk cId="3525033575" sldId="1981"/>
            <ac:grpSpMk id="49" creationId="{5DCC3BAB-A251-E88E-646F-23066B2AFBC0}"/>
          </ac:grpSpMkLst>
        </pc:grpChg>
        <pc:cxnChg chg="mod">
          <ac:chgData name="한나 조" userId="65a288ce2c9026c1" providerId="LiveId" clId="{C15A6EEB-526C-46C9-82AA-A02ABBD41001}" dt="2026-07-06T06:56:25.093" v="1683" actId="164"/>
          <ac:cxnSpMkLst>
            <pc:docMk/>
            <pc:sldMk cId="3525033575" sldId="1981"/>
            <ac:cxnSpMk id="34" creationId="{FE6A2D44-1CC7-36FA-EF17-BFB94E057F70}"/>
          </ac:cxnSpMkLst>
        </pc:cxnChg>
        <pc:cxnChg chg="mod">
          <ac:chgData name="한나 조" userId="65a288ce2c9026c1" providerId="LiveId" clId="{C15A6EEB-526C-46C9-82AA-A02ABBD41001}" dt="2026-07-06T06:56:25.093" v="1683" actId="164"/>
          <ac:cxnSpMkLst>
            <pc:docMk/>
            <pc:sldMk cId="3525033575" sldId="1981"/>
            <ac:cxnSpMk id="35" creationId="{84C7C013-AA8B-2CB2-5C53-BC29F4BC7919}"/>
          </ac:cxnSpMkLst>
        </pc:cxnChg>
        <pc:cxnChg chg="mod">
          <ac:chgData name="한나 조" userId="65a288ce2c9026c1" providerId="LiveId" clId="{C15A6EEB-526C-46C9-82AA-A02ABBD41001}" dt="2026-07-06T06:56:25.093" v="1683" actId="164"/>
          <ac:cxnSpMkLst>
            <pc:docMk/>
            <pc:sldMk cId="3525033575" sldId="1981"/>
            <ac:cxnSpMk id="36" creationId="{166CEBB5-74D4-42E9-B473-30EE71011CE2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837FE978-525B-492C-A161-211F20A599B5}" type="datetimeFigureOut">
              <a:rPr lang="ko-KR" altLang="en-US" smtClean="0"/>
              <a:pPr/>
              <a:t>2026-07-09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28588" y="746125"/>
            <a:ext cx="7062788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E6A907CB-4D8C-4DED-9538-486F5AB24B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17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1pPr>
    <a:lvl2pPr marL="59820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2pPr>
    <a:lvl3pPr marL="11964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3pPr>
    <a:lvl4pPr marL="17946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4pPr>
    <a:lvl5pPr marL="2392802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5pPr>
    <a:lvl6pPr marL="2991002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17"/>
          <p:cNvSpPr>
            <a:spLocks noChangeArrowheads="1"/>
          </p:cNvSpPr>
          <p:nvPr userDrawn="1"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19"/>
          <p:cNvSpPr>
            <a:spLocks noChangeArrowheads="1"/>
          </p:cNvSpPr>
          <p:nvPr userDrawn="1"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Rectangle 29"/>
          <p:cNvSpPr>
            <a:spLocks noChangeArrowheads="1"/>
          </p:cNvSpPr>
          <p:nvPr userDrawn="1"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Rectangle 33"/>
          <p:cNvSpPr>
            <a:spLocks noChangeArrowheads="1"/>
          </p:cNvSpPr>
          <p:nvPr userDrawn="1"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Rectangle 52"/>
          <p:cNvSpPr>
            <a:spLocks noChangeArrowheads="1"/>
          </p:cNvSpPr>
          <p:nvPr userDrawn="1"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직선 연결선 4"/>
          <p:cNvCxnSpPr>
            <a:cxnSpLocks noChangeShapeType="1"/>
          </p:cNvCxnSpPr>
          <p:nvPr userDrawn="1"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직선 연결선 11"/>
          <p:cNvCxnSpPr>
            <a:cxnSpLocks noChangeShapeType="1"/>
          </p:cNvCxnSpPr>
          <p:nvPr userDrawn="1"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Rectangle 18" descr="C:\Documents and Settings\문미영\Local Settings\Temp\hunclip1\02\huntemp.files\img0001.bmp"/>
          <p:cNvSpPr>
            <a:spLocks noChangeArrowheads="1"/>
          </p:cNvSpPr>
          <p:nvPr userDrawn="1"/>
        </p:nvSpPr>
        <p:spPr bwMode="auto">
          <a:xfrm>
            <a:off x="7777113" y="1589088"/>
            <a:ext cx="363884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r"/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국민행복몰 </a:t>
            </a:r>
            <a:r>
              <a:rPr lang="en-US" altLang="ko-KR" sz="1800" b="1" spc="-150" dirty="0">
                <a:latin typeface="맑은 고딕" pitchFamily="50" charset="-127"/>
                <a:ea typeface="맑은 고딕" pitchFamily="50" charset="-127"/>
              </a:rPr>
              <a:t>UX/UI </a:t>
            </a:r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리뉴얼</a:t>
            </a:r>
            <a:endParaRPr lang="ko-KR" altLang="en-US" sz="1600" b="1" spc="-15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541463" y="504055"/>
            <a:ext cx="12961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60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상세_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54715884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099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_상세_화면(푸터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503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59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이어지는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179910"/>
            <a:ext cx="9983154" cy="65887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A4721F-D41C-4181-B653-542A2248CB4E}"/>
              </a:ext>
            </a:extLst>
          </p:cNvPr>
          <p:cNvSpPr/>
          <p:nvPr userDrawn="1"/>
        </p:nvSpPr>
        <p:spPr>
          <a:xfrm>
            <a:off x="69715" y="0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▲ 이전 페이지에서 이어짐</a:t>
            </a:r>
          </a:p>
        </p:txBody>
      </p:sp>
    </p:spTree>
    <p:extLst>
      <p:ext uri="{BB962C8B-B14F-4D97-AF65-F5344CB8AC3E}">
        <p14:creationId xmlns:p14="http://schemas.microsoft.com/office/powerpoint/2010/main" val="3055246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개정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276874" y="194453"/>
            <a:ext cx="1677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1200" b="1" spc="-150" dirty="0">
                <a:latin typeface="맑은 고딕" pitchFamily="50" charset="-127"/>
                <a:ea typeface="+mn-ea"/>
              </a:rPr>
              <a:t>국민행복몰 </a:t>
            </a:r>
            <a:r>
              <a:rPr lang="en-US" altLang="ko-KR" sz="1200" b="1" spc="-150" dirty="0">
                <a:latin typeface="맑은 고딕" pitchFamily="50" charset="-127"/>
                <a:ea typeface="+mn-ea"/>
              </a:rPr>
              <a:t>UX/UI </a:t>
            </a:r>
            <a:r>
              <a:rPr lang="ko-KR" altLang="en-US" sz="1200" b="1" spc="-150" dirty="0">
                <a:latin typeface="맑은 고딕" pitchFamily="50" charset="-127"/>
                <a:ea typeface="+mn-ea"/>
              </a:rPr>
              <a:t>리뉴얼</a:t>
            </a:r>
            <a:endParaRPr lang="ko-KR" altLang="en-US" sz="1100" b="1" spc="-150" dirty="0">
              <a:latin typeface="맑은 고딕" pitchFamily="50" charset="-127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2006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프로세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1270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4964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0-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2F5D260-FF71-632E-DE1D-4D11D634C7FE}"/>
              </a:ext>
            </a:extLst>
          </p:cNvPr>
          <p:cNvSpPr/>
          <p:nvPr userDrawn="1"/>
        </p:nvSpPr>
        <p:spPr>
          <a:xfrm>
            <a:off x="156399" y="6205668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TAB BAR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3217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1-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8013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06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순서도: 천공 테이프 3">
            <a:extLst>
              <a:ext uri="{FF2B5EF4-FFF2-40B4-BE49-F238E27FC236}">
                <a16:creationId xmlns:a16="http://schemas.microsoft.com/office/drawing/2014/main" id="{11FC4A96-F484-9E35-8B76-2A2E2DB0FA96}"/>
              </a:ext>
            </a:extLst>
          </p:cNvPr>
          <p:cNvSpPr/>
          <p:nvPr userDrawn="1"/>
        </p:nvSpPr>
        <p:spPr>
          <a:xfrm>
            <a:off x="3960689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다음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20771736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0504634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4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1553991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48097" y="273940"/>
            <a:ext cx="11665745" cy="1140090"/>
          </a:xfrm>
          <a:prstGeom prst="rect">
            <a:avLst/>
          </a:prstGeom>
        </p:spPr>
        <p:txBody>
          <a:bodyPr vert="horz" lIns="119640" tIns="59820" rIns="119640" bIns="598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8097" y="1596127"/>
            <a:ext cx="11665745" cy="4514439"/>
          </a:xfrm>
          <a:prstGeom prst="rect">
            <a:avLst/>
          </a:prstGeom>
        </p:spPr>
        <p:txBody>
          <a:bodyPr vert="horz" lIns="119640" tIns="59820" rIns="119640" bIns="598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48097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3060C5D1-7B09-411C-8CF0-9B89373D44EF}" type="datetimeFigureOut">
              <a:rPr lang="ko-KR" altLang="en-US" smtClean="0"/>
              <a:pPr/>
              <a:t>2026-07-09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428664" y="6340166"/>
            <a:ext cx="4104614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89389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CB5ACB83-5835-4531-BD23-0222CD1EFB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24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  <p:sldLayoutId id="2147483665" r:id="rId3"/>
    <p:sldLayoutId id="2147483663" r:id="rId4"/>
    <p:sldLayoutId id="2147483662" r:id="rId5"/>
    <p:sldLayoutId id="2147483654" r:id="rId6"/>
    <p:sldLayoutId id="2147483664" r:id="rId7"/>
    <p:sldLayoutId id="2147483671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ctr" defTabSz="1196401" rtl="0" eaLnBrk="1" latinLnBrk="1" hangingPunct="1">
        <a:spcBef>
          <a:spcPct val="0"/>
        </a:spcBef>
        <a:buNone/>
        <a:defRPr sz="58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j-cs"/>
        </a:defRPr>
      </a:lvl1pPr>
    </p:titleStyle>
    <p:bodyStyle>
      <a:lvl1pPr marL="448650" indent="-44865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1pPr>
      <a:lvl2pPr marL="972076" indent="-373875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2pPr>
      <a:lvl3pPr marL="1495501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3pPr>
      <a:lvl4pPr marL="20937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4pPr>
      <a:lvl5pPr marL="26919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5pPr>
      <a:lvl6pPr marL="32901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883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4865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0847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820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4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946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928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10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892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874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85604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image" Target="../media/image3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image" Target="../media/image2.png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slideLayout" Target="../slideLayouts/slideLayout10.xml"/><Relationship Id="rId30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18" descr="C:\Documents and Settings\문미영\Local Settings\Temp\hunclip1\02\huntemp.files\img0001.bmp"/>
          <p:cNvSpPr>
            <a:spLocks noChangeArrowheads="1"/>
          </p:cNvSpPr>
          <p:nvPr/>
        </p:nvSpPr>
        <p:spPr bwMode="auto">
          <a:xfrm>
            <a:off x="4248721" y="2322513"/>
            <a:ext cx="4397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lang="en-US" altLang="ko-KR" sz="3000" b="1" dirty="0">
                <a:latin typeface="맑은 고딕" pitchFamily="50" charset="-127"/>
                <a:ea typeface="맑은 고딕" pitchFamily="50" charset="-127"/>
              </a:rPr>
              <a:t>UI</a:t>
            </a:r>
            <a:r>
              <a:rPr lang="ko-KR" altLang="en-US" sz="3000" b="1" dirty="0">
                <a:latin typeface="맑은 고딕" pitchFamily="50" charset="-127"/>
                <a:ea typeface="맑은 고딕" pitchFamily="50" charset="-127"/>
              </a:rPr>
              <a:t>레이아웃</a:t>
            </a:r>
            <a:endParaRPr lang="en-US" altLang="ko-KR" sz="30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회원가입 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</a:t>
            </a:r>
            <a:endParaRPr lang="ko-KR" altLang="en-US" sz="18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29"/>
          <p:cNvSpPr>
            <a:spLocks noChangeArrowheads="1"/>
          </p:cNvSpPr>
          <p:nvPr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52"/>
          <p:cNvSpPr>
            <a:spLocks noChangeArrowheads="1"/>
          </p:cNvSpPr>
          <p:nvPr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" name="직선 연결선 4"/>
          <p:cNvCxnSpPr>
            <a:cxnSpLocks noChangeShapeType="1"/>
          </p:cNvCxnSpPr>
          <p:nvPr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직선 연결선 20"/>
          <p:cNvCxnSpPr>
            <a:cxnSpLocks noChangeShapeType="1"/>
          </p:cNvCxnSpPr>
          <p:nvPr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701346"/>
              </p:ext>
            </p:extLst>
          </p:nvPr>
        </p:nvGraphicFramePr>
        <p:xfrm>
          <a:off x="7522046" y="4019550"/>
          <a:ext cx="3927475" cy="876300"/>
        </p:xfrm>
        <a:graphic>
          <a:graphicData uri="http://schemas.openxmlformats.org/drawingml/2006/table">
            <a:tbl>
              <a:tblPr/>
              <a:tblGrid>
                <a:gridCol w="1406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문서 번호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버전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0.02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제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·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개정일자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2026-07-08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88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48"/>
          <p:cNvSpPr txBox="1">
            <a:spLocks noChangeArrowheads="1"/>
          </p:cNvSpPr>
          <p:nvPr/>
        </p:nvSpPr>
        <p:spPr bwMode="auto">
          <a:xfrm>
            <a:off x="5164137" y="827981"/>
            <a:ext cx="26336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1" rIns="91424" bIns="45711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kumimoji="0" lang="ko-KR" altLang="en-US" sz="1400" b="1" u="sng" dirty="0">
                <a:latin typeface="맑은 고딕" pitchFamily="50" charset="-127"/>
                <a:ea typeface="맑은 고딕" pitchFamily="50" charset="-127"/>
              </a:rPr>
              <a:t>개 정 이 </a:t>
            </a:r>
            <a:r>
              <a:rPr kumimoji="0" lang="ko-KR" altLang="en-US" sz="1400" b="1" u="sng" dirty="0" err="1">
                <a:latin typeface="맑은 고딕" pitchFamily="50" charset="-127"/>
                <a:ea typeface="맑은 고딕" pitchFamily="50" charset="-127"/>
              </a:rPr>
              <a:t>력</a:t>
            </a:r>
            <a:endParaRPr kumimoji="0" lang="ko-KR" altLang="en-US" sz="1400" b="1" u="sng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6" name="Group 4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2323637"/>
              </p:ext>
            </p:extLst>
          </p:nvPr>
        </p:nvGraphicFramePr>
        <p:xfrm>
          <a:off x="360289" y="1293813"/>
          <a:ext cx="12241360" cy="3755646"/>
        </p:xfrm>
        <a:graphic>
          <a:graphicData uri="http://schemas.openxmlformats.org/drawingml/2006/table">
            <a:tbl>
              <a:tblPr/>
              <a:tblGrid>
                <a:gridCol w="1036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9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 내역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ko-KR" altLang="en-US" sz="10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2026-07-01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최초작성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조한나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0.02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2026-07-08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7/7 1</a:t>
                      </a:r>
                      <a:r>
                        <a:rPr kumimoji="1" lang="ko-KR" altLang="en-US" sz="900" b="1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화면설계 </a:t>
                      </a:r>
                      <a:r>
                        <a:rPr kumimoji="1" lang="ko-KR" altLang="en-US" sz="900" b="1" i="0" u="none" strike="noStrike" cap="none" spc="-1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컨펌</a:t>
                      </a:r>
                      <a:r>
                        <a:rPr kumimoji="1" lang="ko-KR" altLang="en-US" sz="900" b="1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요청 후 피드백 반영</a:t>
                      </a:r>
                      <a:r>
                        <a:rPr kumimoji="1" lang="en-US" altLang="ko-KR" sz="900" b="1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900" b="1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바우처 선택 </a:t>
                      </a:r>
                      <a:r>
                        <a:rPr kumimoji="1" lang="ko-KR" altLang="en-US" sz="900" b="1" i="0" u="none" strike="noStrike" cap="none" spc="-1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셀렉트박스</a:t>
                      </a:r>
                      <a:r>
                        <a:rPr kumimoji="1" lang="ko-KR" altLang="en-US" sz="900" b="1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항목 추가</a:t>
                      </a:r>
                      <a:endParaRPr kumimoji="1" lang="en-US" altLang="ko-KR" sz="900" b="1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CH-U-JO-01-04 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보유 바우처 체크 후 바우처 카드 등록하는 플로우로 반영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권용현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C)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조한나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308891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886979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58043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617426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3038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3982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61385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43136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878757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301607"/>
                  </a:ext>
                </a:extLst>
              </a:tr>
            </a:tbl>
          </a:graphicData>
        </a:graphic>
      </p:graphicFrame>
      <p:sp>
        <p:nvSpPr>
          <p:cNvPr id="7" name="Text Box 549"/>
          <p:cNvSpPr txBox="1">
            <a:spLocks noChangeArrowheads="1"/>
          </p:cNvSpPr>
          <p:nvPr/>
        </p:nvSpPr>
        <p:spPr bwMode="auto">
          <a:xfrm>
            <a:off x="256365" y="5868541"/>
            <a:ext cx="4934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구분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 내용이 이전 문서에 대해 최초작성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승인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추가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수정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삭제 중 선택 기입</a:t>
            </a:r>
          </a:p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개정 내역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변경이 발생되는 위치와 변경 내용을 자세히 기록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5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180FDE3-F39E-1359-049F-0F15996FFD17}"/>
              </a:ext>
            </a:extLst>
          </p:cNvPr>
          <p:cNvSpPr txBox="1"/>
          <p:nvPr/>
        </p:nvSpPr>
        <p:spPr>
          <a:xfrm>
            <a:off x="4257450" y="2700189"/>
            <a:ext cx="444705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500" i="1" u="sng" spc="-150" dirty="0">
                <a:latin typeface="맑은 고딕" panose="020B0503020000020004" pitchFamily="50" charset="-127"/>
              </a:rPr>
              <a:t>로그인</a:t>
            </a:r>
            <a:r>
              <a:rPr lang="en-US" altLang="ko-KR" sz="2500" i="1" u="sng" spc="-150" dirty="0">
                <a:latin typeface="맑은 고딕" panose="020B0503020000020004" pitchFamily="50" charset="-127"/>
              </a:rPr>
              <a:t>/</a:t>
            </a:r>
            <a:r>
              <a:rPr lang="ko-KR" altLang="en-US" sz="2500" i="1" u="sng" spc="-150" dirty="0">
                <a:latin typeface="맑은 고딕" panose="020B0503020000020004" pitchFamily="50" charset="-127"/>
              </a:rPr>
              <a:t>아이디</a:t>
            </a:r>
            <a:r>
              <a:rPr lang="en-US" altLang="ko-KR" sz="2500" i="1" u="sng" spc="-150" dirty="0">
                <a:latin typeface="맑은 고딕" panose="020B0503020000020004" pitchFamily="50" charset="-127"/>
              </a:rPr>
              <a:t>, </a:t>
            </a:r>
            <a:r>
              <a:rPr lang="ko-KR" altLang="en-US" sz="2500" i="1" u="sng" spc="-150" dirty="0">
                <a:latin typeface="맑은 고딕" panose="020B0503020000020004" pitchFamily="50" charset="-127"/>
              </a:rPr>
              <a:t>비밀번호 재설정</a:t>
            </a:r>
            <a:endParaRPr lang="en-US" altLang="ko-KR" sz="2500" i="1" u="sng" spc="-150" dirty="0">
              <a:latin typeface="맑은 고딕" panose="020B050302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F464C77-6E6B-ABE3-7113-FE09A1F5BB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6653236"/>
              </p:ext>
            </p:extLst>
          </p:nvPr>
        </p:nvGraphicFramePr>
        <p:xfrm>
          <a:off x="720329" y="3708301"/>
          <a:ext cx="11521280" cy="68580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402430">
                  <a:extLst>
                    <a:ext uri="{9D8B030D-6E8A-4147-A177-3AD203B41FA5}">
                      <a16:colId xmlns:a16="http://schemas.microsoft.com/office/drawing/2014/main" val="2931824213"/>
                    </a:ext>
                  </a:extLst>
                </a:gridCol>
                <a:gridCol w="1442921">
                  <a:extLst>
                    <a:ext uri="{9D8B030D-6E8A-4147-A177-3AD203B41FA5}">
                      <a16:colId xmlns:a16="http://schemas.microsoft.com/office/drawing/2014/main" val="112716740"/>
                    </a:ext>
                  </a:extLst>
                </a:gridCol>
                <a:gridCol w="1575434">
                  <a:extLst>
                    <a:ext uri="{9D8B030D-6E8A-4147-A177-3AD203B41FA5}">
                      <a16:colId xmlns:a16="http://schemas.microsoft.com/office/drawing/2014/main" val="3578309589"/>
                    </a:ext>
                  </a:extLst>
                </a:gridCol>
                <a:gridCol w="1280960">
                  <a:extLst>
                    <a:ext uri="{9D8B030D-6E8A-4147-A177-3AD203B41FA5}">
                      <a16:colId xmlns:a16="http://schemas.microsoft.com/office/drawing/2014/main" val="3106844441"/>
                    </a:ext>
                  </a:extLst>
                </a:gridCol>
                <a:gridCol w="3047801">
                  <a:extLst>
                    <a:ext uri="{9D8B030D-6E8A-4147-A177-3AD203B41FA5}">
                      <a16:colId xmlns:a16="http://schemas.microsoft.com/office/drawing/2014/main" val="2270234462"/>
                    </a:ext>
                  </a:extLst>
                </a:gridCol>
                <a:gridCol w="1446602">
                  <a:extLst>
                    <a:ext uri="{9D8B030D-6E8A-4147-A177-3AD203B41FA5}">
                      <a16:colId xmlns:a16="http://schemas.microsoft.com/office/drawing/2014/main" val="1899491010"/>
                    </a:ext>
                  </a:extLst>
                </a:gridCol>
                <a:gridCol w="1325132">
                  <a:extLst>
                    <a:ext uri="{9D8B030D-6E8A-4147-A177-3AD203B41FA5}">
                      <a16:colId xmlns:a16="http://schemas.microsoft.com/office/drawing/2014/main" val="3071907306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spc="-150" dirty="0">
                          <a:effectLst/>
                        </a:rPr>
                        <a:t>회원가입</a:t>
                      </a: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Page</a:t>
                      </a:r>
                      <a:endParaRPr lang="ko-KR" sz="10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spc="-150" dirty="0">
                          <a:effectLst/>
                        </a:rPr>
                        <a:t>본인인증 안내</a:t>
                      </a: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</a:t>
                      </a: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u="none" strike="noStrike" spc="-150" dirty="0">
                          <a:effectLst/>
                        </a:rPr>
                        <a:t>CH-U-JO-01-01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801837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Page</a:t>
                      </a:r>
                      <a:endParaRPr lang="ko-KR" sz="10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spc="-150" dirty="0">
                          <a:effectLst/>
                        </a:rPr>
                        <a:t>약관동의</a:t>
                      </a:r>
                      <a:r>
                        <a:rPr lang="ko-KR" sz="1000" u="none" strike="noStrike" spc="-150" dirty="0">
                          <a:effectLst/>
                        </a:rPr>
                        <a:t> 화면</a:t>
                      </a: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spc="-150" dirty="0">
                          <a:effectLst/>
                        </a:rPr>
                        <a:t>개선</a:t>
                      </a: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u="none" strike="noStrike" spc="-150" dirty="0">
                          <a:effectLst/>
                        </a:rPr>
                        <a:t>CH-U-JO-01-03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1354379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spc="-150" dirty="0" err="1">
                          <a:effectLst/>
                        </a:rPr>
                        <a:t>Page</a:t>
                      </a: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spc="-150" dirty="0">
                          <a:effectLst/>
                        </a:rPr>
                        <a:t>정보입력</a:t>
                      </a: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spc="-150" dirty="0">
                          <a:effectLst/>
                        </a:rPr>
                        <a:t>개선</a:t>
                      </a: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u="none" strike="noStrike" spc="-150" dirty="0">
                          <a:effectLst/>
                        </a:rPr>
                        <a:t>CH-U-JO-01-04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2176737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 u="none" strike="noStrike" spc="-150" dirty="0" err="1">
                          <a:effectLst/>
                        </a:rPr>
                        <a:t>Page</a:t>
                      </a:r>
                      <a:endParaRPr lang="ko-KR" alt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가입완료</a:t>
                      </a: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</a:t>
                      </a: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CH-U-JO-01-05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56141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2698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2CBBA-875A-2BF3-12B2-8EF6BA002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BB2380-848C-E8A2-C9A5-E69D6FCCDFA4}"/>
              </a:ext>
            </a:extLst>
          </p:cNvPr>
          <p:cNvSpPr txBox="1"/>
          <p:nvPr/>
        </p:nvSpPr>
        <p:spPr>
          <a:xfrm>
            <a:off x="288281" y="190942"/>
            <a:ext cx="17107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디바이스 별 영역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1B4CA0D-0E1B-5075-8121-4379A7FEF147}"/>
              </a:ext>
            </a:extLst>
          </p:cNvPr>
          <p:cNvSpPr/>
          <p:nvPr/>
        </p:nvSpPr>
        <p:spPr>
          <a:xfrm>
            <a:off x="7129041" y="755973"/>
            <a:ext cx="4536504" cy="558050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BBF37BD-60D0-7C94-F3BD-B42795F27B20}"/>
              </a:ext>
            </a:extLst>
          </p:cNvPr>
          <p:cNvSpPr/>
          <p:nvPr/>
        </p:nvSpPr>
        <p:spPr>
          <a:xfrm>
            <a:off x="3842723" y="755972"/>
            <a:ext cx="3043412" cy="5074618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3BE94E7-3EC8-1CAF-2550-FEC5E09735DA}"/>
              </a:ext>
            </a:extLst>
          </p:cNvPr>
          <p:cNvSpPr/>
          <p:nvPr/>
        </p:nvSpPr>
        <p:spPr>
          <a:xfrm>
            <a:off x="1585895" y="768933"/>
            <a:ext cx="2029612" cy="511256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3058C59-A3C8-903B-2CF3-461F09C62FA8}"/>
              </a:ext>
            </a:extLst>
          </p:cNvPr>
          <p:cNvSpPr/>
          <p:nvPr/>
        </p:nvSpPr>
        <p:spPr>
          <a:xfrm>
            <a:off x="7129041" y="755974"/>
            <a:ext cx="4536504" cy="15697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3E35138E-F716-0EAD-327A-5AC9C73C148A}"/>
              </a:ext>
            </a:extLst>
          </p:cNvPr>
          <p:cNvSpPr/>
          <p:nvPr/>
        </p:nvSpPr>
        <p:spPr>
          <a:xfrm>
            <a:off x="3842723" y="755973"/>
            <a:ext cx="3043412" cy="14218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50472136-1B35-0C1F-BA78-2B8B536FCE3E}"/>
              </a:ext>
            </a:extLst>
          </p:cNvPr>
          <p:cNvSpPr/>
          <p:nvPr/>
        </p:nvSpPr>
        <p:spPr>
          <a:xfrm>
            <a:off x="1585894" y="768933"/>
            <a:ext cx="2022578" cy="1440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1D70F215-CDE1-8596-7B6D-999049808ADE}"/>
              </a:ext>
            </a:extLst>
          </p:cNvPr>
          <p:cNvSpPr/>
          <p:nvPr/>
        </p:nvSpPr>
        <p:spPr>
          <a:xfrm>
            <a:off x="1585894" y="5555383"/>
            <a:ext cx="2029612" cy="1440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Footer</a:t>
            </a:r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A4D0E9FD-C79D-5B86-8275-FE43FDDF1846}"/>
              </a:ext>
            </a:extLst>
          </p:cNvPr>
          <p:cNvSpPr/>
          <p:nvPr/>
        </p:nvSpPr>
        <p:spPr>
          <a:xfrm>
            <a:off x="1581075" y="5715437"/>
            <a:ext cx="2029612" cy="144016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하단 고정 탭 바 영역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FF6DB8-1423-E007-DB84-1DB472325B83}"/>
              </a:ext>
            </a:extLst>
          </p:cNvPr>
          <p:cNvSpPr txBox="1"/>
          <p:nvPr/>
        </p:nvSpPr>
        <p:spPr>
          <a:xfrm>
            <a:off x="7057654" y="546041"/>
            <a:ext cx="3449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</a:t>
            </a:r>
            <a:endParaRPr lang="ko-KR" altLang="en-US" sz="1000" b="1" i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C6F53E-D426-ADCF-5568-7ACC5E29AD05}"/>
              </a:ext>
            </a:extLst>
          </p:cNvPr>
          <p:cNvSpPr txBox="1"/>
          <p:nvPr/>
        </p:nvSpPr>
        <p:spPr>
          <a:xfrm>
            <a:off x="3786930" y="548608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태블릿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DA7F25-86BD-A44F-FBE6-D118B256C3B2}"/>
              </a:ext>
            </a:extLst>
          </p:cNvPr>
          <p:cNvSpPr txBox="1"/>
          <p:nvPr/>
        </p:nvSpPr>
        <p:spPr>
          <a:xfrm>
            <a:off x="1480754" y="551763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모바일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EF0EE55-D6FC-479D-E190-6753BA95D624}"/>
              </a:ext>
            </a:extLst>
          </p:cNvPr>
          <p:cNvSpPr/>
          <p:nvPr/>
        </p:nvSpPr>
        <p:spPr>
          <a:xfrm>
            <a:off x="7124222" y="6162949"/>
            <a:ext cx="4536504" cy="15697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Footer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83E63C7-6FAF-0D6F-AC72-8F0F15A625BF}"/>
              </a:ext>
            </a:extLst>
          </p:cNvPr>
          <p:cNvSpPr/>
          <p:nvPr/>
        </p:nvSpPr>
        <p:spPr>
          <a:xfrm>
            <a:off x="3847735" y="5677873"/>
            <a:ext cx="3038399" cy="13615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Footer</a:t>
            </a:r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B7B6782-D2E0-B1F8-1979-F526ECDBA4F3}"/>
              </a:ext>
            </a:extLst>
          </p:cNvPr>
          <p:cNvSpPr/>
          <p:nvPr/>
        </p:nvSpPr>
        <p:spPr>
          <a:xfrm>
            <a:off x="8335355" y="2241805"/>
            <a:ext cx="2016224" cy="2592288"/>
          </a:xfrm>
          <a:prstGeom prst="rect">
            <a:avLst/>
          </a:prstGeom>
          <a:solidFill>
            <a:schemeClr val="tx1">
              <a:alpha val="3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콘텐츠 영역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3F3C69F-D16B-66D0-19DE-D886E2C83DC7}"/>
              </a:ext>
            </a:extLst>
          </p:cNvPr>
          <p:cNvSpPr/>
          <p:nvPr/>
        </p:nvSpPr>
        <p:spPr>
          <a:xfrm>
            <a:off x="4356317" y="1925601"/>
            <a:ext cx="2016224" cy="2592288"/>
          </a:xfrm>
          <a:prstGeom prst="rect">
            <a:avLst/>
          </a:prstGeom>
          <a:solidFill>
            <a:schemeClr val="tx1">
              <a:alpha val="3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콘텐츠 영역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377A5C0-6D7B-A970-6C90-F14F3D72F4CE}"/>
              </a:ext>
            </a:extLst>
          </p:cNvPr>
          <p:cNvSpPr/>
          <p:nvPr/>
        </p:nvSpPr>
        <p:spPr>
          <a:xfrm>
            <a:off x="1592248" y="1938022"/>
            <a:ext cx="2016224" cy="2592288"/>
          </a:xfrm>
          <a:prstGeom prst="rect">
            <a:avLst/>
          </a:prstGeom>
          <a:solidFill>
            <a:schemeClr val="tx1">
              <a:alpha val="3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콘텐츠 영역</a:t>
            </a:r>
          </a:p>
        </p:txBody>
      </p:sp>
    </p:spTree>
    <p:extLst>
      <p:ext uri="{BB962C8B-B14F-4D97-AF65-F5344CB8AC3E}">
        <p14:creationId xmlns:p14="http://schemas.microsoft.com/office/powerpoint/2010/main" val="1882529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ACC3A9-710C-4565-9418-38424886268D}"/>
              </a:ext>
            </a:extLst>
          </p:cNvPr>
          <p:cNvSpPr txBox="1"/>
          <p:nvPr/>
        </p:nvSpPr>
        <p:spPr>
          <a:xfrm>
            <a:off x="288281" y="190942"/>
            <a:ext cx="9989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메시지 정의 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sz="1200" b="1" spc="-150" dirty="0">
              <a:solidFill>
                <a:srgbClr val="342F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" name="표 50">
            <a:extLst>
              <a:ext uri="{FF2B5EF4-FFF2-40B4-BE49-F238E27FC236}">
                <a16:creationId xmlns:a16="http://schemas.microsoft.com/office/drawing/2014/main" id="{450A4719-7E1B-4454-5CA4-8A68DDF9E0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9184252"/>
              </p:ext>
            </p:extLst>
          </p:nvPr>
        </p:nvGraphicFramePr>
        <p:xfrm>
          <a:off x="432297" y="611957"/>
          <a:ext cx="12241358" cy="5513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4727">
                  <a:extLst>
                    <a:ext uri="{9D8B030D-6E8A-4147-A177-3AD203B41FA5}">
                      <a16:colId xmlns:a16="http://schemas.microsoft.com/office/drawing/2014/main" val="4232753918"/>
                    </a:ext>
                  </a:extLst>
                </a:gridCol>
                <a:gridCol w="848971">
                  <a:extLst>
                    <a:ext uri="{9D8B030D-6E8A-4147-A177-3AD203B41FA5}">
                      <a16:colId xmlns:a16="http://schemas.microsoft.com/office/drawing/2014/main" val="3018287434"/>
                    </a:ext>
                  </a:extLst>
                </a:gridCol>
                <a:gridCol w="2641151">
                  <a:extLst>
                    <a:ext uri="{9D8B030D-6E8A-4147-A177-3AD203B41FA5}">
                      <a16:colId xmlns:a16="http://schemas.microsoft.com/office/drawing/2014/main" val="1024583826"/>
                    </a:ext>
                  </a:extLst>
                </a:gridCol>
                <a:gridCol w="1132258">
                  <a:extLst>
                    <a:ext uri="{9D8B030D-6E8A-4147-A177-3AD203B41FA5}">
                      <a16:colId xmlns:a16="http://schemas.microsoft.com/office/drawing/2014/main" val="2630283918"/>
                    </a:ext>
                  </a:extLst>
                </a:gridCol>
                <a:gridCol w="616067">
                  <a:extLst>
                    <a:ext uri="{9D8B030D-6E8A-4147-A177-3AD203B41FA5}">
                      <a16:colId xmlns:a16="http://schemas.microsoft.com/office/drawing/2014/main" val="363714043"/>
                    </a:ext>
                  </a:extLst>
                </a:gridCol>
                <a:gridCol w="2321318">
                  <a:extLst>
                    <a:ext uri="{9D8B030D-6E8A-4147-A177-3AD203B41FA5}">
                      <a16:colId xmlns:a16="http://schemas.microsoft.com/office/drawing/2014/main" val="3704753181"/>
                    </a:ext>
                  </a:extLst>
                </a:gridCol>
                <a:gridCol w="682007">
                  <a:extLst>
                    <a:ext uri="{9D8B030D-6E8A-4147-A177-3AD203B41FA5}">
                      <a16:colId xmlns:a16="http://schemas.microsoft.com/office/drawing/2014/main" val="2491921244"/>
                    </a:ext>
                  </a:extLst>
                </a:gridCol>
                <a:gridCol w="2664859">
                  <a:extLst>
                    <a:ext uri="{9D8B030D-6E8A-4147-A177-3AD203B41FA5}">
                      <a16:colId xmlns:a16="http://schemas.microsoft.com/office/drawing/2014/main" val="1733115995"/>
                    </a:ext>
                  </a:extLst>
                </a:gridCol>
              </a:tblGrid>
              <a:tr h="3168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 시점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메시지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선택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381393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본인인증 화면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spc="-80" dirty="0"/>
                        <a:t>CH-U-JO-01-02</a:t>
                      </a:r>
                      <a:endParaRPr lang="ko-KR" altLang="en-US" sz="800" spc="-80" dirty="0"/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 성공했으나 DI </a:t>
                      </a:r>
                      <a:r>
                        <a:rPr lang="ko-KR" altLang="ko-KR" sz="800" kern="120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기가입</a:t>
                      </a:r>
                      <a:r>
                        <a:rPr lang="ko-KR" altLang="ko-KR" sz="800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확인</a:t>
                      </a:r>
                      <a:endParaRPr lang="ko-KR" altLang="en-US" sz="800" kern="12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NICE 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본인인증 정상 완료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이미 가입된 계정이 있습니다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로그인 화면으로 이동합니다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로그인 화면으로 이동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7727500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본인인증 화면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spc="-80" dirty="0"/>
                        <a:t>CH-U-JO-01-02</a:t>
                      </a:r>
                      <a:endParaRPr lang="ko-KR" altLang="en-US" sz="800" spc="-80" dirty="0"/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인증 결과 만 </a:t>
                      </a:r>
                      <a:r>
                        <a:rPr lang="en-US" altLang="ko-KR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14</a:t>
                      </a: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 미만</a:t>
                      </a:r>
                      <a:endParaRPr lang="en-US" altLang="ko-KR" sz="8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NICE 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본인인증 정상 완료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만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14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 미만은 회원가입이 불가합니다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 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본인인증 안내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spc="-80" dirty="0"/>
                        <a:t>CH-U-JO-01-01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화면으로 이동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228508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본인인증 화면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spc="-80" dirty="0"/>
                        <a:t>CH-U-JO-01-02</a:t>
                      </a:r>
                      <a:endParaRPr lang="ko-KR" altLang="en-US" sz="800" spc="-80" dirty="0"/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인증 실패 </a:t>
                      </a:r>
                      <a:r>
                        <a:rPr lang="en-US" altLang="ko-KR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(NICE </a:t>
                      </a: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실패 리턴</a:t>
                      </a:r>
                      <a:r>
                        <a:rPr lang="en-US" altLang="ko-KR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NICE 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본인인증 실패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toast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</a:rPr>
                        <a:t>본인인증에 실패했습니다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</a:rPr>
                        <a:t>다시 시도해 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023650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본인인증 화면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spc="-80" dirty="0"/>
                        <a:t>CH-U-JO-01-02</a:t>
                      </a:r>
                      <a:endParaRPr lang="ko-KR" altLang="en-US" sz="800" spc="-80" dirty="0"/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사용자가 인증 팝업 닫음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창닫기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(X)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 </a:t>
                      </a: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클릭시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toast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본인인증이 취소되었습니다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9092539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약관동의 화면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CH-U-JO-01-03</a:t>
                      </a:r>
                      <a:endParaRPr lang="ko-KR" altLang="en-US" sz="800" spc="-80" dirty="0"/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필수약관 </a:t>
                      </a: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미체크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동의 버튼 </a:t>
                      </a: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클릭시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toast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필수 약관에 모두 동의해 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632201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약관동의 화면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CH-U-JO-01-03</a:t>
                      </a:r>
                      <a:endParaRPr lang="ko-KR" altLang="en-US" sz="800" spc="-80" dirty="0"/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뒤로가기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 클릭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뒤로가기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</a:t>
                      </a: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클릭시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회원가입을 </a:t>
                      </a: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중단하시겠습니까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입력한 내용은 저장되지 않습니다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./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confirm 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본인인증 안내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spc="-80" dirty="0"/>
                        <a:t>CH-U-JO-01-01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화면으로 이동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4071605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정보입력 화면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CH-U-JO-01-04</a:t>
                      </a:r>
                      <a:endParaRPr lang="ko-KR" altLang="en-US" sz="800" spc="-80" dirty="0"/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아이디 중복확인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—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사용 가능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중복확인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사용 가능한 아이디입니다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아이디 값 확정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이후 값 변경 시 재확인 필요 상태로 전환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402702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정보입력 화면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CH-U-JO-01-04</a:t>
                      </a:r>
                      <a:endParaRPr lang="ko-KR" altLang="en-US" sz="800" spc="-80" dirty="0"/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아이디 중복확인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—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사용 불가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중복확인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이미 사용 중인 아이디입니다</a:t>
                      </a:r>
                      <a:r>
                        <a:rPr lang="en-US" altLang="ko-KR" sz="800" kern="1200" spc="-15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.\n</a:t>
                      </a:r>
                      <a:r>
                        <a:rPr lang="ko-KR" altLang="en-US" sz="800" kern="1200" spc="-15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다른 아이디를 입력해 주세요</a:t>
                      </a:r>
                      <a:r>
                        <a:rPr lang="en-US" altLang="ko-KR" sz="800" kern="1200" spc="-15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아이디 입력란 초기화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837436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정보입력 화면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CH-U-JO-01-04</a:t>
                      </a:r>
                      <a:endParaRPr lang="ko-KR" altLang="en-US" sz="800" spc="-80" dirty="0"/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아이디 중복확인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— 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미입력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중복확인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toast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아이디를 입력해 주세요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29347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정보입력 화면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CH-U-JO-01-04</a:t>
                      </a:r>
                      <a:endParaRPr lang="ko-KR" altLang="en-US" sz="800" spc="-80" dirty="0"/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ko-KR" sz="800" dirty="0"/>
                        <a:t>카드 명의 ≠ 본인인증 명의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카드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등록 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본인 명의의 카드만 등록할 수 있습니다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카드등록 정보 초기화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355530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정보입력 화면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CH-U-JO-01-04</a:t>
                      </a:r>
                      <a:endParaRPr lang="ko-KR" altLang="en-US" sz="800" spc="-80" dirty="0"/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자격검증 실패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—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국민행복카드 아님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카드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등록 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국민행복카드가 아닙니다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카드 정보를 다시 확인해 주세요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카드등록 정보 초기화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596364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정보입력 화면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CH-U-JO-01-04</a:t>
                      </a:r>
                      <a:endParaRPr lang="ko-KR" altLang="en-US" sz="800" spc="-80" dirty="0"/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자격검증 실패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—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바우처 대상 아님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카드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등록 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선택하신 바우처의 정보를 확인할 수 없습니다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카드 정보와 바우처 선택을 다시 확인해 주세요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카드등록 창 닫음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9789458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정보입력 화면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CH-U-JO-01-04</a:t>
                      </a:r>
                      <a:endParaRPr lang="ko-KR" altLang="en-US" sz="800" spc="-80" dirty="0"/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추천인 아이디 무효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가입하기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존재하지 않는 아이디입니다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다시 확인해 주세요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90319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정보입력 화면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CH-U-JO-01-04</a:t>
                      </a:r>
                      <a:endParaRPr lang="ko-KR" altLang="en-US" sz="800" spc="-80" dirty="0"/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추천인에 본인 아이디 입력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가입하기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본인 아이디는 추천인으로 등록할 수 없습니다</a:t>
                      </a:r>
                      <a:r>
                        <a:rPr lang="en-US" altLang="ko-KR" sz="800" kern="1200" spc="-15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919592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정보입력 화면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CH-U-JO-01-04</a:t>
                      </a:r>
                      <a:endParaRPr lang="ko-KR" altLang="en-US" sz="800" spc="-80" dirty="0"/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뒤로가기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버튼 클릭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뒤로가기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약관동의 화면으로 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이동하시겠습니까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입력한 정보는 저장되지 않습니다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confirm 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약관동의 화면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spc="-80" dirty="0"/>
                        <a:t>CH-U-JO-01-03)</a:t>
                      </a:r>
                      <a:r>
                        <a:rPr lang="ko-KR" altLang="en-US" sz="800" spc="-80" dirty="0"/>
                        <a:t>으로 이동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259263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정보입력 화면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CH-U-JO-01-04</a:t>
                      </a:r>
                      <a:endParaRPr lang="ko-KR" altLang="en-US" sz="800" spc="-80" dirty="0"/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회원 생성 실패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시스템 오류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가입하기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 후 서버 처리 실패 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일시적인 오류로 가입을 완료하지 못했습니다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잠시 후 다시 시도해 주세요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6215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2338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07907" y="78285"/>
            <a:ext cx="124906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회원가입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본인인증 안내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02717" y="330494"/>
            <a:ext cx="7681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회원가입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7921129" y="58428"/>
            <a:ext cx="96981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CH-U-JO-01-01</a:t>
            </a:r>
            <a:endParaRPr lang="ko-KR" altLang="en-US" sz="1000" spc="-80" dirty="0"/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421252A2-A094-4A35-8DFE-E06C6C044F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2780831"/>
              </p:ext>
            </p:extLst>
          </p:nvPr>
        </p:nvGraphicFramePr>
        <p:xfrm>
          <a:off x="10128399" y="623854"/>
          <a:ext cx="2850436" cy="324929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진행단계 </a:t>
                      </a:r>
                      <a:r>
                        <a:rPr kumimoji="0" lang="ko-KR" altLang="en-US" sz="800" b="1" i="0" u="sng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스텝바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lnSpc>
                          <a:spcPts val="9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00" dirty="0">
                          <a:latin typeface="+mn-lt"/>
                          <a:ea typeface="맑은 고딕"/>
                        </a:rPr>
                        <a:t>회원가입 4단계 스텝 노출, 현재 단계 활성 표시</a:t>
                      </a:r>
                    </a:p>
                    <a:p>
                      <a:pPr marL="171450" indent="-171450">
                        <a:lnSpc>
                          <a:spcPts val="9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00" dirty="0">
                          <a:latin typeface="+mn-lt"/>
                          <a:ea typeface="맑은 고딕"/>
                        </a:rPr>
                        <a:t>URL 직접 접근 등 단계 임의 이동 불가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본인인증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lnSpc>
                          <a:spcPts val="9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맑은 고딕"/>
                          <a:cs typeface="+mn-cs"/>
                        </a:rPr>
                        <a:t>클릭 시 </a:t>
                      </a: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맑은 고딕"/>
                          <a:cs typeface="+mn-cs"/>
                        </a:rPr>
                        <a:t>NICE </a:t>
                      </a:r>
                      <a:r>
                        <a:rPr kumimoji="0" lang="ko-KR" altLang="en-US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맑은 고딕"/>
                          <a:cs typeface="+mn-cs"/>
                        </a:rPr>
                        <a:t>본인인증 팝업 </a:t>
                      </a: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맑은 고딕"/>
                          <a:cs typeface="+mn-cs"/>
                        </a:rPr>
                        <a:t>(CH-U-JO-01-02-01p) </a:t>
                      </a:r>
                      <a:r>
                        <a:rPr kumimoji="0" lang="ko-KR" altLang="en-US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맑은 고딕"/>
                          <a:cs typeface="+mn-cs"/>
                        </a:rPr>
                        <a:t>호출</a:t>
                      </a:r>
                      <a:endParaRPr kumimoji="0" lang="en-US" altLang="ko-KR" sz="800" b="0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맑은 고딕"/>
                        <a:cs typeface="+mn-cs"/>
                      </a:endParaRPr>
                    </a:p>
                    <a:p>
                      <a:pPr marL="171450" indent="-171450">
                        <a:lnSpc>
                          <a:spcPts val="9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맑은 고딕"/>
                          <a:cs typeface="+mn-cs"/>
                        </a:rPr>
                        <a:t>인증 </a:t>
                      </a:r>
                      <a:r>
                        <a:rPr kumimoji="0" lang="ko-KR" altLang="en-US" sz="800" b="0" i="0" u="none" strike="noStrike" kern="0" cap="none" spc="-10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맑은 고딕"/>
                          <a:cs typeface="+mn-cs"/>
                        </a:rPr>
                        <a:t>성공시</a:t>
                      </a:r>
                      <a:r>
                        <a:rPr kumimoji="0" lang="ko-KR" altLang="en-US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맑은 고딕"/>
                          <a:cs typeface="+mn-cs"/>
                        </a:rPr>
                        <a:t>DI</a:t>
                      </a:r>
                      <a:r>
                        <a:rPr kumimoji="0" lang="ko-KR" altLang="en-US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맑은 고딕"/>
                          <a:cs typeface="+mn-cs"/>
                        </a:rPr>
                        <a:t>로 </a:t>
                      </a:r>
                      <a:r>
                        <a:rPr kumimoji="0" lang="ko-KR" altLang="en-US" sz="800" b="0" i="0" u="none" strike="noStrike" kern="0" cap="none" spc="-10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맑은 고딕"/>
                          <a:cs typeface="+mn-cs"/>
                        </a:rPr>
                        <a:t>기가입</a:t>
                      </a:r>
                      <a:r>
                        <a:rPr kumimoji="0" lang="ko-KR" altLang="en-US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맑은 고딕"/>
                          <a:cs typeface="+mn-cs"/>
                        </a:rPr>
                        <a:t> 여부 확인</a:t>
                      </a: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맑은 고딕"/>
                          <a:cs typeface="+mn-cs"/>
                        </a:rPr>
                        <a:t>신규회원만 다음 화면으로 이동</a:t>
                      </a:r>
                      <a:endParaRPr kumimoji="0" lang="en-US" altLang="ko-KR" sz="800" b="0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맑은 고딕"/>
                        <a:cs typeface="+mn-cs"/>
                      </a:endParaRPr>
                    </a:p>
                    <a:p>
                      <a:pPr marL="171450" indent="-171450">
                        <a:lnSpc>
                          <a:spcPts val="9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0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맑은 고딕"/>
                          <a:cs typeface="+mn-cs"/>
                        </a:rPr>
                        <a:t>기가입</a:t>
                      </a: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맑은 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맑은 고딕"/>
                          <a:cs typeface="+mn-cs"/>
                        </a:rPr>
                        <a:t>만</a:t>
                      </a: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맑은 고딕"/>
                          <a:cs typeface="+mn-cs"/>
                        </a:rPr>
                        <a:t>14</a:t>
                      </a:r>
                      <a:r>
                        <a:rPr kumimoji="0" lang="ko-KR" altLang="en-US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맑은 고딕"/>
                          <a:cs typeface="+mn-cs"/>
                        </a:rPr>
                        <a:t>세 미만</a:t>
                      </a: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맑은 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맑은 고딕"/>
                          <a:cs typeface="+mn-cs"/>
                        </a:rPr>
                        <a:t>실패</a:t>
                      </a: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맑은 고딕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맑은 고딕"/>
                          <a:cs typeface="+mn-cs"/>
                        </a:rPr>
                        <a:t>취소 처리는 메시지 정의</a:t>
                      </a: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맑은 고딕"/>
                          <a:cs typeface="+mn-cs"/>
                        </a:rPr>
                        <a:t>(5p) </a:t>
                      </a:r>
                      <a:r>
                        <a:rPr kumimoji="0" lang="ko-KR" altLang="en-US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맑은 고딕"/>
                          <a:cs typeface="+mn-cs"/>
                        </a:rPr>
                        <a:t>참조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로그인하기 링크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로그인하기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(CH-U-LO-01-01)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화면으로 이동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DA4C1347-5AF5-59B9-F5FC-09CFD169BD70}"/>
              </a:ext>
            </a:extLst>
          </p:cNvPr>
          <p:cNvSpPr txBox="1"/>
          <p:nvPr/>
        </p:nvSpPr>
        <p:spPr>
          <a:xfrm>
            <a:off x="1443250" y="1116013"/>
            <a:ext cx="87716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5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회원가입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08C3933-8E0C-FC95-2FFA-70ECD6DE5F45}"/>
              </a:ext>
            </a:extLst>
          </p:cNvPr>
          <p:cNvSpPr/>
          <p:nvPr/>
        </p:nvSpPr>
        <p:spPr>
          <a:xfrm>
            <a:off x="595061" y="3881215"/>
            <a:ext cx="2573540" cy="28988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본인인증 후 회원가입 하기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D7EB64-D316-2582-6EE3-9592EF23F532}"/>
              </a:ext>
            </a:extLst>
          </p:cNvPr>
          <p:cNvSpPr txBox="1"/>
          <p:nvPr/>
        </p:nvSpPr>
        <p:spPr>
          <a:xfrm>
            <a:off x="830104" y="2654603"/>
            <a:ext cx="21034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국민행복몰에 오신 것을 환영합니다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FF67AD-7044-9F42-821E-57104FCFD620}"/>
              </a:ext>
            </a:extLst>
          </p:cNvPr>
          <p:cNvSpPr txBox="1"/>
          <p:nvPr/>
        </p:nvSpPr>
        <p:spPr>
          <a:xfrm>
            <a:off x="830905" y="2938578"/>
            <a:ext cx="2101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ko-KR" sz="900" dirty="0"/>
              <a:t>회원가입을 하시면 바우처 쇼핑몰의</a:t>
            </a:r>
            <a:endParaRPr lang="en-US" altLang="ko-KR" sz="900" dirty="0"/>
          </a:p>
          <a:p>
            <a:pPr algn="ctr"/>
            <a:r>
              <a:rPr lang="ko-KR" altLang="ko-KR" sz="900" dirty="0"/>
              <a:t>다양한 서비스를 이용할 수 있습니다.</a:t>
            </a:r>
            <a:endParaRPr lang="ko-KR" altLang="en-US" sz="9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5BD313-1606-61E4-DE2C-0EF605D3E8BE}"/>
              </a:ext>
            </a:extLst>
          </p:cNvPr>
          <p:cNvSpPr txBox="1"/>
          <p:nvPr/>
        </p:nvSpPr>
        <p:spPr>
          <a:xfrm>
            <a:off x="606488" y="4638830"/>
            <a:ext cx="25506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/>
              <a:t>이미 국민행복몰의 </a:t>
            </a:r>
            <a:r>
              <a:rPr lang="ko-KR" altLang="en-US" sz="900" dirty="0" err="1"/>
              <a:t>회원이신가요</a:t>
            </a:r>
            <a:r>
              <a:rPr lang="en-US" altLang="ko-KR" sz="900" dirty="0"/>
              <a:t>? </a:t>
            </a:r>
            <a:r>
              <a:rPr lang="ko-KR" altLang="en-US" sz="900" b="1" u="sng" dirty="0"/>
              <a:t>로그인하기</a:t>
            </a:r>
            <a:endParaRPr lang="ko-KR" altLang="en-US" sz="900" b="1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E2200014-484D-B032-6101-F37F057E5E2F}"/>
              </a:ext>
            </a:extLst>
          </p:cNvPr>
          <p:cNvGrpSpPr/>
          <p:nvPr/>
        </p:nvGrpSpPr>
        <p:grpSpPr>
          <a:xfrm>
            <a:off x="611737" y="1549928"/>
            <a:ext cx="518092" cy="503476"/>
            <a:chOff x="680555" y="1561623"/>
            <a:chExt cx="518092" cy="503476"/>
          </a:xfrm>
        </p:grpSpPr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616BA55D-CC55-EFD4-94A5-1E3F2746B802}"/>
                </a:ext>
              </a:extLst>
            </p:cNvPr>
            <p:cNvSpPr/>
            <p:nvPr/>
          </p:nvSpPr>
          <p:spPr>
            <a:xfrm>
              <a:off x="795584" y="1561623"/>
              <a:ext cx="288032" cy="28803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bg1"/>
                  </a:solidFill>
                </a:rPr>
                <a:t>1</a:t>
              </a:r>
              <a:endParaRPr lang="ko-KR" alt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BD4BA5A-87CF-D521-FF65-09E18171E952}"/>
                </a:ext>
              </a:extLst>
            </p:cNvPr>
            <p:cNvSpPr txBox="1"/>
            <p:nvPr/>
          </p:nvSpPr>
          <p:spPr>
            <a:xfrm>
              <a:off x="680555" y="1849655"/>
              <a:ext cx="51809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본인인증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42AC939F-059E-0AE7-51BA-3B4144B07C39}"/>
              </a:ext>
            </a:extLst>
          </p:cNvPr>
          <p:cNvGrpSpPr/>
          <p:nvPr/>
        </p:nvGrpSpPr>
        <p:grpSpPr>
          <a:xfrm>
            <a:off x="1279850" y="1549928"/>
            <a:ext cx="518092" cy="503476"/>
            <a:chOff x="1591684" y="1561623"/>
            <a:chExt cx="518092" cy="503476"/>
          </a:xfrm>
        </p:grpSpPr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81D25B9C-7F4D-AD1D-AA5C-57B5BD2D5624}"/>
                </a:ext>
              </a:extLst>
            </p:cNvPr>
            <p:cNvSpPr/>
            <p:nvPr/>
          </p:nvSpPr>
          <p:spPr>
            <a:xfrm>
              <a:off x="1706710" y="1561623"/>
              <a:ext cx="288032" cy="28803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2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528B9D3-EC37-794A-3AD5-6E45B7AFD4A3}"/>
                </a:ext>
              </a:extLst>
            </p:cNvPr>
            <p:cNvSpPr txBox="1"/>
            <p:nvPr/>
          </p:nvSpPr>
          <p:spPr>
            <a:xfrm>
              <a:off x="1591684" y="1849655"/>
              <a:ext cx="51809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약관동의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9A27902A-17C1-F110-4B10-D65EB29BFF4A}"/>
              </a:ext>
            </a:extLst>
          </p:cNvPr>
          <p:cNvGrpSpPr/>
          <p:nvPr/>
        </p:nvGrpSpPr>
        <p:grpSpPr>
          <a:xfrm>
            <a:off x="1947963" y="1549928"/>
            <a:ext cx="518092" cy="503476"/>
            <a:chOff x="2502811" y="1561623"/>
            <a:chExt cx="518092" cy="503476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DB0E62F2-CEE3-7166-F3A2-639AA394C5C7}"/>
                </a:ext>
              </a:extLst>
            </p:cNvPr>
            <p:cNvSpPr/>
            <p:nvPr/>
          </p:nvSpPr>
          <p:spPr>
            <a:xfrm>
              <a:off x="2617836" y="1561623"/>
              <a:ext cx="288032" cy="28803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3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B9A105A-10E1-4EA4-2EFE-B247F31861D5}"/>
                </a:ext>
              </a:extLst>
            </p:cNvPr>
            <p:cNvSpPr txBox="1"/>
            <p:nvPr/>
          </p:nvSpPr>
          <p:spPr>
            <a:xfrm>
              <a:off x="2502811" y="1849655"/>
              <a:ext cx="51809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정보입력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247CE63E-A934-E04D-E976-D2AC7FD3944D}"/>
              </a:ext>
            </a:extLst>
          </p:cNvPr>
          <p:cNvGrpSpPr/>
          <p:nvPr/>
        </p:nvGrpSpPr>
        <p:grpSpPr>
          <a:xfrm>
            <a:off x="2616075" y="1549928"/>
            <a:ext cx="518092" cy="503476"/>
            <a:chOff x="3020904" y="1561623"/>
            <a:chExt cx="518092" cy="50347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3C9DD952-1838-BEA7-BF53-F9F54049EB83}"/>
                </a:ext>
              </a:extLst>
            </p:cNvPr>
            <p:cNvSpPr/>
            <p:nvPr/>
          </p:nvSpPr>
          <p:spPr>
            <a:xfrm>
              <a:off x="3135928" y="1561623"/>
              <a:ext cx="288032" cy="28803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4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BE54C5A-6412-212F-7263-4D5F425BC5B3}"/>
                </a:ext>
              </a:extLst>
            </p:cNvPr>
            <p:cNvSpPr txBox="1"/>
            <p:nvPr/>
          </p:nvSpPr>
          <p:spPr>
            <a:xfrm>
              <a:off x="3020904" y="1849655"/>
              <a:ext cx="51809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가입완료</a:t>
              </a:r>
            </a:p>
          </p:txBody>
        </p:sp>
      </p:grp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45DE00CF-BEBD-2F9F-D31F-6C30BFBCA730}"/>
              </a:ext>
            </a:extLst>
          </p:cNvPr>
          <p:cNvCxnSpPr/>
          <p:nvPr/>
        </p:nvCxnSpPr>
        <p:spPr>
          <a:xfrm>
            <a:off x="1086345" y="1692077"/>
            <a:ext cx="22234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6CA0CCD1-9A9C-A9A5-CD44-6616D9B05E0F}"/>
              </a:ext>
            </a:extLst>
          </p:cNvPr>
          <p:cNvCxnSpPr/>
          <p:nvPr/>
        </p:nvCxnSpPr>
        <p:spPr>
          <a:xfrm>
            <a:off x="1758415" y="1692077"/>
            <a:ext cx="22234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AACBCE34-BDA2-F1BF-8A0D-484C1F10D8D9}"/>
              </a:ext>
            </a:extLst>
          </p:cNvPr>
          <p:cNvCxnSpPr/>
          <p:nvPr/>
        </p:nvCxnSpPr>
        <p:spPr>
          <a:xfrm>
            <a:off x="2430486" y="1692077"/>
            <a:ext cx="22234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그림 41">
            <a:extLst>
              <a:ext uri="{FF2B5EF4-FFF2-40B4-BE49-F238E27FC236}">
                <a16:creationId xmlns:a16="http://schemas.microsoft.com/office/drawing/2014/main" id="{B0FE1AD6-81F8-EE56-1D3B-97CF4BBD9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2978" y="3041874"/>
            <a:ext cx="1080120" cy="1941086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904B0916-1E16-82FC-334B-E01F8081D025}"/>
              </a:ext>
            </a:extLst>
          </p:cNvPr>
          <p:cNvSpPr txBox="1"/>
          <p:nvPr/>
        </p:nvSpPr>
        <p:spPr>
          <a:xfrm>
            <a:off x="4415550" y="2811042"/>
            <a:ext cx="1368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/>
              <a:t>CH-U-JO-01-02-01p</a:t>
            </a:r>
            <a:endParaRPr lang="ko-KR" altLang="en-US" sz="900" dirty="0"/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A00A5EA1-A6C4-C181-DF46-2D280C32BD8E}"/>
              </a:ext>
            </a:extLst>
          </p:cNvPr>
          <p:cNvCxnSpPr>
            <a:cxnSpLocks/>
            <a:endCxn id="42" idx="1"/>
          </p:cNvCxnSpPr>
          <p:nvPr/>
        </p:nvCxnSpPr>
        <p:spPr>
          <a:xfrm>
            <a:off x="3168601" y="4012417"/>
            <a:ext cx="1314377" cy="0"/>
          </a:xfrm>
          <a:prstGeom prst="straightConnector1">
            <a:avLst/>
          </a:prstGeom>
          <a:ln w="3175">
            <a:solidFill>
              <a:srgbClr val="C0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B581D3A6-7589-21DA-708E-DAA6EF1C327A}"/>
              </a:ext>
            </a:extLst>
          </p:cNvPr>
          <p:cNvSpPr txBox="1"/>
          <p:nvPr/>
        </p:nvSpPr>
        <p:spPr>
          <a:xfrm>
            <a:off x="3765234" y="5095578"/>
            <a:ext cx="293650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ko-KR" altLang="en-US" sz="900" b="1" u="none" kern="0" spc="-150" baseline="0" dirty="0">
                <a:solidFill>
                  <a:srgbClr val="C00000"/>
                </a:solidFill>
                <a:latin typeface="+mn-ea"/>
              </a:rPr>
              <a:t>본인인증 완료 시</a:t>
            </a:r>
            <a:r>
              <a:rPr lang="en-US" altLang="ko-KR" sz="900" b="1" kern="0" spc="-150" dirty="0">
                <a:solidFill>
                  <a:srgbClr val="C00000"/>
                </a:solidFill>
                <a:latin typeface="+mn-ea"/>
              </a:rPr>
              <a:t> CH-U-JO-01-03 (</a:t>
            </a:r>
            <a:r>
              <a:rPr lang="ko-KR" altLang="en-US" sz="900" b="1" kern="0" spc="-150" dirty="0">
                <a:solidFill>
                  <a:srgbClr val="C00000"/>
                </a:solidFill>
                <a:latin typeface="+mn-ea"/>
              </a:rPr>
              <a:t>약관동의</a:t>
            </a:r>
            <a:r>
              <a:rPr lang="en-US" altLang="ko-KR" sz="900" b="1" kern="0" spc="-150" dirty="0">
                <a:solidFill>
                  <a:srgbClr val="C00000"/>
                </a:solidFill>
                <a:latin typeface="+mn-ea"/>
              </a:rPr>
              <a:t>) </a:t>
            </a:r>
            <a:r>
              <a:rPr lang="ko-KR" altLang="en-US" sz="900" b="1" kern="0" spc="-150" dirty="0">
                <a:solidFill>
                  <a:srgbClr val="C00000"/>
                </a:solidFill>
                <a:latin typeface="+mn-ea"/>
              </a:rPr>
              <a:t>화면으로 이동</a:t>
            </a:r>
            <a:endParaRPr lang="en-US" altLang="ko-KR" sz="900" b="1" u="none" kern="0" spc="-150" baseline="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4556046-F9B5-58CE-93C6-43BB11325117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C427280-8E0E-D4F5-5BAB-79B88B7E7FA1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55" name="모서리가 둥근 직사각형 114">
            <a:extLst>
              <a:ext uri="{FF2B5EF4-FFF2-40B4-BE49-F238E27FC236}">
                <a16:creationId xmlns:a16="http://schemas.microsoft.com/office/drawing/2014/main" id="{89FEF73C-7226-BA2E-580C-67244DE3DEC7}"/>
              </a:ext>
            </a:extLst>
          </p:cNvPr>
          <p:cNvSpPr/>
          <p:nvPr/>
        </p:nvSpPr>
        <p:spPr>
          <a:xfrm>
            <a:off x="263848" y="164616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6" name="모서리가 둥근 직사각형 114">
            <a:extLst>
              <a:ext uri="{FF2B5EF4-FFF2-40B4-BE49-F238E27FC236}">
                <a16:creationId xmlns:a16="http://schemas.microsoft.com/office/drawing/2014/main" id="{6DA0A2EF-20D3-CF9A-727A-1E1467D3470B}"/>
              </a:ext>
            </a:extLst>
          </p:cNvPr>
          <p:cNvSpPr/>
          <p:nvPr/>
        </p:nvSpPr>
        <p:spPr>
          <a:xfrm>
            <a:off x="263848" y="394040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8" name="모서리가 둥근 직사각형 114">
            <a:extLst>
              <a:ext uri="{FF2B5EF4-FFF2-40B4-BE49-F238E27FC236}">
                <a16:creationId xmlns:a16="http://schemas.microsoft.com/office/drawing/2014/main" id="{30AD6AB3-2BC2-867E-FAD7-5DF168EC0EB8}"/>
              </a:ext>
            </a:extLst>
          </p:cNvPr>
          <p:cNvSpPr/>
          <p:nvPr/>
        </p:nvSpPr>
        <p:spPr>
          <a:xfrm>
            <a:off x="2251605" y="456682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1299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66DE4-7DD2-63B8-6868-44EBD2A74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0F63C9-C130-A233-E011-37532DF4C6F7}"/>
              </a:ext>
            </a:extLst>
          </p:cNvPr>
          <p:cNvSpPr txBox="1"/>
          <p:nvPr/>
        </p:nvSpPr>
        <p:spPr>
          <a:xfrm>
            <a:off x="1307907" y="78285"/>
            <a:ext cx="10358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회원가입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약관동의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14F797-C703-2F7E-D475-F2534EC18458}"/>
              </a:ext>
            </a:extLst>
          </p:cNvPr>
          <p:cNvSpPr txBox="1"/>
          <p:nvPr/>
        </p:nvSpPr>
        <p:spPr>
          <a:xfrm>
            <a:off x="1302717" y="330494"/>
            <a:ext cx="7681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회원가입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FCDD48C-53DE-AF80-49B3-B1A6C09D28A1}"/>
              </a:ext>
            </a:extLst>
          </p:cNvPr>
          <p:cNvSpPr/>
          <p:nvPr/>
        </p:nvSpPr>
        <p:spPr>
          <a:xfrm>
            <a:off x="7921129" y="58428"/>
            <a:ext cx="96981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CH-U-JO-01-03</a:t>
            </a:r>
            <a:endParaRPr lang="ko-KR" altLang="en-US" sz="1000" spc="-80" dirty="0"/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48367B0D-AD0B-DB6A-6746-8B368460EA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2183904"/>
              </p:ext>
            </p:extLst>
          </p:nvPr>
        </p:nvGraphicFramePr>
        <p:xfrm>
          <a:off x="10128399" y="623854"/>
          <a:ext cx="2850436" cy="324745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약관 전체 동의 체크박스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체크 시 하위 필수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약관 일괄 체크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해제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하위 항목 개별 해제 시 전체 동의 자동 해제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2-1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취소 버튼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가입 중단 확인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(confirm)</a:t>
                      </a: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2-2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동의 버튼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동의 이력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항목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버전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일시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 후 정보입력 </a:t>
                      </a:r>
                      <a:b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(CH-U-JO-01-04)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이동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미체크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toast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A5630466-4515-FD80-6262-6BFCE78BD9ED}"/>
              </a:ext>
            </a:extLst>
          </p:cNvPr>
          <p:cNvSpPr txBox="1"/>
          <p:nvPr/>
        </p:nvSpPr>
        <p:spPr>
          <a:xfrm>
            <a:off x="1443249" y="1116013"/>
            <a:ext cx="87716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5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회원가입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6BF75F-5C48-3F45-D942-9B9E80153FE1}"/>
              </a:ext>
            </a:extLst>
          </p:cNvPr>
          <p:cNvSpPr txBox="1"/>
          <p:nvPr/>
        </p:nvSpPr>
        <p:spPr>
          <a:xfrm>
            <a:off x="382441" y="2292724"/>
            <a:ext cx="2998778" cy="31892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□ </a:t>
            </a:r>
            <a:r>
              <a:rPr lang="ko-KR" altLang="ko-KR" sz="800" dirty="0"/>
              <a:t>바우처 쇼핑몰 회원 이용약관, 개인정보 수집 및 이용에 모두 동의합니다.</a:t>
            </a:r>
            <a:endParaRPr lang="ko-KR" altLang="en-US" sz="800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89CF31EC-3210-CD2B-244F-4C2D29E0B312}"/>
              </a:ext>
            </a:extLst>
          </p:cNvPr>
          <p:cNvGrpSpPr/>
          <p:nvPr/>
        </p:nvGrpSpPr>
        <p:grpSpPr>
          <a:xfrm>
            <a:off x="611737" y="1549928"/>
            <a:ext cx="518092" cy="503476"/>
            <a:chOff x="680555" y="1561623"/>
            <a:chExt cx="518092" cy="503476"/>
          </a:xfrm>
        </p:grpSpPr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AA13EDB9-6964-C09E-EC5C-4D5E89165D5B}"/>
                </a:ext>
              </a:extLst>
            </p:cNvPr>
            <p:cNvSpPr/>
            <p:nvPr/>
          </p:nvSpPr>
          <p:spPr>
            <a:xfrm>
              <a:off x="795584" y="1561623"/>
              <a:ext cx="288032" cy="28803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1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0521ED9-4BA6-8E30-9740-8106C08B2B3B}"/>
                </a:ext>
              </a:extLst>
            </p:cNvPr>
            <p:cNvSpPr txBox="1"/>
            <p:nvPr/>
          </p:nvSpPr>
          <p:spPr>
            <a:xfrm>
              <a:off x="680555" y="1849655"/>
              <a:ext cx="51809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본인인증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D1D5414E-BB60-35A3-12A8-D011908EFF1D}"/>
              </a:ext>
            </a:extLst>
          </p:cNvPr>
          <p:cNvGrpSpPr/>
          <p:nvPr/>
        </p:nvGrpSpPr>
        <p:grpSpPr>
          <a:xfrm>
            <a:off x="1279850" y="1549928"/>
            <a:ext cx="518092" cy="503476"/>
            <a:chOff x="1591684" y="1561623"/>
            <a:chExt cx="518092" cy="503476"/>
          </a:xfrm>
        </p:grpSpPr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C748126B-7E33-12E0-9179-90A7A62A2416}"/>
                </a:ext>
              </a:extLst>
            </p:cNvPr>
            <p:cNvSpPr/>
            <p:nvPr/>
          </p:nvSpPr>
          <p:spPr>
            <a:xfrm>
              <a:off x="1706710" y="1561623"/>
              <a:ext cx="288032" cy="288032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bg1"/>
                  </a:solidFill>
                </a:rPr>
                <a:t>2</a:t>
              </a:r>
              <a:endParaRPr lang="ko-KR" alt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9893FF1-81F0-859B-AD1F-56581D537BF8}"/>
                </a:ext>
              </a:extLst>
            </p:cNvPr>
            <p:cNvSpPr txBox="1"/>
            <p:nvPr/>
          </p:nvSpPr>
          <p:spPr>
            <a:xfrm>
              <a:off x="1591684" y="1849655"/>
              <a:ext cx="51809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약관동의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DBACD398-5BF9-7C4D-D3A9-4EC06BBDBA76}"/>
              </a:ext>
            </a:extLst>
          </p:cNvPr>
          <p:cNvGrpSpPr/>
          <p:nvPr/>
        </p:nvGrpSpPr>
        <p:grpSpPr>
          <a:xfrm>
            <a:off x="1947963" y="1549928"/>
            <a:ext cx="518092" cy="503476"/>
            <a:chOff x="2502811" y="1561623"/>
            <a:chExt cx="518092" cy="503476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6C387A7B-3B65-987D-04C1-76CDB16C91E8}"/>
                </a:ext>
              </a:extLst>
            </p:cNvPr>
            <p:cNvSpPr/>
            <p:nvPr/>
          </p:nvSpPr>
          <p:spPr>
            <a:xfrm>
              <a:off x="2617836" y="1561623"/>
              <a:ext cx="288032" cy="28803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3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29F1221-D96B-0008-9650-0DD2B71F75C4}"/>
                </a:ext>
              </a:extLst>
            </p:cNvPr>
            <p:cNvSpPr txBox="1"/>
            <p:nvPr/>
          </p:nvSpPr>
          <p:spPr>
            <a:xfrm>
              <a:off x="2502811" y="1849655"/>
              <a:ext cx="51809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정보입력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4D2DCEFD-3FA7-7529-D974-1CB66016A327}"/>
              </a:ext>
            </a:extLst>
          </p:cNvPr>
          <p:cNvGrpSpPr/>
          <p:nvPr/>
        </p:nvGrpSpPr>
        <p:grpSpPr>
          <a:xfrm>
            <a:off x="2616075" y="1549928"/>
            <a:ext cx="518092" cy="503476"/>
            <a:chOff x="3020904" y="1561623"/>
            <a:chExt cx="518092" cy="50347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540A50DD-A051-53FC-02CB-602E42061C4A}"/>
                </a:ext>
              </a:extLst>
            </p:cNvPr>
            <p:cNvSpPr/>
            <p:nvPr/>
          </p:nvSpPr>
          <p:spPr>
            <a:xfrm>
              <a:off x="3135928" y="1561623"/>
              <a:ext cx="288032" cy="28803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4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D6F6F81-D6A1-B333-718D-7345B172A557}"/>
                </a:ext>
              </a:extLst>
            </p:cNvPr>
            <p:cNvSpPr txBox="1"/>
            <p:nvPr/>
          </p:nvSpPr>
          <p:spPr>
            <a:xfrm>
              <a:off x="3020904" y="1849655"/>
              <a:ext cx="51809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가입완료</a:t>
              </a:r>
            </a:p>
          </p:txBody>
        </p:sp>
      </p:grp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65EDA53E-F490-9F6E-1A6D-04B4951636C7}"/>
              </a:ext>
            </a:extLst>
          </p:cNvPr>
          <p:cNvCxnSpPr/>
          <p:nvPr/>
        </p:nvCxnSpPr>
        <p:spPr>
          <a:xfrm>
            <a:off x="1086345" y="1692077"/>
            <a:ext cx="22234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AEBF87FE-7043-7E4F-552E-E716D4182CE4}"/>
              </a:ext>
            </a:extLst>
          </p:cNvPr>
          <p:cNvCxnSpPr/>
          <p:nvPr/>
        </p:nvCxnSpPr>
        <p:spPr>
          <a:xfrm>
            <a:off x="1758415" y="1692077"/>
            <a:ext cx="22234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F76733B9-CD54-322A-C0BF-EAD3C4DFA6D1}"/>
              </a:ext>
            </a:extLst>
          </p:cNvPr>
          <p:cNvCxnSpPr/>
          <p:nvPr/>
        </p:nvCxnSpPr>
        <p:spPr>
          <a:xfrm>
            <a:off x="2430486" y="1692077"/>
            <a:ext cx="22234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73ABF2CC-00B2-5AE9-F401-175DA9D01470}"/>
              </a:ext>
            </a:extLst>
          </p:cNvPr>
          <p:cNvSpPr/>
          <p:nvPr/>
        </p:nvSpPr>
        <p:spPr>
          <a:xfrm>
            <a:off x="4172839" y="2754391"/>
            <a:ext cx="2989291" cy="28988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동의하기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5C98A489-A6AD-7854-44AC-4FD97FBD85E0}"/>
              </a:ext>
            </a:extLst>
          </p:cNvPr>
          <p:cNvCxnSpPr>
            <a:cxnSpLocks/>
          </p:cNvCxnSpPr>
          <p:nvPr/>
        </p:nvCxnSpPr>
        <p:spPr>
          <a:xfrm>
            <a:off x="377605" y="2684391"/>
            <a:ext cx="3008451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B010A98C-4E54-2389-1690-FA48A0FAD339}"/>
              </a:ext>
            </a:extLst>
          </p:cNvPr>
          <p:cNvSpPr txBox="1"/>
          <p:nvPr/>
        </p:nvSpPr>
        <p:spPr>
          <a:xfrm>
            <a:off x="382441" y="2774408"/>
            <a:ext cx="2998778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ko-KR" altLang="en-US" sz="900" dirty="0"/>
              <a:t>□ </a:t>
            </a:r>
            <a:r>
              <a:rPr lang="ko-KR" altLang="ko-KR" sz="800" dirty="0"/>
              <a:t>[필수] 바우처 쇼핑몰 회원 이용약관</a:t>
            </a:r>
            <a:endParaRPr lang="ko-KR" altLang="en-US" sz="800" dirty="0"/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91C30556-134C-34D5-96F1-EF171DBDEFDC}"/>
              </a:ext>
            </a:extLst>
          </p:cNvPr>
          <p:cNvCxnSpPr>
            <a:cxnSpLocks/>
          </p:cNvCxnSpPr>
          <p:nvPr/>
        </p:nvCxnSpPr>
        <p:spPr>
          <a:xfrm>
            <a:off x="377605" y="4195522"/>
            <a:ext cx="3008451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78D9302C-7670-9524-C0E0-20B363C069E9}"/>
              </a:ext>
            </a:extLst>
          </p:cNvPr>
          <p:cNvSpPr/>
          <p:nvPr/>
        </p:nvSpPr>
        <p:spPr>
          <a:xfrm>
            <a:off x="377605" y="3058431"/>
            <a:ext cx="2998778" cy="100693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F43547F-B8A8-CC81-2E72-BA098422CF86}"/>
              </a:ext>
            </a:extLst>
          </p:cNvPr>
          <p:cNvSpPr txBox="1"/>
          <p:nvPr/>
        </p:nvSpPr>
        <p:spPr>
          <a:xfrm>
            <a:off x="377606" y="3058431"/>
            <a:ext cx="28504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ko-KR" sz="600" b="1" dirty="0"/>
              <a:t>제1조(목적)</a:t>
            </a:r>
          </a:p>
          <a:p>
            <a:pPr algn="just" fontAlgn="t"/>
            <a:r>
              <a:rPr lang="ko-KR" altLang="ko-KR" sz="600" dirty="0"/>
              <a:t>이 약관은 </a:t>
            </a:r>
            <a:r>
              <a:rPr lang="ko-KR" altLang="ko-KR" sz="600" dirty="0" err="1"/>
              <a:t>트라이언소프트</a:t>
            </a:r>
            <a:r>
              <a:rPr lang="ko-KR" altLang="ko-KR" sz="600" dirty="0"/>
              <a:t> 주식회사(이하 "</a:t>
            </a:r>
            <a:r>
              <a:rPr lang="ko-KR" altLang="ko-KR" sz="600" dirty="0" err="1"/>
              <a:t>회사"라</a:t>
            </a:r>
            <a:r>
              <a:rPr lang="ko-KR" altLang="ko-KR" sz="600" dirty="0"/>
              <a:t> 한다.)가 사회서비스 </a:t>
            </a:r>
            <a:r>
              <a:rPr lang="ko-KR" altLang="ko-KR" sz="600" dirty="0" err="1"/>
              <a:t>전자바우처</a:t>
            </a:r>
            <a:r>
              <a:rPr lang="ko-KR" altLang="ko-KR" sz="600" dirty="0"/>
              <a:t> 제휴카드사로부터 운영을 </a:t>
            </a:r>
            <a:r>
              <a:rPr lang="ko-KR" altLang="ko-KR" sz="600" dirty="0" err="1"/>
              <a:t>위탁받은</a:t>
            </a:r>
            <a:r>
              <a:rPr lang="ko-KR" altLang="ko-KR" sz="600" dirty="0"/>
              <a:t> 온라인몰(이하 “</a:t>
            </a:r>
            <a:r>
              <a:rPr lang="ko-KR" altLang="ko-KR" sz="600" dirty="0" err="1"/>
              <a:t>몰”이라</a:t>
            </a:r>
            <a:r>
              <a:rPr lang="ko-KR" altLang="ko-KR" sz="600" dirty="0"/>
              <a:t> 한다.)에서 제공하는 서비스(이하 “</a:t>
            </a:r>
            <a:r>
              <a:rPr lang="ko-KR" altLang="ko-KR" sz="600" dirty="0" err="1"/>
              <a:t>서비스”라</a:t>
            </a:r>
            <a:r>
              <a:rPr lang="ko-KR" altLang="ko-KR" sz="600" dirty="0"/>
              <a:t> 한다.)와 이를 이용하는 회원의 </a:t>
            </a:r>
            <a:r>
              <a:rPr lang="ko-KR" altLang="ko-KR" sz="600" dirty="0" err="1"/>
              <a:t>권리·의무</a:t>
            </a:r>
            <a:r>
              <a:rPr lang="ko-KR" altLang="ko-KR" sz="600" dirty="0"/>
              <a:t> 및 책임사항을 규정함을 목적으로 합니다.</a:t>
            </a:r>
          </a:p>
          <a:p>
            <a:pPr algn="just"/>
            <a:endParaRPr lang="en-US" altLang="ko-KR" sz="600" dirty="0"/>
          </a:p>
          <a:p>
            <a:pPr algn="just"/>
            <a:r>
              <a:rPr lang="ko-KR" altLang="ko-KR" sz="600" b="1" dirty="0"/>
              <a:t>제2조(정의)</a:t>
            </a:r>
          </a:p>
          <a:p>
            <a:pPr algn="just" fontAlgn="t"/>
            <a:r>
              <a:rPr lang="ko-KR" altLang="ko-KR" sz="600" dirty="0"/>
              <a:t>① “</a:t>
            </a:r>
            <a:r>
              <a:rPr lang="ko-KR" altLang="ko-KR" sz="600" dirty="0" err="1"/>
              <a:t>몰”이란</a:t>
            </a:r>
            <a:r>
              <a:rPr lang="ko-KR" altLang="ko-KR" sz="600" dirty="0"/>
              <a:t> 회사가 재화 또는 용역(이하 “재화 </a:t>
            </a:r>
            <a:r>
              <a:rPr lang="ko-KR" altLang="ko-KR" sz="600" dirty="0" err="1"/>
              <a:t>등”이라</a:t>
            </a:r>
            <a:r>
              <a:rPr lang="ko-KR" altLang="ko-KR" sz="600" dirty="0"/>
              <a:t> 함)을 이용자에게 제공하기 위하여 컴퓨터 등 정보통신설비를 이용하여 재화 등을 거래할 수 있도록 설정한 가상의 영업장(회사가 운영하는 웹사이트(www.vouchermall.co.kr)</a:t>
            </a:r>
            <a:r>
              <a:rPr lang="en-US" altLang="ko-KR" sz="600" dirty="0"/>
              <a:t>)</a:t>
            </a:r>
            <a:r>
              <a:rPr lang="ko-KR" altLang="ko-KR" sz="600" dirty="0"/>
              <a:t> 및</a:t>
            </a:r>
            <a:r>
              <a:rPr lang="en-US" altLang="ko-KR" sz="600" dirty="0"/>
              <a:t> </a:t>
            </a:r>
            <a:endParaRPr lang="ko-KR" altLang="ko-KR" sz="600" dirty="0"/>
          </a:p>
        </p:txBody>
      </p:sp>
      <p:grpSp>
        <p:nvGrpSpPr>
          <p:cNvPr id="54" name="Scrollbar">
            <a:extLst>
              <a:ext uri="{FF2B5EF4-FFF2-40B4-BE49-F238E27FC236}">
                <a16:creationId xmlns:a16="http://schemas.microsoft.com/office/drawing/2014/main" id="{DB685B73-5F69-416A-2FD1-31D9FF2DC555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3216007" y="3068998"/>
            <a:ext cx="164592" cy="994498"/>
            <a:chOff x="509691" y="368445"/>
            <a:chExt cx="164592" cy="994498"/>
          </a:xfrm>
        </p:grpSpPr>
        <p:sp>
          <p:nvSpPr>
            <p:cNvPr id="55" name="Track">
              <a:extLst>
                <a:ext uri="{FF2B5EF4-FFF2-40B4-BE49-F238E27FC236}">
                  <a16:creationId xmlns:a16="http://schemas.microsoft.com/office/drawing/2014/main" id="{B6AAE84F-B66A-DEBA-C415-6D522800726C}"/>
                </a:ext>
              </a:extLst>
            </p:cNvPr>
            <p:cNvSpPr>
              <a:spLocks/>
            </p:cNvSpPr>
            <p:nvPr>
              <p:custDataLst>
                <p:tags r:id="rId21"/>
              </p:custDataLst>
            </p:nvPr>
          </p:nvSpPr>
          <p:spPr bwMode="auto">
            <a:xfrm>
              <a:off x="509692" y="699247"/>
              <a:ext cx="164591" cy="37871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262626"/>
                </a:solidFill>
                <a:latin typeface="+mn-ea"/>
                <a:cs typeface="Segoe UI" pitchFamily="34" charset="0"/>
              </a:endParaRPr>
            </a:p>
          </p:txBody>
        </p:sp>
        <p:sp>
          <p:nvSpPr>
            <p:cNvPr id="56" name="Scroll Thumb">
              <a:extLst>
                <a:ext uri="{FF2B5EF4-FFF2-40B4-BE49-F238E27FC236}">
                  <a16:creationId xmlns:a16="http://schemas.microsoft.com/office/drawing/2014/main" id="{A782EDF0-1D57-4CEF-FE65-97799E14814F}"/>
                </a:ext>
              </a:extLst>
            </p:cNvPr>
            <p:cNvSpPr>
              <a:spLocks/>
            </p:cNvSpPr>
            <p:nvPr>
              <p:custDataLst>
                <p:tags r:id="rId22"/>
              </p:custDataLst>
            </p:nvPr>
          </p:nvSpPr>
          <p:spPr bwMode="auto">
            <a:xfrm>
              <a:off x="509692" y="702123"/>
              <a:ext cx="164590" cy="94658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262626"/>
                </a:solidFill>
                <a:latin typeface="+mn-ea"/>
                <a:cs typeface="Segoe UI" pitchFamily="34" charset="0"/>
              </a:endParaRPr>
            </a:p>
          </p:txBody>
        </p:sp>
        <p:sp>
          <p:nvSpPr>
            <p:cNvPr id="58" name="Button Down">
              <a:extLst>
                <a:ext uri="{FF2B5EF4-FFF2-40B4-BE49-F238E27FC236}">
                  <a16:creationId xmlns:a16="http://schemas.microsoft.com/office/drawing/2014/main" id="{07589268-E7A9-B584-6306-60D68EBD1351}"/>
                </a:ext>
              </a:extLst>
            </p:cNvPr>
            <p:cNvSpPr>
              <a:spLocks/>
            </p:cNvSpPr>
            <p:nvPr>
              <p:custDataLst>
                <p:tags r:id="rId23"/>
              </p:custDataLst>
            </p:nvPr>
          </p:nvSpPr>
          <p:spPr bwMode="auto">
            <a:xfrm>
              <a:off x="509692" y="1032141"/>
              <a:ext cx="164590" cy="33080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262626"/>
                </a:solidFill>
                <a:latin typeface="+mn-ea"/>
                <a:cs typeface="Segoe UI" pitchFamily="34" charset="0"/>
              </a:endParaRPr>
            </a:p>
          </p:txBody>
        </p:sp>
        <p:sp>
          <p:nvSpPr>
            <p:cNvPr id="59" name="Arrow Down">
              <a:extLst>
                <a:ext uri="{FF2B5EF4-FFF2-40B4-BE49-F238E27FC236}">
                  <a16:creationId xmlns:a16="http://schemas.microsoft.com/office/drawing/2014/main" id="{61150E4B-28D6-25B1-26B6-79A38FA785E3}"/>
                </a:ext>
              </a:extLst>
            </p:cNvPr>
            <p:cNvSpPr>
              <a:spLocks noChangeAspect="1"/>
            </p:cNvSpPr>
            <p:nvPr>
              <p:custDataLst>
                <p:tags r:id="rId24"/>
              </p:custDataLst>
            </p:nvPr>
          </p:nvSpPr>
          <p:spPr bwMode="auto">
            <a:xfrm>
              <a:off x="533346" y="1100008"/>
              <a:ext cx="117283" cy="97534"/>
            </a:xfrm>
            <a:custGeom>
              <a:avLst/>
              <a:gdLst>
                <a:gd name="T0" fmla="*/ 58 w 116"/>
                <a:gd name="T1" fmla="*/ 61 h 105"/>
                <a:gd name="T2" fmla="*/ 71 w 116"/>
                <a:gd name="T3" fmla="*/ 48 h 105"/>
                <a:gd name="T4" fmla="*/ 116 w 116"/>
                <a:gd name="T5" fmla="*/ 0 h 105"/>
                <a:gd name="T6" fmla="*/ 116 w 116"/>
                <a:gd name="T7" fmla="*/ 43 h 105"/>
                <a:gd name="T8" fmla="*/ 58 w 116"/>
                <a:gd name="T9" fmla="*/ 105 h 105"/>
                <a:gd name="T10" fmla="*/ 0 w 116"/>
                <a:gd name="T11" fmla="*/ 43 h 105"/>
                <a:gd name="T12" fmla="*/ 0 w 116"/>
                <a:gd name="T13" fmla="*/ 0 h 105"/>
                <a:gd name="T14" fmla="*/ 45 w 116"/>
                <a:gd name="T15" fmla="*/ 48 h 105"/>
                <a:gd name="T16" fmla="*/ 58 w 116"/>
                <a:gd name="T17" fmla="*/ 6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6" h="105">
                  <a:moveTo>
                    <a:pt x="58" y="61"/>
                  </a:moveTo>
                  <a:lnTo>
                    <a:pt x="71" y="48"/>
                  </a:lnTo>
                  <a:lnTo>
                    <a:pt x="116" y="0"/>
                  </a:lnTo>
                  <a:lnTo>
                    <a:pt x="116" y="43"/>
                  </a:lnTo>
                  <a:lnTo>
                    <a:pt x="58" y="105"/>
                  </a:lnTo>
                  <a:lnTo>
                    <a:pt x="0" y="43"/>
                  </a:lnTo>
                  <a:lnTo>
                    <a:pt x="0" y="0"/>
                  </a:lnTo>
                  <a:lnTo>
                    <a:pt x="45" y="48"/>
                  </a:lnTo>
                  <a:lnTo>
                    <a:pt x="58" y="61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900">
                <a:solidFill>
                  <a:srgbClr val="262626"/>
                </a:solidFill>
                <a:latin typeface="+mn-ea"/>
                <a:cs typeface="Segoe UI" pitchFamily="34" charset="0"/>
              </a:endParaRPr>
            </a:p>
          </p:txBody>
        </p:sp>
        <p:sp>
          <p:nvSpPr>
            <p:cNvPr id="60" name="Button Up">
              <a:extLst>
                <a:ext uri="{FF2B5EF4-FFF2-40B4-BE49-F238E27FC236}">
                  <a16:creationId xmlns:a16="http://schemas.microsoft.com/office/drawing/2014/main" id="{6357D83D-01DD-1227-21ED-930F49696D96}"/>
                </a:ext>
              </a:extLst>
            </p:cNvPr>
            <p:cNvSpPr>
              <a:spLocks/>
            </p:cNvSpPr>
            <p:nvPr>
              <p:custDataLst>
                <p:tags r:id="rId25"/>
              </p:custDataLst>
            </p:nvPr>
          </p:nvSpPr>
          <p:spPr bwMode="auto">
            <a:xfrm>
              <a:off x="509691" y="368445"/>
              <a:ext cx="164592" cy="33080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262626"/>
                </a:solidFill>
                <a:latin typeface="+mn-ea"/>
                <a:cs typeface="Segoe UI" pitchFamily="34" charset="0"/>
              </a:endParaRPr>
            </a:p>
          </p:txBody>
        </p:sp>
        <p:sp>
          <p:nvSpPr>
            <p:cNvPr id="61" name="Arrow Up">
              <a:extLst>
                <a:ext uri="{FF2B5EF4-FFF2-40B4-BE49-F238E27FC236}">
                  <a16:creationId xmlns:a16="http://schemas.microsoft.com/office/drawing/2014/main" id="{416ACB52-B137-6AC2-0AF2-0D92F60213EE}"/>
                </a:ext>
              </a:extLst>
            </p:cNvPr>
            <p:cNvSpPr>
              <a:spLocks noChangeAspect="1"/>
            </p:cNvSpPr>
            <p:nvPr>
              <p:custDataLst>
                <p:tags r:id="rId26"/>
              </p:custDataLst>
            </p:nvPr>
          </p:nvSpPr>
          <p:spPr bwMode="auto">
            <a:xfrm rot="10800000">
              <a:off x="533346" y="533846"/>
              <a:ext cx="117283" cy="97534"/>
            </a:xfrm>
            <a:custGeom>
              <a:avLst/>
              <a:gdLst>
                <a:gd name="T0" fmla="*/ 58 w 116"/>
                <a:gd name="T1" fmla="*/ 61 h 105"/>
                <a:gd name="T2" fmla="*/ 71 w 116"/>
                <a:gd name="T3" fmla="*/ 48 h 105"/>
                <a:gd name="T4" fmla="*/ 116 w 116"/>
                <a:gd name="T5" fmla="*/ 0 h 105"/>
                <a:gd name="T6" fmla="*/ 116 w 116"/>
                <a:gd name="T7" fmla="*/ 43 h 105"/>
                <a:gd name="T8" fmla="*/ 58 w 116"/>
                <a:gd name="T9" fmla="*/ 105 h 105"/>
                <a:gd name="T10" fmla="*/ 0 w 116"/>
                <a:gd name="T11" fmla="*/ 43 h 105"/>
                <a:gd name="T12" fmla="*/ 0 w 116"/>
                <a:gd name="T13" fmla="*/ 0 h 105"/>
                <a:gd name="T14" fmla="*/ 45 w 116"/>
                <a:gd name="T15" fmla="*/ 48 h 105"/>
                <a:gd name="T16" fmla="*/ 58 w 116"/>
                <a:gd name="T17" fmla="*/ 6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6" h="105">
                  <a:moveTo>
                    <a:pt x="58" y="61"/>
                  </a:moveTo>
                  <a:lnTo>
                    <a:pt x="71" y="48"/>
                  </a:lnTo>
                  <a:lnTo>
                    <a:pt x="116" y="0"/>
                  </a:lnTo>
                  <a:lnTo>
                    <a:pt x="116" y="43"/>
                  </a:lnTo>
                  <a:lnTo>
                    <a:pt x="58" y="105"/>
                  </a:lnTo>
                  <a:lnTo>
                    <a:pt x="0" y="43"/>
                  </a:lnTo>
                  <a:lnTo>
                    <a:pt x="0" y="0"/>
                  </a:lnTo>
                  <a:lnTo>
                    <a:pt x="45" y="48"/>
                  </a:lnTo>
                  <a:lnTo>
                    <a:pt x="58" y="61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900">
                <a:solidFill>
                  <a:srgbClr val="262626"/>
                </a:solidFill>
                <a:latin typeface="+mn-ea"/>
                <a:cs typeface="Segoe UI" pitchFamily="34" charset="0"/>
              </a:endParaRP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ECA7F22A-CE5C-EFBB-93A5-8598A4A30A6E}"/>
              </a:ext>
            </a:extLst>
          </p:cNvPr>
          <p:cNvSpPr txBox="1"/>
          <p:nvPr/>
        </p:nvSpPr>
        <p:spPr>
          <a:xfrm>
            <a:off x="382441" y="4281547"/>
            <a:ext cx="2998778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ko-KR" altLang="en-US" sz="900" dirty="0"/>
              <a:t>□ </a:t>
            </a:r>
            <a:r>
              <a:rPr lang="ko-KR" altLang="ko-KR" sz="800" dirty="0"/>
              <a:t>[필수] </a:t>
            </a:r>
            <a:r>
              <a:rPr lang="ko-KR" altLang="en-US" sz="800" dirty="0"/>
              <a:t>개인정보 수집 및 이용 동의</a:t>
            </a: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A211C96E-2F21-1E92-E767-6E6F8A0CACA4}"/>
              </a:ext>
            </a:extLst>
          </p:cNvPr>
          <p:cNvCxnSpPr>
            <a:cxnSpLocks/>
          </p:cNvCxnSpPr>
          <p:nvPr/>
        </p:nvCxnSpPr>
        <p:spPr>
          <a:xfrm>
            <a:off x="377605" y="5702661"/>
            <a:ext cx="3008451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17D62923-A445-412F-B4F5-32768AB40F6A}"/>
              </a:ext>
            </a:extLst>
          </p:cNvPr>
          <p:cNvSpPr/>
          <p:nvPr/>
        </p:nvSpPr>
        <p:spPr>
          <a:xfrm>
            <a:off x="377605" y="4565570"/>
            <a:ext cx="2998778" cy="100693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4252EBD-753D-F0DD-0E1F-754E4F10BDF0}"/>
              </a:ext>
            </a:extLst>
          </p:cNvPr>
          <p:cNvSpPr txBox="1"/>
          <p:nvPr/>
        </p:nvSpPr>
        <p:spPr>
          <a:xfrm>
            <a:off x="377606" y="4565570"/>
            <a:ext cx="28504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600" dirty="0"/>
              <a:t>국민행복몰은 정보통신망 이용촉진 및 정보보호 등에 관한 법률(</a:t>
            </a:r>
            <a:r>
              <a:rPr lang="ko-KR" altLang="ko-KR" sz="600" dirty="0" err="1"/>
              <a:t>이하’정보통신망법</a:t>
            </a:r>
            <a:r>
              <a:rPr lang="ko-KR" altLang="ko-KR" sz="600" dirty="0"/>
              <a:t>’)과 개인정보 보호법 등 국내 관련 법령을 준수합니다.</a:t>
            </a:r>
            <a:br>
              <a:rPr lang="ko-KR" altLang="ko-KR" sz="600" dirty="0"/>
            </a:br>
            <a:r>
              <a:rPr lang="ko-KR" altLang="ko-KR" sz="600" dirty="0"/>
              <a:t>국민행복몰은 서비스 제공을 위하여 필요한 최소한의 개인정보만 수집 및 이용하며, 수집한 개인정보는 수집 및 이용목적 외의 다른 목적으로 사용되지 않습니다.</a:t>
            </a:r>
          </a:p>
        </p:txBody>
      </p:sp>
      <p:grpSp>
        <p:nvGrpSpPr>
          <p:cNvPr id="66" name="Scrollbar">
            <a:extLst>
              <a:ext uri="{FF2B5EF4-FFF2-40B4-BE49-F238E27FC236}">
                <a16:creationId xmlns:a16="http://schemas.microsoft.com/office/drawing/2014/main" id="{DABB580B-B9F8-CDAC-3FE8-BCA67D4956C2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3216007" y="4576137"/>
            <a:ext cx="164592" cy="994498"/>
            <a:chOff x="509691" y="368445"/>
            <a:chExt cx="164592" cy="994498"/>
          </a:xfrm>
        </p:grpSpPr>
        <p:sp>
          <p:nvSpPr>
            <p:cNvPr id="67" name="Track">
              <a:extLst>
                <a:ext uri="{FF2B5EF4-FFF2-40B4-BE49-F238E27FC236}">
                  <a16:creationId xmlns:a16="http://schemas.microsoft.com/office/drawing/2014/main" id="{D6DB0FD8-26CE-E7E9-C35D-12E0721793BF}"/>
                </a:ext>
              </a:extLst>
            </p:cNvPr>
            <p:cNvSpPr>
              <a:spLocks/>
            </p:cNvSpPr>
            <p:nvPr>
              <p:custDataLst>
                <p:tags r:id="rId15"/>
              </p:custDataLst>
            </p:nvPr>
          </p:nvSpPr>
          <p:spPr bwMode="auto">
            <a:xfrm>
              <a:off x="509692" y="699247"/>
              <a:ext cx="164591" cy="37871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262626"/>
                </a:solidFill>
                <a:latin typeface="+mn-ea"/>
                <a:cs typeface="Segoe UI" pitchFamily="34" charset="0"/>
              </a:endParaRPr>
            </a:p>
          </p:txBody>
        </p:sp>
        <p:sp>
          <p:nvSpPr>
            <p:cNvPr id="68" name="Scroll Thumb">
              <a:extLst>
                <a:ext uri="{FF2B5EF4-FFF2-40B4-BE49-F238E27FC236}">
                  <a16:creationId xmlns:a16="http://schemas.microsoft.com/office/drawing/2014/main" id="{E4BEE595-EB7D-5576-FDF8-A9A8C329BB1F}"/>
                </a:ext>
              </a:extLst>
            </p:cNvPr>
            <p:cNvSpPr>
              <a:spLocks/>
            </p:cNvSpPr>
            <p:nvPr>
              <p:custDataLst>
                <p:tags r:id="rId16"/>
              </p:custDataLst>
            </p:nvPr>
          </p:nvSpPr>
          <p:spPr bwMode="auto">
            <a:xfrm>
              <a:off x="509692" y="702123"/>
              <a:ext cx="164590" cy="94658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262626"/>
                </a:solidFill>
                <a:latin typeface="+mn-ea"/>
                <a:cs typeface="Segoe UI" pitchFamily="34" charset="0"/>
              </a:endParaRPr>
            </a:p>
          </p:txBody>
        </p:sp>
        <p:sp>
          <p:nvSpPr>
            <p:cNvPr id="69" name="Button Down">
              <a:extLst>
                <a:ext uri="{FF2B5EF4-FFF2-40B4-BE49-F238E27FC236}">
                  <a16:creationId xmlns:a16="http://schemas.microsoft.com/office/drawing/2014/main" id="{545722A4-D168-2A59-6A76-20A376FE0E7D}"/>
                </a:ext>
              </a:extLst>
            </p:cNvPr>
            <p:cNvSpPr>
              <a:spLocks/>
            </p:cNvSpPr>
            <p:nvPr>
              <p:custDataLst>
                <p:tags r:id="rId17"/>
              </p:custDataLst>
            </p:nvPr>
          </p:nvSpPr>
          <p:spPr bwMode="auto">
            <a:xfrm>
              <a:off x="509692" y="1032141"/>
              <a:ext cx="164590" cy="33080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262626"/>
                </a:solidFill>
                <a:latin typeface="+mn-ea"/>
                <a:cs typeface="Segoe UI" pitchFamily="34" charset="0"/>
              </a:endParaRPr>
            </a:p>
          </p:txBody>
        </p:sp>
        <p:sp>
          <p:nvSpPr>
            <p:cNvPr id="70" name="Arrow Down">
              <a:extLst>
                <a:ext uri="{FF2B5EF4-FFF2-40B4-BE49-F238E27FC236}">
                  <a16:creationId xmlns:a16="http://schemas.microsoft.com/office/drawing/2014/main" id="{452A6AC9-9FB7-9F0F-1DD2-DC0A6C64DA75}"/>
                </a:ext>
              </a:extLst>
            </p:cNvPr>
            <p:cNvSpPr>
              <a:spLocks noChangeAspect="1"/>
            </p:cNvSpPr>
            <p:nvPr>
              <p:custDataLst>
                <p:tags r:id="rId18"/>
              </p:custDataLst>
            </p:nvPr>
          </p:nvSpPr>
          <p:spPr bwMode="auto">
            <a:xfrm>
              <a:off x="533346" y="1100008"/>
              <a:ext cx="117283" cy="97534"/>
            </a:xfrm>
            <a:custGeom>
              <a:avLst/>
              <a:gdLst>
                <a:gd name="T0" fmla="*/ 58 w 116"/>
                <a:gd name="T1" fmla="*/ 61 h 105"/>
                <a:gd name="T2" fmla="*/ 71 w 116"/>
                <a:gd name="T3" fmla="*/ 48 h 105"/>
                <a:gd name="T4" fmla="*/ 116 w 116"/>
                <a:gd name="T5" fmla="*/ 0 h 105"/>
                <a:gd name="T6" fmla="*/ 116 w 116"/>
                <a:gd name="T7" fmla="*/ 43 h 105"/>
                <a:gd name="T8" fmla="*/ 58 w 116"/>
                <a:gd name="T9" fmla="*/ 105 h 105"/>
                <a:gd name="T10" fmla="*/ 0 w 116"/>
                <a:gd name="T11" fmla="*/ 43 h 105"/>
                <a:gd name="T12" fmla="*/ 0 w 116"/>
                <a:gd name="T13" fmla="*/ 0 h 105"/>
                <a:gd name="T14" fmla="*/ 45 w 116"/>
                <a:gd name="T15" fmla="*/ 48 h 105"/>
                <a:gd name="T16" fmla="*/ 58 w 116"/>
                <a:gd name="T17" fmla="*/ 6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6" h="105">
                  <a:moveTo>
                    <a:pt x="58" y="61"/>
                  </a:moveTo>
                  <a:lnTo>
                    <a:pt x="71" y="48"/>
                  </a:lnTo>
                  <a:lnTo>
                    <a:pt x="116" y="0"/>
                  </a:lnTo>
                  <a:lnTo>
                    <a:pt x="116" y="43"/>
                  </a:lnTo>
                  <a:lnTo>
                    <a:pt x="58" y="105"/>
                  </a:lnTo>
                  <a:lnTo>
                    <a:pt x="0" y="43"/>
                  </a:lnTo>
                  <a:lnTo>
                    <a:pt x="0" y="0"/>
                  </a:lnTo>
                  <a:lnTo>
                    <a:pt x="45" y="48"/>
                  </a:lnTo>
                  <a:lnTo>
                    <a:pt x="58" y="61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900">
                <a:solidFill>
                  <a:srgbClr val="262626"/>
                </a:solidFill>
                <a:latin typeface="+mn-ea"/>
                <a:cs typeface="Segoe UI" pitchFamily="34" charset="0"/>
              </a:endParaRPr>
            </a:p>
          </p:txBody>
        </p:sp>
        <p:sp>
          <p:nvSpPr>
            <p:cNvPr id="71" name="Button Up">
              <a:extLst>
                <a:ext uri="{FF2B5EF4-FFF2-40B4-BE49-F238E27FC236}">
                  <a16:creationId xmlns:a16="http://schemas.microsoft.com/office/drawing/2014/main" id="{D0717A65-5583-A0E8-0D25-917C93377EB1}"/>
                </a:ext>
              </a:extLst>
            </p:cNvPr>
            <p:cNvSpPr>
              <a:spLocks/>
            </p:cNvSpPr>
            <p:nvPr>
              <p:custDataLst>
                <p:tags r:id="rId19"/>
              </p:custDataLst>
            </p:nvPr>
          </p:nvSpPr>
          <p:spPr bwMode="auto">
            <a:xfrm>
              <a:off x="509691" y="368445"/>
              <a:ext cx="164592" cy="33080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262626"/>
                </a:solidFill>
                <a:latin typeface="+mn-ea"/>
                <a:cs typeface="Segoe UI" pitchFamily="34" charset="0"/>
              </a:endParaRPr>
            </a:p>
          </p:txBody>
        </p:sp>
        <p:sp>
          <p:nvSpPr>
            <p:cNvPr id="73" name="Arrow Up">
              <a:extLst>
                <a:ext uri="{FF2B5EF4-FFF2-40B4-BE49-F238E27FC236}">
                  <a16:creationId xmlns:a16="http://schemas.microsoft.com/office/drawing/2014/main" id="{82CECABD-959A-1043-906D-E51E458550F8}"/>
                </a:ext>
              </a:extLst>
            </p:cNvPr>
            <p:cNvSpPr>
              <a:spLocks noChangeAspect="1"/>
            </p:cNvSpPr>
            <p:nvPr>
              <p:custDataLst>
                <p:tags r:id="rId20"/>
              </p:custDataLst>
            </p:nvPr>
          </p:nvSpPr>
          <p:spPr bwMode="auto">
            <a:xfrm rot="10800000">
              <a:off x="533346" y="533846"/>
              <a:ext cx="117283" cy="97534"/>
            </a:xfrm>
            <a:custGeom>
              <a:avLst/>
              <a:gdLst>
                <a:gd name="T0" fmla="*/ 58 w 116"/>
                <a:gd name="T1" fmla="*/ 61 h 105"/>
                <a:gd name="T2" fmla="*/ 71 w 116"/>
                <a:gd name="T3" fmla="*/ 48 h 105"/>
                <a:gd name="T4" fmla="*/ 116 w 116"/>
                <a:gd name="T5" fmla="*/ 0 h 105"/>
                <a:gd name="T6" fmla="*/ 116 w 116"/>
                <a:gd name="T7" fmla="*/ 43 h 105"/>
                <a:gd name="T8" fmla="*/ 58 w 116"/>
                <a:gd name="T9" fmla="*/ 105 h 105"/>
                <a:gd name="T10" fmla="*/ 0 w 116"/>
                <a:gd name="T11" fmla="*/ 43 h 105"/>
                <a:gd name="T12" fmla="*/ 0 w 116"/>
                <a:gd name="T13" fmla="*/ 0 h 105"/>
                <a:gd name="T14" fmla="*/ 45 w 116"/>
                <a:gd name="T15" fmla="*/ 48 h 105"/>
                <a:gd name="T16" fmla="*/ 58 w 116"/>
                <a:gd name="T17" fmla="*/ 6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6" h="105">
                  <a:moveTo>
                    <a:pt x="58" y="61"/>
                  </a:moveTo>
                  <a:lnTo>
                    <a:pt x="71" y="48"/>
                  </a:lnTo>
                  <a:lnTo>
                    <a:pt x="116" y="0"/>
                  </a:lnTo>
                  <a:lnTo>
                    <a:pt x="116" y="43"/>
                  </a:lnTo>
                  <a:lnTo>
                    <a:pt x="58" y="105"/>
                  </a:lnTo>
                  <a:lnTo>
                    <a:pt x="0" y="43"/>
                  </a:lnTo>
                  <a:lnTo>
                    <a:pt x="0" y="0"/>
                  </a:lnTo>
                  <a:lnTo>
                    <a:pt x="45" y="48"/>
                  </a:lnTo>
                  <a:lnTo>
                    <a:pt x="58" y="61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900">
                <a:solidFill>
                  <a:srgbClr val="262626"/>
                </a:solidFill>
                <a:latin typeface="+mn-ea"/>
                <a:cs typeface="Segoe UI" pitchFamily="34" charset="0"/>
              </a:endParaRPr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ABA55D5A-FE8A-395F-4F2A-A81DFCD4CC1C}"/>
              </a:ext>
            </a:extLst>
          </p:cNvPr>
          <p:cNvSpPr txBox="1"/>
          <p:nvPr/>
        </p:nvSpPr>
        <p:spPr>
          <a:xfrm>
            <a:off x="382441" y="5788685"/>
            <a:ext cx="2998778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ko-KR" altLang="en-US" sz="900" dirty="0"/>
              <a:t>□ </a:t>
            </a:r>
            <a:r>
              <a:rPr lang="ko-KR" altLang="ko-KR" sz="800" dirty="0"/>
              <a:t>[필수] </a:t>
            </a:r>
            <a:r>
              <a:rPr lang="ko-KR" altLang="en-US" sz="800" dirty="0"/>
              <a:t>개인정보</a:t>
            </a:r>
            <a:r>
              <a:rPr lang="en-US" altLang="ko-KR" sz="800" dirty="0"/>
              <a:t> </a:t>
            </a:r>
            <a:r>
              <a:rPr lang="ko-KR" altLang="en-US" sz="800" dirty="0"/>
              <a:t>제공 동의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38F6E32C-F1F6-1B37-2B34-82D31998F16E}"/>
              </a:ext>
            </a:extLst>
          </p:cNvPr>
          <p:cNvSpPr/>
          <p:nvPr/>
        </p:nvSpPr>
        <p:spPr>
          <a:xfrm>
            <a:off x="377605" y="6072708"/>
            <a:ext cx="2998778" cy="6895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4248804-CA0B-A99E-6056-4A7A67D5691B}"/>
              </a:ext>
            </a:extLst>
          </p:cNvPr>
          <p:cNvSpPr txBox="1"/>
          <p:nvPr/>
        </p:nvSpPr>
        <p:spPr>
          <a:xfrm>
            <a:off x="377606" y="6072708"/>
            <a:ext cx="28504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600" dirty="0"/>
              <a:t>국민행복몰은 정보주체의 동의, 법률의 특별한 규정 등 개인정보 보호법 제17조 및 제18조에 해당하는 경우에만 개인정보를 제3자에게 제공합니다.</a:t>
            </a:r>
            <a:br>
              <a:rPr lang="ko-KR" altLang="ko-KR" sz="600" dirty="0"/>
            </a:br>
            <a:r>
              <a:rPr lang="ko-KR" altLang="ko-KR" sz="600" dirty="0" err="1"/>
              <a:t>국민행목몰은</a:t>
            </a:r>
            <a:r>
              <a:rPr lang="ko-KR" altLang="ko-KR" sz="600" dirty="0"/>
              <a:t> 상품 구매 및 배송, 바우처 사용 등의 원활한 이행을 위하여 관련된 정보를 필요한 범위 내에서 제3자에게 제공합니다.</a:t>
            </a:r>
          </a:p>
        </p:txBody>
      </p:sp>
      <p:grpSp>
        <p:nvGrpSpPr>
          <p:cNvPr id="79" name="Scrollbar">
            <a:extLst>
              <a:ext uri="{FF2B5EF4-FFF2-40B4-BE49-F238E27FC236}">
                <a16:creationId xmlns:a16="http://schemas.microsoft.com/office/drawing/2014/main" id="{8F3F1180-0336-FA0F-42B1-55F5A78EBD7C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3216007" y="6083275"/>
            <a:ext cx="164592" cy="709513"/>
            <a:chOff x="509691" y="368445"/>
            <a:chExt cx="164592" cy="709513"/>
          </a:xfrm>
        </p:grpSpPr>
        <p:sp>
          <p:nvSpPr>
            <p:cNvPr id="80" name="Track">
              <a:extLst>
                <a:ext uri="{FF2B5EF4-FFF2-40B4-BE49-F238E27FC236}">
                  <a16:creationId xmlns:a16="http://schemas.microsoft.com/office/drawing/2014/main" id="{59E15CA1-32D3-4F41-ED51-17A5A908D344}"/>
                </a:ext>
              </a:extLst>
            </p:cNvPr>
            <p:cNvSpPr>
              <a:spLocks/>
            </p:cNvSpPr>
            <p:nvPr>
              <p:custDataLst>
                <p:tags r:id="rId11"/>
              </p:custDataLst>
            </p:nvPr>
          </p:nvSpPr>
          <p:spPr bwMode="auto">
            <a:xfrm>
              <a:off x="509692" y="699247"/>
              <a:ext cx="164591" cy="37871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262626"/>
                </a:solidFill>
                <a:latin typeface="+mn-ea"/>
                <a:cs typeface="Segoe UI" pitchFamily="34" charset="0"/>
              </a:endParaRPr>
            </a:p>
          </p:txBody>
        </p:sp>
        <p:sp>
          <p:nvSpPr>
            <p:cNvPr id="81" name="Scroll Thumb">
              <a:extLst>
                <a:ext uri="{FF2B5EF4-FFF2-40B4-BE49-F238E27FC236}">
                  <a16:creationId xmlns:a16="http://schemas.microsoft.com/office/drawing/2014/main" id="{E68C8085-1682-47B6-8FC0-0DDCAED6646C}"/>
                </a:ext>
              </a:extLst>
            </p:cNvPr>
            <p:cNvSpPr>
              <a:spLocks/>
            </p:cNvSpPr>
            <p:nvPr>
              <p:custDataLst>
                <p:tags r:id="rId12"/>
              </p:custDataLst>
            </p:nvPr>
          </p:nvSpPr>
          <p:spPr bwMode="auto">
            <a:xfrm>
              <a:off x="509692" y="702123"/>
              <a:ext cx="164590" cy="94658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262626"/>
                </a:solidFill>
                <a:latin typeface="+mn-ea"/>
                <a:cs typeface="Segoe UI" pitchFamily="34" charset="0"/>
              </a:endParaRPr>
            </a:p>
          </p:txBody>
        </p:sp>
        <p:sp>
          <p:nvSpPr>
            <p:cNvPr id="84" name="Button Up">
              <a:extLst>
                <a:ext uri="{FF2B5EF4-FFF2-40B4-BE49-F238E27FC236}">
                  <a16:creationId xmlns:a16="http://schemas.microsoft.com/office/drawing/2014/main" id="{4F5F6BC8-EAEF-0AB6-4528-8CD9AA565166}"/>
                </a:ext>
              </a:extLst>
            </p:cNvPr>
            <p:cNvSpPr>
              <a:spLocks/>
            </p:cNvSpPr>
            <p:nvPr>
              <p:custDataLst>
                <p:tags r:id="rId13"/>
              </p:custDataLst>
            </p:nvPr>
          </p:nvSpPr>
          <p:spPr bwMode="auto">
            <a:xfrm>
              <a:off x="509691" y="368445"/>
              <a:ext cx="164592" cy="33080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262626"/>
                </a:solidFill>
                <a:latin typeface="+mn-ea"/>
                <a:cs typeface="Segoe UI" pitchFamily="34" charset="0"/>
              </a:endParaRPr>
            </a:p>
          </p:txBody>
        </p:sp>
        <p:sp>
          <p:nvSpPr>
            <p:cNvPr id="85" name="Arrow Up">
              <a:extLst>
                <a:ext uri="{FF2B5EF4-FFF2-40B4-BE49-F238E27FC236}">
                  <a16:creationId xmlns:a16="http://schemas.microsoft.com/office/drawing/2014/main" id="{611F258E-2D4B-D8EF-6C09-88D81BCB243B}"/>
                </a:ext>
              </a:extLst>
            </p:cNvPr>
            <p:cNvSpPr>
              <a:spLocks noChangeAspect="1"/>
            </p:cNvSpPr>
            <p:nvPr>
              <p:custDataLst>
                <p:tags r:id="rId14"/>
              </p:custDataLst>
            </p:nvPr>
          </p:nvSpPr>
          <p:spPr bwMode="auto">
            <a:xfrm rot="10800000">
              <a:off x="533346" y="533846"/>
              <a:ext cx="117283" cy="97534"/>
            </a:xfrm>
            <a:custGeom>
              <a:avLst/>
              <a:gdLst>
                <a:gd name="T0" fmla="*/ 58 w 116"/>
                <a:gd name="T1" fmla="*/ 61 h 105"/>
                <a:gd name="T2" fmla="*/ 71 w 116"/>
                <a:gd name="T3" fmla="*/ 48 h 105"/>
                <a:gd name="T4" fmla="*/ 116 w 116"/>
                <a:gd name="T5" fmla="*/ 0 h 105"/>
                <a:gd name="T6" fmla="*/ 116 w 116"/>
                <a:gd name="T7" fmla="*/ 43 h 105"/>
                <a:gd name="T8" fmla="*/ 58 w 116"/>
                <a:gd name="T9" fmla="*/ 105 h 105"/>
                <a:gd name="T10" fmla="*/ 0 w 116"/>
                <a:gd name="T11" fmla="*/ 43 h 105"/>
                <a:gd name="T12" fmla="*/ 0 w 116"/>
                <a:gd name="T13" fmla="*/ 0 h 105"/>
                <a:gd name="T14" fmla="*/ 45 w 116"/>
                <a:gd name="T15" fmla="*/ 48 h 105"/>
                <a:gd name="T16" fmla="*/ 58 w 116"/>
                <a:gd name="T17" fmla="*/ 6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6" h="105">
                  <a:moveTo>
                    <a:pt x="58" y="61"/>
                  </a:moveTo>
                  <a:lnTo>
                    <a:pt x="71" y="48"/>
                  </a:lnTo>
                  <a:lnTo>
                    <a:pt x="116" y="0"/>
                  </a:lnTo>
                  <a:lnTo>
                    <a:pt x="116" y="43"/>
                  </a:lnTo>
                  <a:lnTo>
                    <a:pt x="58" y="105"/>
                  </a:lnTo>
                  <a:lnTo>
                    <a:pt x="0" y="43"/>
                  </a:lnTo>
                  <a:lnTo>
                    <a:pt x="0" y="0"/>
                  </a:lnTo>
                  <a:lnTo>
                    <a:pt x="45" y="48"/>
                  </a:lnTo>
                  <a:lnTo>
                    <a:pt x="58" y="61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900">
                <a:solidFill>
                  <a:srgbClr val="262626"/>
                </a:solidFill>
                <a:latin typeface="+mn-ea"/>
                <a:cs typeface="Segoe UI" pitchFamily="34" charset="0"/>
              </a:endParaRPr>
            </a:p>
          </p:txBody>
        </p:sp>
      </p:grpSp>
      <p:sp>
        <p:nvSpPr>
          <p:cNvPr id="86" name="순서도: 천공 테이프 85">
            <a:extLst>
              <a:ext uri="{FF2B5EF4-FFF2-40B4-BE49-F238E27FC236}">
                <a16:creationId xmlns:a16="http://schemas.microsoft.com/office/drawing/2014/main" id="{1E774566-939D-92DA-E5F8-1303782BC0CA}"/>
              </a:ext>
            </a:extLst>
          </p:cNvPr>
          <p:cNvSpPr/>
          <p:nvPr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28876B77-46B8-9DBD-A446-06B19FCD4ABF}"/>
              </a:ext>
            </a:extLst>
          </p:cNvPr>
          <p:cNvCxnSpPr>
            <a:cxnSpLocks/>
          </p:cNvCxnSpPr>
          <p:nvPr/>
        </p:nvCxnSpPr>
        <p:spPr>
          <a:xfrm>
            <a:off x="4168003" y="748467"/>
            <a:ext cx="3008451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EA8FAFA1-31C4-A928-BCA2-514FE38368C1}"/>
              </a:ext>
            </a:extLst>
          </p:cNvPr>
          <p:cNvSpPr txBox="1"/>
          <p:nvPr/>
        </p:nvSpPr>
        <p:spPr>
          <a:xfrm>
            <a:off x="4172839" y="834492"/>
            <a:ext cx="2998778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ko-KR" altLang="en-US" sz="900" dirty="0"/>
              <a:t>□ </a:t>
            </a:r>
            <a:r>
              <a:rPr lang="ko-KR" altLang="ko-KR" sz="800" dirty="0"/>
              <a:t>[필수] </a:t>
            </a:r>
            <a:r>
              <a:rPr lang="ko-KR" altLang="en-US" sz="800" dirty="0"/>
              <a:t>개인정보</a:t>
            </a:r>
            <a:r>
              <a:rPr lang="en-US" altLang="ko-KR" sz="800" dirty="0"/>
              <a:t> </a:t>
            </a:r>
            <a:r>
              <a:rPr lang="ko-KR" altLang="en-US" sz="800" dirty="0"/>
              <a:t>제공 동의</a:t>
            </a:r>
          </a:p>
        </p:txBody>
      </p: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BE0806F8-0C3E-B165-E6C2-3B7CFC2C0AB9}"/>
              </a:ext>
            </a:extLst>
          </p:cNvPr>
          <p:cNvCxnSpPr>
            <a:cxnSpLocks/>
          </p:cNvCxnSpPr>
          <p:nvPr/>
        </p:nvCxnSpPr>
        <p:spPr>
          <a:xfrm>
            <a:off x="4168003" y="2255606"/>
            <a:ext cx="3008451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A79841CF-C432-BAB1-F8C9-E724738A6DBD}"/>
              </a:ext>
            </a:extLst>
          </p:cNvPr>
          <p:cNvSpPr/>
          <p:nvPr/>
        </p:nvSpPr>
        <p:spPr>
          <a:xfrm>
            <a:off x="4168003" y="1118515"/>
            <a:ext cx="2998778" cy="100693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5F0361E-76A8-BD21-3E64-02BAB743C1A2}"/>
              </a:ext>
            </a:extLst>
          </p:cNvPr>
          <p:cNvSpPr txBox="1"/>
          <p:nvPr/>
        </p:nvSpPr>
        <p:spPr>
          <a:xfrm>
            <a:off x="4168004" y="1118515"/>
            <a:ext cx="28504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600" dirty="0"/>
              <a:t>국민행복몰은 정보주체의 동의, 법률의 특별한 규정 등 개인정보 보호법 제17조 및 제18조에 해당하는 경우에만 개인정보를 제3자에게 제공합니다.</a:t>
            </a:r>
            <a:br>
              <a:rPr lang="ko-KR" altLang="ko-KR" sz="600" dirty="0"/>
            </a:br>
            <a:r>
              <a:rPr lang="ko-KR" altLang="ko-KR" sz="600" dirty="0" err="1"/>
              <a:t>국민행목몰은</a:t>
            </a:r>
            <a:r>
              <a:rPr lang="ko-KR" altLang="ko-KR" sz="600" dirty="0"/>
              <a:t> 상품 구매 및 배송, 바우처 사용 등의 원활한 이행을 위하여 관련된 정보를 필요한 범위 내에서 제3자에게 제공합니다.</a:t>
            </a:r>
          </a:p>
        </p:txBody>
      </p:sp>
      <p:grpSp>
        <p:nvGrpSpPr>
          <p:cNvPr id="92" name="Scrollbar">
            <a:extLst>
              <a:ext uri="{FF2B5EF4-FFF2-40B4-BE49-F238E27FC236}">
                <a16:creationId xmlns:a16="http://schemas.microsoft.com/office/drawing/2014/main" id="{3126F624-B597-3CD9-37AA-D44BA43B3240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7006405" y="1129082"/>
            <a:ext cx="164592" cy="994498"/>
            <a:chOff x="509691" y="368445"/>
            <a:chExt cx="164592" cy="994498"/>
          </a:xfrm>
        </p:grpSpPr>
        <p:sp>
          <p:nvSpPr>
            <p:cNvPr id="93" name="Track">
              <a:extLst>
                <a:ext uri="{FF2B5EF4-FFF2-40B4-BE49-F238E27FC236}">
                  <a16:creationId xmlns:a16="http://schemas.microsoft.com/office/drawing/2014/main" id="{2EFBB7C3-0A8D-885D-F807-9158969753EA}"/>
                </a:ext>
              </a:extLst>
            </p:cNvPr>
            <p:cNvSpPr>
              <a:spLocks/>
            </p:cNvSpPr>
            <p:nvPr>
              <p:custDataLst>
                <p:tags r:id="rId5"/>
              </p:custDataLst>
            </p:nvPr>
          </p:nvSpPr>
          <p:spPr bwMode="auto">
            <a:xfrm>
              <a:off x="509692" y="699247"/>
              <a:ext cx="164591" cy="37871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262626"/>
                </a:solidFill>
                <a:latin typeface="+mn-ea"/>
                <a:cs typeface="Segoe UI" pitchFamily="34" charset="0"/>
              </a:endParaRPr>
            </a:p>
          </p:txBody>
        </p:sp>
        <p:sp>
          <p:nvSpPr>
            <p:cNvPr id="94" name="Scroll Thumb">
              <a:extLst>
                <a:ext uri="{FF2B5EF4-FFF2-40B4-BE49-F238E27FC236}">
                  <a16:creationId xmlns:a16="http://schemas.microsoft.com/office/drawing/2014/main" id="{2001663F-D1A4-EEE3-ADE3-E9EFD5577C9F}"/>
                </a:ext>
              </a:extLst>
            </p:cNvPr>
            <p:cNvSpPr>
              <a:spLocks/>
            </p:cNvSpPr>
            <p:nvPr>
              <p:custDataLst>
                <p:tags r:id="rId6"/>
              </p:custDataLst>
            </p:nvPr>
          </p:nvSpPr>
          <p:spPr bwMode="auto">
            <a:xfrm>
              <a:off x="509692" y="702123"/>
              <a:ext cx="164590" cy="94658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262626"/>
                </a:solidFill>
                <a:latin typeface="+mn-ea"/>
                <a:cs typeface="Segoe UI" pitchFamily="34" charset="0"/>
              </a:endParaRPr>
            </a:p>
          </p:txBody>
        </p:sp>
        <p:sp>
          <p:nvSpPr>
            <p:cNvPr id="96" name="Button Down">
              <a:extLst>
                <a:ext uri="{FF2B5EF4-FFF2-40B4-BE49-F238E27FC236}">
                  <a16:creationId xmlns:a16="http://schemas.microsoft.com/office/drawing/2014/main" id="{26F8DB10-6BD7-C924-8650-6BC6791FAD25}"/>
                </a:ext>
              </a:extLst>
            </p:cNvPr>
            <p:cNvSpPr>
              <a:spLocks/>
            </p:cNvSpPr>
            <p:nvPr>
              <p:custDataLst>
                <p:tags r:id="rId7"/>
              </p:custDataLst>
            </p:nvPr>
          </p:nvSpPr>
          <p:spPr bwMode="auto">
            <a:xfrm>
              <a:off x="509692" y="1032141"/>
              <a:ext cx="164590" cy="33080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262626"/>
                </a:solidFill>
                <a:latin typeface="+mn-ea"/>
                <a:cs typeface="Segoe UI" pitchFamily="34" charset="0"/>
              </a:endParaRPr>
            </a:p>
          </p:txBody>
        </p:sp>
        <p:sp>
          <p:nvSpPr>
            <p:cNvPr id="97" name="Arrow Down">
              <a:extLst>
                <a:ext uri="{FF2B5EF4-FFF2-40B4-BE49-F238E27FC236}">
                  <a16:creationId xmlns:a16="http://schemas.microsoft.com/office/drawing/2014/main" id="{9FE60919-EEDA-4A09-8A9E-1D10D3BE6072}"/>
                </a:ext>
              </a:extLst>
            </p:cNvPr>
            <p:cNvSpPr>
              <a:spLocks noChangeAspect="1"/>
            </p:cNvSpPr>
            <p:nvPr>
              <p:custDataLst>
                <p:tags r:id="rId8"/>
              </p:custDataLst>
            </p:nvPr>
          </p:nvSpPr>
          <p:spPr bwMode="auto">
            <a:xfrm>
              <a:off x="533346" y="1100008"/>
              <a:ext cx="117283" cy="97534"/>
            </a:xfrm>
            <a:custGeom>
              <a:avLst/>
              <a:gdLst>
                <a:gd name="T0" fmla="*/ 58 w 116"/>
                <a:gd name="T1" fmla="*/ 61 h 105"/>
                <a:gd name="T2" fmla="*/ 71 w 116"/>
                <a:gd name="T3" fmla="*/ 48 h 105"/>
                <a:gd name="T4" fmla="*/ 116 w 116"/>
                <a:gd name="T5" fmla="*/ 0 h 105"/>
                <a:gd name="T6" fmla="*/ 116 w 116"/>
                <a:gd name="T7" fmla="*/ 43 h 105"/>
                <a:gd name="T8" fmla="*/ 58 w 116"/>
                <a:gd name="T9" fmla="*/ 105 h 105"/>
                <a:gd name="T10" fmla="*/ 0 w 116"/>
                <a:gd name="T11" fmla="*/ 43 h 105"/>
                <a:gd name="T12" fmla="*/ 0 w 116"/>
                <a:gd name="T13" fmla="*/ 0 h 105"/>
                <a:gd name="T14" fmla="*/ 45 w 116"/>
                <a:gd name="T15" fmla="*/ 48 h 105"/>
                <a:gd name="T16" fmla="*/ 58 w 116"/>
                <a:gd name="T17" fmla="*/ 6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6" h="105">
                  <a:moveTo>
                    <a:pt x="58" y="61"/>
                  </a:moveTo>
                  <a:lnTo>
                    <a:pt x="71" y="48"/>
                  </a:lnTo>
                  <a:lnTo>
                    <a:pt x="116" y="0"/>
                  </a:lnTo>
                  <a:lnTo>
                    <a:pt x="116" y="43"/>
                  </a:lnTo>
                  <a:lnTo>
                    <a:pt x="58" y="105"/>
                  </a:lnTo>
                  <a:lnTo>
                    <a:pt x="0" y="43"/>
                  </a:lnTo>
                  <a:lnTo>
                    <a:pt x="0" y="0"/>
                  </a:lnTo>
                  <a:lnTo>
                    <a:pt x="45" y="48"/>
                  </a:lnTo>
                  <a:lnTo>
                    <a:pt x="58" y="61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900">
                <a:solidFill>
                  <a:srgbClr val="262626"/>
                </a:solidFill>
                <a:latin typeface="+mn-ea"/>
                <a:cs typeface="Segoe UI" pitchFamily="34" charset="0"/>
              </a:endParaRPr>
            </a:p>
          </p:txBody>
        </p:sp>
        <p:sp>
          <p:nvSpPr>
            <p:cNvPr id="98" name="Button Up">
              <a:extLst>
                <a:ext uri="{FF2B5EF4-FFF2-40B4-BE49-F238E27FC236}">
                  <a16:creationId xmlns:a16="http://schemas.microsoft.com/office/drawing/2014/main" id="{8FA9BE9B-8879-494C-AE69-8FC30C5AB9D1}"/>
                </a:ext>
              </a:extLst>
            </p:cNvPr>
            <p:cNvSpPr>
              <a:spLocks/>
            </p:cNvSpPr>
            <p:nvPr>
              <p:custDataLst>
                <p:tags r:id="rId9"/>
              </p:custDataLst>
            </p:nvPr>
          </p:nvSpPr>
          <p:spPr bwMode="auto">
            <a:xfrm>
              <a:off x="509691" y="368445"/>
              <a:ext cx="164592" cy="33080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262626"/>
                </a:solidFill>
                <a:latin typeface="+mn-ea"/>
                <a:cs typeface="Segoe UI" pitchFamily="34" charset="0"/>
              </a:endParaRPr>
            </a:p>
          </p:txBody>
        </p:sp>
        <p:sp>
          <p:nvSpPr>
            <p:cNvPr id="99" name="Arrow Up">
              <a:extLst>
                <a:ext uri="{FF2B5EF4-FFF2-40B4-BE49-F238E27FC236}">
                  <a16:creationId xmlns:a16="http://schemas.microsoft.com/office/drawing/2014/main" id="{3F600755-C845-D625-A99C-28B8ABCC2BA4}"/>
                </a:ext>
              </a:extLst>
            </p:cNvPr>
            <p:cNvSpPr>
              <a:spLocks noChangeAspect="1"/>
            </p:cNvSpPr>
            <p:nvPr>
              <p:custDataLst>
                <p:tags r:id="rId10"/>
              </p:custDataLst>
            </p:nvPr>
          </p:nvSpPr>
          <p:spPr bwMode="auto">
            <a:xfrm rot="10800000">
              <a:off x="533346" y="533846"/>
              <a:ext cx="117283" cy="97534"/>
            </a:xfrm>
            <a:custGeom>
              <a:avLst/>
              <a:gdLst>
                <a:gd name="T0" fmla="*/ 58 w 116"/>
                <a:gd name="T1" fmla="*/ 61 h 105"/>
                <a:gd name="T2" fmla="*/ 71 w 116"/>
                <a:gd name="T3" fmla="*/ 48 h 105"/>
                <a:gd name="T4" fmla="*/ 116 w 116"/>
                <a:gd name="T5" fmla="*/ 0 h 105"/>
                <a:gd name="T6" fmla="*/ 116 w 116"/>
                <a:gd name="T7" fmla="*/ 43 h 105"/>
                <a:gd name="T8" fmla="*/ 58 w 116"/>
                <a:gd name="T9" fmla="*/ 105 h 105"/>
                <a:gd name="T10" fmla="*/ 0 w 116"/>
                <a:gd name="T11" fmla="*/ 43 h 105"/>
                <a:gd name="T12" fmla="*/ 0 w 116"/>
                <a:gd name="T13" fmla="*/ 0 h 105"/>
                <a:gd name="T14" fmla="*/ 45 w 116"/>
                <a:gd name="T15" fmla="*/ 48 h 105"/>
                <a:gd name="T16" fmla="*/ 58 w 116"/>
                <a:gd name="T17" fmla="*/ 6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6" h="105">
                  <a:moveTo>
                    <a:pt x="58" y="61"/>
                  </a:moveTo>
                  <a:lnTo>
                    <a:pt x="71" y="48"/>
                  </a:lnTo>
                  <a:lnTo>
                    <a:pt x="116" y="0"/>
                  </a:lnTo>
                  <a:lnTo>
                    <a:pt x="116" y="43"/>
                  </a:lnTo>
                  <a:lnTo>
                    <a:pt x="58" y="105"/>
                  </a:lnTo>
                  <a:lnTo>
                    <a:pt x="0" y="43"/>
                  </a:lnTo>
                  <a:lnTo>
                    <a:pt x="0" y="0"/>
                  </a:lnTo>
                  <a:lnTo>
                    <a:pt x="45" y="48"/>
                  </a:lnTo>
                  <a:lnTo>
                    <a:pt x="58" y="61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900">
                <a:solidFill>
                  <a:srgbClr val="262626"/>
                </a:solidFill>
                <a:latin typeface="+mn-ea"/>
                <a:cs typeface="Segoe UI" pitchFamily="34" charset="0"/>
              </a:endParaRPr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F0C6CCF6-1F9E-ADEE-7E08-8384B8017263}"/>
              </a:ext>
            </a:extLst>
          </p:cNvPr>
          <p:cNvSpPr txBox="1"/>
          <p:nvPr/>
        </p:nvSpPr>
        <p:spPr>
          <a:xfrm>
            <a:off x="4172839" y="2341630"/>
            <a:ext cx="2998778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ko-KR" altLang="en-US" sz="900" dirty="0"/>
              <a:t>□ </a:t>
            </a:r>
            <a:r>
              <a:rPr lang="ko-KR" altLang="ko-KR" sz="800" dirty="0"/>
              <a:t>[</a:t>
            </a:r>
            <a:r>
              <a:rPr lang="ko-KR" altLang="en-US" sz="800" dirty="0"/>
              <a:t>선택</a:t>
            </a:r>
            <a:r>
              <a:rPr lang="ko-KR" altLang="ko-KR" sz="800" dirty="0"/>
              <a:t>] </a:t>
            </a:r>
            <a:r>
              <a:rPr lang="ko-KR" altLang="en-US" sz="800" dirty="0"/>
              <a:t>마케팅 수신 동의</a:t>
            </a:r>
            <a:r>
              <a:rPr lang="en-US" altLang="ko-KR" sz="800" dirty="0"/>
              <a:t>(SMS)</a:t>
            </a:r>
            <a:endParaRPr lang="ko-KR" altLang="en-US" sz="800" dirty="0"/>
          </a:p>
        </p:txBody>
      </p: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8CA4403B-E0C2-9C0C-D309-708DDB6240AA}"/>
              </a:ext>
            </a:extLst>
          </p:cNvPr>
          <p:cNvCxnSpPr>
            <a:cxnSpLocks/>
          </p:cNvCxnSpPr>
          <p:nvPr/>
        </p:nvCxnSpPr>
        <p:spPr>
          <a:xfrm>
            <a:off x="4168003" y="2637673"/>
            <a:ext cx="3008451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2" name="표 101">
            <a:extLst>
              <a:ext uri="{FF2B5EF4-FFF2-40B4-BE49-F238E27FC236}">
                <a16:creationId xmlns:a16="http://schemas.microsoft.com/office/drawing/2014/main" id="{F71BCB1F-93D9-615A-E671-D8A1C05F4D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1160984"/>
              </p:ext>
            </p:extLst>
          </p:nvPr>
        </p:nvGraphicFramePr>
        <p:xfrm>
          <a:off x="4221410" y="1653230"/>
          <a:ext cx="2733810" cy="46808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9359">
                  <a:extLst>
                    <a:ext uri="{9D8B030D-6E8A-4147-A177-3AD203B41FA5}">
                      <a16:colId xmlns:a16="http://schemas.microsoft.com/office/drawing/2014/main" val="409160833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71737442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230302264"/>
                    </a:ext>
                  </a:extLst>
                </a:gridCol>
                <a:gridCol w="690275">
                  <a:extLst>
                    <a:ext uri="{9D8B030D-6E8A-4147-A177-3AD203B41FA5}">
                      <a16:colId xmlns:a16="http://schemas.microsoft.com/office/drawing/2014/main" val="1959754742"/>
                    </a:ext>
                  </a:extLst>
                </a:gridCol>
              </a:tblGrid>
              <a:tr h="1828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1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Noto Sans Korean"/>
                        </a:rPr>
                        <a:t>제공받는자</a:t>
                      </a:r>
                      <a:endParaRPr lang="ko-KR" sz="6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Noto Sans Kore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Noto Sans Korean"/>
                        </a:rPr>
                        <a:t>제공목적</a:t>
                      </a:r>
                      <a:endParaRPr lang="ko-KR" sz="6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Noto Sans Kore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Noto Sans Korean"/>
                        </a:rPr>
                        <a:t>제공정보</a:t>
                      </a:r>
                      <a:endParaRPr lang="ko-KR" sz="6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Noto Sans Kore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Noto Sans Korean"/>
                        </a:rPr>
                        <a:t>보유 및 이용기간</a:t>
                      </a:r>
                      <a:endParaRPr lang="ko-KR" sz="6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Noto Sans Kore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572719"/>
                  </a:ext>
                </a:extLst>
              </a:tr>
              <a:tr h="285218"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endParaRPr lang="en-US" altLang="ko-KR" sz="6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</a:endParaRPr>
                    </a:p>
                    <a:p>
                      <a:pPr algn="ctr" fontAlgn="ctr" latinLnBrk="1">
                        <a:buNone/>
                      </a:pPr>
                      <a:r>
                        <a:rPr lang="ko-KR" altLang="en-US" sz="6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사회보장원</a:t>
                      </a:r>
                      <a:endParaRPr lang="ko-KR" sz="6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Noto Sans Korean"/>
                      </a:endParaRP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6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바우처 대상자 여부 및 바우처 사용내역</a:t>
                      </a:r>
                      <a:r>
                        <a:rPr lang="en-US" altLang="ko-KR" sz="6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6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잔액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6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성명</a:t>
                      </a:r>
                      <a:r>
                        <a:rPr lang="en-US" altLang="ko-KR" sz="6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6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카드사코드</a:t>
                      </a:r>
                      <a:r>
                        <a:rPr lang="en-US" altLang="ko-KR" sz="6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6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카드번호</a:t>
                      </a:r>
                      <a:r>
                        <a:rPr lang="en-US" altLang="ko-KR" sz="6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6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승인일시</a:t>
                      </a:r>
                      <a:r>
                        <a:rPr lang="en-US" altLang="ko-KR" sz="6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6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승인번</a:t>
                      </a:r>
                      <a:endParaRPr lang="ko-KR" altLang="en-US" sz="600" b="0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제공목적 달성 후 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5796564"/>
                  </a:ext>
                </a:extLst>
              </a:tr>
            </a:tbl>
          </a:graphicData>
        </a:graphic>
      </p:graphicFrame>
      <p:sp>
        <p:nvSpPr>
          <p:cNvPr id="104" name="TextBox 103">
            <a:extLst>
              <a:ext uri="{FF2B5EF4-FFF2-40B4-BE49-F238E27FC236}">
                <a16:creationId xmlns:a16="http://schemas.microsoft.com/office/drawing/2014/main" id="{38FDC586-C924-CC84-D635-E979984D51C2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2026.07.06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8C72F6A-F624-A3F9-AC9D-CBF7E07D6BD7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106" name="모서리가 둥근 직사각형 114">
            <a:extLst>
              <a:ext uri="{FF2B5EF4-FFF2-40B4-BE49-F238E27FC236}">
                <a16:creationId xmlns:a16="http://schemas.microsoft.com/office/drawing/2014/main" id="{3D4F121D-2168-6CF8-B590-1880F4440250}"/>
              </a:ext>
            </a:extLst>
          </p:cNvPr>
          <p:cNvSpPr/>
          <p:nvPr/>
        </p:nvSpPr>
        <p:spPr>
          <a:xfrm>
            <a:off x="198724" y="217384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7" name="모서리가 둥근 직사각형 114">
            <a:extLst>
              <a:ext uri="{FF2B5EF4-FFF2-40B4-BE49-F238E27FC236}">
                <a16:creationId xmlns:a16="http://schemas.microsoft.com/office/drawing/2014/main" id="{9D54B425-5F54-0CBE-E125-B4E384EEFBB8}"/>
              </a:ext>
            </a:extLst>
          </p:cNvPr>
          <p:cNvSpPr/>
          <p:nvPr/>
        </p:nvSpPr>
        <p:spPr>
          <a:xfrm>
            <a:off x="3943295" y="281053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47B6247-4930-AA1B-C3C2-A1F99E22150D}"/>
              </a:ext>
            </a:extLst>
          </p:cNvPr>
          <p:cNvSpPr/>
          <p:nvPr/>
        </p:nvSpPr>
        <p:spPr>
          <a:xfrm>
            <a:off x="168443" y="665138"/>
            <a:ext cx="3430800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46F6EF-F1FF-FDDC-4A4B-716F4BC43229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D2F1D9C-ADE8-2EFB-E09B-1AA1412A6870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E14F3113-665C-F7D9-8A68-8DFE873E4C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3B3A629A-1ACD-A46D-C8B3-8C50A18599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85A7B9FD-A9B2-EBED-9A7B-87816A4899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78959C9-30AE-8978-1EBD-FC374C5F89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3367072"/>
              </p:ext>
            </p:extLst>
          </p:nvPr>
        </p:nvGraphicFramePr>
        <p:xfrm>
          <a:off x="440745" y="5112652"/>
          <a:ext cx="2733810" cy="46808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3143">
                  <a:extLst>
                    <a:ext uri="{9D8B030D-6E8A-4147-A177-3AD203B41FA5}">
                      <a16:colId xmlns:a16="http://schemas.microsoft.com/office/drawing/2014/main" val="4091608331"/>
                    </a:ext>
                  </a:extLst>
                </a:gridCol>
                <a:gridCol w="779572">
                  <a:extLst>
                    <a:ext uri="{9D8B030D-6E8A-4147-A177-3AD203B41FA5}">
                      <a16:colId xmlns:a16="http://schemas.microsoft.com/office/drawing/2014/main" val="71737442"/>
                    </a:ext>
                  </a:extLst>
                </a:gridCol>
                <a:gridCol w="779572">
                  <a:extLst>
                    <a:ext uri="{9D8B030D-6E8A-4147-A177-3AD203B41FA5}">
                      <a16:colId xmlns:a16="http://schemas.microsoft.com/office/drawing/2014/main" val="2230302264"/>
                    </a:ext>
                  </a:extLst>
                </a:gridCol>
                <a:gridCol w="811523">
                  <a:extLst>
                    <a:ext uri="{9D8B030D-6E8A-4147-A177-3AD203B41FA5}">
                      <a16:colId xmlns:a16="http://schemas.microsoft.com/office/drawing/2014/main" val="1959754742"/>
                    </a:ext>
                  </a:extLst>
                </a:gridCol>
              </a:tblGrid>
              <a:tr h="1828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Noto Sans Korean"/>
                        </a:rPr>
                        <a:t>구분</a:t>
                      </a:r>
                      <a:endParaRPr lang="ko-KR" sz="6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Noto Sans Kore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Noto Sans Korean"/>
                        </a:rPr>
                        <a:t>목적</a:t>
                      </a:r>
                      <a:endParaRPr lang="ko-KR" sz="6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Noto Sans Kore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Noto Sans Korean"/>
                        </a:rPr>
                        <a:t>항목</a:t>
                      </a:r>
                      <a:endParaRPr lang="ko-KR" sz="6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Noto Sans Kore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Noto Sans Korean"/>
                        </a:rPr>
                        <a:t>보유기간</a:t>
                      </a:r>
                      <a:endParaRPr lang="ko-KR" sz="6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Noto Sans Kore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572719"/>
                  </a:ext>
                </a:extLst>
              </a:tr>
              <a:tr h="285218"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endParaRPr lang="en-US" altLang="ko-KR" sz="6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</a:endParaRPr>
                    </a:p>
                    <a:p>
                      <a:pPr algn="ctr" fontAlgn="ctr" latinLnBrk="1">
                        <a:buNone/>
                      </a:pPr>
                      <a:r>
                        <a:rPr lang="ko-KR" altLang="en-US" sz="6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구매회원</a:t>
                      </a:r>
                      <a:endParaRPr lang="ko-KR" sz="6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Noto Sans Korean"/>
                      </a:endParaRP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ko-KR" sz="6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바우처 대상자 여부 확인, 개인</a:t>
                      </a:r>
                      <a:r>
                        <a:rPr lang="ko-KR" altLang="en-US" sz="6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식별</a:t>
                      </a:r>
                      <a:r>
                        <a:rPr lang="en-US" altLang="ko-KR" sz="6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6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본인인증</a:t>
                      </a:r>
                      <a:r>
                        <a:rPr lang="en-US" altLang="ko-KR" sz="6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600" b="0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ko-KR" sz="6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[필수] 아이디, 비밀번호, 성명, 생년월일, 성</a:t>
                      </a:r>
                      <a:endParaRPr lang="ko-KR" altLang="en-US" sz="600" b="0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서비스 이용계약</a:t>
                      </a:r>
                      <a:r>
                        <a:rPr lang="en-US" altLang="ko-KR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(</a:t>
                      </a:r>
                      <a:r>
                        <a:rPr lang="ko-KR" altLang="en-US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회원가입</a:t>
                      </a:r>
                      <a:r>
                        <a:rPr lang="en-US" altLang="ko-KR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) </a:t>
                      </a:r>
                      <a:r>
                        <a:rPr lang="ko-KR" altLang="en-US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해지 시 또는 법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57965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9740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0F39E-38B7-B6CD-A786-760977E86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직사각형 43">
            <a:extLst>
              <a:ext uri="{FF2B5EF4-FFF2-40B4-BE49-F238E27FC236}">
                <a16:creationId xmlns:a16="http://schemas.microsoft.com/office/drawing/2014/main" id="{7A45DB11-6680-F98C-1EA5-611443E48153}"/>
              </a:ext>
            </a:extLst>
          </p:cNvPr>
          <p:cNvSpPr/>
          <p:nvPr/>
        </p:nvSpPr>
        <p:spPr>
          <a:xfrm>
            <a:off x="168443" y="665138"/>
            <a:ext cx="3430800" cy="393204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F3D010-F3DC-AFD5-69A2-D4249C9DD7E4}"/>
              </a:ext>
            </a:extLst>
          </p:cNvPr>
          <p:cNvSpPr txBox="1"/>
          <p:nvPr/>
        </p:nvSpPr>
        <p:spPr>
          <a:xfrm>
            <a:off x="1307907" y="78285"/>
            <a:ext cx="10358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회원가입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정보입력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050EF7-6E4F-60D7-C518-9001940CC0C9}"/>
              </a:ext>
            </a:extLst>
          </p:cNvPr>
          <p:cNvSpPr txBox="1"/>
          <p:nvPr/>
        </p:nvSpPr>
        <p:spPr>
          <a:xfrm>
            <a:off x="1302717" y="330494"/>
            <a:ext cx="7681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회원가입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C74AB4B-D1D8-6908-0C70-B9879BE7566C}"/>
              </a:ext>
            </a:extLst>
          </p:cNvPr>
          <p:cNvSpPr/>
          <p:nvPr/>
        </p:nvSpPr>
        <p:spPr>
          <a:xfrm>
            <a:off x="7921129" y="58428"/>
            <a:ext cx="96981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CH-U-JO-01-04</a:t>
            </a:r>
            <a:endParaRPr lang="ko-KR" altLang="en-US" sz="1000" spc="-8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8DCEEE-CAD6-EB68-DF72-AA1EAF32755A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17853B-DC20-7E17-44A4-01B913C41F78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B983C61A-CA1E-C274-70A1-D7EA7133D9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21357"/>
              </p:ext>
            </p:extLst>
          </p:nvPr>
        </p:nvGraphicFramePr>
        <p:xfrm>
          <a:off x="10128399" y="623854"/>
          <a:ext cx="2850436" cy="536987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아이디 중복확인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중복확인 필수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결과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로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확인 후 값 변경 시 재확인 필요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미확인 상태로는 가입 불가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비밀번호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비밀번호 확인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입력값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마스킹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처리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불일치 시 </a:t>
                      </a:r>
                      <a:r>
                        <a:rPr lang="ko-KR" altLang="en-US" sz="800" spc="-100" dirty="0">
                          <a:latin typeface="+mn-lt"/>
                          <a:ea typeface="맑은 고딕"/>
                        </a:rPr>
                        <a:t>인라인 에러 </a:t>
                      </a:r>
                      <a:r>
                        <a:rPr lang="en-US" altLang="ko-KR" sz="800" spc="-100" dirty="0">
                          <a:latin typeface="+mn-lt"/>
                          <a:ea typeface="맑은 고딕"/>
                        </a:rPr>
                        <a:t>(</a:t>
                      </a:r>
                      <a:r>
                        <a:rPr lang="ko-KR" altLang="en-US" sz="800" spc="-100" dirty="0">
                          <a:latin typeface="+mn-lt"/>
                          <a:ea typeface="맑은 고딕"/>
                        </a:rPr>
                        <a:t>비밀번호가 일치하지 않습니다</a:t>
                      </a:r>
                      <a:r>
                        <a:rPr lang="en-US" altLang="ko-KR" sz="800" spc="-100" dirty="0">
                          <a:latin typeface="+mn-lt"/>
                          <a:ea typeface="맑은 고딕"/>
                        </a:rPr>
                        <a:t>)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50"/>
                        </a:lnSpc>
                      </a:pPr>
                      <a:r>
                        <a:rPr lang="ko-KR" altLang="en-US" sz="800" b="1" u="sng" spc="-100" dirty="0">
                          <a:latin typeface="+mn-lt"/>
                          <a:ea typeface="맑은 고딕"/>
                        </a:rPr>
                        <a:t>이름 / 생년월일 / 휴대폰번호 / 성별</a:t>
                      </a:r>
                    </a:p>
                    <a:p>
                      <a:pPr marL="171450" indent="-171450">
                        <a:lnSpc>
                          <a:spcPts val="9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00" dirty="0">
                          <a:latin typeface="+mn-lt"/>
                          <a:ea typeface="맑은 고딕"/>
                        </a:rPr>
                        <a:t>NICE </a:t>
                      </a:r>
                      <a:r>
                        <a:rPr lang="ko-KR" altLang="en-US" sz="800" spc="-100" dirty="0" err="1">
                          <a:latin typeface="+mn-lt"/>
                          <a:ea typeface="맑은 고딕"/>
                        </a:rPr>
                        <a:t>인증값</a:t>
                      </a:r>
                      <a:r>
                        <a:rPr lang="ko-KR" altLang="en-US" sz="800" spc="-100" dirty="0">
                          <a:latin typeface="+mn-lt"/>
                          <a:ea typeface="맑은 고딕"/>
                        </a:rPr>
                        <a:t> 자동 입력, 수정 불가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이메일 입력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이메일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도메인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셀렉트박스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주요도메인 목록 노출</a:t>
                      </a:r>
                      <a:b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(naver.com, gmail.com, hanmail.net, kakao.com,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직접입력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직접입력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입력란 활성화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기본상태에서는 선택만 가능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아이디 입력 후 도메인 미선택시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인라인 에러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이메일을 모두 입력해 주세요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공백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특수문자오류시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spc="-100" dirty="0">
                          <a:solidFill>
                            <a:srgbClr val="FF0000"/>
                          </a:solidFill>
                          <a:latin typeface="+mn-lt"/>
                          <a:ea typeface="맑은 고딕"/>
                        </a:rPr>
                        <a:t>인라인 에러 </a:t>
                      </a:r>
                      <a:r>
                        <a:rPr lang="en-US" altLang="ko-KR" sz="800" spc="-100" dirty="0">
                          <a:solidFill>
                            <a:srgbClr val="FF0000"/>
                          </a:solidFill>
                          <a:latin typeface="+mn-lt"/>
                          <a:ea typeface="맑은 고딕"/>
                        </a:rPr>
                        <a:t>(</a:t>
                      </a:r>
                      <a:r>
                        <a:rPr lang="ko-KR" altLang="en-US" sz="800" spc="-100" dirty="0">
                          <a:solidFill>
                            <a:srgbClr val="FF0000"/>
                          </a:solidFill>
                          <a:latin typeface="+mn-lt"/>
                          <a:ea typeface="맑은 고딕"/>
                        </a:rPr>
                        <a:t>이메일 형식이 올바르지 않습니다</a:t>
                      </a:r>
                      <a:r>
                        <a:rPr lang="en-US" altLang="ko-KR" sz="800" spc="-100" dirty="0">
                          <a:solidFill>
                            <a:srgbClr val="FF0000"/>
                          </a:solidFill>
                          <a:latin typeface="+mn-lt"/>
                          <a:ea typeface="맑은 고딕"/>
                        </a:rPr>
                        <a:t>. </a:t>
                      </a:r>
                      <a:r>
                        <a:rPr lang="ko-KR" altLang="en-US" sz="800" spc="-100" dirty="0">
                          <a:solidFill>
                            <a:srgbClr val="FF0000"/>
                          </a:solidFill>
                          <a:latin typeface="+mn-lt"/>
                          <a:ea typeface="맑은 고딕"/>
                        </a:rPr>
                        <a:t>다시 확인해 주세요</a:t>
                      </a:r>
                      <a:r>
                        <a:rPr lang="en-US" altLang="ko-KR" sz="800" spc="-100" dirty="0">
                          <a:solidFill>
                            <a:srgbClr val="FF0000"/>
                          </a:solidFill>
                          <a:latin typeface="+mn-lt"/>
                          <a:ea typeface="맑은 고딕"/>
                        </a:rPr>
                        <a:t>)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카드 등록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kern="1200" spc="-100" noProof="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선택 입력 정보</a:t>
                      </a:r>
                      <a:r>
                        <a:rPr lang="en-US" altLang="ko-KR" sz="800" kern="1200" spc="-100" noProof="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(</a:t>
                      </a:r>
                      <a:r>
                        <a:rPr lang="ko-KR" altLang="en-US" sz="800" kern="1200" spc="-100" noProof="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미등록시에도 가입 가능</a:t>
                      </a:r>
                      <a:r>
                        <a:rPr lang="en-US" altLang="ko-KR" sz="800" kern="1200" spc="-100" noProof="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)</a:t>
                      </a:r>
                      <a:r>
                        <a:rPr lang="ko-KR" altLang="en-US" sz="800" kern="1200" spc="-100" noProof="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endParaRPr lang="en-US" altLang="ko-KR" sz="800" kern="1200" spc="-100" noProof="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kern="1200" spc="-100" noProof="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클릭 시 카드추가 팝업 호출 </a:t>
                      </a:r>
                      <a:r>
                        <a:rPr lang="en-US" altLang="ko-KR" sz="800" kern="1200" spc="-100" noProof="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(CH-U-CA-02-03-01p)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추천인 아이디 등록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입력 정보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미등록시에도 가입 가능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가입하기 시점에 유효성 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무효 아이디 또는 본인 아이디일 경우 가입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불가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(alert)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가입 완료 후 수정 불가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7-1 </a:t>
                      </a:r>
                      <a:r>
                        <a:rPr kumimoji="0" lang="ko-KR" altLang="en-US" sz="800" b="1" i="0" u="sng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이전 버튼</a:t>
                      </a:r>
                      <a:endParaRPr kumimoji="0" lang="en-US" altLang="ko-KR" sz="800" b="1" i="0" u="sng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kern="1200" spc="-100" noProof="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이전화면</a:t>
                      </a:r>
                      <a:r>
                        <a:rPr lang="en-US" altLang="ko-KR" sz="800" kern="1200" spc="-100" noProof="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(</a:t>
                      </a:r>
                      <a:r>
                        <a:rPr lang="ko-KR" altLang="en-US" sz="800" kern="1200" spc="-100" noProof="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약관동의</a:t>
                      </a:r>
                      <a:r>
                        <a:rPr lang="en-US" altLang="ko-KR" sz="800" kern="1200" spc="-100" noProof="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) </a:t>
                      </a:r>
                      <a:r>
                        <a:rPr lang="ko-KR" altLang="en-US" sz="800" kern="1200" spc="-100" noProof="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화면으로 </a:t>
                      </a:r>
                      <a:r>
                        <a:rPr lang="ko-KR" altLang="en-US" sz="800" kern="1200" spc="-100" noProof="0" dirty="0" err="1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돌아감</a:t>
                      </a:r>
                      <a:r>
                        <a:rPr lang="en-US" altLang="ko-KR" sz="800" kern="1200" spc="-100" noProof="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(confirm)</a:t>
                      </a: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7-2 </a:t>
                      </a:r>
                      <a:r>
                        <a:rPr kumimoji="0" lang="ko-KR" altLang="en-US" sz="800" b="1" i="0" u="sng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가입하기 버튼</a:t>
                      </a:r>
                      <a:endParaRPr kumimoji="0" lang="en-US" altLang="ko-KR" sz="800" b="1" i="0" u="sng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kern="1200" spc="-100" noProof="0" dirty="0" err="1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필수값</a:t>
                      </a:r>
                      <a:r>
                        <a:rPr lang="en-US" altLang="ko-KR" sz="800" kern="1200" spc="-100" noProof="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·</a:t>
                      </a:r>
                      <a:r>
                        <a:rPr lang="ko-KR" altLang="en-US" sz="800" kern="1200" spc="-100" noProof="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유효성 전체 검증 통과 시 회원 생성 </a:t>
                      </a:r>
                      <a:r>
                        <a:rPr lang="en-US" altLang="ko-KR" sz="800" kern="1200" spc="-100" noProof="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+ </a:t>
                      </a:r>
                      <a:r>
                        <a:rPr lang="ko-KR" altLang="en-US" sz="800" kern="1200" spc="-100" noProof="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동의 이력 저장 및 가입완료</a:t>
                      </a:r>
                      <a:r>
                        <a:rPr lang="en-US" altLang="ko-KR" sz="800" kern="1200" spc="-100" noProof="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(CH-U-JO-01-05) </a:t>
                      </a:r>
                      <a:r>
                        <a:rPr lang="ko-KR" altLang="en-US" sz="800" kern="1200" spc="-100" noProof="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이동</a:t>
                      </a:r>
                      <a:endParaRPr lang="en-US" altLang="ko-KR" sz="800" kern="1200" spc="-100" noProof="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spc="-100" dirty="0">
                          <a:latin typeface="+mn-lt"/>
                          <a:ea typeface="맑은 고딕"/>
                        </a:rPr>
                        <a:t>실패 시 첫 오류 항목 포커스 이동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8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E7472924-28CC-30D7-2BB1-C9D5D5E91D4D}"/>
              </a:ext>
            </a:extLst>
          </p:cNvPr>
          <p:cNvSpPr txBox="1"/>
          <p:nvPr/>
        </p:nvSpPr>
        <p:spPr>
          <a:xfrm>
            <a:off x="1443249" y="1116013"/>
            <a:ext cx="87716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5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회원가입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2A478684-ADB8-E536-EAB0-6EA8E00AFD2B}"/>
              </a:ext>
            </a:extLst>
          </p:cNvPr>
          <p:cNvGrpSpPr/>
          <p:nvPr/>
        </p:nvGrpSpPr>
        <p:grpSpPr>
          <a:xfrm>
            <a:off x="611737" y="1549928"/>
            <a:ext cx="518092" cy="503476"/>
            <a:chOff x="680555" y="1561623"/>
            <a:chExt cx="518092" cy="503476"/>
          </a:xfrm>
        </p:grpSpPr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E37D36AB-AA4A-1B7C-9F41-379A7A063F49}"/>
                </a:ext>
              </a:extLst>
            </p:cNvPr>
            <p:cNvSpPr/>
            <p:nvPr/>
          </p:nvSpPr>
          <p:spPr>
            <a:xfrm>
              <a:off x="795584" y="1561623"/>
              <a:ext cx="288032" cy="28803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1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DC91080-9CDE-4C76-7C53-BCF4F62AA34C}"/>
                </a:ext>
              </a:extLst>
            </p:cNvPr>
            <p:cNvSpPr txBox="1"/>
            <p:nvPr/>
          </p:nvSpPr>
          <p:spPr>
            <a:xfrm>
              <a:off x="680555" y="1849655"/>
              <a:ext cx="51809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본인인증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3CD8A723-9CE0-516C-F3FA-26A54979A5BF}"/>
              </a:ext>
            </a:extLst>
          </p:cNvPr>
          <p:cNvGrpSpPr/>
          <p:nvPr/>
        </p:nvGrpSpPr>
        <p:grpSpPr>
          <a:xfrm>
            <a:off x="1947963" y="1549928"/>
            <a:ext cx="518092" cy="503476"/>
            <a:chOff x="2502811" y="1561623"/>
            <a:chExt cx="518092" cy="503476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34ED09ED-2059-8FFF-CE64-ED73445C2298}"/>
                </a:ext>
              </a:extLst>
            </p:cNvPr>
            <p:cNvSpPr/>
            <p:nvPr/>
          </p:nvSpPr>
          <p:spPr>
            <a:xfrm>
              <a:off x="2617836" y="1561623"/>
              <a:ext cx="288032" cy="288032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bg1"/>
                  </a:solidFill>
                </a:rPr>
                <a:t>3</a:t>
              </a:r>
              <a:endParaRPr lang="ko-KR" alt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E076DBC-D63C-6934-EEB2-431C6EACA9A0}"/>
                </a:ext>
              </a:extLst>
            </p:cNvPr>
            <p:cNvSpPr txBox="1"/>
            <p:nvPr/>
          </p:nvSpPr>
          <p:spPr>
            <a:xfrm>
              <a:off x="2502811" y="1849655"/>
              <a:ext cx="51809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정보입력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20A7E3CC-B7E3-2B54-17DB-92353443B688}"/>
              </a:ext>
            </a:extLst>
          </p:cNvPr>
          <p:cNvGrpSpPr/>
          <p:nvPr/>
        </p:nvGrpSpPr>
        <p:grpSpPr>
          <a:xfrm>
            <a:off x="2616075" y="1549928"/>
            <a:ext cx="518092" cy="503476"/>
            <a:chOff x="3020904" y="1561623"/>
            <a:chExt cx="518092" cy="50347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E15CFCBD-E78F-080F-700C-0A4AA8A4837C}"/>
                </a:ext>
              </a:extLst>
            </p:cNvPr>
            <p:cNvSpPr/>
            <p:nvPr/>
          </p:nvSpPr>
          <p:spPr>
            <a:xfrm>
              <a:off x="3135928" y="1561623"/>
              <a:ext cx="288032" cy="28803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4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9DF3C5D-547F-07C4-E5F6-39474A556087}"/>
                </a:ext>
              </a:extLst>
            </p:cNvPr>
            <p:cNvSpPr txBox="1"/>
            <p:nvPr/>
          </p:nvSpPr>
          <p:spPr>
            <a:xfrm>
              <a:off x="3020904" y="1849655"/>
              <a:ext cx="51809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가입완료</a:t>
              </a:r>
            </a:p>
          </p:txBody>
        </p:sp>
      </p:grp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1140748A-305E-E773-28EF-820FEE29073B}"/>
              </a:ext>
            </a:extLst>
          </p:cNvPr>
          <p:cNvCxnSpPr/>
          <p:nvPr/>
        </p:nvCxnSpPr>
        <p:spPr>
          <a:xfrm>
            <a:off x="1086345" y="1692077"/>
            <a:ext cx="22234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6C6945E5-7918-A982-8BF4-93FFD9BC4AD0}"/>
              </a:ext>
            </a:extLst>
          </p:cNvPr>
          <p:cNvCxnSpPr/>
          <p:nvPr/>
        </p:nvCxnSpPr>
        <p:spPr>
          <a:xfrm>
            <a:off x="1758415" y="1692077"/>
            <a:ext cx="22234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F10243E2-1436-F396-0D54-5C68818E35E5}"/>
              </a:ext>
            </a:extLst>
          </p:cNvPr>
          <p:cNvCxnSpPr/>
          <p:nvPr/>
        </p:nvCxnSpPr>
        <p:spPr>
          <a:xfrm>
            <a:off x="2430486" y="1692077"/>
            <a:ext cx="22234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ACA5664E-7472-3B71-28CF-152844F2C9A3}"/>
              </a:ext>
            </a:extLst>
          </p:cNvPr>
          <p:cNvCxnSpPr>
            <a:cxnSpLocks/>
          </p:cNvCxnSpPr>
          <p:nvPr/>
        </p:nvCxnSpPr>
        <p:spPr>
          <a:xfrm>
            <a:off x="348494" y="3343166"/>
            <a:ext cx="3008451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D429FB1D-0F5C-B752-2249-A6AB84AE2A5A}"/>
              </a:ext>
            </a:extLst>
          </p:cNvPr>
          <p:cNvGrpSpPr/>
          <p:nvPr/>
        </p:nvGrpSpPr>
        <p:grpSpPr>
          <a:xfrm>
            <a:off x="354539" y="3463979"/>
            <a:ext cx="2943763" cy="289883"/>
            <a:chOff x="354539" y="3613090"/>
            <a:chExt cx="2943763" cy="289883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53EAA85-9DD3-E4AA-9108-9F1329C03D53}"/>
                </a:ext>
              </a:extLst>
            </p:cNvPr>
            <p:cNvSpPr/>
            <p:nvPr/>
          </p:nvSpPr>
          <p:spPr>
            <a:xfrm>
              <a:off x="1138062" y="3613090"/>
              <a:ext cx="2160240" cy="28988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ko-KR" altLang="en-US" sz="800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김행복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5BEAFD6-3F69-BA48-07F1-CA1EEFC781A2}"/>
                </a:ext>
              </a:extLst>
            </p:cNvPr>
            <p:cNvSpPr txBox="1"/>
            <p:nvPr/>
          </p:nvSpPr>
          <p:spPr>
            <a:xfrm>
              <a:off x="354539" y="3649182"/>
              <a:ext cx="39305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이름</a:t>
              </a:r>
              <a:r>
                <a:rPr lang="ko-KR" altLang="en-US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 </a:t>
              </a:r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</a:t>
              </a:r>
              <a:endPara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9A0651D2-D0F9-A3C8-0E0E-E4298E96FD3B}"/>
              </a:ext>
            </a:extLst>
          </p:cNvPr>
          <p:cNvGrpSpPr/>
          <p:nvPr/>
        </p:nvGrpSpPr>
        <p:grpSpPr>
          <a:xfrm>
            <a:off x="354539" y="3823235"/>
            <a:ext cx="2943764" cy="289883"/>
            <a:chOff x="354539" y="3972346"/>
            <a:chExt cx="2943764" cy="289883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9C4F1E51-AD10-BEB4-813D-DF40AE71AAC5}"/>
                </a:ext>
              </a:extLst>
            </p:cNvPr>
            <p:cNvSpPr/>
            <p:nvPr/>
          </p:nvSpPr>
          <p:spPr>
            <a:xfrm>
              <a:off x="1138063" y="3972346"/>
              <a:ext cx="2160240" cy="28988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1987-06-05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79CDABA-0DD0-9D07-FAA1-49FBA52C1DB4}"/>
                </a:ext>
              </a:extLst>
            </p:cNvPr>
            <p:cNvSpPr txBox="1"/>
            <p:nvPr/>
          </p:nvSpPr>
          <p:spPr>
            <a:xfrm>
              <a:off x="354539" y="4008438"/>
              <a:ext cx="559769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생년월일</a:t>
              </a:r>
              <a:r>
                <a:rPr lang="ko-KR" altLang="en-US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 </a:t>
              </a:r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</a:t>
              </a:r>
              <a:endPara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32F0BA05-6793-D893-9ABD-7B56020664B9}"/>
              </a:ext>
            </a:extLst>
          </p:cNvPr>
          <p:cNvGrpSpPr/>
          <p:nvPr/>
        </p:nvGrpSpPr>
        <p:grpSpPr>
          <a:xfrm>
            <a:off x="354539" y="4182491"/>
            <a:ext cx="2943764" cy="289883"/>
            <a:chOff x="354539" y="4331602"/>
            <a:chExt cx="2943764" cy="289883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6575787B-DC8F-DD02-7DAC-2990A50D05B4}"/>
                </a:ext>
              </a:extLst>
            </p:cNvPr>
            <p:cNvSpPr/>
            <p:nvPr/>
          </p:nvSpPr>
          <p:spPr>
            <a:xfrm>
              <a:off x="1138063" y="4331602"/>
              <a:ext cx="2160240" cy="28988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010-1234-5678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78C3563-FF4C-2652-9F79-8441E37DA98D}"/>
                </a:ext>
              </a:extLst>
            </p:cNvPr>
            <p:cNvSpPr txBox="1"/>
            <p:nvPr/>
          </p:nvSpPr>
          <p:spPr>
            <a:xfrm>
              <a:off x="354539" y="4367694"/>
              <a:ext cx="64312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휴대폰번호</a:t>
              </a:r>
              <a:r>
                <a:rPr lang="ko-KR" altLang="en-US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 </a:t>
              </a:r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</a:t>
              </a:r>
              <a:endPara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4B59673-BF5C-B2C4-860D-3FA4F61CC597}"/>
              </a:ext>
            </a:extLst>
          </p:cNvPr>
          <p:cNvGrpSpPr/>
          <p:nvPr/>
        </p:nvGrpSpPr>
        <p:grpSpPr>
          <a:xfrm>
            <a:off x="354539" y="2206402"/>
            <a:ext cx="2943764" cy="1008395"/>
            <a:chOff x="7132242" y="2693540"/>
            <a:chExt cx="2943764" cy="1008395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62188F89-036F-CE2C-506C-91C5A19883AB}"/>
                </a:ext>
              </a:extLst>
            </p:cNvPr>
            <p:cNvSpPr/>
            <p:nvPr/>
          </p:nvSpPr>
          <p:spPr>
            <a:xfrm>
              <a:off x="7915765" y="2693540"/>
              <a:ext cx="1478013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영문</a:t>
              </a:r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, </a:t>
              </a:r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숫자 조합 </a:t>
              </a:r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6~12</a:t>
              </a:r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자리로 입력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02CBD7F-90AC-5958-B7D3-64D3240582C2}"/>
                </a:ext>
              </a:extLst>
            </p:cNvPr>
            <p:cNvSpPr txBox="1"/>
            <p:nvPr/>
          </p:nvSpPr>
          <p:spPr>
            <a:xfrm>
              <a:off x="7132242" y="2729632"/>
              <a:ext cx="4764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아이디</a:t>
              </a:r>
              <a:r>
                <a:rPr lang="ko-KR" altLang="en-US" sz="800" spc="-150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endParaRPr lang="ko-KR" altLang="en-US" sz="800" spc="-1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1753448F-6BF8-1F4F-0F97-EBA466600EFF}"/>
                </a:ext>
              </a:extLst>
            </p:cNvPr>
            <p:cNvSpPr/>
            <p:nvPr/>
          </p:nvSpPr>
          <p:spPr>
            <a:xfrm>
              <a:off x="7915766" y="3052796"/>
              <a:ext cx="2160240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영문</a:t>
              </a:r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, </a:t>
              </a:r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숫자</a:t>
              </a:r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, </a:t>
              </a:r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특수문자 조합 </a:t>
              </a:r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8~20</a:t>
              </a:r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자리로 입력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9D6FBC2-7122-5C57-CD53-1D827C8238E3}"/>
                </a:ext>
              </a:extLst>
            </p:cNvPr>
            <p:cNvSpPr txBox="1"/>
            <p:nvPr/>
          </p:nvSpPr>
          <p:spPr>
            <a:xfrm>
              <a:off x="7132242" y="3088888"/>
              <a:ext cx="559769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비밀번호</a:t>
              </a:r>
              <a:r>
                <a:rPr lang="ko-KR" altLang="en-US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 </a:t>
              </a:r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</a:t>
              </a:r>
              <a:endPara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B03FAFB3-F512-0F17-9846-16C258A8BD4F}"/>
                </a:ext>
              </a:extLst>
            </p:cNvPr>
            <p:cNvSpPr/>
            <p:nvPr/>
          </p:nvSpPr>
          <p:spPr>
            <a:xfrm>
              <a:off x="7915766" y="3412052"/>
              <a:ext cx="2160240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1893846-99EE-2D95-9C38-C340E9511E62}"/>
                </a:ext>
              </a:extLst>
            </p:cNvPr>
            <p:cNvSpPr txBox="1"/>
            <p:nvPr/>
          </p:nvSpPr>
          <p:spPr>
            <a:xfrm>
              <a:off x="7132242" y="3448144"/>
              <a:ext cx="72648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비밀번호확인</a:t>
              </a:r>
              <a:r>
                <a:rPr lang="ko-KR" altLang="en-US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 </a:t>
              </a:r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</a:t>
              </a:r>
              <a:endPara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73EE2CE6-3EB8-C2E2-847E-BA3EDF1B1C14}"/>
                </a:ext>
              </a:extLst>
            </p:cNvPr>
            <p:cNvSpPr/>
            <p:nvPr/>
          </p:nvSpPr>
          <p:spPr>
            <a:xfrm>
              <a:off x="9430537" y="2693540"/>
              <a:ext cx="645468" cy="289883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900" spc="-150">
                  <a:solidFill>
                    <a:schemeClr val="bg1"/>
                  </a:solidFill>
                </a:rPr>
                <a:t>중복확인</a:t>
              </a:r>
              <a:endParaRPr lang="ko-KR" altLang="en-US" sz="900" spc="-1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52851FA5-04F2-90AC-781B-97B6EAB82A44}"/>
              </a:ext>
            </a:extLst>
          </p:cNvPr>
          <p:cNvGrpSpPr/>
          <p:nvPr/>
        </p:nvGrpSpPr>
        <p:grpSpPr>
          <a:xfrm>
            <a:off x="354539" y="4554732"/>
            <a:ext cx="1740695" cy="230832"/>
            <a:chOff x="354539" y="4703843"/>
            <a:chExt cx="1740695" cy="230832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FCB69F4-3E7F-A967-0A29-4C12166EECD7}"/>
                </a:ext>
              </a:extLst>
            </p:cNvPr>
            <p:cNvSpPr txBox="1"/>
            <p:nvPr/>
          </p:nvSpPr>
          <p:spPr>
            <a:xfrm>
              <a:off x="354539" y="4714027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성별</a:t>
              </a:r>
            </a:p>
          </p:txBody>
        </p:sp>
        <p:grpSp>
          <p:nvGrpSpPr>
            <p:cNvPr id="95" name="그룹 94">
              <a:extLst>
                <a:ext uri="{FF2B5EF4-FFF2-40B4-BE49-F238E27FC236}">
                  <a16:creationId xmlns:a16="http://schemas.microsoft.com/office/drawing/2014/main" id="{524D6329-F11A-0C85-5931-63CE8DDEE669}"/>
                </a:ext>
              </a:extLst>
            </p:cNvPr>
            <p:cNvGrpSpPr/>
            <p:nvPr/>
          </p:nvGrpSpPr>
          <p:grpSpPr>
            <a:xfrm>
              <a:off x="1152377" y="4703843"/>
              <a:ext cx="427527" cy="230832"/>
              <a:chOff x="1152377" y="4703843"/>
              <a:chExt cx="427527" cy="230832"/>
            </a:xfrm>
          </p:grpSpPr>
          <p:pic>
            <p:nvPicPr>
              <p:cNvPr id="57" name="Picture 2" descr="on, radio icon">
                <a:extLst>
                  <a:ext uri="{FF2B5EF4-FFF2-40B4-BE49-F238E27FC236}">
                    <a16:creationId xmlns:a16="http://schemas.microsoft.com/office/drawing/2014/main" id="{6643CCE0-30D8-34F4-6178-6A6DE9303CB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alphaModFix amt="3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52377" y="4769944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71F88B43-C32C-2456-06AC-408470A1CD91}"/>
                  </a:ext>
                </a:extLst>
              </p:cNvPr>
              <p:cNvSpPr txBox="1"/>
              <p:nvPr/>
            </p:nvSpPr>
            <p:spPr>
              <a:xfrm>
                <a:off x="1202878" y="4703843"/>
                <a:ext cx="377026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900" spc="-15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남자</a:t>
                </a:r>
                <a:endPara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F3E03E6D-01A5-22BE-11DF-111A9094D8E5}"/>
                </a:ext>
              </a:extLst>
            </p:cNvPr>
            <p:cNvGrpSpPr/>
            <p:nvPr/>
          </p:nvGrpSpPr>
          <p:grpSpPr>
            <a:xfrm>
              <a:off x="1664933" y="4703843"/>
              <a:ext cx="430301" cy="230832"/>
              <a:chOff x="1664933" y="4703843"/>
              <a:chExt cx="430301" cy="230832"/>
            </a:xfrm>
          </p:grpSpPr>
          <p:pic>
            <p:nvPicPr>
              <p:cNvPr id="72" name="Picture 4" descr="off, radio icon">
                <a:extLst>
                  <a:ext uri="{FF2B5EF4-FFF2-40B4-BE49-F238E27FC236}">
                    <a16:creationId xmlns:a16="http://schemas.microsoft.com/office/drawing/2014/main" id="{1EC83893-EF23-EDF5-E23D-661BE215A65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alphaModFix amt="3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64933" y="4769944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379B7210-B639-CBA0-D8B1-54B2B431EDDF}"/>
                  </a:ext>
                </a:extLst>
              </p:cNvPr>
              <p:cNvSpPr txBox="1"/>
              <p:nvPr/>
            </p:nvSpPr>
            <p:spPr>
              <a:xfrm>
                <a:off x="1718208" y="4703843"/>
                <a:ext cx="377026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9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여자</a:t>
                </a:r>
              </a:p>
            </p:txBody>
          </p:sp>
        </p:grpSp>
      </p:grp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371A8BE7-4BF4-FEBC-AF8A-111F0D8B6153}"/>
              </a:ext>
            </a:extLst>
          </p:cNvPr>
          <p:cNvSpPr/>
          <p:nvPr/>
        </p:nvSpPr>
        <p:spPr>
          <a:xfrm>
            <a:off x="1149055" y="4859061"/>
            <a:ext cx="937913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DBF3DF6-E6B8-0EFF-DC59-FA9076F09219}"/>
              </a:ext>
            </a:extLst>
          </p:cNvPr>
          <p:cNvSpPr txBox="1"/>
          <p:nvPr/>
        </p:nvSpPr>
        <p:spPr>
          <a:xfrm>
            <a:off x="365531" y="4895153"/>
            <a:ext cx="4347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이메일</a:t>
            </a:r>
          </a:p>
        </p:txBody>
      </p: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04EADF63-E8CB-4890-3BDF-C22990B3D810}"/>
              </a:ext>
            </a:extLst>
          </p:cNvPr>
          <p:cNvGrpSpPr/>
          <p:nvPr/>
        </p:nvGrpSpPr>
        <p:grpSpPr>
          <a:xfrm>
            <a:off x="1279850" y="1549928"/>
            <a:ext cx="518092" cy="503476"/>
            <a:chOff x="1591684" y="1561623"/>
            <a:chExt cx="518092" cy="503476"/>
          </a:xfrm>
        </p:grpSpPr>
        <p:sp>
          <p:nvSpPr>
            <p:cNvPr id="113" name="타원 112">
              <a:extLst>
                <a:ext uri="{FF2B5EF4-FFF2-40B4-BE49-F238E27FC236}">
                  <a16:creationId xmlns:a16="http://schemas.microsoft.com/office/drawing/2014/main" id="{634E9454-A632-3A63-6254-531EFEC22CE6}"/>
                </a:ext>
              </a:extLst>
            </p:cNvPr>
            <p:cNvSpPr/>
            <p:nvPr/>
          </p:nvSpPr>
          <p:spPr>
            <a:xfrm>
              <a:off x="1706710" y="1561623"/>
              <a:ext cx="288032" cy="28803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2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9CABCEAD-3B1E-03CC-602E-210B90747EC3}"/>
                </a:ext>
              </a:extLst>
            </p:cNvPr>
            <p:cNvSpPr txBox="1"/>
            <p:nvPr/>
          </p:nvSpPr>
          <p:spPr>
            <a:xfrm>
              <a:off x="1591684" y="1849655"/>
              <a:ext cx="51809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약관동의</a:t>
              </a:r>
            </a:p>
          </p:txBody>
        </p:sp>
      </p:grp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5D40396F-BE6D-C01F-857F-3F58F032342B}"/>
              </a:ext>
            </a:extLst>
          </p:cNvPr>
          <p:cNvSpPr/>
          <p:nvPr/>
        </p:nvSpPr>
        <p:spPr>
          <a:xfrm>
            <a:off x="7863053" y="6036606"/>
            <a:ext cx="2160240" cy="289883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>
                    <a:lumMod val="75000"/>
                  </a:schemeClr>
                </a:solidFill>
              </a:rPr>
              <a:t>카드 등록 완료</a:t>
            </a:r>
          </a:p>
        </p:txBody>
      </p:sp>
      <p:sp>
        <p:nvSpPr>
          <p:cNvPr id="135" name="모서리가 둥근 직사각형 114">
            <a:extLst>
              <a:ext uri="{FF2B5EF4-FFF2-40B4-BE49-F238E27FC236}">
                <a16:creationId xmlns:a16="http://schemas.microsoft.com/office/drawing/2014/main" id="{B00ED670-2312-383C-9076-05CB4C1434DE}"/>
              </a:ext>
            </a:extLst>
          </p:cNvPr>
          <p:cNvSpPr/>
          <p:nvPr/>
        </p:nvSpPr>
        <p:spPr>
          <a:xfrm>
            <a:off x="2515889" y="211107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02" name="모서리가 둥근 직사각형 114">
            <a:extLst>
              <a:ext uri="{FF2B5EF4-FFF2-40B4-BE49-F238E27FC236}">
                <a16:creationId xmlns:a16="http://schemas.microsoft.com/office/drawing/2014/main" id="{B8C4D2A6-2025-2B57-A31C-48B84BA2A97E}"/>
              </a:ext>
            </a:extLst>
          </p:cNvPr>
          <p:cNvSpPr/>
          <p:nvPr/>
        </p:nvSpPr>
        <p:spPr>
          <a:xfrm>
            <a:off x="959181" y="252422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03" name="모서리가 둥근 직사각형 114">
            <a:extLst>
              <a:ext uri="{FF2B5EF4-FFF2-40B4-BE49-F238E27FC236}">
                <a16:creationId xmlns:a16="http://schemas.microsoft.com/office/drawing/2014/main" id="{53B52C94-A002-1B39-1BD9-2B6B5AEE6021}"/>
              </a:ext>
            </a:extLst>
          </p:cNvPr>
          <p:cNvSpPr/>
          <p:nvPr/>
        </p:nvSpPr>
        <p:spPr>
          <a:xfrm>
            <a:off x="959181" y="343182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04" name="모서리가 둥근 직사각형 114">
            <a:extLst>
              <a:ext uri="{FF2B5EF4-FFF2-40B4-BE49-F238E27FC236}">
                <a16:creationId xmlns:a16="http://schemas.microsoft.com/office/drawing/2014/main" id="{2535D69C-8DBC-FBA5-76C6-5A18BBC25F09}"/>
              </a:ext>
            </a:extLst>
          </p:cNvPr>
          <p:cNvSpPr/>
          <p:nvPr/>
        </p:nvSpPr>
        <p:spPr>
          <a:xfrm>
            <a:off x="959181" y="483758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E5C995FB-FDA7-A764-0CC5-BDD56E75BE45}"/>
              </a:ext>
            </a:extLst>
          </p:cNvPr>
          <p:cNvSpPr txBox="1"/>
          <p:nvPr/>
        </p:nvSpPr>
        <p:spPr>
          <a:xfrm>
            <a:off x="4099505" y="2033050"/>
            <a:ext cx="24497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900" b="1" dirty="0">
                <a:solidFill>
                  <a:srgbClr val="C00000"/>
                </a:solidFill>
              </a:rPr>
              <a:t>CH-U-CA-02-03-01p</a:t>
            </a: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카드추가 팝업과 동일</a:t>
            </a:r>
            <a:r>
              <a:rPr lang="en-US" altLang="ko-KR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ko-KR" sz="900" b="1" dirty="0">
              <a:solidFill>
                <a:srgbClr val="C00000"/>
              </a:solidFill>
            </a:endParaRPr>
          </a:p>
        </p:txBody>
      </p:sp>
      <p:sp>
        <p:nvSpPr>
          <p:cNvPr id="7" name="모서리가 둥근 직사각형 114">
            <a:extLst>
              <a:ext uri="{FF2B5EF4-FFF2-40B4-BE49-F238E27FC236}">
                <a16:creationId xmlns:a16="http://schemas.microsoft.com/office/drawing/2014/main" id="{690C4289-1980-F5E9-789D-657F7470456F}"/>
              </a:ext>
            </a:extLst>
          </p:cNvPr>
          <p:cNvSpPr/>
          <p:nvPr/>
        </p:nvSpPr>
        <p:spPr>
          <a:xfrm>
            <a:off x="7944654" y="595324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931BFD4-474F-68C7-F6F1-814533AE58E3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5CA3F896-DB7D-B5ED-2D4B-71370755710C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17DF7E9D-F37E-8388-0890-EE10681352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0335D96E-64AD-EA22-E8D4-0069674C779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3" name="그림 52">
              <a:extLst>
                <a:ext uri="{FF2B5EF4-FFF2-40B4-BE49-F238E27FC236}">
                  <a16:creationId xmlns:a16="http://schemas.microsoft.com/office/drawing/2014/main" id="{9BDE5DB5-1F32-6128-94C6-CEC8B6DBA9B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9F01796C-61A6-8A75-E33A-610BB0B528EC}"/>
              </a:ext>
            </a:extLst>
          </p:cNvPr>
          <p:cNvSpPr/>
          <p:nvPr/>
        </p:nvSpPr>
        <p:spPr>
          <a:xfrm>
            <a:off x="2360389" y="4859061"/>
            <a:ext cx="937913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EEA724-AFBE-F61F-4EB7-AA540C4A719F}"/>
              </a:ext>
            </a:extLst>
          </p:cNvPr>
          <p:cNvSpPr txBox="1"/>
          <p:nvPr/>
        </p:nvSpPr>
        <p:spPr>
          <a:xfrm>
            <a:off x="2086910" y="4901532"/>
            <a:ext cx="27924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@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B6E0CE6-9A1A-1171-7C0C-54E8CA62FF2B}"/>
              </a:ext>
            </a:extLst>
          </p:cNvPr>
          <p:cNvSpPr txBox="1"/>
          <p:nvPr/>
        </p:nvSpPr>
        <p:spPr>
          <a:xfrm>
            <a:off x="1195381" y="5273945"/>
            <a:ext cx="2161564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ko-KR" altLang="en-US" sz="900" dirty="0"/>
              <a:t>□ </a:t>
            </a:r>
            <a:r>
              <a:rPr lang="ko-KR" altLang="en-US" sz="800" dirty="0"/>
              <a:t>기저귀</a:t>
            </a:r>
            <a:r>
              <a:rPr lang="en-US" altLang="ko-KR" sz="800" dirty="0"/>
              <a:t>/</a:t>
            </a:r>
            <a:r>
              <a:rPr lang="ko-KR" altLang="en-US" sz="800" dirty="0"/>
              <a:t>조제분유 지원 바우처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ADBEB0C-3180-1817-1B32-4436434EC7A9}"/>
              </a:ext>
            </a:extLst>
          </p:cNvPr>
          <p:cNvSpPr txBox="1"/>
          <p:nvPr/>
        </p:nvSpPr>
        <p:spPr>
          <a:xfrm>
            <a:off x="365531" y="5271824"/>
            <a:ext cx="6014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보유바우처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3AF87CE4-6472-0370-A748-A18DFD32D0DB}"/>
              </a:ext>
            </a:extLst>
          </p:cNvPr>
          <p:cNvSpPr/>
          <p:nvPr/>
        </p:nvSpPr>
        <p:spPr>
          <a:xfrm>
            <a:off x="3630366" y="683965"/>
            <a:ext cx="3444249" cy="125467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5A4E5131-7964-868B-887D-2ED81A5BF281}"/>
              </a:ext>
            </a:extLst>
          </p:cNvPr>
          <p:cNvSpPr/>
          <p:nvPr/>
        </p:nvSpPr>
        <p:spPr>
          <a:xfrm>
            <a:off x="3845889" y="1294409"/>
            <a:ext cx="3008451" cy="28988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가입하기</a:t>
            </a:r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0A95D5A1-E9F5-4161-116F-5E208DDE7D3D}"/>
              </a:ext>
            </a:extLst>
          </p:cNvPr>
          <p:cNvGrpSpPr/>
          <p:nvPr/>
        </p:nvGrpSpPr>
        <p:grpSpPr>
          <a:xfrm>
            <a:off x="348494" y="6085484"/>
            <a:ext cx="2931835" cy="289883"/>
            <a:chOff x="370586" y="5405695"/>
            <a:chExt cx="2931835" cy="289883"/>
          </a:xfrm>
        </p:grpSpPr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61A23A00-A616-1EEB-9695-656C6238A5F3}"/>
                </a:ext>
              </a:extLst>
            </p:cNvPr>
            <p:cNvSpPr/>
            <p:nvPr/>
          </p:nvSpPr>
          <p:spPr>
            <a:xfrm>
              <a:off x="1142181" y="5405695"/>
              <a:ext cx="2160240" cy="289883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900" spc="-150" dirty="0">
                  <a:solidFill>
                    <a:schemeClr val="bg1"/>
                  </a:solidFill>
                </a:rPr>
                <a:t>바우처 카드 등록하기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611D4CA6-9F8F-5C42-AF11-5FFB6E2BC6A6}"/>
                </a:ext>
              </a:extLst>
            </p:cNvPr>
            <p:cNvSpPr txBox="1"/>
            <p:nvPr/>
          </p:nvSpPr>
          <p:spPr>
            <a:xfrm>
              <a:off x="370586" y="5445170"/>
              <a:ext cx="53572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카드 등록</a:t>
              </a:r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3615B3CD-14D5-D7F4-FD7B-10ECEC6A405D}"/>
              </a:ext>
            </a:extLst>
          </p:cNvPr>
          <p:cNvGrpSpPr/>
          <p:nvPr/>
        </p:nvGrpSpPr>
        <p:grpSpPr>
          <a:xfrm>
            <a:off x="3867416" y="820701"/>
            <a:ext cx="2943764" cy="289883"/>
            <a:chOff x="506939" y="3226425"/>
            <a:chExt cx="2943764" cy="289883"/>
          </a:xfrm>
        </p:grpSpPr>
        <p:sp>
          <p:nvSpPr>
            <p:cNvPr id="119" name="직사각형 118">
              <a:extLst>
                <a:ext uri="{FF2B5EF4-FFF2-40B4-BE49-F238E27FC236}">
                  <a16:creationId xmlns:a16="http://schemas.microsoft.com/office/drawing/2014/main" id="{8CE90623-1D56-4D3D-3A87-4C9DCA5541D6}"/>
                </a:ext>
              </a:extLst>
            </p:cNvPr>
            <p:cNvSpPr/>
            <p:nvPr/>
          </p:nvSpPr>
          <p:spPr>
            <a:xfrm>
              <a:off x="1290463" y="3226425"/>
              <a:ext cx="2160240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추천인 아이디를 입력해주세요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E2341BB4-567C-4330-27D4-641A467872AD}"/>
                </a:ext>
              </a:extLst>
            </p:cNvPr>
            <p:cNvSpPr txBox="1"/>
            <p:nvPr/>
          </p:nvSpPr>
          <p:spPr>
            <a:xfrm>
              <a:off x="506939" y="3262517"/>
              <a:ext cx="61908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추천인 등록</a:t>
              </a:r>
            </a:p>
          </p:txBody>
        </p:sp>
      </p:grpSp>
      <p:sp>
        <p:nvSpPr>
          <p:cNvPr id="205" name="모서리가 둥근 직사각형 114">
            <a:extLst>
              <a:ext uri="{FF2B5EF4-FFF2-40B4-BE49-F238E27FC236}">
                <a16:creationId xmlns:a16="http://schemas.microsoft.com/office/drawing/2014/main" id="{3A78CCD2-07C1-ABC6-1739-470A1F5FAC9E}"/>
              </a:ext>
            </a:extLst>
          </p:cNvPr>
          <p:cNvSpPr/>
          <p:nvPr/>
        </p:nvSpPr>
        <p:spPr>
          <a:xfrm>
            <a:off x="937089" y="604163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08" name="모서리가 둥근 직사각형 114">
            <a:extLst>
              <a:ext uri="{FF2B5EF4-FFF2-40B4-BE49-F238E27FC236}">
                <a16:creationId xmlns:a16="http://schemas.microsoft.com/office/drawing/2014/main" id="{A43A522A-2017-FBF2-8586-9B54FF561266}"/>
              </a:ext>
            </a:extLst>
          </p:cNvPr>
          <p:cNvSpPr/>
          <p:nvPr/>
        </p:nvSpPr>
        <p:spPr>
          <a:xfrm>
            <a:off x="4461066" y="78216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09" name="모서리가 둥근 직사각형 114">
            <a:extLst>
              <a:ext uri="{FF2B5EF4-FFF2-40B4-BE49-F238E27FC236}">
                <a16:creationId xmlns:a16="http://schemas.microsoft.com/office/drawing/2014/main" id="{4F8E8383-17BA-FD26-1685-6E9ACF8232B0}"/>
              </a:ext>
            </a:extLst>
          </p:cNvPr>
          <p:cNvSpPr/>
          <p:nvPr/>
        </p:nvSpPr>
        <p:spPr>
          <a:xfrm>
            <a:off x="3763849" y="136734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8" name="순서도: 천공 테이프 57">
            <a:extLst>
              <a:ext uri="{FF2B5EF4-FFF2-40B4-BE49-F238E27FC236}">
                <a16:creationId xmlns:a16="http://schemas.microsoft.com/office/drawing/2014/main" id="{D32609F6-9587-B57F-F9BF-8596776F9857}"/>
              </a:ext>
            </a:extLst>
          </p:cNvPr>
          <p:cNvSpPr/>
          <p:nvPr/>
        </p:nvSpPr>
        <p:spPr>
          <a:xfrm>
            <a:off x="156400" y="651004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cxnSp>
        <p:nvCxnSpPr>
          <p:cNvPr id="199" name="직선 화살표 연결선 198">
            <a:extLst>
              <a:ext uri="{FF2B5EF4-FFF2-40B4-BE49-F238E27FC236}">
                <a16:creationId xmlns:a16="http://schemas.microsoft.com/office/drawing/2014/main" id="{F5E1B7F1-679E-8EA5-2AAB-4455A9D190D2}"/>
              </a:ext>
            </a:extLst>
          </p:cNvPr>
          <p:cNvCxnSpPr>
            <a:cxnSpLocks/>
          </p:cNvCxnSpPr>
          <p:nvPr/>
        </p:nvCxnSpPr>
        <p:spPr>
          <a:xfrm>
            <a:off x="4495047" y="3760347"/>
            <a:ext cx="547196" cy="0"/>
          </a:xfrm>
          <a:prstGeom prst="straightConnector1">
            <a:avLst/>
          </a:prstGeom>
          <a:ln w="31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B88DB2AD-4AB9-8B1A-CD0D-A7188426504D}"/>
              </a:ext>
            </a:extLst>
          </p:cNvPr>
          <p:cNvSpPr txBox="1"/>
          <p:nvPr/>
        </p:nvSpPr>
        <p:spPr>
          <a:xfrm>
            <a:off x="1195381" y="5496243"/>
            <a:ext cx="2161564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ko-KR" altLang="en-US" sz="900" dirty="0"/>
              <a:t>□ </a:t>
            </a:r>
            <a:r>
              <a:rPr lang="ko-KR" altLang="en-US" sz="800" dirty="0"/>
              <a:t>여성청소년 생리대 지원 바우처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D311598-FB46-00D0-566B-96952A0D28B7}"/>
              </a:ext>
            </a:extLst>
          </p:cNvPr>
          <p:cNvSpPr txBox="1"/>
          <p:nvPr/>
        </p:nvSpPr>
        <p:spPr>
          <a:xfrm>
            <a:off x="1195381" y="5722034"/>
            <a:ext cx="2161564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ko-KR" altLang="en-US" sz="900" dirty="0"/>
              <a:t>□ </a:t>
            </a:r>
            <a:r>
              <a:rPr lang="ko-KR" altLang="en-US" sz="800" dirty="0"/>
              <a:t>첫만남 바우처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B5BBEA79-4937-B07D-12D3-E768C4C53181}"/>
              </a:ext>
            </a:extLst>
          </p:cNvPr>
          <p:cNvSpPr/>
          <p:nvPr/>
        </p:nvSpPr>
        <p:spPr>
          <a:xfrm>
            <a:off x="3622524" y="1694479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TAB BAR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9CFD3793-7315-EB78-C70F-079F9D7C8640}"/>
              </a:ext>
            </a:extLst>
          </p:cNvPr>
          <p:cNvGrpSpPr/>
          <p:nvPr/>
        </p:nvGrpSpPr>
        <p:grpSpPr>
          <a:xfrm>
            <a:off x="4158784" y="2326142"/>
            <a:ext cx="3426314" cy="4132840"/>
            <a:chOff x="164698" y="2323273"/>
            <a:chExt cx="3426314" cy="4132840"/>
          </a:xfrm>
        </p:grpSpPr>
        <p:sp>
          <p:nvSpPr>
            <p:cNvPr id="66" name="사각형: 둥근 위쪽 모서리 65">
              <a:extLst>
                <a:ext uri="{FF2B5EF4-FFF2-40B4-BE49-F238E27FC236}">
                  <a16:creationId xmlns:a16="http://schemas.microsoft.com/office/drawing/2014/main" id="{16029D0B-D7D4-928A-355A-671A4E05A7CB}"/>
                </a:ext>
              </a:extLst>
            </p:cNvPr>
            <p:cNvSpPr/>
            <p:nvPr/>
          </p:nvSpPr>
          <p:spPr>
            <a:xfrm>
              <a:off x="164698" y="2323273"/>
              <a:ext cx="3426314" cy="28326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</a:rPr>
                <a:t>=</a:t>
              </a:r>
              <a:endParaRPr lang="ko-KR" altLang="en-US" sz="6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26E5C377-7170-5630-5143-A96546F3ABFB}"/>
                </a:ext>
              </a:extLst>
            </p:cNvPr>
            <p:cNvSpPr/>
            <p:nvPr/>
          </p:nvSpPr>
          <p:spPr>
            <a:xfrm>
              <a:off x="164698" y="2606540"/>
              <a:ext cx="3426314" cy="384957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8" name="Rounded Rectangle 35">
              <a:extLst>
                <a:ext uri="{FF2B5EF4-FFF2-40B4-BE49-F238E27FC236}">
                  <a16:creationId xmlns:a16="http://schemas.microsoft.com/office/drawing/2014/main" id="{ED915597-41D1-49A3-DB45-FB1F65C89E1E}"/>
                </a:ext>
              </a:extLst>
            </p:cNvPr>
            <p:cNvSpPr/>
            <p:nvPr/>
          </p:nvSpPr>
          <p:spPr>
            <a:xfrm>
              <a:off x="1031138" y="6082557"/>
              <a:ext cx="1497241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저장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FFC00ABA-B836-CE47-9F2A-EF7982FA6CAF}"/>
                </a:ext>
              </a:extLst>
            </p:cNvPr>
            <p:cNvSpPr txBox="1"/>
            <p:nvPr/>
          </p:nvSpPr>
          <p:spPr>
            <a:xfrm>
              <a:off x="345888" y="2731060"/>
              <a:ext cx="914400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r>
                <a:rPr lang="ko-KR" altLang="en-US" sz="9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카드 추가</a:t>
              </a:r>
              <a:endParaRPr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4474E5D4-CC9F-6355-A281-3420ABDBE3B2}"/>
                </a:ext>
              </a:extLst>
            </p:cNvPr>
            <p:cNvGrpSpPr/>
            <p:nvPr/>
          </p:nvGrpSpPr>
          <p:grpSpPr>
            <a:xfrm>
              <a:off x="336505" y="3993464"/>
              <a:ext cx="3059608" cy="444878"/>
              <a:chOff x="336505" y="4590932"/>
              <a:chExt cx="3059608" cy="444878"/>
            </a:xfrm>
          </p:grpSpPr>
          <p:sp>
            <p:nvSpPr>
              <p:cNvPr id="86" name="Rounded Rectangle 35">
                <a:extLst>
                  <a:ext uri="{FF2B5EF4-FFF2-40B4-BE49-F238E27FC236}">
                    <a16:creationId xmlns:a16="http://schemas.microsoft.com/office/drawing/2014/main" id="{F0A82531-8EB1-75BF-947A-FD5CCD2D3911}"/>
                  </a:ext>
                </a:extLst>
              </p:cNvPr>
              <p:cNvSpPr/>
              <p:nvPr/>
            </p:nvSpPr>
            <p:spPr>
              <a:xfrm>
                <a:off x="336505" y="4816354"/>
                <a:ext cx="692226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87" name="Rounded Rectangle 35">
                <a:extLst>
                  <a:ext uri="{FF2B5EF4-FFF2-40B4-BE49-F238E27FC236}">
                    <a16:creationId xmlns:a16="http://schemas.microsoft.com/office/drawing/2014/main" id="{5D4E5176-64AF-85CC-D6CC-A0CA54CD8548}"/>
                  </a:ext>
                </a:extLst>
              </p:cNvPr>
              <p:cNvSpPr/>
              <p:nvPr/>
            </p:nvSpPr>
            <p:spPr>
              <a:xfrm>
                <a:off x="1126802" y="4816354"/>
                <a:ext cx="692226" cy="219456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88" name="Rounded Rectangle 35">
                <a:extLst>
                  <a:ext uri="{FF2B5EF4-FFF2-40B4-BE49-F238E27FC236}">
                    <a16:creationId xmlns:a16="http://schemas.microsoft.com/office/drawing/2014/main" id="{1852293D-A67C-01ED-EBBB-1B4D8C11E53A}"/>
                  </a:ext>
                </a:extLst>
              </p:cNvPr>
              <p:cNvSpPr/>
              <p:nvPr/>
            </p:nvSpPr>
            <p:spPr>
              <a:xfrm>
                <a:off x="1913590" y="4816354"/>
                <a:ext cx="692226" cy="219456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90" name="Rounded Rectangle 35">
                <a:extLst>
                  <a:ext uri="{FF2B5EF4-FFF2-40B4-BE49-F238E27FC236}">
                    <a16:creationId xmlns:a16="http://schemas.microsoft.com/office/drawing/2014/main" id="{9F85611A-EEBF-CCE8-1B48-48D2835A68A4}"/>
                  </a:ext>
                </a:extLst>
              </p:cNvPr>
              <p:cNvSpPr/>
              <p:nvPr/>
            </p:nvSpPr>
            <p:spPr>
              <a:xfrm>
                <a:off x="2703887" y="4816354"/>
                <a:ext cx="692226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44967A4B-7EA6-9267-9742-12DEB7BDFF18}"/>
                  </a:ext>
                </a:extLst>
              </p:cNvPr>
              <p:cNvSpPr txBox="1"/>
              <p:nvPr/>
            </p:nvSpPr>
            <p:spPr>
              <a:xfrm>
                <a:off x="345888" y="4590932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카드번호</a:t>
                </a:r>
                <a:r>
                  <a:rPr lang="en-US" altLang="ko-KR" sz="800" b="1" dirty="0">
                    <a:solidFill>
                      <a:srgbClr val="FF0000"/>
                    </a:solidFill>
                    <a:ea typeface="맑은 고딕"/>
                  </a:rPr>
                  <a:t>*</a:t>
                </a:r>
                <a:endParaRPr sz="800" b="1" dirty="0">
                  <a:solidFill>
                    <a:srgbClr val="404040"/>
                  </a:solidFill>
                  <a:ea typeface="맑은 고딕"/>
                </a:endParaRPr>
              </a:p>
            </p:txBody>
          </p:sp>
        </p:grp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17109646-13F6-33F3-E625-F0D0586BE8DF}"/>
                </a:ext>
              </a:extLst>
            </p:cNvPr>
            <p:cNvGrpSpPr/>
            <p:nvPr/>
          </p:nvGrpSpPr>
          <p:grpSpPr>
            <a:xfrm>
              <a:off x="313864" y="3128204"/>
              <a:ext cx="3082249" cy="1493518"/>
              <a:chOff x="313864" y="3746208"/>
              <a:chExt cx="3082249" cy="1493518"/>
            </a:xfrm>
          </p:grpSpPr>
          <p:sp>
            <p:nvSpPr>
              <p:cNvPr id="81" name="Rounded Rectangle 35">
                <a:extLst>
                  <a:ext uri="{FF2B5EF4-FFF2-40B4-BE49-F238E27FC236}">
                    <a16:creationId xmlns:a16="http://schemas.microsoft.com/office/drawing/2014/main" id="{536EF7EC-A7CC-77AE-8D44-F371F37A1880}"/>
                  </a:ext>
                </a:extLst>
              </p:cNvPr>
              <p:cNvSpPr/>
              <p:nvPr/>
            </p:nvSpPr>
            <p:spPr>
              <a:xfrm>
                <a:off x="336505" y="3980040"/>
                <a:ext cx="3059608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rgbClr val="595959"/>
                    </a:solidFill>
                    <a:ea typeface="맑은 고딕"/>
                  </a:rPr>
                  <a:t>카드사를 선택하여 주십시오                                        ▼</a:t>
                </a:r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84" name="Rounded Rectangle 27">
                <a:extLst>
                  <a:ext uri="{FF2B5EF4-FFF2-40B4-BE49-F238E27FC236}">
                    <a16:creationId xmlns:a16="http://schemas.microsoft.com/office/drawing/2014/main" id="{C927B335-6A0B-3962-6A03-08167185DF2F}"/>
                  </a:ext>
                </a:extLst>
              </p:cNvPr>
              <p:cNvSpPr/>
              <p:nvPr/>
            </p:nvSpPr>
            <p:spPr>
              <a:xfrm>
                <a:off x="313864" y="4247288"/>
                <a:ext cx="29775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※빠른 시일 내에 롯데도 서비스 가능하도록 준비하겠습니다.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A824347-D4E8-DE99-363A-B9F48029FDFE}"/>
                  </a:ext>
                </a:extLst>
              </p:cNvPr>
              <p:cNvSpPr txBox="1"/>
              <p:nvPr/>
            </p:nvSpPr>
            <p:spPr>
              <a:xfrm>
                <a:off x="345888" y="3746208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카드사</a:t>
                </a:r>
                <a:r>
                  <a:rPr lang="en-US" altLang="ko-KR" sz="800" b="1" dirty="0">
                    <a:solidFill>
                      <a:srgbClr val="FF0000"/>
                    </a:solidFill>
                    <a:ea typeface="맑은 고딕"/>
                  </a:rPr>
                  <a:t>*</a:t>
                </a:r>
                <a:endParaRPr sz="800" b="1" dirty="0">
                  <a:solidFill>
                    <a:srgbClr val="FF0000"/>
                  </a:solidFill>
                  <a:ea typeface="맑은 고딕"/>
                </a:endParaRPr>
              </a:p>
            </p:txBody>
          </p:sp>
          <p:sp>
            <p:nvSpPr>
              <p:cNvPr id="17" name="Rounded Rectangle 27">
                <a:extLst>
                  <a:ext uri="{FF2B5EF4-FFF2-40B4-BE49-F238E27FC236}">
                    <a16:creationId xmlns:a16="http://schemas.microsoft.com/office/drawing/2014/main" id="{B377C53B-0C9D-DF9A-A632-CD7115B49FC3}"/>
                  </a:ext>
                </a:extLst>
              </p:cNvPr>
              <p:cNvSpPr/>
              <p:nvPr/>
            </p:nvSpPr>
            <p:spPr>
              <a:xfrm>
                <a:off x="313864" y="5066709"/>
                <a:ext cx="2977581" cy="173017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en-US" altLang="ko-KR" sz="600" dirty="0">
                    <a:solidFill>
                      <a:srgbClr val="FF0000"/>
                    </a:solidFill>
                    <a:ea typeface="맑은 고딕"/>
                  </a:rPr>
                  <a:t>* </a:t>
                </a:r>
                <a:r>
                  <a:rPr lang="ko-KR" altLang="en-US" sz="600" dirty="0">
                    <a:solidFill>
                      <a:srgbClr val="FF0000"/>
                    </a:solidFill>
                    <a:ea typeface="맑은 고딕"/>
                  </a:rPr>
                  <a:t>카드를 등록할 수 없습니다</a:t>
                </a:r>
                <a:r>
                  <a:rPr lang="en-US" altLang="ko-KR" sz="600" dirty="0">
                    <a:solidFill>
                      <a:srgbClr val="FF0000"/>
                    </a:solidFill>
                    <a:ea typeface="맑은 고딕"/>
                  </a:rPr>
                  <a:t>. </a:t>
                </a:r>
                <a:r>
                  <a:rPr lang="ko-KR" altLang="en-US" sz="600" dirty="0">
                    <a:solidFill>
                      <a:srgbClr val="FF0000"/>
                    </a:solidFill>
                    <a:ea typeface="맑은 고딕"/>
                  </a:rPr>
                  <a:t>카드 정보를 다시 확인해 주세요</a:t>
                </a:r>
                <a:r>
                  <a:rPr lang="en-US" altLang="ko-KR" sz="600" dirty="0">
                    <a:solidFill>
                      <a:srgbClr val="FF0000"/>
                    </a:solidFill>
                    <a:ea typeface="맑은 고딕"/>
                  </a:rPr>
                  <a:t>.</a:t>
                </a:r>
                <a:endParaRPr lang="ko-KR" altLang="en-US" sz="600" dirty="0">
                  <a:solidFill>
                    <a:srgbClr val="FF0000"/>
                  </a:solidFill>
                  <a:ea typeface="맑은 고딕"/>
                </a:endParaRPr>
              </a:p>
            </p:txBody>
          </p:sp>
        </p:grpSp>
        <p:grpSp>
          <p:nvGrpSpPr>
            <p:cNvPr id="73" name="그룹 72">
              <a:extLst>
                <a:ext uri="{FF2B5EF4-FFF2-40B4-BE49-F238E27FC236}">
                  <a16:creationId xmlns:a16="http://schemas.microsoft.com/office/drawing/2014/main" id="{B2A13030-03C6-A571-0657-40DCA30D176A}"/>
                </a:ext>
              </a:extLst>
            </p:cNvPr>
            <p:cNvGrpSpPr/>
            <p:nvPr/>
          </p:nvGrpSpPr>
          <p:grpSpPr>
            <a:xfrm>
              <a:off x="336505" y="4695863"/>
              <a:ext cx="1482523" cy="444878"/>
              <a:chOff x="336505" y="4640244"/>
              <a:chExt cx="1482523" cy="444878"/>
            </a:xfrm>
          </p:grpSpPr>
          <p:sp>
            <p:nvSpPr>
              <p:cNvPr id="77" name="Rounded Rectangle 35">
                <a:extLst>
                  <a:ext uri="{FF2B5EF4-FFF2-40B4-BE49-F238E27FC236}">
                    <a16:creationId xmlns:a16="http://schemas.microsoft.com/office/drawing/2014/main" id="{E5DCA104-5109-173A-D517-44640B7CDE0D}"/>
                  </a:ext>
                </a:extLst>
              </p:cNvPr>
              <p:cNvSpPr/>
              <p:nvPr/>
            </p:nvSpPr>
            <p:spPr>
              <a:xfrm>
                <a:off x="336505" y="4865666"/>
                <a:ext cx="692226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rgbClr val="595959"/>
                    </a:solidFill>
                    <a:ea typeface="맑은 고딕"/>
                  </a:rPr>
                  <a:t>월</a:t>
                </a:r>
                <a:r>
                  <a:rPr lang="en-US" altLang="ko-KR" sz="800" dirty="0">
                    <a:solidFill>
                      <a:srgbClr val="595959"/>
                    </a:solidFill>
                    <a:ea typeface="맑은 고딕"/>
                  </a:rPr>
                  <a:t>(MM)</a:t>
                </a:r>
                <a:r>
                  <a:rPr lang="ko-KR" altLang="en-US" sz="800" dirty="0">
                    <a:solidFill>
                      <a:srgbClr val="595959"/>
                    </a:solidFill>
                    <a:ea typeface="맑은 고딕"/>
                  </a:rPr>
                  <a:t> ▼</a:t>
                </a:r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79" name="Rounded Rectangle 35">
                <a:extLst>
                  <a:ext uri="{FF2B5EF4-FFF2-40B4-BE49-F238E27FC236}">
                    <a16:creationId xmlns:a16="http://schemas.microsoft.com/office/drawing/2014/main" id="{CBE2A3E6-0EFB-3871-8D48-2B00B2BBB4D8}"/>
                  </a:ext>
                </a:extLst>
              </p:cNvPr>
              <p:cNvSpPr/>
              <p:nvPr/>
            </p:nvSpPr>
            <p:spPr>
              <a:xfrm>
                <a:off x="1126802" y="4865666"/>
                <a:ext cx="692226" cy="219456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rgbClr val="595959"/>
                    </a:solidFill>
                    <a:ea typeface="맑은 고딕"/>
                  </a:rPr>
                  <a:t>년</a:t>
                </a:r>
                <a:r>
                  <a:rPr lang="en-US" altLang="ko-KR" sz="800" dirty="0">
                    <a:solidFill>
                      <a:srgbClr val="595959"/>
                    </a:solidFill>
                    <a:ea typeface="맑은 고딕"/>
                  </a:rPr>
                  <a:t>(YY)</a:t>
                </a:r>
                <a:r>
                  <a:rPr lang="ko-KR" altLang="en-US" sz="800" dirty="0">
                    <a:solidFill>
                      <a:srgbClr val="595959"/>
                    </a:solidFill>
                    <a:ea typeface="맑은 고딕"/>
                  </a:rPr>
                  <a:t>   ▼</a:t>
                </a:r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11D51B67-8A10-6BC3-40D5-41C6F1EA78CF}"/>
                  </a:ext>
                </a:extLst>
              </p:cNvPr>
              <p:cNvSpPr txBox="1"/>
              <p:nvPr/>
            </p:nvSpPr>
            <p:spPr>
              <a:xfrm>
                <a:off x="345888" y="4640244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유효기간</a:t>
                </a:r>
                <a:r>
                  <a:rPr lang="en-US" altLang="ko-KR" sz="800" b="1" dirty="0">
                    <a:solidFill>
                      <a:srgbClr val="FF0000"/>
                    </a:solidFill>
                    <a:ea typeface="맑은 고딕"/>
                  </a:rPr>
                  <a:t>*</a:t>
                </a:r>
                <a:endParaRPr sz="800" b="1" dirty="0">
                  <a:solidFill>
                    <a:srgbClr val="404040"/>
                  </a:solidFill>
                  <a:ea typeface="맑은 고딕"/>
                </a:endParaRPr>
              </a:p>
            </p:txBody>
          </p:sp>
        </p:grpSp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B82940ED-71E3-F0E5-A872-73EDE9783215}"/>
                </a:ext>
              </a:extLst>
            </p:cNvPr>
            <p:cNvGrpSpPr/>
            <p:nvPr/>
          </p:nvGrpSpPr>
          <p:grpSpPr>
            <a:xfrm>
              <a:off x="336505" y="5348951"/>
              <a:ext cx="3059608" cy="444878"/>
              <a:chOff x="336505" y="4640244"/>
              <a:chExt cx="3059608" cy="444878"/>
            </a:xfrm>
          </p:grpSpPr>
          <p:sp>
            <p:nvSpPr>
              <p:cNvPr id="75" name="Rounded Rectangle 35">
                <a:extLst>
                  <a:ext uri="{FF2B5EF4-FFF2-40B4-BE49-F238E27FC236}">
                    <a16:creationId xmlns:a16="http://schemas.microsoft.com/office/drawing/2014/main" id="{5ACF6A38-4C96-FCF1-BF22-52FFF3929030}"/>
                  </a:ext>
                </a:extLst>
              </p:cNvPr>
              <p:cNvSpPr/>
              <p:nvPr/>
            </p:nvSpPr>
            <p:spPr>
              <a:xfrm>
                <a:off x="336505" y="4865666"/>
                <a:ext cx="3059608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0BA3C8D-DB65-65BA-7F96-9ECC6FD29EFD}"/>
                  </a:ext>
                </a:extLst>
              </p:cNvPr>
              <p:cNvSpPr txBox="1"/>
              <p:nvPr/>
            </p:nvSpPr>
            <p:spPr>
              <a:xfrm>
                <a:off x="345888" y="4640244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카드이름</a:t>
                </a:r>
                <a:endParaRPr sz="800" b="1" dirty="0">
                  <a:solidFill>
                    <a:srgbClr val="404040"/>
                  </a:solidFill>
                  <a:ea typeface="맑은 고딕"/>
                </a:endParaRPr>
              </a:p>
            </p:txBody>
          </p:sp>
        </p:grpSp>
      </p:grp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1180D4B0-4012-9AE0-0F65-329AF56BA65D}"/>
              </a:ext>
            </a:extLst>
          </p:cNvPr>
          <p:cNvCxnSpPr>
            <a:cxnSpLocks/>
            <a:stCxn id="109" idx="3"/>
          </p:cNvCxnSpPr>
          <p:nvPr/>
        </p:nvCxnSpPr>
        <p:spPr>
          <a:xfrm>
            <a:off x="3280329" y="6230426"/>
            <a:ext cx="878455" cy="9118"/>
          </a:xfrm>
          <a:prstGeom prst="straightConnector1">
            <a:avLst/>
          </a:prstGeom>
          <a:ln w="31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33C90D04-24A9-26E6-2852-295497C8BDFA}"/>
              </a:ext>
            </a:extLst>
          </p:cNvPr>
          <p:cNvCxnSpPr>
            <a:cxnSpLocks/>
          </p:cNvCxnSpPr>
          <p:nvPr/>
        </p:nvCxnSpPr>
        <p:spPr>
          <a:xfrm>
            <a:off x="6549215" y="6190688"/>
            <a:ext cx="1313838" cy="0"/>
          </a:xfrm>
          <a:prstGeom prst="straightConnector1">
            <a:avLst/>
          </a:prstGeom>
          <a:ln w="31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C6C8B375-AFF0-3A3C-7E6A-04FA68BB40D4}"/>
              </a:ext>
            </a:extLst>
          </p:cNvPr>
          <p:cNvCxnSpPr>
            <a:cxnSpLocks/>
            <a:stCxn id="68" idx="3"/>
          </p:cNvCxnSpPr>
          <p:nvPr/>
        </p:nvCxnSpPr>
        <p:spPr>
          <a:xfrm flipV="1">
            <a:off x="6522465" y="5508501"/>
            <a:ext cx="1542680" cy="686653"/>
          </a:xfrm>
          <a:prstGeom prst="bentConnector3">
            <a:avLst>
              <a:gd name="adj1" fmla="val 60274"/>
            </a:avLst>
          </a:prstGeom>
          <a:ln w="63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B134AD27-2D67-7F24-5F8F-6A5613444662}"/>
              </a:ext>
            </a:extLst>
          </p:cNvPr>
          <p:cNvSpPr/>
          <p:nvPr/>
        </p:nvSpPr>
        <p:spPr>
          <a:xfrm>
            <a:off x="8065145" y="4564916"/>
            <a:ext cx="1958148" cy="112450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tx1"/>
                </a:solidFill>
                <a:latin typeface="+mn-ea"/>
              </a:rPr>
              <a:t>카드를</a:t>
            </a:r>
            <a:r>
              <a:rPr lang="en-US" altLang="ko-KR" sz="900" spc="-15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900" spc="-150" dirty="0">
                <a:solidFill>
                  <a:schemeClr val="tx1"/>
                </a:solidFill>
                <a:latin typeface="+mn-ea"/>
              </a:rPr>
              <a:t>등록할 수 없습니다</a:t>
            </a:r>
            <a:r>
              <a:rPr lang="en-US" altLang="ko-KR" sz="900" spc="-150" dirty="0">
                <a:solidFill>
                  <a:schemeClr val="tx1"/>
                </a:solidFill>
                <a:latin typeface="+mn-ea"/>
              </a:rPr>
              <a:t>.</a:t>
            </a:r>
            <a:r>
              <a:rPr lang="ko-KR" altLang="en-US" sz="900" spc="-150" dirty="0">
                <a:solidFill>
                  <a:schemeClr val="tx1"/>
                </a:solidFill>
                <a:latin typeface="+mn-ea"/>
              </a:rPr>
              <a:t> </a:t>
            </a:r>
            <a:endParaRPr lang="en-US" altLang="ko-KR" sz="900" spc="-15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900" spc="-150" dirty="0">
                <a:solidFill>
                  <a:schemeClr val="tx1"/>
                </a:solidFill>
                <a:latin typeface="+mn-ea"/>
              </a:rPr>
              <a:t>바우처와 카드 정보를 다시 확인해 주세요</a:t>
            </a:r>
            <a:r>
              <a:rPr lang="en-US" altLang="ko-KR" sz="900" spc="-15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algn="ctr"/>
            <a:endParaRPr lang="ko-KR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0" name="Rounded Rectangle 35">
            <a:extLst>
              <a:ext uri="{FF2B5EF4-FFF2-40B4-BE49-F238E27FC236}">
                <a16:creationId xmlns:a16="http://schemas.microsoft.com/office/drawing/2014/main" id="{EEBDDC47-73F3-545E-FD94-31DD0A4AC9A1}"/>
              </a:ext>
            </a:extLst>
          </p:cNvPr>
          <p:cNvSpPr/>
          <p:nvPr/>
        </p:nvSpPr>
        <p:spPr>
          <a:xfrm>
            <a:off x="8579646" y="5398773"/>
            <a:ext cx="925660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확인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A260ECB-4DC2-EC5E-8FD3-AA0007C3C7D2}"/>
              </a:ext>
            </a:extLst>
          </p:cNvPr>
          <p:cNvSpPr txBox="1"/>
          <p:nvPr/>
        </p:nvSpPr>
        <p:spPr>
          <a:xfrm>
            <a:off x="9752697" y="4582062"/>
            <a:ext cx="2584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1404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AB88A-40D0-5A4B-2F20-9788BC1F2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E6721F1-333C-7C7D-B8C5-D109E5B619D7}"/>
              </a:ext>
            </a:extLst>
          </p:cNvPr>
          <p:cNvSpPr/>
          <p:nvPr/>
        </p:nvSpPr>
        <p:spPr>
          <a:xfrm>
            <a:off x="3911493" y="3650400"/>
            <a:ext cx="2952328" cy="2313739"/>
          </a:xfrm>
          <a:prstGeom prst="roundRect">
            <a:avLst>
              <a:gd name="adj" fmla="val 7183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54F950D-60FD-5F98-A4B8-0CDECE22BC4F}"/>
              </a:ext>
            </a:extLst>
          </p:cNvPr>
          <p:cNvSpPr/>
          <p:nvPr/>
        </p:nvSpPr>
        <p:spPr>
          <a:xfrm>
            <a:off x="4176713" y="4788421"/>
            <a:ext cx="2448272" cy="79208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b="1" dirty="0">
                <a:solidFill>
                  <a:schemeClr val="tx1"/>
                </a:solidFill>
              </a:rPr>
              <a:t>쇼핑하고 리뷰 쓸 때마다 마일리지가 </a:t>
            </a:r>
            <a:r>
              <a:rPr lang="ko-KR" altLang="en-US" sz="800" b="1" dirty="0" err="1">
                <a:solidFill>
                  <a:schemeClr val="tx1"/>
                </a:solidFill>
              </a:rPr>
              <a:t>쌓여요</a:t>
            </a:r>
            <a:r>
              <a:rPr lang="en-US" altLang="ko-KR" sz="800" b="1" dirty="0">
                <a:solidFill>
                  <a:schemeClr val="tx1"/>
                </a:solidFill>
              </a:rPr>
              <a:t>.</a:t>
            </a:r>
          </a:p>
          <a:p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ko-KR" altLang="en-US" sz="800" dirty="0">
                <a:solidFill>
                  <a:schemeClr val="tx1"/>
                </a:solidFill>
              </a:rPr>
              <a:t>🛒 쇼핑할 때마다 </a:t>
            </a:r>
            <a:r>
              <a:rPr lang="en-US" altLang="ko-KR" sz="800" dirty="0">
                <a:solidFill>
                  <a:schemeClr val="tx1"/>
                </a:solidFill>
              </a:rPr>
              <a:t>— N %</a:t>
            </a:r>
          </a:p>
          <a:p>
            <a:r>
              <a:rPr lang="en-US" altLang="ko-KR" sz="800" dirty="0">
                <a:solidFill>
                  <a:schemeClr val="tx1"/>
                </a:solidFill>
              </a:rPr>
              <a:t>✏️ </a:t>
            </a:r>
            <a:r>
              <a:rPr lang="ko-KR" altLang="en-US" sz="800" dirty="0">
                <a:solidFill>
                  <a:schemeClr val="tx1"/>
                </a:solidFill>
              </a:rPr>
              <a:t>리뷰 남길 때마다 </a:t>
            </a:r>
            <a:r>
              <a:rPr lang="en-US" altLang="ko-KR" sz="800" dirty="0">
                <a:solidFill>
                  <a:schemeClr val="tx1"/>
                </a:solidFill>
              </a:rPr>
              <a:t>— +NNN p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ko-KR" altLang="en-US" sz="800" dirty="0">
                <a:solidFill>
                  <a:schemeClr val="tx1"/>
                </a:solidFill>
              </a:rPr>
              <a:t>👥 친구가 내 아이디로 가입하면 </a:t>
            </a:r>
            <a:r>
              <a:rPr lang="en-US" altLang="ko-KR" sz="800" dirty="0">
                <a:solidFill>
                  <a:schemeClr val="tx1"/>
                </a:solidFill>
              </a:rPr>
              <a:t>— +N,NNN p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4C819B34-0880-545F-9772-C77DFB8470A7}"/>
              </a:ext>
            </a:extLst>
          </p:cNvPr>
          <p:cNvSpPr/>
          <p:nvPr/>
        </p:nvSpPr>
        <p:spPr>
          <a:xfrm>
            <a:off x="380429" y="3993231"/>
            <a:ext cx="2952328" cy="1397909"/>
          </a:xfrm>
          <a:prstGeom prst="roundRect">
            <a:avLst>
              <a:gd name="adj" fmla="val 1072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7558C6-7FC8-3DF7-9A40-08CC92533474}"/>
              </a:ext>
            </a:extLst>
          </p:cNvPr>
          <p:cNvSpPr txBox="1"/>
          <p:nvPr/>
        </p:nvSpPr>
        <p:spPr>
          <a:xfrm>
            <a:off x="1307907" y="78285"/>
            <a:ext cx="10358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회원가입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가입완료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CE0615-3747-0A1B-4CAF-096A44659A05}"/>
              </a:ext>
            </a:extLst>
          </p:cNvPr>
          <p:cNvSpPr txBox="1"/>
          <p:nvPr/>
        </p:nvSpPr>
        <p:spPr>
          <a:xfrm>
            <a:off x="1302717" y="330494"/>
            <a:ext cx="7681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회원가입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19B39C1-6CD3-F6AD-C915-EAC280AC30CA}"/>
              </a:ext>
            </a:extLst>
          </p:cNvPr>
          <p:cNvSpPr/>
          <p:nvPr/>
        </p:nvSpPr>
        <p:spPr>
          <a:xfrm>
            <a:off x="7921129" y="58428"/>
            <a:ext cx="96981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CH-U-JO-01-05</a:t>
            </a:r>
            <a:endParaRPr lang="ko-KR" altLang="en-US" sz="1000" spc="-8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A10412-253C-FB22-FBE8-C32BF4BD24D2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A56E17-083D-5445-C509-99B74736F1FC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87ABC0AC-F7E5-1A81-7A80-6489145282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4082815"/>
              </p:ext>
            </p:extLst>
          </p:nvPr>
        </p:nvGraphicFramePr>
        <p:xfrm>
          <a:off x="10128399" y="623854"/>
          <a:ext cx="2850436" cy="347675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마일리지 지급 안내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회원 생성 시점 자동 지급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총액은 하단 내역 합계로 표기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가입 축하 포인트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전 회원 노출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추천인 등록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추천인 정상 등록 회원만 노출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미등록 시 해당 행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미노출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총액 재계산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마일리지 적립 안내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펼쳐지며 마일리지 적립 정책 안내 문구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3-1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메인으로 가기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메인화면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(CH-U-MA-00-00)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으로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3-2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로그인하기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로그인하기 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(CH-U-LO-01-01)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으로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5DB298A5-6F30-664D-9E59-AF805007BC39}"/>
              </a:ext>
            </a:extLst>
          </p:cNvPr>
          <p:cNvSpPr txBox="1"/>
          <p:nvPr/>
        </p:nvSpPr>
        <p:spPr>
          <a:xfrm>
            <a:off x="1443249" y="1116013"/>
            <a:ext cx="87716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5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회원가입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702EF421-9A27-87D8-3D21-ACDC164BE304}"/>
              </a:ext>
            </a:extLst>
          </p:cNvPr>
          <p:cNvGrpSpPr/>
          <p:nvPr/>
        </p:nvGrpSpPr>
        <p:grpSpPr>
          <a:xfrm>
            <a:off x="611737" y="1549928"/>
            <a:ext cx="518092" cy="503476"/>
            <a:chOff x="680555" y="1561623"/>
            <a:chExt cx="518092" cy="503476"/>
          </a:xfrm>
        </p:grpSpPr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4A6FC2FA-BDF8-4CDD-22E1-98CF0BA60F98}"/>
                </a:ext>
              </a:extLst>
            </p:cNvPr>
            <p:cNvSpPr/>
            <p:nvPr/>
          </p:nvSpPr>
          <p:spPr>
            <a:xfrm>
              <a:off x="795584" y="1561623"/>
              <a:ext cx="288032" cy="28803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1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D0A2F8E-1D83-F95E-E055-5A7EE6758248}"/>
                </a:ext>
              </a:extLst>
            </p:cNvPr>
            <p:cNvSpPr txBox="1"/>
            <p:nvPr/>
          </p:nvSpPr>
          <p:spPr>
            <a:xfrm>
              <a:off x="680555" y="1849655"/>
              <a:ext cx="51809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본인인증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B5E08789-A4C6-4072-D966-FCF5D1B49BE7}"/>
              </a:ext>
            </a:extLst>
          </p:cNvPr>
          <p:cNvGrpSpPr/>
          <p:nvPr/>
        </p:nvGrpSpPr>
        <p:grpSpPr>
          <a:xfrm>
            <a:off x="2616075" y="1549928"/>
            <a:ext cx="518092" cy="503476"/>
            <a:chOff x="3020904" y="1561623"/>
            <a:chExt cx="518092" cy="50347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2094D854-6064-EF77-520E-E29633DB0317}"/>
                </a:ext>
              </a:extLst>
            </p:cNvPr>
            <p:cNvSpPr/>
            <p:nvPr/>
          </p:nvSpPr>
          <p:spPr>
            <a:xfrm>
              <a:off x="3135928" y="1561623"/>
              <a:ext cx="288032" cy="288032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bg1"/>
                  </a:solidFill>
                </a:rPr>
                <a:t>4</a:t>
              </a:r>
              <a:endParaRPr lang="ko-KR" alt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F7D84C3-8A5D-1B96-BF18-3FD66E01D6F6}"/>
                </a:ext>
              </a:extLst>
            </p:cNvPr>
            <p:cNvSpPr txBox="1"/>
            <p:nvPr/>
          </p:nvSpPr>
          <p:spPr>
            <a:xfrm>
              <a:off x="3020904" y="1849655"/>
              <a:ext cx="51809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가입완료</a:t>
              </a:r>
            </a:p>
          </p:txBody>
        </p:sp>
      </p:grp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5A784900-BD94-DE21-0FB1-20CE36F97091}"/>
              </a:ext>
            </a:extLst>
          </p:cNvPr>
          <p:cNvCxnSpPr/>
          <p:nvPr/>
        </p:nvCxnSpPr>
        <p:spPr>
          <a:xfrm>
            <a:off x="1086345" y="1692077"/>
            <a:ext cx="22234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F4092E9A-1E6C-C939-58BB-1B213C7F233D}"/>
              </a:ext>
            </a:extLst>
          </p:cNvPr>
          <p:cNvCxnSpPr/>
          <p:nvPr/>
        </p:nvCxnSpPr>
        <p:spPr>
          <a:xfrm>
            <a:off x="1758415" y="1692077"/>
            <a:ext cx="22234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FCDB3B8E-A43D-B443-D4B4-246507EAB547}"/>
              </a:ext>
            </a:extLst>
          </p:cNvPr>
          <p:cNvCxnSpPr/>
          <p:nvPr/>
        </p:nvCxnSpPr>
        <p:spPr>
          <a:xfrm>
            <a:off x="2430486" y="1692077"/>
            <a:ext cx="22234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8CEC58D2-6A71-BC83-5A99-B840BC0BBAD1}"/>
              </a:ext>
            </a:extLst>
          </p:cNvPr>
          <p:cNvGrpSpPr/>
          <p:nvPr/>
        </p:nvGrpSpPr>
        <p:grpSpPr>
          <a:xfrm>
            <a:off x="1279850" y="1549928"/>
            <a:ext cx="518092" cy="503476"/>
            <a:chOff x="1591684" y="1561623"/>
            <a:chExt cx="518092" cy="503476"/>
          </a:xfrm>
        </p:grpSpPr>
        <p:sp>
          <p:nvSpPr>
            <p:cNvPr id="113" name="타원 112">
              <a:extLst>
                <a:ext uri="{FF2B5EF4-FFF2-40B4-BE49-F238E27FC236}">
                  <a16:creationId xmlns:a16="http://schemas.microsoft.com/office/drawing/2014/main" id="{E1446EA2-814F-910E-6299-247CE714C251}"/>
                </a:ext>
              </a:extLst>
            </p:cNvPr>
            <p:cNvSpPr/>
            <p:nvPr/>
          </p:nvSpPr>
          <p:spPr>
            <a:xfrm>
              <a:off x="1706710" y="1561623"/>
              <a:ext cx="288032" cy="28803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2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457E00C2-5827-86EE-85C3-F3B6EF9D8473}"/>
                </a:ext>
              </a:extLst>
            </p:cNvPr>
            <p:cNvSpPr txBox="1"/>
            <p:nvPr/>
          </p:nvSpPr>
          <p:spPr>
            <a:xfrm>
              <a:off x="1591684" y="1849655"/>
              <a:ext cx="51809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약관동의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B9348E3E-8A5C-2CB1-B7AF-EF81E17C4F66}"/>
              </a:ext>
            </a:extLst>
          </p:cNvPr>
          <p:cNvGrpSpPr/>
          <p:nvPr/>
        </p:nvGrpSpPr>
        <p:grpSpPr>
          <a:xfrm>
            <a:off x="1947963" y="1549928"/>
            <a:ext cx="518092" cy="503476"/>
            <a:chOff x="2502811" y="1561623"/>
            <a:chExt cx="518092" cy="503476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BE3C5EAC-F5AF-4A85-9E5F-5944459E460D}"/>
                </a:ext>
              </a:extLst>
            </p:cNvPr>
            <p:cNvSpPr/>
            <p:nvPr/>
          </p:nvSpPr>
          <p:spPr>
            <a:xfrm>
              <a:off x="2617836" y="1561623"/>
              <a:ext cx="288032" cy="28803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3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7D2F960-3164-4CAF-BED8-7014ABC294D3}"/>
                </a:ext>
              </a:extLst>
            </p:cNvPr>
            <p:cNvSpPr txBox="1"/>
            <p:nvPr/>
          </p:nvSpPr>
          <p:spPr>
            <a:xfrm>
              <a:off x="2502811" y="1849655"/>
              <a:ext cx="51809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정보입력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898596AE-AFC0-8E8A-27FB-31CB7AE1B91F}"/>
              </a:ext>
            </a:extLst>
          </p:cNvPr>
          <p:cNvSpPr txBox="1"/>
          <p:nvPr/>
        </p:nvSpPr>
        <p:spPr>
          <a:xfrm>
            <a:off x="1472107" y="2190680"/>
            <a:ext cx="8194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환영합니다</a:t>
            </a:r>
            <a:r>
              <a:rPr lang="en-US" altLang="ko-KR" sz="11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!</a:t>
            </a:r>
            <a:endParaRPr lang="ko-KR" altLang="en-US" sz="11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B277CC-4193-C2EB-414F-E3A35932BE5B}"/>
              </a:ext>
            </a:extLst>
          </p:cNvPr>
          <p:cNvSpPr txBox="1"/>
          <p:nvPr/>
        </p:nvSpPr>
        <p:spPr>
          <a:xfrm>
            <a:off x="755564" y="2389372"/>
            <a:ext cx="22525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/>
              <a:t>국민행복몰 회원가입이 완료되었습니다</a:t>
            </a:r>
            <a:r>
              <a:rPr lang="en-US" altLang="ko-KR" sz="900" dirty="0"/>
              <a:t>.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1D51E16-882E-80C4-EC42-D7252FBCC90F}"/>
              </a:ext>
            </a:extLst>
          </p:cNvPr>
          <p:cNvSpPr/>
          <p:nvPr/>
        </p:nvSpPr>
        <p:spPr>
          <a:xfrm>
            <a:off x="1879694" y="5891206"/>
            <a:ext cx="1472761" cy="28988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로그인하기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04CE171-8505-4A4A-50B7-BC98519BC938}"/>
              </a:ext>
            </a:extLst>
          </p:cNvPr>
          <p:cNvSpPr/>
          <p:nvPr/>
        </p:nvSpPr>
        <p:spPr>
          <a:xfrm>
            <a:off x="358329" y="5891206"/>
            <a:ext cx="1472761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tx1"/>
                </a:solidFill>
              </a:rPr>
              <a:t>메인으로 가기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5D7AA9D-0751-F47F-87D6-021CA0462640}"/>
              </a:ext>
            </a:extLst>
          </p:cNvPr>
          <p:cNvSpPr txBox="1"/>
          <p:nvPr/>
        </p:nvSpPr>
        <p:spPr>
          <a:xfrm>
            <a:off x="695451" y="5525757"/>
            <a:ext cx="237276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/>
              <a:t>로그인 후 다양한 서비스를 </a:t>
            </a:r>
            <a:r>
              <a:rPr lang="ko-KR" altLang="en-US" sz="900" dirty="0" err="1"/>
              <a:t>이용헤</a:t>
            </a:r>
            <a:r>
              <a:rPr lang="ko-KR" altLang="en-US" sz="900" dirty="0"/>
              <a:t> 보세요</a:t>
            </a:r>
            <a:r>
              <a:rPr lang="en-US" altLang="ko-KR" sz="900" dirty="0"/>
              <a:t>.</a:t>
            </a:r>
            <a:endParaRPr lang="ko-KR" altLang="en-US" sz="9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3AD65E08-BAF4-3069-80D1-EEE1492702BC}"/>
              </a:ext>
            </a:extLst>
          </p:cNvPr>
          <p:cNvGrpSpPr/>
          <p:nvPr/>
        </p:nvGrpSpPr>
        <p:grpSpPr>
          <a:xfrm>
            <a:off x="387997" y="2788258"/>
            <a:ext cx="2952328" cy="1061031"/>
            <a:chOff x="387997" y="3214622"/>
            <a:chExt cx="2952328" cy="1061031"/>
          </a:xfrm>
        </p:grpSpPr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26DF78F9-AC6B-FC4F-F1AA-9BC6DD773D40}"/>
                </a:ext>
              </a:extLst>
            </p:cNvPr>
            <p:cNvSpPr/>
            <p:nvPr/>
          </p:nvSpPr>
          <p:spPr>
            <a:xfrm>
              <a:off x="387997" y="3214622"/>
              <a:ext cx="2952328" cy="106103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166604A-5CF8-7BF1-6C2B-54DB37C6F8D7}"/>
                </a:ext>
              </a:extLst>
            </p:cNvPr>
            <p:cNvSpPr txBox="1"/>
            <p:nvPr/>
          </p:nvSpPr>
          <p:spPr>
            <a:xfrm>
              <a:off x="607248" y="3387207"/>
              <a:ext cx="251383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 err="1"/>
                <a:t>행복몰</a:t>
              </a:r>
              <a:r>
                <a:rPr lang="ko-KR" altLang="en-US" sz="900" dirty="0"/>
                <a:t> 마일리지 </a:t>
              </a:r>
              <a:r>
                <a:rPr lang="en-US" altLang="ko-KR" sz="900" b="1" dirty="0"/>
                <a:t>2,000 p </a:t>
              </a:r>
              <a:r>
                <a:rPr lang="ko-KR" altLang="en-US" sz="900" dirty="0"/>
                <a:t>가 지급되었습니다</a:t>
              </a:r>
              <a:r>
                <a:rPr lang="en-US" altLang="ko-KR" sz="900" dirty="0"/>
                <a:t>.</a:t>
              </a:r>
              <a:endPara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807D94A-FED7-EB6F-C946-2BD90E8805F6}"/>
                </a:ext>
              </a:extLst>
            </p:cNvPr>
            <p:cNvSpPr txBox="1"/>
            <p:nvPr/>
          </p:nvSpPr>
          <p:spPr>
            <a:xfrm>
              <a:off x="611300" y="3897709"/>
              <a:ext cx="73449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추천인 등록</a:t>
              </a:r>
              <a:endParaRPr lang="ko-KR" altLang="en-US" sz="800" b="1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C606D923-4735-EFDF-1D63-32CF16059679}"/>
                </a:ext>
              </a:extLst>
            </p:cNvPr>
            <p:cNvSpPr txBox="1"/>
            <p:nvPr/>
          </p:nvSpPr>
          <p:spPr>
            <a:xfrm>
              <a:off x="2488312" y="3897709"/>
              <a:ext cx="63831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</a:rPr>
                <a:t>+ 1,000 p</a:t>
              </a:r>
              <a:endParaRPr lang="ko-KR" altLang="en-US" sz="800" b="1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87D0DF4-9ADF-CF7C-343D-EA5EDA26C6CB}"/>
                </a:ext>
              </a:extLst>
            </p:cNvPr>
            <p:cNvSpPr txBox="1"/>
            <p:nvPr/>
          </p:nvSpPr>
          <p:spPr>
            <a:xfrm>
              <a:off x="611300" y="3708301"/>
              <a:ext cx="976549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가입 축하 포인트</a:t>
              </a:r>
              <a:endParaRPr lang="ko-KR" altLang="en-US" sz="800" b="1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430C28C-944C-4364-120E-E2140A5D1EC5}"/>
                </a:ext>
              </a:extLst>
            </p:cNvPr>
            <p:cNvSpPr txBox="1"/>
            <p:nvPr/>
          </p:nvSpPr>
          <p:spPr>
            <a:xfrm>
              <a:off x="2488312" y="3708301"/>
              <a:ext cx="63831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</a:rPr>
                <a:t>+ 1,000 p</a:t>
              </a:r>
              <a:endParaRPr lang="ko-KR" altLang="en-US" sz="800" b="1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35" name="모서리가 둥근 직사각형 114">
            <a:extLst>
              <a:ext uri="{FF2B5EF4-FFF2-40B4-BE49-F238E27FC236}">
                <a16:creationId xmlns:a16="http://schemas.microsoft.com/office/drawing/2014/main" id="{D6002A18-E259-53B3-CDF2-169F74D70DC5}"/>
              </a:ext>
            </a:extLst>
          </p:cNvPr>
          <p:cNvSpPr/>
          <p:nvPr/>
        </p:nvSpPr>
        <p:spPr>
          <a:xfrm>
            <a:off x="209116" y="271625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1" name="모서리가 둥근 직사각형 114">
            <a:extLst>
              <a:ext uri="{FF2B5EF4-FFF2-40B4-BE49-F238E27FC236}">
                <a16:creationId xmlns:a16="http://schemas.microsoft.com/office/drawing/2014/main" id="{3C76E6E5-AF26-D3FB-3E8C-FD4A96BD285E}"/>
              </a:ext>
            </a:extLst>
          </p:cNvPr>
          <p:cNvSpPr/>
          <p:nvPr/>
        </p:nvSpPr>
        <p:spPr>
          <a:xfrm>
            <a:off x="144527" y="596413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2" name="모서리가 둥근 직사각형 114">
            <a:extLst>
              <a:ext uri="{FF2B5EF4-FFF2-40B4-BE49-F238E27FC236}">
                <a16:creationId xmlns:a16="http://schemas.microsoft.com/office/drawing/2014/main" id="{789EFFB4-0BCE-0B46-0D94-EB4CAA58C254}"/>
              </a:ext>
            </a:extLst>
          </p:cNvPr>
          <p:cNvSpPr/>
          <p:nvPr/>
        </p:nvSpPr>
        <p:spPr>
          <a:xfrm>
            <a:off x="1814789" y="596413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C035F60-E182-9D1B-707E-A9B4634F3AA3}"/>
              </a:ext>
            </a:extLst>
          </p:cNvPr>
          <p:cNvSpPr/>
          <p:nvPr/>
        </p:nvSpPr>
        <p:spPr>
          <a:xfrm>
            <a:off x="168443" y="665138"/>
            <a:ext cx="3430800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CF0916-75C4-B341-041A-E06C423A3629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16F0558-1DE6-7D10-0629-13FA88825A4E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6EB62886-AD97-6A63-7A0F-12A083D53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DFABFA1F-10AE-3112-69E7-B70209FA19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08D13510-476B-C35E-5632-213147917D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E3387F2-DBAC-669B-05D2-F1BB5E0D8BA5}"/>
              </a:ext>
            </a:extLst>
          </p:cNvPr>
          <p:cNvSpPr txBox="1"/>
          <p:nvPr/>
        </p:nvSpPr>
        <p:spPr>
          <a:xfrm>
            <a:off x="702742" y="4184896"/>
            <a:ext cx="23070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국민행복몰 마일리지</a:t>
            </a:r>
            <a:r>
              <a:rPr lang="en-US" altLang="ko-KR" sz="105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5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이렇게 쓸 수 있어요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8B147C-2A64-A84A-B138-D2F0E66D7488}"/>
              </a:ext>
            </a:extLst>
          </p:cNvPr>
          <p:cNvSpPr txBox="1"/>
          <p:nvPr/>
        </p:nvSpPr>
        <p:spPr>
          <a:xfrm>
            <a:off x="446996" y="4419670"/>
            <a:ext cx="28696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/>
              <a:t>적립된 마일리지는</a:t>
            </a:r>
            <a:r>
              <a:rPr lang="en-US" altLang="ko-KR" sz="800" dirty="0"/>
              <a:t> AiLET</a:t>
            </a:r>
            <a:r>
              <a:rPr lang="ko-KR" altLang="en-US" sz="800" dirty="0"/>
              <a:t>에서 토큰으로 전환할 수 있어요</a:t>
            </a:r>
            <a:r>
              <a:rPr lang="en-US" altLang="ko-KR" sz="800" dirty="0"/>
              <a:t>.</a:t>
            </a:r>
          </a:p>
          <a:p>
            <a:pPr algn="ctr"/>
            <a:endParaRPr lang="en-US" altLang="ko-KR" sz="800" dirty="0"/>
          </a:p>
          <a:p>
            <a:pPr algn="ctr"/>
            <a:r>
              <a:rPr lang="ko-KR" altLang="en-US" sz="800" dirty="0"/>
              <a:t>장보기 고민부터 일상 생활 속 궁금증까지</a:t>
            </a:r>
            <a:endParaRPr lang="en-US" altLang="ko-KR" sz="800" dirty="0"/>
          </a:p>
          <a:p>
            <a:pPr algn="ctr"/>
            <a:r>
              <a:rPr lang="en-US" altLang="ko-KR" sz="800" dirty="0"/>
              <a:t>AiLET</a:t>
            </a:r>
            <a:r>
              <a:rPr lang="ko-KR" altLang="en-US" sz="800" dirty="0"/>
              <a:t> </a:t>
            </a:r>
            <a:r>
              <a:rPr lang="en-US" altLang="ko-KR" sz="800" dirty="0"/>
              <a:t>AI</a:t>
            </a:r>
            <a:r>
              <a:rPr lang="ko-KR" altLang="en-US" sz="800" dirty="0"/>
              <a:t>로 해결해 보세요</a:t>
            </a:r>
            <a:r>
              <a:rPr lang="en-US" altLang="ko-KR" sz="800" dirty="0"/>
              <a:t>!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8562C1-36F6-C51B-FAEB-2F2DEC79759C}"/>
              </a:ext>
            </a:extLst>
          </p:cNvPr>
          <p:cNvSpPr txBox="1"/>
          <p:nvPr/>
        </p:nvSpPr>
        <p:spPr>
          <a:xfrm>
            <a:off x="1270140" y="5118147"/>
            <a:ext cx="12234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u="sng" dirty="0"/>
              <a:t>더 모으는 방법 보기 ∨</a:t>
            </a:r>
            <a:endParaRPr lang="en-US" altLang="ko-KR" sz="800" u="sng" dirty="0"/>
          </a:p>
        </p:txBody>
      </p:sp>
      <p:sp>
        <p:nvSpPr>
          <p:cNvPr id="22" name="모서리가 둥근 직사각형 114">
            <a:extLst>
              <a:ext uri="{FF2B5EF4-FFF2-40B4-BE49-F238E27FC236}">
                <a16:creationId xmlns:a16="http://schemas.microsoft.com/office/drawing/2014/main" id="{ACE18628-67E6-B1A4-46F1-DDC23F05C91F}"/>
              </a:ext>
            </a:extLst>
          </p:cNvPr>
          <p:cNvSpPr/>
          <p:nvPr/>
        </p:nvSpPr>
        <p:spPr>
          <a:xfrm>
            <a:off x="916873" y="516140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E873A7-A404-843A-AE75-A0891B4F24C0}"/>
              </a:ext>
            </a:extLst>
          </p:cNvPr>
          <p:cNvSpPr txBox="1"/>
          <p:nvPr/>
        </p:nvSpPr>
        <p:spPr>
          <a:xfrm>
            <a:off x="4233806" y="3824856"/>
            <a:ext cx="23070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국민행복몰 마일리지</a:t>
            </a:r>
            <a:r>
              <a:rPr lang="en-US" altLang="ko-KR" sz="105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5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이렇게 쓸 수 있어요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B3305E-030A-B2BA-A839-8A44F4272875}"/>
              </a:ext>
            </a:extLst>
          </p:cNvPr>
          <p:cNvSpPr txBox="1"/>
          <p:nvPr/>
        </p:nvSpPr>
        <p:spPr>
          <a:xfrm>
            <a:off x="3978060" y="4059630"/>
            <a:ext cx="28696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/>
              <a:t>적립된 마일리지는</a:t>
            </a:r>
            <a:r>
              <a:rPr lang="en-US" altLang="ko-KR" sz="800" dirty="0"/>
              <a:t> AiLET</a:t>
            </a:r>
            <a:r>
              <a:rPr lang="ko-KR" altLang="en-US" sz="800" dirty="0"/>
              <a:t>에서 토큰으로 전환할 수 있어요</a:t>
            </a:r>
            <a:r>
              <a:rPr lang="en-US" altLang="ko-KR" sz="800" dirty="0"/>
              <a:t>.</a:t>
            </a:r>
          </a:p>
          <a:p>
            <a:pPr algn="ctr"/>
            <a:endParaRPr lang="en-US" altLang="ko-KR" sz="800" dirty="0"/>
          </a:p>
          <a:p>
            <a:pPr algn="ctr"/>
            <a:r>
              <a:rPr lang="ko-KR" altLang="en-US" sz="800" dirty="0"/>
              <a:t>장보기 고민부터 일상 생활 속 궁금증까지</a:t>
            </a:r>
            <a:endParaRPr lang="en-US" altLang="ko-KR" sz="800" dirty="0"/>
          </a:p>
          <a:p>
            <a:pPr algn="ctr"/>
            <a:r>
              <a:rPr lang="en-US" altLang="ko-KR" sz="800" dirty="0"/>
              <a:t>AiLET</a:t>
            </a:r>
            <a:r>
              <a:rPr lang="ko-KR" altLang="en-US" sz="800" dirty="0"/>
              <a:t> </a:t>
            </a:r>
            <a:r>
              <a:rPr lang="en-US" altLang="ko-KR" sz="800" dirty="0"/>
              <a:t>AI</a:t>
            </a:r>
            <a:r>
              <a:rPr lang="ko-KR" altLang="en-US" sz="800" dirty="0"/>
              <a:t>로 해결해 보세요</a:t>
            </a:r>
            <a:r>
              <a:rPr lang="en-US" altLang="ko-KR" sz="800" dirty="0"/>
              <a:t>!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58902FB-B458-0AF0-7E77-D9EE2B47FA97}"/>
              </a:ext>
            </a:extLst>
          </p:cNvPr>
          <p:cNvSpPr txBox="1"/>
          <p:nvPr/>
        </p:nvSpPr>
        <p:spPr>
          <a:xfrm>
            <a:off x="4991962" y="5712055"/>
            <a:ext cx="84189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u="sng" dirty="0"/>
              <a:t>간단히 보기 ∧</a:t>
            </a:r>
            <a:endParaRPr lang="en-US" altLang="ko-KR" sz="800" u="sng" dirty="0"/>
          </a:p>
        </p:txBody>
      </p:sp>
    </p:spTree>
    <p:extLst>
      <p:ext uri="{BB962C8B-B14F-4D97-AF65-F5344CB8AC3E}">
        <p14:creationId xmlns:p14="http://schemas.microsoft.com/office/powerpoint/2010/main" val="1617938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NABLESMARTRESIZE" val="True"/>
  <p:tag name="MINWIDTH" val="10"/>
  <p:tag name="MINHEIGHT" val="6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NABLESMARTRESIZE" val="True"/>
  <p:tag name="MINWIDTH" val="10"/>
  <p:tag name="MINHEIGHT" val="6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NABLESMARTRESIZE" val="True"/>
  <p:tag name="MINWIDTH" val="10"/>
  <p:tag name="MINHEIGHT" val="6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NABLESMARTRESIZE" val="True"/>
  <p:tag name="MINWIDTH" val="10"/>
  <p:tag name="MINHEIGHT" val="6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Absolute"/>
  <p:tag name="ANCHORTOP" val="Absolute"/>
  <p:tag name="ANCHORRIGHT" val="Absolute"/>
  <p:tag name="ANCHORBOTTOM" val="Absolu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Absolute"/>
  <p:tag name="ANCHORTOP" val="Absolute"/>
  <p:tag name="ANCHORRIGHT" val="Absolu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Absolute"/>
  <p:tag name="ANCHORTOP" val="None"/>
  <p:tag name="ANCHORRIGHT" val="Absolute"/>
  <p:tag name="ANCHORBOTTOM" val="Absolu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None"/>
  <p:tag name="ANCHORRIGHT" val="None"/>
  <p:tag name="ANCHORBOTTOM" val="Absolu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Absolute"/>
  <p:tag name="ANCHORTOP" val="Absolute"/>
  <p:tag name="ANCHORRIGHT" val="Absolute"/>
  <p:tag name="ANCHORBOTTOM" val="No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None"/>
  <p:tag name="ANCHORBOTTOM" val="Non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Absolute"/>
  <p:tag name="ANCHORTOP" val="Absolute"/>
  <p:tag name="ANCHORRIGHT" val="Absolute"/>
  <p:tag name="ANCHORBOTTOM" val="Absolu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Absolute"/>
  <p:tag name="ANCHORTOP" val="Absolute"/>
  <p:tag name="ANCHORRIGHT" val="Absolu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Absolute"/>
  <p:tag name="ANCHORTOP" val="Absolute"/>
  <p:tag name="ANCHORRIGHT" val="Absolute"/>
  <p:tag name="ANCHORBOTTOM" val="Non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None"/>
  <p:tag name="ANCHORBOTTOM" val="Non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Absolute"/>
  <p:tag name="ANCHORTOP" val="Absolute"/>
  <p:tag name="ANCHORRIGHT" val="Absolute"/>
  <p:tag name="ANCHORBOTTOM" val="Absolu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Absolute"/>
  <p:tag name="ANCHORTOP" val="Absolute"/>
  <p:tag name="ANCHORRIGHT" val="Absolu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Absolute"/>
  <p:tag name="ANCHORTOP" val="None"/>
  <p:tag name="ANCHORRIGHT" val="Absolute"/>
  <p:tag name="ANCHORBOTTOM" val="Absolu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None"/>
  <p:tag name="ANCHORRIGHT" val="None"/>
  <p:tag name="ANCHORBOTTOM" val="Absolu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Absolute"/>
  <p:tag name="ANCHORTOP" val="Absolute"/>
  <p:tag name="ANCHORRIGHT" val="Absolute"/>
  <p:tag name="ANCHORBOTTOM" val="Non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None"/>
  <p:tag name="ANCHORBOTTOM" val="Non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Absolute"/>
  <p:tag name="ANCHORTOP" val="Absolute"/>
  <p:tag name="ANCHORRIGHT" val="Absolute"/>
  <p:tag name="ANCHORBOTTOM" val="Absolu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Absolute"/>
  <p:tag name="ANCHORTOP" val="Absolute"/>
  <p:tag name="ANCHORRIGHT" val="Absolu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Absolute"/>
  <p:tag name="ANCHORTOP" val="None"/>
  <p:tag name="ANCHORRIGHT" val="Absolute"/>
  <p:tag name="ANCHORBOTTOM" val="Absolu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None"/>
  <p:tag name="ANCHORRIGHT" val="None"/>
  <p:tag name="ANCHORBOTTOM" val="Absolu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Absolute"/>
  <p:tag name="ANCHORTOP" val="Absolute"/>
  <p:tag name="ANCHORRIGHT" val="Absolute"/>
  <p:tag name="ANCHORBOTTOM" val="Non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None"/>
  <p:tag name="ANCHORBOTTOM" val="None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 w="3175">
          <a:solidFill>
            <a:schemeClr val="tx1">
              <a:lumMod val="50000"/>
              <a:lumOff val="50000"/>
            </a:schemeClr>
          </a:solidFill>
        </a:ln>
      </a:spPr>
      <a:bodyPr wrap="none" rtlCol="0" anchor="ctr"/>
      <a:lstStyle>
        <a:defPPr algn="ctr">
          <a:defRPr sz="1000" dirty="0">
            <a:solidFill>
              <a:schemeClr val="bg1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spc="-150" dirty="0" smtClean="0">
            <a:solidFill>
              <a:schemeClr val="tx1">
                <a:lumMod val="75000"/>
                <a:lumOff val="25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FC4C9E55A6BA342A7080202977ABE50" ma:contentTypeVersion="2" ma:contentTypeDescription="새 문서를 만듭니다." ma:contentTypeScope="" ma:versionID="5f0c3a76909df500a0514a0d061d1777">
  <xsd:schema xmlns:xsd="http://www.w3.org/2001/XMLSchema" xmlns:xs="http://www.w3.org/2001/XMLSchema" xmlns:p="http://schemas.microsoft.com/office/2006/metadata/properties" xmlns:ns3="c79ae3b7-9b9c-40a7-be7f-f9741b338b2e" targetNamespace="http://schemas.microsoft.com/office/2006/metadata/properties" ma:root="true" ma:fieldsID="dafcb9a81abbc5ee8269b4ad7e0634d6" ns3:_="">
    <xsd:import namespace="c79ae3b7-9b9c-40a7-be7f-f9741b338b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ae3b7-9b9c-40a7-be7f-f9741b338b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C9F6248-8556-459F-BA68-F2ACF0C990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C15724-B754-4626-A6C8-8C3D7A19C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9ae3b7-9b9c-40a7-be7f-f9741b338b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3AB1250-1D00-4EEC-9ABF-992B3C3F3B59}">
  <ds:schemaRefs>
    <ds:schemaRef ds:uri="http://www.w3.org/XML/1998/namespace"/>
    <ds:schemaRef ds:uri="http://schemas.openxmlformats.org/package/2006/metadata/core-properties"/>
    <ds:schemaRef ds:uri="c79ae3b7-9b9c-40a7-be7f-f9741b338b2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12279</TotalTime>
  <Words>1806</Words>
  <Application>Microsoft Office PowerPoint</Application>
  <PresentationFormat>사용자 지정</PresentationFormat>
  <Paragraphs>480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Noto Sans Korean</vt:lpstr>
      <vt:lpstr>나눔바른고딕OTF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yoon</dc:creator>
  <cp:lastModifiedBy>한나 조</cp:lastModifiedBy>
  <cp:revision>1493</cp:revision>
  <dcterms:created xsi:type="dcterms:W3CDTF">2020-09-28T12:25:11Z</dcterms:created>
  <dcterms:modified xsi:type="dcterms:W3CDTF">2026-07-09T06:37:48Z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0x0101005FC4C9E55A6BA342A7080202977ABE50</vt:lpwstr>
  </property>
  <property fmtid="{D5CDD505-2E9C-101B-9397-08002B2CF9AE}" pid="3" name="Fasoo_Trace_ID">
    <vt:lpwstr>eyAibm9kZUNvdW50IjogMiwgIm5vZGUxIiA6IHsiZHNkIjoiMDEwMDAwMDAwMDAwMzI2NyIsImxvZ1RpbWUiOiIyMDI0LTA5LTIzVDA4OjI5OjM4WiIsInBJRCI6MSwicHJvY2Vzc0lkIjo3NzQ5MiwicHJvY2Vzc05hbWUiOiJtc2VkZ2UuZXhlIiwidHJhY2VJZCI6IjQ4M0UwNTgwMjVCRjRERUNCMUQ0MjYzRUQzRjQ2Q0NGIiwidXNlckNvZGUiOiIyMDMxMTk5NiJ9LCJub2RlMiIgOiB7ImRzZCI6IjAxMDAwMDAwMDAwMDMyNjciLCJsb2dUaW1lIjoiMjAyNC0wOS0yM1QwODoyOTozOFoiLCJwSUQiOjEsInByb2Nlc3NJZCI6Nzc0OTIsInByb2Nlc3NOYW1lIjoibXNlZGdlLmV4ZSIsInRyYWNlSWQiOiI0ODNFMDU4MDI1QkY0REVDQjFENDI2M0VEM0Y0NkNDRiIsInVzZXJDb2RlIjoiMjAzMTE5OTYifSwibm9kZTMiIDogeyJkc2QiOiIwMTAwMDAwMDAwMDAzMjY3IiwibG9nVGltZSI6IjIwMjQtMDktMjNUMDg6Mjk6MzhaIiwicElEIjoxLCJwcm9jZXNzSWQiOjc3NDkyLCJwcm9jZXNzTmFtZSI6Im1zZWRnZS5leGUiLCJ0cmFjZUlkIjoiNDgzRTA1ODAyNUJGNERFQ0IxRDQyNjNFRDNGNDZDQ0YiLCJ1c2VyQ29kZSI6IjIwMzExOTk2In0sIm5vZGU0IiA6IHsiZHNkIjoiMDEwMDAwMDAwMDAwMzI2NyIsImxvZ1RpbWUiOiIyMDI0LTA5LTIzVDA4OjI5OjM4WiIsInBJRCI6MSwicHJvY2Vzc0lkIjo3NzQ5MiwicHJvY2Vzc05hbWUiOiJtc2VkZ2UuZXhlIiwidHJhY2VJZCI6IjQ4M0UwNTgwMjVCRjRERUNCMUQ0MjYzRUQzRjQ2Q0NGIiwidXNlckNvZGUiOiIyMDMxMTk5NiJ9LCJub2RlNSIgOiB7ICJ1c2VyQ29kZSIgOiAiIiwgInRyYWNlSWQiIDogIkNENzcwMkJCNzA3MkI1Q0YwNzg4NTE3OTYxMEYxN0VBIiwgImRzZCIgOiAiMDAwMDAwMDAwMDAwMDAwMCIsICJwSUQiIDogIjIwNDgiLCAibG9nVGltZSIgOiAiMjAyNC0wOS0yM1QwODozMjozNloiIH19</vt:lpwstr>
  </property>
  <property fmtid="{D5CDD505-2E9C-101B-9397-08002B2CF9AE}" pid="4" name="FDRClass">
    <vt:lpwstr>0</vt:lpwstr>
  </property>
  <property fmtid="{D5CDD505-2E9C-101B-9397-08002B2CF9AE}" pid="5" name="FDRSet">
    <vt:lpwstr>manual</vt:lpwstr>
  </property>
</Properties>
</file>