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6" r:id="rId12"/>
    <p:sldId id="1951" r:id="rId13"/>
    <p:sldId id="1952" r:id="rId14"/>
    <p:sldId id="1964" r:id="rId15"/>
    <p:sldId id="1966" r:id="rId16"/>
    <p:sldId id="1974" r:id="rId17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71"/>
            <p14:sldId id="1977"/>
          </p14:sldIdLst>
        </p14:section>
        <p14:section name="00_메인" id="{1F1C2826-7D56-4F54-9964-ABC6C7A34C65}">
          <p14:sldIdLst>
            <p14:sldId id="1976"/>
            <p14:sldId id="1951"/>
            <p14:sldId id="1952"/>
            <p14:sldId id="1964"/>
            <p14:sldId id="1966"/>
            <p14:sldId id="19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2F94"/>
    <a:srgbClr val="00589A"/>
    <a:srgbClr val="F9B129"/>
    <a:srgbClr val="235A9A"/>
    <a:srgbClr val="34A44E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>
        <p:scale>
          <a:sx n="125" d="100"/>
          <a:sy n="125" d="100"/>
        </p:scale>
        <p:origin x="1284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08664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823645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spc="-15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476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10772413" y="527400"/>
            <a:ext cx="18195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</a:rPr>
              <a:t>https://mujikorea.co.kr/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167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13" y="3107707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91633" y="3718883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660765C-44F3-EE9F-DE76-FD4A159F26DE}"/>
              </a:ext>
            </a:extLst>
          </p:cNvPr>
          <p:cNvSpPr/>
          <p:nvPr/>
        </p:nvSpPr>
        <p:spPr>
          <a:xfrm>
            <a:off x="69715" y="6238577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69519"/>
              </p:ext>
            </p:extLst>
          </p:nvPr>
        </p:nvGraphicFramePr>
        <p:xfrm>
          <a:off x="10128399" y="623854"/>
          <a:ext cx="2850436" cy="59934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342875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1BE9E04-D308-35E9-DFDE-494FCF5B6D33}"/>
              </a:ext>
            </a:extLst>
          </p:cNvPr>
          <p:cNvGrpSpPr/>
          <p:nvPr/>
        </p:nvGrpSpPr>
        <p:grpSpPr>
          <a:xfrm>
            <a:off x="2256312" y="5896421"/>
            <a:ext cx="1340064" cy="188144"/>
            <a:chOff x="2878982" y="5932470"/>
            <a:chExt cx="1340064" cy="18814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2ECC0D-4D6D-F0C3-CBF1-2F6CBA4C899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864711A-66E2-010E-3D58-61E6C75154BF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56122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오브맘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2,3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단계 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200ml X 24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입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33524" y="564261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C9199D-FD60-74C6-6748-46649B498080}"/>
              </a:ext>
            </a:extLst>
          </p:cNvPr>
          <p:cNvGrpSpPr/>
          <p:nvPr/>
        </p:nvGrpSpPr>
        <p:grpSpPr>
          <a:xfrm>
            <a:off x="3766330" y="5890815"/>
            <a:ext cx="1340064" cy="188144"/>
            <a:chOff x="2878982" y="5932470"/>
            <a:chExt cx="1340064" cy="18814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04F0831-25EE-0E84-95A2-CC61B530222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C86C90A-7D83-6A10-1703-7F057DD01537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5DD022-F3CD-9E63-D90E-BBD166CBA3F9}"/>
              </a:ext>
            </a:extLst>
          </p:cNvPr>
          <p:cNvGrpSpPr/>
          <p:nvPr/>
        </p:nvGrpSpPr>
        <p:grpSpPr>
          <a:xfrm>
            <a:off x="5237355" y="5881269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30A29053-4508-1AF0-F421-5FFC0AECDC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0A0B3E-0EAA-9D71-E691-64B6CDD2C074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47972F-3F6E-3DF0-03B5-8309308CB9B2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2F3121-5CAD-5650-05AF-DE3D2ADE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FCEB1B9-8607-8D72-5743-1C1FA5DB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03866" y="563827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A2A9751-B556-C29F-C3DC-4092D9B66508}"/>
              </a:ext>
            </a:extLst>
          </p:cNvPr>
          <p:cNvGrpSpPr/>
          <p:nvPr/>
        </p:nvGrpSpPr>
        <p:grpSpPr>
          <a:xfrm>
            <a:off x="6707697" y="5876922"/>
            <a:ext cx="1340064" cy="188144"/>
            <a:chOff x="4197607" y="5770524"/>
            <a:chExt cx="1340064" cy="188144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87BD04F-8FA2-DEA1-200A-D95B62609FC3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165A896-410A-9B19-EF0E-488C549EE880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7EB99C-CB72-18F7-4A4C-3DEE7CC79914}"/>
              </a:ext>
            </a:extLst>
          </p:cNvPr>
          <p:cNvSpPr txBox="1"/>
          <p:nvPr/>
        </p:nvSpPr>
        <p:spPr>
          <a:xfrm>
            <a:off x="2160489" y="617628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F887983-D82E-E66B-9113-172F250425C2}"/>
              </a:ext>
            </a:extLst>
          </p:cNvPr>
          <p:cNvGrpSpPr/>
          <p:nvPr/>
        </p:nvGrpSpPr>
        <p:grpSpPr>
          <a:xfrm>
            <a:off x="2248682" y="6434222"/>
            <a:ext cx="5754938" cy="360998"/>
            <a:chOff x="2257677" y="6483887"/>
            <a:chExt cx="5754938" cy="360998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593BA9-4762-90CB-846C-FE1C4EA593A7}"/>
                </a:ext>
              </a:extLst>
            </p:cNvPr>
            <p:cNvSpPr/>
            <p:nvPr/>
          </p:nvSpPr>
          <p:spPr>
            <a:xfrm>
              <a:off x="2257677" y="6483887"/>
              <a:ext cx="1311496" cy="356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B753F4E-DBAF-FE78-A0AD-CB80098B1667}"/>
                </a:ext>
              </a:extLst>
            </p:cNvPr>
            <p:cNvSpPr/>
            <p:nvPr/>
          </p:nvSpPr>
          <p:spPr>
            <a:xfrm>
              <a:off x="3760435" y="6483887"/>
              <a:ext cx="1311496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485E31C-8E8F-071E-B3FB-F9879198C9BE}"/>
                </a:ext>
              </a:extLst>
            </p:cNvPr>
            <p:cNvSpPr/>
            <p:nvPr/>
          </p:nvSpPr>
          <p:spPr>
            <a:xfrm>
              <a:off x="5231873" y="6488234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60B8E45-4B91-4A5E-8EC0-66C6785EACAE}"/>
                </a:ext>
              </a:extLst>
            </p:cNvPr>
            <p:cNvSpPr/>
            <p:nvPr/>
          </p:nvSpPr>
          <p:spPr>
            <a:xfrm>
              <a:off x="6702215" y="6483887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른쪽 대괄호 123">
            <a:extLst>
              <a:ext uri="{FF2B5EF4-FFF2-40B4-BE49-F238E27FC236}">
                <a16:creationId xmlns:a16="http://schemas.microsoft.com/office/drawing/2014/main" id="{21699B6A-5DCB-5A8F-6C68-717C802BB10A}"/>
              </a:ext>
            </a:extLst>
          </p:cNvPr>
          <p:cNvSpPr/>
          <p:nvPr/>
        </p:nvSpPr>
        <p:spPr>
          <a:xfrm flipH="1">
            <a:off x="1697254" y="6384255"/>
            <a:ext cx="366398" cy="456283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25725" y="40553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99B44-BBF1-AAB8-BA9A-672C65890DE8}"/>
              </a:ext>
            </a:extLst>
          </p:cNvPr>
          <p:cNvSpPr txBox="1"/>
          <p:nvPr/>
        </p:nvSpPr>
        <p:spPr>
          <a:xfrm>
            <a:off x="2869435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C001A-0F17-FA7E-A578-D5AE80D02BCF}"/>
              </a:ext>
            </a:extLst>
          </p:cNvPr>
          <p:cNvSpPr txBox="1"/>
          <p:nvPr/>
        </p:nvSpPr>
        <p:spPr>
          <a:xfrm>
            <a:off x="4365506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8EB1E-C306-328B-8730-9B906992D259}"/>
              </a:ext>
            </a:extLst>
          </p:cNvPr>
          <p:cNvSpPr txBox="1"/>
          <p:nvPr/>
        </p:nvSpPr>
        <p:spPr>
          <a:xfrm>
            <a:off x="5832862" y="4264799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F213A-AAD3-68A3-F3B3-AC0189EFB4CF}"/>
              </a:ext>
            </a:extLst>
          </p:cNvPr>
          <p:cNvSpPr txBox="1"/>
          <p:nvPr/>
        </p:nvSpPr>
        <p:spPr>
          <a:xfrm>
            <a:off x="7308875" y="4255181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6DAF9-7F5F-4C28-365B-EBA68EA95E49}"/>
              </a:ext>
            </a:extLst>
          </p:cNvPr>
          <p:cNvSpPr txBox="1"/>
          <p:nvPr/>
        </p:nvSpPr>
        <p:spPr>
          <a:xfrm>
            <a:off x="2736554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BF0935-84B1-B606-6B72-09DE9C5788A6}"/>
              </a:ext>
            </a:extLst>
          </p:cNvPr>
          <p:cNvSpPr txBox="1"/>
          <p:nvPr/>
        </p:nvSpPr>
        <p:spPr>
          <a:xfrm>
            <a:off x="4232625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F12BBC-99BB-479E-949E-AE45FDE33B84}"/>
              </a:ext>
            </a:extLst>
          </p:cNvPr>
          <p:cNvSpPr txBox="1"/>
          <p:nvPr/>
        </p:nvSpPr>
        <p:spPr>
          <a:xfrm>
            <a:off x="5699981" y="6458237"/>
            <a:ext cx="836621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C753E-7AB1-8A4D-4453-DEB891078CA0}"/>
              </a:ext>
            </a:extLst>
          </p:cNvPr>
          <p:cNvSpPr txBox="1"/>
          <p:nvPr/>
        </p:nvSpPr>
        <p:spPr>
          <a:xfrm>
            <a:off x="7167336" y="6448619"/>
            <a:ext cx="845279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14E536-F37B-C6CC-7E1E-E74AC6A51E81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BB384C-2946-C1CD-DBBB-48B9C8FDBCB8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B23A4D-0CE8-2478-EB7B-3693AA6B3045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1F2CE-D9E1-168E-08A4-4DDFA2CA62DB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3660DD-9F7C-567F-01DD-6378EC70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0851" y="121899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166259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2675" y="1202978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바디피트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dirty="0">
                <a:solidFill>
                  <a:srgbClr val="333333"/>
                </a:solidFill>
                <a:effectLst/>
                <a:latin typeface="+mn-ea"/>
              </a:rPr>
              <a:t>120p(40Px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3)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1649649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230496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163962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88AFCF1-FB6F-87DD-D925-7595DFA3BEC2}"/>
              </a:ext>
            </a:extLst>
          </p:cNvPr>
          <p:cNvGrpSpPr/>
          <p:nvPr/>
        </p:nvGrpSpPr>
        <p:grpSpPr>
          <a:xfrm>
            <a:off x="2249820" y="1926167"/>
            <a:ext cx="1340064" cy="188144"/>
            <a:chOff x="2878982" y="5932470"/>
            <a:chExt cx="1340064" cy="18814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B2FB559-BAAF-4F1F-12D1-7BC9FF2FEDA8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F2DFC7-665F-C030-0C7A-67D301C1C371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E1707FC-C7D9-314B-C02F-333C734D0EEE}"/>
              </a:ext>
            </a:extLst>
          </p:cNvPr>
          <p:cNvGrpSpPr/>
          <p:nvPr/>
        </p:nvGrpSpPr>
        <p:grpSpPr>
          <a:xfrm>
            <a:off x="3720845" y="1916621"/>
            <a:ext cx="1340064" cy="188144"/>
            <a:chOff x="4197607" y="5770524"/>
            <a:chExt cx="1340064" cy="1881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A3A7B13-8265-748E-8978-7F57BB0C37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FB5EB9-AEE8-E6C9-E731-7173EA0BA77D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18797" y="4122260"/>
            <a:ext cx="448407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3851874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216285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21628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39110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39110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4554253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4554253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3902401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DF3E44B-6E98-579A-EAAA-86BB1CCF984B}"/>
              </a:ext>
            </a:extLst>
          </p:cNvPr>
          <p:cNvGrpSpPr/>
          <p:nvPr/>
        </p:nvGrpSpPr>
        <p:grpSpPr>
          <a:xfrm>
            <a:off x="5260027" y="1924086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6C45017-1E20-18C0-B1CC-4EF8FF14BF36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1B810E3-379C-2794-DEB7-9D4E0BD2A958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2944806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266666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269561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071863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246686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3409831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21147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21147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215825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211478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229038"/>
            <a:ext cx="1666888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163816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387CFE6-4416-201B-50A2-49277B321366}"/>
              </a:ext>
            </a:extLst>
          </p:cNvPr>
          <p:cNvGrpSpPr/>
          <p:nvPr/>
        </p:nvGrpSpPr>
        <p:grpSpPr>
          <a:xfrm>
            <a:off x="6751734" y="1922628"/>
            <a:ext cx="1340064" cy="188144"/>
            <a:chOff x="4197607" y="5770524"/>
            <a:chExt cx="1340064" cy="18814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42E1E2D-3AD3-1BA5-DAE5-244D7E850DF9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F07B1ED-6C6F-71D7-B021-244950B3AF1E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145879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114083" y="768979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05790"/>
              </p:ext>
            </p:extLst>
          </p:nvPr>
        </p:nvGraphicFramePr>
        <p:xfrm>
          <a:off x="10128399" y="623854"/>
          <a:ext cx="2850436" cy="5213638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0354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25686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1661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38390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729986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393022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A54270-E98E-7B19-E896-427C51B217A8}"/>
              </a:ext>
            </a:extLst>
          </p:cNvPr>
          <p:cNvGrpSpPr/>
          <p:nvPr/>
        </p:nvGrpSpPr>
        <p:grpSpPr>
          <a:xfrm>
            <a:off x="310161" y="5896421"/>
            <a:ext cx="1310400" cy="412082"/>
            <a:chOff x="2878980" y="5932470"/>
            <a:chExt cx="1310400" cy="41208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F9D6BB-459E-07B4-3C2B-B76A5FEAD7CA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F212BA-C8B8-58A8-4D7D-358F4D9DB9BD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98C523-97C6-502E-E14E-27CB002DD9E7}"/>
              </a:ext>
            </a:extLst>
          </p:cNvPr>
          <p:cNvGrpSpPr/>
          <p:nvPr/>
        </p:nvGrpSpPr>
        <p:grpSpPr>
          <a:xfrm>
            <a:off x="1819080" y="5885711"/>
            <a:ext cx="1310400" cy="412082"/>
            <a:chOff x="2878980" y="5932470"/>
            <a:chExt cx="1310400" cy="41208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A061CF-86DF-F642-7342-02954507CD5C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7DBAE69-0DD2-4A38-8BDA-BC698485D536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E9DDC2-F6D3-C3B7-3DCF-08AA0A4EAC36}"/>
              </a:ext>
            </a:extLst>
          </p:cNvPr>
          <p:cNvGrpSpPr/>
          <p:nvPr/>
        </p:nvGrpSpPr>
        <p:grpSpPr>
          <a:xfrm>
            <a:off x="3696434" y="2415375"/>
            <a:ext cx="1310400" cy="412082"/>
            <a:chOff x="2878980" y="5932470"/>
            <a:chExt cx="1310400" cy="41208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CF1467C-CDA0-E971-E663-82100A521F7E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A3E538B-ABB6-57A5-A707-450924DF8F4E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CBF86EE-5BBA-4DEC-F90F-846365F03D05}"/>
              </a:ext>
            </a:extLst>
          </p:cNvPr>
          <p:cNvGrpSpPr/>
          <p:nvPr/>
        </p:nvGrpSpPr>
        <p:grpSpPr>
          <a:xfrm>
            <a:off x="5205353" y="2404665"/>
            <a:ext cx="1310400" cy="412082"/>
            <a:chOff x="2878980" y="5932470"/>
            <a:chExt cx="1310400" cy="41208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397D2-F3F0-7108-8D3E-3C7E67417423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244E38F-76A1-3BB8-4C50-0BAFC6110D58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89912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612456" y="339443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5689023-B138-0FCA-CCF7-F0AD0CD13187}"/>
              </a:ext>
            </a:extLst>
          </p:cNvPr>
          <p:cNvGrpSpPr/>
          <p:nvPr/>
        </p:nvGrpSpPr>
        <p:grpSpPr>
          <a:xfrm>
            <a:off x="3679015" y="5286810"/>
            <a:ext cx="1310400" cy="412082"/>
            <a:chOff x="2878980" y="5932470"/>
            <a:chExt cx="1310400" cy="412082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0275B52-E0E5-8F79-89E6-81F792D31100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2EBEA44-8E07-088F-095C-6A2026EC346C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DDC5E21-2111-CA0F-E224-12B82DFFADB3}"/>
              </a:ext>
            </a:extLst>
          </p:cNvPr>
          <p:cNvGrpSpPr/>
          <p:nvPr/>
        </p:nvGrpSpPr>
        <p:grpSpPr>
          <a:xfrm>
            <a:off x="5187934" y="5276100"/>
            <a:ext cx="1310400" cy="412082"/>
            <a:chOff x="2878980" y="5932470"/>
            <a:chExt cx="1310400" cy="412082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39D1D14-C4A1-378A-9CAA-CD52C51645C4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F6263D5-28A0-E075-3DB6-AAD115FE3060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738911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B4831-5FAD-826C-6EFF-BFC7C46D0A04}"/>
              </a:ext>
            </a:extLst>
          </p:cNvPr>
          <p:cNvSpPr txBox="1"/>
          <p:nvPr/>
        </p:nvSpPr>
        <p:spPr>
          <a:xfrm>
            <a:off x="915779" y="4245439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B2D4D-14F8-67D6-7B94-450F4B10A64E}"/>
              </a:ext>
            </a:extLst>
          </p:cNvPr>
          <p:cNvSpPr txBox="1"/>
          <p:nvPr/>
        </p:nvSpPr>
        <p:spPr>
          <a:xfrm>
            <a:off x="4147647" y="3650161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FD8035-7945-E8E0-0E4F-C7ED859AF19B}"/>
              </a:ext>
            </a:extLst>
          </p:cNvPr>
          <p:cNvSpPr txBox="1"/>
          <p:nvPr/>
        </p:nvSpPr>
        <p:spPr>
          <a:xfrm>
            <a:off x="2428128" y="4255615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3187B5-CB92-456E-77D3-7442F113CD1B}"/>
              </a:ext>
            </a:extLst>
          </p:cNvPr>
          <p:cNvSpPr txBox="1"/>
          <p:nvPr/>
        </p:nvSpPr>
        <p:spPr>
          <a:xfrm>
            <a:off x="5655123" y="3642099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98A653-7956-95C1-5A73-B809935B1412}"/>
              </a:ext>
            </a:extLst>
          </p:cNvPr>
          <p:cNvSpPr txBox="1"/>
          <p:nvPr/>
        </p:nvSpPr>
        <p:spPr>
          <a:xfrm>
            <a:off x="4303511" y="765610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465735-6BA9-D452-FBE6-4C4E8285AA49}"/>
              </a:ext>
            </a:extLst>
          </p:cNvPr>
          <p:cNvSpPr txBox="1"/>
          <p:nvPr/>
        </p:nvSpPr>
        <p:spPr>
          <a:xfrm>
            <a:off x="5807731" y="756212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11183</TotalTime>
  <Words>1589</Words>
  <Application>Microsoft Office PowerPoint</Application>
  <PresentationFormat>사용자 지정</PresentationFormat>
  <Paragraphs>533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1423</cp:revision>
  <dcterms:created xsi:type="dcterms:W3CDTF">2020-09-28T12:25:11Z</dcterms:created>
  <dcterms:modified xsi:type="dcterms:W3CDTF">2026-06-26T07:03:09Z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