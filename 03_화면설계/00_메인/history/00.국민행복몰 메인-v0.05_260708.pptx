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4"/>
  </p:notesMasterIdLst>
  <p:sldIdLst>
    <p:sldId id="1803" r:id="rId5"/>
    <p:sldId id="624" r:id="rId6"/>
    <p:sldId id="1973" r:id="rId7"/>
    <p:sldId id="1972" r:id="rId8"/>
    <p:sldId id="1969" r:id="rId9"/>
    <p:sldId id="1971" r:id="rId10"/>
    <p:sldId id="1977" r:id="rId11"/>
    <p:sldId id="1979" r:id="rId12"/>
    <p:sldId id="1985" r:id="rId13"/>
    <p:sldId id="1986" r:id="rId14"/>
    <p:sldId id="1987" r:id="rId15"/>
    <p:sldId id="1976" r:id="rId16"/>
    <p:sldId id="1951" r:id="rId17"/>
    <p:sldId id="1952" r:id="rId18"/>
    <p:sldId id="1964" r:id="rId19"/>
    <p:sldId id="1966" r:id="rId20"/>
    <p:sldId id="1974" r:id="rId21"/>
    <p:sldId id="1988" r:id="rId22"/>
    <p:sldId id="1989" r:id="rId23"/>
  </p:sldIdLst>
  <p:sldSz cx="12961938" cy="6840538"/>
  <p:notesSz cx="6805613" cy="9939338"/>
  <p:defaultTextStyle>
    <a:defPPr>
      <a:defRPr lang="ko-KR"/>
    </a:defPPr>
    <a:lvl1pPr marL="0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598200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196401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794601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392802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2991002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589203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187403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785604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5862F073-EEFB-46EA-BB38-D9B1D46EB51D}">
          <p14:sldIdLst>
            <p14:sldId id="1803"/>
            <p14:sldId id="624"/>
            <p14:sldId id="1973"/>
          </p14:sldIdLst>
        </p14:section>
        <p14:section name="00_GNB" id="{BB5FA923-6665-4775-B851-ED40850EE80F}">
          <p14:sldIdLst>
            <p14:sldId id="1972"/>
            <p14:sldId id="1969"/>
            <p14:sldId id="1971"/>
            <p14:sldId id="1977"/>
          </p14:sldIdLst>
        </p14:section>
        <p14:section name="00_상품목록 개선 방향" id="{8A14055E-0F58-478E-B9DF-E7D317C16394}">
          <p14:sldIdLst>
            <p14:sldId id="1979"/>
            <p14:sldId id="1985"/>
            <p14:sldId id="1986"/>
            <p14:sldId id="1987"/>
          </p14:sldIdLst>
        </p14:section>
        <p14:section name="00_메인" id="{1F1C2826-7D56-4F54-9964-ABC6C7A34C65}">
          <p14:sldIdLst>
            <p14:sldId id="1976"/>
            <p14:sldId id="1951"/>
            <p14:sldId id="1952"/>
            <p14:sldId id="1964"/>
            <p14:sldId id="1966"/>
            <p14:sldId id="1974"/>
          </p14:sldIdLst>
        </p14:section>
        <p14:section name="00_메인 레이어 팝업" id="{60F971AF-0C9A-453C-BA9B-26BA05397CD2}">
          <p14:sldIdLst>
            <p14:sldId id="1988"/>
            <p14:sldId id="198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4014" userDrawn="1">
          <p15:clr>
            <a:srgbClr val="A4A3A4"/>
          </p15:clr>
        </p15:guide>
        <p15:guide id="4" orient="horz" pos="249">
          <p15:clr>
            <a:srgbClr val="A4A3A4"/>
          </p15:clr>
        </p15:guide>
        <p15:guide id="7" pos="7938" userDrawn="1">
          <p15:clr>
            <a:srgbClr val="A4A3A4"/>
          </p15:clr>
        </p15:guide>
        <p15:guide id="9" pos="8165" userDrawn="1">
          <p15:clr>
            <a:srgbClr val="A4A3A4"/>
          </p15:clr>
        </p15:guide>
        <p15:guide id="11" orient="horz" pos="1429" userDrawn="1">
          <p15:clr>
            <a:srgbClr val="A4A3A4"/>
          </p15:clr>
        </p15:guide>
        <p15:guide id="12" pos="7983">
          <p15:clr>
            <a:srgbClr val="A4A3A4"/>
          </p15:clr>
        </p15:guide>
        <p15:guide id="13" orient="horz" pos="3878">
          <p15:clr>
            <a:srgbClr val="A4A3A4"/>
          </p15:clr>
        </p15:guide>
        <p15:guide id="16" orient="horz" pos="22">
          <p15:clr>
            <a:srgbClr val="A4A3A4"/>
          </p15:clr>
        </p15:guide>
        <p15:guide id="17" orient="horz" pos="68" userDrawn="1">
          <p15:clr>
            <a:srgbClr val="A4A3A4"/>
          </p15:clr>
        </p15:guide>
        <p15:guide id="19" orient="horz" pos="1201">
          <p15:clr>
            <a:srgbClr val="A4A3A4"/>
          </p15:clr>
        </p15:guide>
        <p15:guide id="20" orient="horz" pos="4286" userDrawn="1">
          <p15:clr>
            <a:srgbClr val="A4A3A4"/>
          </p15:clr>
        </p15:guide>
        <p15:guide id="23" pos="5852" userDrawn="1">
          <p15:clr>
            <a:srgbClr val="A4A3A4"/>
          </p15:clr>
        </p15:guide>
        <p15:guide id="24" orient="horz" pos="1474" userDrawn="1">
          <p15:clr>
            <a:srgbClr val="A4A3A4"/>
          </p15:clr>
        </p15:guide>
        <p15:guide id="25" pos="2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1" userDrawn="1">
          <p15:clr>
            <a:srgbClr val="A4A3A4"/>
          </p15:clr>
        </p15:guide>
        <p15:guide id="2" pos="2144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ink" initials="jink" lastIdx="8" clrIdx="0">
    <p:extLst>
      <p:ext uri="{19B8F6BF-5375-455C-9EA6-DF929625EA0E}">
        <p15:presenceInfo xmlns:p15="http://schemas.microsoft.com/office/powerpoint/2012/main" userId="jink" providerId="None"/>
      </p:ext>
    </p:extLst>
  </p:cmAuthor>
  <p:cmAuthor id="2" name="yoon" initials="y" lastIdx="2" clrIdx="1">
    <p:extLst>
      <p:ext uri="{19B8F6BF-5375-455C-9EA6-DF929625EA0E}">
        <p15:presenceInfo xmlns:p15="http://schemas.microsoft.com/office/powerpoint/2012/main" userId="yoon" providerId="None"/>
      </p:ext>
    </p:extLst>
  </p:cmAuthor>
  <p:cmAuthor id="3" name="정선진" initials="정" lastIdx="6" clrIdx="2">
    <p:extLst>
      <p:ext uri="{19B8F6BF-5375-455C-9EA6-DF929625EA0E}">
        <p15:presenceInfo xmlns:p15="http://schemas.microsoft.com/office/powerpoint/2012/main" userId="S::eternal0416@knou.ac.kr::2fd7d7e9-5a49-409f-ba72-b2984fb79a4b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4DD3"/>
    <a:srgbClr val="34A44E"/>
    <a:srgbClr val="342F94"/>
    <a:srgbClr val="00589A"/>
    <a:srgbClr val="F9B129"/>
    <a:srgbClr val="235A9A"/>
    <a:srgbClr val="97C139"/>
    <a:srgbClr val="FFFFFF"/>
    <a:srgbClr val="190DB3"/>
    <a:srgbClr val="56AE5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6391" autoAdjust="0"/>
  </p:normalViewPr>
  <p:slideViewPr>
    <p:cSldViewPr>
      <p:cViewPr varScale="1">
        <p:scale>
          <a:sx n="129" d="100"/>
          <a:sy n="129" d="100"/>
        </p:scale>
        <p:origin x="168" y="252"/>
      </p:cViewPr>
      <p:guideLst>
        <p:guide orient="horz" pos="4014"/>
        <p:guide orient="horz" pos="249"/>
        <p:guide pos="7938"/>
        <p:guide pos="8165"/>
        <p:guide orient="horz" pos="1429"/>
        <p:guide pos="7983"/>
        <p:guide orient="horz" pos="3878"/>
        <p:guide orient="horz" pos="22"/>
        <p:guide orient="horz" pos="68"/>
        <p:guide orient="horz" pos="1201"/>
        <p:guide orient="horz" pos="4286"/>
        <p:guide pos="5852"/>
        <p:guide orient="horz" pos="1474"/>
        <p:guide pos="22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1488"/>
    </p:cViewPr>
  </p:sorterViewPr>
  <p:notesViewPr>
    <p:cSldViewPr>
      <p:cViewPr varScale="1">
        <p:scale>
          <a:sx n="77" d="100"/>
          <a:sy n="77" d="100"/>
        </p:scale>
        <p:origin x="5922" y="108"/>
      </p:cViewPr>
      <p:guideLst>
        <p:guide orient="horz" pos="3131"/>
        <p:guide pos="214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/>
          <a:lstStyle>
            <a:lvl1pPr algn="l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4940" y="0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/>
          <a:lstStyle>
            <a:lvl1pPr algn="r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837FE978-525B-492C-A161-211F20A599B5}" type="datetimeFigureOut">
              <a:rPr lang="ko-KR" altLang="en-US" smtClean="0"/>
              <a:pPr/>
              <a:t>2026-07-08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-128588" y="746125"/>
            <a:ext cx="7062788" cy="3727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50" tIns="45775" rIns="91550" bIns="45775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562" y="4721186"/>
            <a:ext cx="5444490" cy="4472702"/>
          </a:xfrm>
          <a:prstGeom prst="rect">
            <a:avLst/>
          </a:prstGeom>
        </p:spPr>
        <p:txBody>
          <a:bodyPr vert="horz" lIns="91550" tIns="45775" rIns="91550" bIns="45775" rtlCol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646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 anchor="b"/>
          <a:lstStyle>
            <a:lvl1pPr algn="l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4940" y="9440646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 anchor="b"/>
          <a:lstStyle>
            <a:lvl1pPr algn="r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E6A907CB-4D8C-4DED-9538-486F5AB24BE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7179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1pPr>
    <a:lvl2pPr marL="598200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2pPr>
    <a:lvl3pPr marL="1196401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3pPr>
    <a:lvl4pPr marL="1794601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4pPr>
    <a:lvl5pPr marL="2392802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5pPr>
    <a:lvl6pPr marL="2991002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589203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187403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785604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 userDrawn="1"/>
        </p:nvSpPr>
        <p:spPr bwMode="auto">
          <a:xfrm>
            <a:off x="5186363" y="2784475"/>
            <a:ext cx="85725" cy="19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-6348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" name="Rectangle 17"/>
          <p:cNvSpPr>
            <a:spLocks noChangeArrowheads="1"/>
          </p:cNvSpPr>
          <p:nvPr userDrawn="1"/>
        </p:nvSpPr>
        <p:spPr bwMode="auto">
          <a:xfrm>
            <a:off x="5137150" y="2757488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" name="Rectangle 19"/>
          <p:cNvSpPr>
            <a:spLocks noChangeArrowheads="1"/>
          </p:cNvSpPr>
          <p:nvPr userDrawn="1"/>
        </p:nvSpPr>
        <p:spPr bwMode="auto">
          <a:xfrm>
            <a:off x="5137150" y="2686050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" name="Rectangle 29"/>
          <p:cNvSpPr>
            <a:spLocks noChangeArrowheads="1"/>
          </p:cNvSpPr>
          <p:nvPr userDrawn="1"/>
        </p:nvSpPr>
        <p:spPr bwMode="auto">
          <a:xfrm>
            <a:off x="5137150" y="1928813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" name="Rectangle 33"/>
          <p:cNvSpPr>
            <a:spLocks noChangeArrowheads="1"/>
          </p:cNvSpPr>
          <p:nvPr userDrawn="1"/>
        </p:nvSpPr>
        <p:spPr bwMode="auto">
          <a:xfrm>
            <a:off x="5184775" y="2667000"/>
            <a:ext cx="87313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130134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" name="Rectangle 52"/>
          <p:cNvSpPr>
            <a:spLocks noChangeArrowheads="1"/>
          </p:cNvSpPr>
          <p:nvPr userDrawn="1"/>
        </p:nvSpPr>
        <p:spPr bwMode="auto">
          <a:xfrm>
            <a:off x="5137150" y="2708275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1" name="직선 연결선 4"/>
          <p:cNvCxnSpPr>
            <a:cxnSpLocks noChangeShapeType="1"/>
          </p:cNvCxnSpPr>
          <p:nvPr userDrawn="1"/>
        </p:nvCxnSpPr>
        <p:spPr bwMode="auto">
          <a:xfrm>
            <a:off x="1541463" y="20367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" name="직선 연결선 11"/>
          <p:cNvCxnSpPr>
            <a:cxnSpLocks noChangeShapeType="1"/>
          </p:cNvCxnSpPr>
          <p:nvPr userDrawn="1"/>
        </p:nvCxnSpPr>
        <p:spPr bwMode="auto">
          <a:xfrm>
            <a:off x="1565274" y="33448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4" name="Rectangle 18" descr="C:\Documents and Settings\문미영\Local Settings\Temp\hunclip1\02\huntemp.files\img0001.bmp"/>
          <p:cNvSpPr>
            <a:spLocks noChangeArrowheads="1"/>
          </p:cNvSpPr>
          <p:nvPr userDrawn="1"/>
        </p:nvSpPr>
        <p:spPr bwMode="auto">
          <a:xfrm>
            <a:off x="7777113" y="1589088"/>
            <a:ext cx="3638847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r"/>
            <a:r>
              <a:rPr lang="ko-KR" altLang="en-US" sz="1800" b="1" spc="-150" dirty="0">
                <a:latin typeface="맑은 고딕" pitchFamily="50" charset="-127"/>
                <a:ea typeface="맑은 고딕" pitchFamily="50" charset="-127"/>
              </a:rPr>
              <a:t>국민행복몰 </a:t>
            </a:r>
            <a:r>
              <a:rPr lang="en-US" altLang="ko-KR" sz="1800" b="1" spc="-150" dirty="0">
                <a:latin typeface="맑은 고딕" pitchFamily="50" charset="-127"/>
                <a:ea typeface="맑은 고딕" pitchFamily="50" charset="-127"/>
              </a:rPr>
              <a:t>UX/UI </a:t>
            </a:r>
            <a:r>
              <a:rPr lang="ko-KR" altLang="en-US" sz="1800" b="1" spc="-150" dirty="0">
                <a:latin typeface="맑은 고딕" pitchFamily="50" charset="-127"/>
                <a:ea typeface="맑은 고딕" pitchFamily="50" charset="-127"/>
              </a:rPr>
              <a:t>리뉴얼</a:t>
            </a:r>
            <a:endParaRPr lang="ko-KR" altLang="en-US" sz="1600" b="1" spc="-15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" name="Rectangle 2"/>
          <p:cNvSpPr>
            <a:spLocks noChangeArrowheads="1"/>
          </p:cNvSpPr>
          <p:nvPr userDrawn="1"/>
        </p:nvSpPr>
        <p:spPr bwMode="auto">
          <a:xfrm>
            <a:off x="1541463" y="504055"/>
            <a:ext cx="129619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9607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상세_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80025A2-F119-40C2-8343-DC051F454DB1}"/>
              </a:ext>
            </a:extLst>
          </p:cNvPr>
          <p:cNvSpPr/>
          <p:nvPr userDrawn="1"/>
        </p:nvSpPr>
        <p:spPr>
          <a:xfrm>
            <a:off x="69715" y="652808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250DE5D-5AF8-4461-9791-2E74B4986559}"/>
              </a:ext>
            </a:extLst>
          </p:cNvPr>
          <p:cNvSpPr/>
          <p:nvPr userDrawn="1"/>
        </p:nvSpPr>
        <p:spPr>
          <a:xfrm>
            <a:off x="69715" y="6234763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Footer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54715884"/>
              </p:ext>
            </p:extLst>
          </p:nvPr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10992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1_상세_화면(푸터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650383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상세_팝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80025A2-F119-40C2-8343-DC051F454DB1}"/>
              </a:ext>
            </a:extLst>
          </p:cNvPr>
          <p:cNvSpPr/>
          <p:nvPr userDrawn="1"/>
        </p:nvSpPr>
        <p:spPr>
          <a:xfrm>
            <a:off x="69715" y="652808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250DE5D-5AF8-4461-9791-2E74B4986559}"/>
              </a:ext>
            </a:extLst>
          </p:cNvPr>
          <p:cNvSpPr/>
          <p:nvPr userDrawn="1"/>
        </p:nvSpPr>
        <p:spPr>
          <a:xfrm>
            <a:off x="69715" y="6234763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Footer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10" name="Group 56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92018725"/>
              </p:ext>
            </p:extLst>
          </p:nvPr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□화면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4592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이어지는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179910"/>
            <a:ext cx="9983154" cy="6588732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DA4721F-D41C-4181-B653-542A2248CB4E}"/>
              </a:ext>
            </a:extLst>
          </p:cNvPr>
          <p:cNvSpPr/>
          <p:nvPr userDrawn="1"/>
        </p:nvSpPr>
        <p:spPr>
          <a:xfrm>
            <a:off x="69715" y="0"/>
            <a:ext cx="9990652" cy="209842"/>
          </a:xfrm>
          <a:prstGeom prst="rect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dirty="0">
                <a:solidFill>
                  <a:schemeClr val="bg1"/>
                </a:solidFill>
                <a:latin typeface="+mn-ea"/>
                <a:ea typeface="+mn-ea"/>
              </a:rPr>
              <a:t>▲ 이전 페이지에서 이어짐</a:t>
            </a:r>
          </a:p>
        </p:txBody>
      </p:sp>
    </p:spTree>
    <p:extLst>
      <p:ext uri="{BB962C8B-B14F-4D97-AF65-F5344CB8AC3E}">
        <p14:creationId xmlns:p14="http://schemas.microsoft.com/office/powerpoint/2010/main" val="3055246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개정이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ine 8"/>
          <p:cNvSpPr>
            <a:spLocks noChangeShapeType="1"/>
          </p:cNvSpPr>
          <p:nvPr userDrawn="1"/>
        </p:nvSpPr>
        <p:spPr bwMode="auto">
          <a:xfrm>
            <a:off x="354012" y="6372597"/>
            <a:ext cx="12240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7" name="Line 52"/>
          <p:cNvSpPr>
            <a:spLocks noChangeShapeType="1"/>
          </p:cNvSpPr>
          <p:nvPr userDrawn="1"/>
        </p:nvSpPr>
        <p:spPr bwMode="auto">
          <a:xfrm flipV="1">
            <a:off x="393699" y="481013"/>
            <a:ext cx="12240000" cy="0"/>
          </a:xfrm>
          <a:prstGeom prst="line">
            <a:avLst/>
          </a:prstGeom>
          <a:noFill/>
          <a:ln w="57150" cmpd="thinThick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" name="직사각형 10"/>
          <p:cNvSpPr/>
          <p:nvPr userDrawn="1"/>
        </p:nvSpPr>
        <p:spPr>
          <a:xfrm>
            <a:off x="276874" y="194453"/>
            <a:ext cx="167706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ko-KR" altLang="en-US" sz="1200" b="1" spc="-150" dirty="0">
                <a:latin typeface="맑은 고딕" pitchFamily="50" charset="-127"/>
                <a:ea typeface="+mn-ea"/>
              </a:rPr>
              <a:t>국민행복몰 </a:t>
            </a:r>
            <a:r>
              <a:rPr lang="en-US" altLang="ko-KR" sz="1200" b="1" spc="-150" dirty="0">
                <a:latin typeface="맑은 고딕" pitchFamily="50" charset="-127"/>
                <a:ea typeface="+mn-ea"/>
              </a:rPr>
              <a:t>UX/UI </a:t>
            </a:r>
            <a:r>
              <a:rPr lang="ko-KR" altLang="en-US" sz="1200" b="1" spc="-150" dirty="0">
                <a:latin typeface="맑은 고딕" pitchFamily="50" charset="-127"/>
                <a:ea typeface="+mn-ea"/>
              </a:rPr>
              <a:t>리뉴얼</a:t>
            </a:r>
            <a:endParaRPr lang="ko-KR" altLang="en-US" sz="1100" b="1" spc="-150" dirty="0">
              <a:latin typeface="맑은 고딕" pitchFamily="50" charset="-127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72006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프로세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ine 8"/>
          <p:cNvSpPr>
            <a:spLocks noChangeShapeType="1"/>
          </p:cNvSpPr>
          <p:nvPr userDrawn="1"/>
        </p:nvSpPr>
        <p:spPr bwMode="auto">
          <a:xfrm>
            <a:off x="354012" y="6372597"/>
            <a:ext cx="12240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7" name="Line 52"/>
          <p:cNvSpPr>
            <a:spLocks noChangeShapeType="1"/>
          </p:cNvSpPr>
          <p:nvPr userDrawn="1"/>
        </p:nvSpPr>
        <p:spPr bwMode="auto">
          <a:xfrm flipV="1">
            <a:off x="393699" y="481013"/>
            <a:ext cx="12240000" cy="0"/>
          </a:xfrm>
          <a:prstGeom prst="line">
            <a:avLst/>
          </a:prstGeom>
          <a:noFill/>
          <a:ln w="12700" cmpd="thinThick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549649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1-0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5"/>
            <a:ext cx="3444249" cy="576922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C887C22-39C6-4F0F-F5CF-E0BAB99AB04C}"/>
              </a:ext>
            </a:extLst>
          </p:cNvPr>
          <p:cNvSpPr/>
          <p:nvPr userDrawn="1"/>
        </p:nvSpPr>
        <p:spPr>
          <a:xfrm>
            <a:off x="156400" y="655832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22974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모바일 1-0 - 팝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243623602"/>
              </p:ext>
            </p:extLst>
          </p:nvPr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□화면 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5"/>
            <a:ext cx="3444249" cy="576922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C887C22-39C6-4F0F-F5CF-E0BAB99AB04C}"/>
              </a:ext>
            </a:extLst>
          </p:cNvPr>
          <p:cNvSpPr/>
          <p:nvPr userDrawn="1"/>
        </p:nvSpPr>
        <p:spPr>
          <a:xfrm>
            <a:off x="156400" y="655832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889053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7" name="순서도: 천공 테이프 46">
            <a:extLst>
              <a:ext uri="{FF2B5EF4-FFF2-40B4-BE49-F238E27FC236}">
                <a16:creationId xmlns:a16="http://schemas.microsoft.com/office/drawing/2014/main" id="{E7A76D64-047B-2361-6031-57BC28AEBAA6}"/>
              </a:ext>
            </a:extLst>
          </p:cNvPr>
          <p:cNvSpPr/>
          <p:nvPr userDrawn="1"/>
        </p:nvSpPr>
        <p:spPr>
          <a:xfrm>
            <a:off x="156400" y="6539024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C887C22-39C6-4F0F-F5CF-E0BAB99AB04C}"/>
              </a:ext>
            </a:extLst>
          </p:cNvPr>
          <p:cNvSpPr/>
          <p:nvPr userDrawn="1"/>
        </p:nvSpPr>
        <p:spPr>
          <a:xfrm>
            <a:off x="156400" y="655832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9D24C7C-E123-54D2-C23D-1E17D1B6A8AF}"/>
              </a:ext>
            </a:extLst>
          </p:cNvPr>
          <p:cNvSpPr/>
          <p:nvPr userDrawn="1"/>
        </p:nvSpPr>
        <p:spPr>
          <a:xfrm>
            <a:off x="3960689" y="652808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00035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3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7" name="순서도: 천공 테이프 46">
            <a:extLst>
              <a:ext uri="{FF2B5EF4-FFF2-40B4-BE49-F238E27FC236}">
                <a16:creationId xmlns:a16="http://schemas.microsoft.com/office/drawing/2014/main" id="{E7A76D64-047B-2361-6031-57BC28AEBAA6}"/>
              </a:ext>
            </a:extLst>
          </p:cNvPr>
          <p:cNvSpPr/>
          <p:nvPr userDrawn="1"/>
        </p:nvSpPr>
        <p:spPr>
          <a:xfrm>
            <a:off x="156400" y="6539024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C887C22-39C6-4F0F-F5CF-E0BAB99AB04C}"/>
              </a:ext>
            </a:extLst>
          </p:cNvPr>
          <p:cNvSpPr/>
          <p:nvPr userDrawn="1"/>
        </p:nvSpPr>
        <p:spPr>
          <a:xfrm>
            <a:off x="156400" y="655832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9D24C7C-E123-54D2-C23D-1E17D1B6A8AF}"/>
              </a:ext>
            </a:extLst>
          </p:cNvPr>
          <p:cNvSpPr/>
          <p:nvPr userDrawn="1"/>
        </p:nvSpPr>
        <p:spPr>
          <a:xfrm>
            <a:off x="3960689" y="652808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순서도: 천공 테이프 3">
            <a:extLst>
              <a:ext uri="{FF2B5EF4-FFF2-40B4-BE49-F238E27FC236}">
                <a16:creationId xmlns:a16="http://schemas.microsoft.com/office/drawing/2014/main" id="{11FC4A96-F484-9E35-8B76-2A2E2DB0FA96}"/>
              </a:ext>
            </a:extLst>
          </p:cNvPr>
          <p:cNvSpPr/>
          <p:nvPr userDrawn="1"/>
        </p:nvSpPr>
        <p:spPr>
          <a:xfrm>
            <a:off x="3960689" y="6539024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다음 슬라이드 화면 이어서 ▼</a:t>
            </a:r>
          </a:p>
        </p:txBody>
      </p:sp>
    </p:spTree>
    <p:extLst>
      <p:ext uri="{BB962C8B-B14F-4D97-AF65-F5344CB8AC3E}">
        <p14:creationId xmlns:p14="http://schemas.microsoft.com/office/powerpoint/2010/main" val="30043121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3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순서도: 천공 테이프 5">
            <a:extLst>
              <a:ext uri="{FF2B5EF4-FFF2-40B4-BE49-F238E27FC236}">
                <a16:creationId xmlns:a16="http://schemas.microsoft.com/office/drawing/2014/main" id="{049AB28A-6AD6-4A37-119A-9EC0EAE43ACE}"/>
              </a:ext>
            </a:extLst>
          </p:cNvPr>
          <p:cNvSpPr/>
          <p:nvPr userDrawn="1"/>
        </p:nvSpPr>
        <p:spPr>
          <a:xfrm>
            <a:off x="156399" y="663920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이전 슬라이드 화면 이어서 ▼</a:t>
            </a:r>
          </a:p>
        </p:txBody>
      </p:sp>
    </p:spTree>
    <p:extLst>
      <p:ext uri="{BB962C8B-B14F-4D97-AF65-F5344CB8AC3E}">
        <p14:creationId xmlns:p14="http://schemas.microsoft.com/office/powerpoint/2010/main" val="5062117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4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7" name="순서도: 천공 테이프 46">
            <a:extLst>
              <a:ext uri="{FF2B5EF4-FFF2-40B4-BE49-F238E27FC236}">
                <a16:creationId xmlns:a16="http://schemas.microsoft.com/office/drawing/2014/main" id="{E7A76D64-047B-2361-6031-57BC28AEBAA6}"/>
              </a:ext>
            </a:extLst>
          </p:cNvPr>
          <p:cNvSpPr/>
          <p:nvPr userDrawn="1"/>
        </p:nvSpPr>
        <p:spPr>
          <a:xfrm>
            <a:off x="156400" y="6539024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9D24C7C-E123-54D2-C23D-1E17D1B6A8AF}"/>
              </a:ext>
            </a:extLst>
          </p:cNvPr>
          <p:cNvSpPr/>
          <p:nvPr userDrawn="1"/>
        </p:nvSpPr>
        <p:spPr>
          <a:xfrm>
            <a:off x="3960689" y="652808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순서도: 천공 테이프 5">
            <a:extLst>
              <a:ext uri="{FF2B5EF4-FFF2-40B4-BE49-F238E27FC236}">
                <a16:creationId xmlns:a16="http://schemas.microsoft.com/office/drawing/2014/main" id="{049AB28A-6AD6-4A37-119A-9EC0EAE43ACE}"/>
              </a:ext>
            </a:extLst>
          </p:cNvPr>
          <p:cNvSpPr/>
          <p:nvPr userDrawn="1"/>
        </p:nvSpPr>
        <p:spPr>
          <a:xfrm>
            <a:off x="156399" y="663920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이전 슬라이드 화면 이어서 ▼</a:t>
            </a:r>
          </a:p>
        </p:txBody>
      </p:sp>
    </p:spTree>
    <p:extLst>
      <p:ext uri="{BB962C8B-B14F-4D97-AF65-F5344CB8AC3E}">
        <p14:creationId xmlns:p14="http://schemas.microsoft.com/office/powerpoint/2010/main" val="19160268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48097" y="273940"/>
            <a:ext cx="11665745" cy="1140090"/>
          </a:xfrm>
          <a:prstGeom prst="rect">
            <a:avLst/>
          </a:prstGeom>
        </p:spPr>
        <p:txBody>
          <a:bodyPr vert="horz" lIns="119640" tIns="59820" rIns="119640" bIns="598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48097" y="1596127"/>
            <a:ext cx="11665745" cy="4514439"/>
          </a:xfrm>
          <a:prstGeom prst="rect">
            <a:avLst/>
          </a:prstGeom>
        </p:spPr>
        <p:txBody>
          <a:bodyPr vert="horz" lIns="119640" tIns="59820" rIns="119640" bIns="598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48097" y="6340166"/>
            <a:ext cx="3024453" cy="364196"/>
          </a:xfrm>
          <a:prstGeom prst="rect">
            <a:avLst/>
          </a:prstGeom>
        </p:spPr>
        <p:txBody>
          <a:bodyPr vert="horz" lIns="119640" tIns="59820" rIns="119640" bIns="598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3060C5D1-7B09-411C-8CF0-9B89373D44EF}" type="datetimeFigureOut">
              <a:rPr lang="ko-KR" altLang="en-US" smtClean="0"/>
              <a:pPr/>
              <a:t>2026-07-08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428664" y="6340166"/>
            <a:ext cx="4104614" cy="364196"/>
          </a:xfrm>
          <a:prstGeom prst="rect">
            <a:avLst/>
          </a:prstGeom>
        </p:spPr>
        <p:txBody>
          <a:bodyPr vert="horz" lIns="119640" tIns="59820" rIns="119640" bIns="598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289389" y="6340166"/>
            <a:ext cx="3024453" cy="364196"/>
          </a:xfrm>
          <a:prstGeom prst="rect">
            <a:avLst/>
          </a:prstGeom>
        </p:spPr>
        <p:txBody>
          <a:bodyPr vert="horz" lIns="119640" tIns="59820" rIns="119640" bIns="598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CB5ACB83-5835-4531-BD23-0222CD1EFBA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4248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50" r:id="rId2"/>
    <p:sldLayoutId id="2147483665" r:id="rId3"/>
    <p:sldLayoutId id="2147483663" r:id="rId4"/>
    <p:sldLayoutId id="2147483662" r:id="rId5"/>
    <p:sldLayoutId id="2147483654" r:id="rId6"/>
    <p:sldLayoutId id="2147483664" r:id="rId7"/>
    <p:sldLayoutId id="2147483666" r:id="rId8"/>
    <p:sldLayoutId id="2147483671" r:id="rId9"/>
    <p:sldLayoutId id="2147483667" r:id="rId10"/>
    <p:sldLayoutId id="2147483668" r:id="rId11"/>
    <p:sldLayoutId id="2147483669" r:id="rId12"/>
    <p:sldLayoutId id="2147483670" r:id="rId13"/>
  </p:sldLayoutIdLst>
  <p:txStyles>
    <p:titleStyle>
      <a:lvl1pPr algn="ctr" defTabSz="1196401" rtl="0" eaLnBrk="1" latinLnBrk="1" hangingPunct="1">
        <a:spcBef>
          <a:spcPct val="0"/>
        </a:spcBef>
        <a:buNone/>
        <a:defRPr sz="58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j-cs"/>
        </a:defRPr>
      </a:lvl1pPr>
    </p:titleStyle>
    <p:bodyStyle>
      <a:lvl1pPr marL="448650" indent="-44865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1pPr>
      <a:lvl2pPr marL="972076" indent="-373875" algn="l" defTabSz="1196401" rtl="0" eaLnBrk="1" latinLnBrk="1" hangingPunct="1">
        <a:spcBef>
          <a:spcPct val="20000"/>
        </a:spcBef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2pPr>
      <a:lvl3pPr marL="1495501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31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3pPr>
      <a:lvl4pPr marL="2093702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–"/>
        <a:defRPr sz="26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4pPr>
      <a:lvl5pPr marL="2691902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»"/>
        <a:defRPr sz="26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5pPr>
      <a:lvl6pPr marL="3290103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888303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486504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084704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98200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96401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794601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392802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991002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89203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187403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785604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vouchermall.co.kr/main/main.do" TargetMode="Externa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mujikorea.co.kr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5186363" y="2784475"/>
            <a:ext cx="85725" cy="19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-6348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" name="Rectangle 17"/>
          <p:cNvSpPr>
            <a:spLocks noChangeArrowheads="1"/>
          </p:cNvSpPr>
          <p:nvPr/>
        </p:nvSpPr>
        <p:spPr bwMode="auto">
          <a:xfrm>
            <a:off x="5137150" y="2757488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" name="Rectangle 18" descr="C:\Documents and Settings\문미영\Local Settings\Temp\hunclip1\02\huntemp.files\img0001.bmp"/>
          <p:cNvSpPr>
            <a:spLocks noChangeArrowheads="1"/>
          </p:cNvSpPr>
          <p:nvPr/>
        </p:nvSpPr>
        <p:spPr bwMode="auto">
          <a:xfrm>
            <a:off x="4248721" y="2322513"/>
            <a:ext cx="4397375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ctr"/>
            <a:r>
              <a:rPr lang="en-US" altLang="ko-KR" sz="3000" b="1" dirty="0">
                <a:latin typeface="맑은 고딕" pitchFamily="50" charset="-127"/>
                <a:ea typeface="맑은 고딕" pitchFamily="50" charset="-127"/>
              </a:rPr>
              <a:t>UI</a:t>
            </a:r>
            <a:r>
              <a:rPr lang="ko-KR" altLang="en-US" sz="3000" b="1" dirty="0">
                <a:latin typeface="맑은 고딕" pitchFamily="50" charset="-127"/>
                <a:ea typeface="맑은 고딕" pitchFamily="50" charset="-127"/>
              </a:rPr>
              <a:t>레이아웃</a:t>
            </a:r>
            <a:endParaRPr lang="en-US" altLang="ko-KR" sz="3000" b="1" dirty="0"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en-US" altLang="ko-KR" sz="1800" b="1" dirty="0">
                <a:latin typeface="맑은 고딕" pitchFamily="50" charset="-127"/>
                <a:ea typeface="맑은 고딕" pitchFamily="50" charset="-127"/>
              </a:rPr>
              <a:t>- </a:t>
            </a:r>
            <a:r>
              <a:rPr lang="ko-KR" altLang="en-US" sz="1800" b="1" dirty="0">
                <a:latin typeface="맑은 고딕" pitchFamily="50" charset="-127"/>
                <a:ea typeface="맑은 고딕" pitchFamily="50" charset="-127"/>
              </a:rPr>
              <a:t>메인 </a:t>
            </a:r>
            <a:r>
              <a:rPr lang="en-US" altLang="ko-KR" sz="1800" b="1" dirty="0">
                <a:latin typeface="맑은 고딕" pitchFamily="50" charset="-127"/>
                <a:ea typeface="맑은 고딕" pitchFamily="50" charset="-127"/>
              </a:rPr>
              <a:t>-</a:t>
            </a:r>
            <a:endParaRPr lang="ko-KR" altLang="en-US" sz="18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" name="Rectangle 19"/>
          <p:cNvSpPr>
            <a:spLocks noChangeArrowheads="1"/>
          </p:cNvSpPr>
          <p:nvPr/>
        </p:nvSpPr>
        <p:spPr bwMode="auto">
          <a:xfrm>
            <a:off x="5137150" y="2686050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" name="Rectangle 29"/>
          <p:cNvSpPr>
            <a:spLocks noChangeArrowheads="1"/>
          </p:cNvSpPr>
          <p:nvPr/>
        </p:nvSpPr>
        <p:spPr bwMode="auto">
          <a:xfrm>
            <a:off x="5137150" y="1928813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" name="Rectangle 33"/>
          <p:cNvSpPr>
            <a:spLocks noChangeArrowheads="1"/>
          </p:cNvSpPr>
          <p:nvPr/>
        </p:nvSpPr>
        <p:spPr bwMode="auto">
          <a:xfrm>
            <a:off x="5184775" y="2667000"/>
            <a:ext cx="87313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130134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7" name="Rectangle 52"/>
          <p:cNvSpPr>
            <a:spLocks noChangeArrowheads="1"/>
          </p:cNvSpPr>
          <p:nvPr/>
        </p:nvSpPr>
        <p:spPr bwMode="auto">
          <a:xfrm>
            <a:off x="5137150" y="2708275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0" name="직선 연결선 4"/>
          <p:cNvCxnSpPr>
            <a:cxnSpLocks noChangeShapeType="1"/>
          </p:cNvCxnSpPr>
          <p:nvPr/>
        </p:nvCxnSpPr>
        <p:spPr bwMode="auto">
          <a:xfrm>
            <a:off x="1541463" y="20367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" name="직선 연결선 20"/>
          <p:cNvCxnSpPr>
            <a:cxnSpLocks noChangeShapeType="1"/>
          </p:cNvCxnSpPr>
          <p:nvPr/>
        </p:nvCxnSpPr>
        <p:spPr bwMode="auto">
          <a:xfrm>
            <a:off x="1565274" y="33448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22" name="표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5705827"/>
              </p:ext>
            </p:extLst>
          </p:nvPr>
        </p:nvGraphicFramePr>
        <p:xfrm>
          <a:off x="7522046" y="4019550"/>
          <a:ext cx="3927475" cy="876300"/>
        </p:xfrm>
        <a:graphic>
          <a:graphicData uri="http://schemas.openxmlformats.org/drawingml/2006/table">
            <a:tbl>
              <a:tblPr/>
              <a:tblGrid>
                <a:gridCol w="14065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09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1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문서 번호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3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버전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0.05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제</a:t>
                      </a:r>
                      <a:r>
                        <a:rPr lang="en-US" altLang="ko-KR" sz="1400" b="1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·</a:t>
                      </a: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개정일자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2026-07-08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1880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548"/>
          <p:cNvSpPr txBox="1">
            <a:spLocks noChangeArrowheads="1"/>
          </p:cNvSpPr>
          <p:nvPr/>
        </p:nvSpPr>
        <p:spPr bwMode="auto">
          <a:xfrm>
            <a:off x="5164137" y="827981"/>
            <a:ext cx="26336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4" tIns="45711" rIns="91424" bIns="45711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ctr"/>
            <a:r>
              <a:rPr kumimoji="0" lang="ko-KR" altLang="en-US" sz="1400" b="1" u="sng" dirty="0">
                <a:latin typeface="맑은 고딕" pitchFamily="50" charset="-127"/>
                <a:ea typeface="맑은 고딕" pitchFamily="50" charset="-127"/>
              </a:rPr>
              <a:t>개 정 이 </a:t>
            </a:r>
            <a:r>
              <a:rPr kumimoji="0" lang="ko-KR" altLang="en-US" sz="1400" b="1" u="sng" dirty="0" err="1">
                <a:latin typeface="맑은 고딕" pitchFamily="50" charset="-127"/>
                <a:ea typeface="맑은 고딕" pitchFamily="50" charset="-127"/>
              </a:rPr>
              <a:t>력</a:t>
            </a:r>
            <a:endParaRPr kumimoji="0" lang="ko-KR" altLang="en-US" sz="1400" b="1" u="sng" dirty="0"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6" name="Group 4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6406556"/>
              </p:ext>
            </p:extLst>
          </p:nvPr>
        </p:nvGraphicFramePr>
        <p:xfrm>
          <a:off x="360289" y="1293813"/>
          <a:ext cx="12241360" cy="3922372"/>
        </p:xfrm>
        <a:graphic>
          <a:graphicData uri="http://schemas.openxmlformats.org/drawingml/2006/table">
            <a:tbl>
              <a:tblPr/>
              <a:tblGrid>
                <a:gridCol w="10365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8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06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982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91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491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5927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87338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개정번호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변경일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  <a:r>
                        <a:rPr kumimoji="1" lang="en-US" altLang="ko-KR" sz="10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개정 내역</a:t>
                      </a:r>
                      <a:r>
                        <a:rPr kumimoji="1" lang="en-US" altLang="ko-KR" sz="10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kumimoji="1" lang="ko-KR" altLang="en-US" sz="10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작성자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승인자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 고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38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0.01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2026-06-26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최초작성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6/26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메인 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타입으로 디자인 작업 요청 확인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prstClr val="black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고풀잎</a:t>
                      </a:r>
                      <a:endParaRPr kumimoji="1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038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0.02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2026-06-30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수정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일부 화면 수정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prstClr val="black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고풀잎</a:t>
                      </a:r>
                      <a:endParaRPr kumimoji="1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6308891"/>
                  </a:ext>
                </a:extLst>
              </a:tr>
              <a:tr h="311150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0.03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2026-07-01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추가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상품 목록 개선 화면 추가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prstClr val="black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고풀잎</a:t>
                      </a:r>
                      <a:endParaRPr kumimoji="1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9886979"/>
                  </a:ext>
                </a:extLst>
              </a:tr>
              <a:tr h="351828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0.04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2026-07-02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추가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메인 레이어 팝업 설계 추가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prstClr val="black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고풀잎</a:t>
                      </a:r>
                      <a:endParaRPr kumimoji="1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580438"/>
                  </a:ext>
                </a:extLst>
              </a:tr>
              <a:tr h="311150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0.05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2026-07-08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수정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7/7 4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 </a:t>
                      </a: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트라이언소프트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상품 관련 추가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수정 요구사항 반영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900" b="0" i="0" u="none" strike="noStrike" cap="none" spc="-15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찜하기</a:t>
                      </a:r>
                      <a:r>
                        <a:rPr kumimoji="1" lang="ko-KR" altLang="en-US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기능 추가</a:t>
                      </a:r>
                      <a:endParaRPr kumimoji="1" lang="en-US" altLang="ko-KR" sz="900" b="0" i="0" u="none" strike="noStrike" cap="none" spc="-15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900" b="0" i="0" u="none" strike="noStrike" cap="none" spc="-15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바로구매</a:t>
                      </a:r>
                      <a:r>
                        <a:rPr kumimoji="1" lang="ko-KR" altLang="en-US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버튼 삭제</a:t>
                      </a:r>
                      <a:r>
                        <a:rPr kumimoji="1" lang="en-US" altLang="ko-KR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kumimoji="1" lang="ko-KR" altLang="en-US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수량</a:t>
                      </a:r>
                      <a:r>
                        <a:rPr kumimoji="1" lang="en-US" altLang="ko-KR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kumimoji="1" lang="ko-KR" altLang="en-US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옵션 선택 레이어에서 </a:t>
                      </a:r>
                      <a:r>
                        <a:rPr kumimoji="1" lang="ko-KR" altLang="en-US" sz="900" b="0" i="0" u="none" strike="noStrike" cap="none" spc="-15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넣는걸로</a:t>
                      </a:r>
                      <a:r>
                        <a:rPr kumimoji="1" lang="ko-KR" altLang="en-US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변경</a:t>
                      </a:r>
                      <a:r>
                        <a:rPr kumimoji="1" lang="en-US" altLang="ko-KR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kumimoji="1" lang="ko-KR" altLang="en-US" sz="900" b="0" i="0" u="none" strike="noStrike" cap="none" spc="-15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prstClr val="black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고풀잎</a:t>
                      </a:r>
                      <a:endParaRPr kumimoji="1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4617426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930380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039823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7613851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4431368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4878757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0301607"/>
                  </a:ext>
                </a:extLst>
              </a:tr>
            </a:tbl>
          </a:graphicData>
        </a:graphic>
      </p:graphicFrame>
      <p:sp>
        <p:nvSpPr>
          <p:cNvPr id="7" name="Text Box 549"/>
          <p:cNvSpPr txBox="1">
            <a:spLocks noChangeArrowheads="1"/>
          </p:cNvSpPr>
          <p:nvPr/>
        </p:nvSpPr>
        <p:spPr bwMode="auto">
          <a:xfrm>
            <a:off x="256365" y="5868541"/>
            <a:ext cx="493436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l" eaLnBrk="1" hangingPunct="1"/>
            <a:r>
              <a:rPr lang="en-US" altLang="ko-KR" baseline="30000" dirty="0">
                <a:latin typeface="맑은 고딕" pitchFamily="50" charset="-127"/>
                <a:ea typeface="맑은 고딕" pitchFamily="50" charset="-127"/>
              </a:rPr>
              <a:t>1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구분 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변경 내용이 이전 문서에 대해 최초작성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승인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추가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수정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삭제 중 선택 기입</a:t>
            </a:r>
          </a:p>
          <a:p>
            <a:pPr algn="l" eaLnBrk="1" hangingPunct="1"/>
            <a:r>
              <a:rPr lang="en-US" altLang="ko-KR" baseline="30000" dirty="0">
                <a:latin typeface="맑은 고딕" pitchFamily="50" charset="-127"/>
                <a:ea typeface="맑은 고딕" pitchFamily="50" charset="-127"/>
              </a:rPr>
              <a:t>2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개정 내역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변경이 발생되는 위치와 변경 내용을 자세히 기록</a:t>
            </a:r>
            <a:endParaRPr lang="en-US" altLang="ko-KR" dirty="0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69507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9E085B-470E-6AA7-C28A-67AC44506E29}"/>
              </a:ext>
            </a:extLst>
          </p:cNvPr>
          <p:cNvSpPr txBox="1"/>
          <p:nvPr/>
        </p:nvSpPr>
        <p:spPr>
          <a:xfrm>
            <a:off x="288281" y="190942"/>
            <a:ext cx="10631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작업 참고 사항</a:t>
            </a:r>
            <a:endParaRPr lang="en-US" altLang="ko-KR" sz="1200" b="1" spc="-150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A03FED-A380-34E3-3753-5F290BC7FC7C}"/>
              </a:ext>
            </a:extLst>
          </p:cNvPr>
          <p:cNvSpPr txBox="1"/>
          <p:nvPr/>
        </p:nvSpPr>
        <p:spPr>
          <a:xfrm>
            <a:off x="288281" y="611957"/>
            <a:ext cx="6481688" cy="12744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1000" b="1" spc="-150" dirty="0">
                <a:latin typeface="+mn-ea"/>
              </a:rPr>
              <a:t>국민행복몰을 </a:t>
            </a:r>
            <a:r>
              <a:rPr lang="en-US" altLang="ko-KR" sz="1000" b="1" spc="-150" dirty="0">
                <a:latin typeface="+mn-ea"/>
              </a:rPr>
              <a:t>UIUX</a:t>
            </a:r>
            <a:r>
              <a:rPr lang="ko-KR" altLang="en-US" sz="1000" b="1" spc="-150" dirty="0">
                <a:latin typeface="+mn-ea"/>
              </a:rPr>
              <a:t> 리뉴얼 프로젝트를 위한 작업</a:t>
            </a:r>
            <a:r>
              <a:rPr lang="en-US" altLang="ko-KR" sz="1000" b="1" spc="-150" dirty="0">
                <a:latin typeface="+mn-ea"/>
              </a:rPr>
              <a:t>  </a:t>
            </a:r>
            <a:r>
              <a:rPr lang="en-US" altLang="ko-KR" sz="1000" b="1" spc="-150" dirty="0">
                <a:latin typeface="+mn-ea"/>
                <a:hlinkClick r:id="rId2"/>
              </a:rPr>
              <a:t>https://www.vouchermall.co.kr/main/main.do</a:t>
            </a:r>
            <a:endParaRPr lang="en-US" altLang="ko-KR" sz="1000" b="1" spc="-150" dirty="0">
              <a:latin typeface="+mn-ea"/>
            </a:endParaRP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000" spc="-150" dirty="0" err="1">
                <a:latin typeface="+mn-ea"/>
              </a:rPr>
              <a:t>행복몰</a:t>
            </a:r>
            <a:r>
              <a:rPr lang="ko-KR" altLang="en-US" sz="1000" spc="-150" dirty="0">
                <a:latin typeface="+mn-ea"/>
              </a:rPr>
              <a:t> 로고만 유지</a:t>
            </a:r>
            <a:r>
              <a:rPr lang="en-US" altLang="ko-KR" sz="1000" spc="-150" dirty="0">
                <a:latin typeface="+mn-ea"/>
              </a:rPr>
              <a:t>, </a:t>
            </a:r>
            <a:r>
              <a:rPr lang="ko-KR" altLang="en-US" sz="1000" spc="-150" dirty="0">
                <a:latin typeface="+mn-ea"/>
              </a:rPr>
              <a:t>별다른 </a:t>
            </a:r>
            <a:r>
              <a:rPr lang="en-US" altLang="ko-KR" sz="1000" dirty="0">
                <a:latin typeface="+mn-ea"/>
              </a:rPr>
              <a:t>CI </a:t>
            </a:r>
            <a:r>
              <a:rPr lang="ko-KR" altLang="en-US" sz="1000" spc="-150" dirty="0">
                <a:latin typeface="+mn-ea"/>
              </a:rPr>
              <a:t>가이드가 있거나 참고해야 할 디자인 소스는 없음</a:t>
            </a:r>
            <a:endParaRPr lang="en-US" altLang="ko-KR" sz="1000" spc="-150" dirty="0">
              <a:latin typeface="+mn-ea"/>
            </a:endParaRP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000" spc="-150" dirty="0" err="1">
                <a:latin typeface="+mn-ea"/>
              </a:rPr>
              <a:t>웹표준</a:t>
            </a:r>
            <a:r>
              <a:rPr lang="en-US" altLang="ko-KR" sz="1000" spc="-150" dirty="0">
                <a:latin typeface="+mn-ea"/>
              </a:rPr>
              <a:t>,</a:t>
            </a:r>
            <a:r>
              <a:rPr lang="ko-KR" altLang="en-US" sz="1000" spc="-150" dirty="0">
                <a:latin typeface="+mn-ea"/>
              </a:rPr>
              <a:t>접근성 준수</a:t>
            </a:r>
            <a:endParaRPr lang="en-US" altLang="ko-KR" sz="1000" spc="-150" dirty="0">
              <a:latin typeface="+mn-ea"/>
            </a:endParaRPr>
          </a:p>
          <a:p>
            <a:pPr marL="228600" indent="-228600">
              <a:lnSpc>
                <a:spcPct val="200000"/>
              </a:lnSpc>
              <a:buAutoNum type="arabicPeriod"/>
            </a:pPr>
            <a:endParaRPr lang="en-US" altLang="ko-KR" sz="1000" spc="-150" dirty="0"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CDE83F-6126-4EB7-5AC5-F85B18735097}"/>
              </a:ext>
            </a:extLst>
          </p:cNvPr>
          <p:cNvSpPr txBox="1"/>
          <p:nvPr/>
        </p:nvSpPr>
        <p:spPr>
          <a:xfrm>
            <a:off x="319754" y="1692077"/>
            <a:ext cx="6481688" cy="18900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1000" b="1" spc="-150" dirty="0">
                <a:latin typeface="+mn-ea"/>
              </a:rPr>
              <a:t>해상도</a:t>
            </a:r>
            <a:endParaRPr lang="en-US" altLang="ko-KR" sz="1000" b="1" spc="-150" dirty="0">
              <a:latin typeface="+mn-ea"/>
            </a:endParaRP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000" spc="-150" dirty="0">
                <a:latin typeface="+mn-ea"/>
              </a:rPr>
              <a:t>모바일 퍼스트 기반 반응형</a:t>
            </a:r>
            <a:endParaRPr lang="en-US" altLang="ko-KR" sz="1000" spc="-150" dirty="0">
              <a:latin typeface="+mn-ea"/>
            </a:endParaRP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000" spc="-150" dirty="0"/>
              <a:t>모바일: 최소 360px 지원 (기존 지원 유지)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000" spc="-150" dirty="0"/>
              <a:t>태블릿: 768px 지원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000" spc="-150" dirty="0"/>
              <a:t>PC : 1440px / 지원 범위: 최소 1280px ~ 와이드 1920px 지원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000" spc="-150" dirty="0"/>
              <a:t>콘텐츠 영역: 최대 폭 1200px (기존 폭 유지)</a:t>
            </a:r>
            <a:endParaRPr lang="en-US" altLang="ko-KR" sz="1000" spc="-150" dirty="0"/>
          </a:p>
        </p:txBody>
      </p:sp>
    </p:spTree>
    <p:extLst>
      <p:ext uri="{BB962C8B-B14F-4D97-AF65-F5344CB8AC3E}">
        <p14:creationId xmlns:p14="http://schemas.microsoft.com/office/powerpoint/2010/main" val="7126989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1836EF-3B6F-A25A-C883-3220BD413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043690C-9CD1-1137-94D1-818043C61563}"/>
              </a:ext>
            </a:extLst>
          </p:cNvPr>
          <p:cNvSpPr txBox="1"/>
          <p:nvPr/>
        </p:nvSpPr>
        <p:spPr>
          <a:xfrm>
            <a:off x="5430843" y="2700189"/>
            <a:ext cx="21002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3600" u="sng" spc="-150" dirty="0">
                <a:latin typeface="맑은 고딕" panose="020B0503020000020004" pitchFamily="50" charset="-127"/>
              </a:rPr>
              <a:t>GNB </a:t>
            </a:r>
            <a:r>
              <a:rPr lang="ko-KR" altLang="en-US" sz="3600" u="sng" spc="-150" dirty="0">
                <a:latin typeface="맑은 고딕" panose="020B0503020000020004" pitchFamily="50" charset="-127"/>
              </a:rPr>
              <a:t>정의</a:t>
            </a:r>
            <a:endParaRPr lang="en-US" altLang="ko-KR" sz="3600" u="sng" spc="-150" dirty="0"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771678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25708B-D1C5-F92A-DAB8-F5DC8722EF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직사각형 32">
            <a:extLst>
              <a:ext uri="{FF2B5EF4-FFF2-40B4-BE49-F238E27FC236}">
                <a16:creationId xmlns:a16="http://schemas.microsoft.com/office/drawing/2014/main" id="{502550EB-D768-9853-106D-6204EAD4E8AC}"/>
              </a:ext>
            </a:extLst>
          </p:cNvPr>
          <p:cNvSpPr/>
          <p:nvPr/>
        </p:nvSpPr>
        <p:spPr>
          <a:xfrm>
            <a:off x="360289" y="1702850"/>
            <a:ext cx="11809312" cy="459203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5768489-8035-365A-30F1-8D67519F6964}"/>
              </a:ext>
            </a:extLst>
          </p:cNvPr>
          <p:cNvSpPr txBox="1"/>
          <p:nvPr/>
        </p:nvSpPr>
        <p:spPr>
          <a:xfrm>
            <a:off x="288281" y="190942"/>
            <a:ext cx="15456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u"/>
            </a:pPr>
            <a:r>
              <a:rPr lang="en-US" altLang="ko-KR" sz="1200" b="1" spc="-15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PC - </a:t>
            </a:r>
            <a:r>
              <a:rPr lang="ko-KR" altLang="en-US" sz="1200" b="1" spc="-15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200" b="1" spc="-15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GNB </a:t>
            </a:r>
            <a:r>
              <a:rPr lang="ko-KR" altLang="en-US" sz="1200" b="1" spc="-15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출력 정의</a:t>
            </a:r>
            <a:endParaRPr lang="en-US" altLang="ko-KR" sz="1200" b="1" spc="-150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242CCA2-AE79-B32D-C8F0-2DE535B85D17}"/>
              </a:ext>
            </a:extLst>
          </p:cNvPr>
          <p:cNvSpPr txBox="1"/>
          <p:nvPr/>
        </p:nvSpPr>
        <p:spPr>
          <a:xfrm>
            <a:off x="1728441" y="1861241"/>
            <a:ext cx="25250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                 상품               커뮤니티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1C50804-58F1-AD06-2D7E-666F655E9DF4}"/>
              </a:ext>
            </a:extLst>
          </p:cNvPr>
          <p:cNvSpPr/>
          <p:nvPr/>
        </p:nvSpPr>
        <p:spPr>
          <a:xfrm>
            <a:off x="360288" y="1727210"/>
            <a:ext cx="11809313" cy="505898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C076ADF-2806-DA57-B17F-09D600068809}"/>
              </a:ext>
            </a:extLst>
          </p:cNvPr>
          <p:cNvSpPr txBox="1"/>
          <p:nvPr/>
        </p:nvSpPr>
        <p:spPr>
          <a:xfrm>
            <a:off x="288281" y="1404045"/>
            <a:ext cx="25795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① 메인 상단 </a:t>
            </a:r>
            <a:r>
              <a:rPr lang="en-US" altLang="ko-KR" sz="15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GNB </a:t>
            </a:r>
            <a:r>
              <a:rPr lang="ko-KR" altLang="en-US" sz="15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로그인 전</a:t>
            </a:r>
            <a:r>
              <a:rPr lang="en-US" altLang="ko-KR" sz="15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5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후</a:t>
            </a:r>
            <a:endParaRPr lang="en-US" altLang="ko-KR" sz="1500" b="1" i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51A4F1D-5F64-9CD6-197C-0E0790609FC9}"/>
              </a:ext>
            </a:extLst>
          </p:cNvPr>
          <p:cNvSpPr txBox="1"/>
          <p:nvPr/>
        </p:nvSpPr>
        <p:spPr>
          <a:xfrm>
            <a:off x="288281" y="2521040"/>
            <a:ext cx="1540806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② 마우스 오버 시</a:t>
            </a:r>
            <a:endParaRPr lang="en-US" altLang="ko-KR" sz="1500" b="1" i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959C43E-37D7-5C17-F6D9-691444DE52F4}"/>
              </a:ext>
            </a:extLst>
          </p:cNvPr>
          <p:cNvSpPr txBox="1"/>
          <p:nvPr/>
        </p:nvSpPr>
        <p:spPr>
          <a:xfrm>
            <a:off x="4032697" y="872384"/>
            <a:ext cx="47281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200" b="1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상단 </a:t>
            </a:r>
            <a:r>
              <a:rPr lang="en-US" altLang="ko-KR" sz="1200" b="1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GNB</a:t>
            </a:r>
            <a:r>
              <a:rPr lang="ko-KR" altLang="en-US" sz="1200" b="1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영역은 화면 하단으로 스크롤 시</a:t>
            </a:r>
            <a:r>
              <a:rPr lang="en-US" altLang="ko-KR" sz="1200" b="1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TOP</a:t>
            </a:r>
            <a:r>
              <a:rPr lang="ko-KR" altLang="en-US" sz="1200" b="1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으로 항시 고정되도록 함</a:t>
            </a:r>
            <a:endParaRPr lang="en-US" altLang="ko-KR" sz="1200" b="1" i="1" spc="-15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FDAE0C7-E779-5A6F-8790-10AF7BC544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297" y="1836797"/>
            <a:ext cx="1060021" cy="356689"/>
          </a:xfrm>
          <a:prstGeom prst="rect">
            <a:avLst/>
          </a:prstGeom>
        </p:spPr>
      </p:pic>
      <p:sp>
        <p:nvSpPr>
          <p:cNvPr id="41" name="직사각형 40">
            <a:extLst>
              <a:ext uri="{FF2B5EF4-FFF2-40B4-BE49-F238E27FC236}">
                <a16:creationId xmlns:a16="http://schemas.microsoft.com/office/drawing/2014/main" id="{25F578DD-B835-3856-CBF6-58F313DBCFE4}"/>
              </a:ext>
            </a:extLst>
          </p:cNvPr>
          <p:cNvSpPr/>
          <p:nvPr/>
        </p:nvSpPr>
        <p:spPr>
          <a:xfrm>
            <a:off x="360289" y="2868521"/>
            <a:ext cx="11809312" cy="235194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E04CFFF-D9A7-630A-380B-2A814C8CE18A}"/>
              </a:ext>
            </a:extLst>
          </p:cNvPr>
          <p:cNvSpPr txBox="1"/>
          <p:nvPr/>
        </p:nvSpPr>
        <p:spPr>
          <a:xfrm>
            <a:off x="1655697" y="2999936"/>
            <a:ext cx="27719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               상품                        커뮤니티</a:t>
            </a: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76207A1F-2F68-CA47-3D2C-6C21A59D1EA1}"/>
              </a:ext>
            </a:extLst>
          </p:cNvPr>
          <p:cNvSpPr/>
          <p:nvPr/>
        </p:nvSpPr>
        <p:spPr>
          <a:xfrm>
            <a:off x="360288" y="2868520"/>
            <a:ext cx="11809313" cy="505898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4CECD96-CE92-ABD2-BE43-A46AA40C2827}"/>
              </a:ext>
            </a:extLst>
          </p:cNvPr>
          <p:cNvSpPr txBox="1"/>
          <p:nvPr/>
        </p:nvSpPr>
        <p:spPr>
          <a:xfrm>
            <a:off x="2552851" y="3406470"/>
            <a:ext cx="1146468" cy="156126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육아 라이프</a:t>
            </a:r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여성 케어</a:t>
            </a:r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생활 지원</a:t>
            </a:r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바우처별 상품 찾기</a:t>
            </a:r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3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기저귀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조제분유 지원</a:t>
            </a:r>
            <a:endParaRPr lang="en-US" altLang="ko-KR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여성청소년 생리용품</a:t>
            </a:r>
            <a:endParaRPr lang="en-US" altLang="ko-KR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FF3F85F-32BA-8866-BE91-CE6CC0A70F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673" y="2971035"/>
            <a:ext cx="1060021" cy="356689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9732FACC-7F3D-E247-3F64-0A7268D052E3}"/>
              </a:ext>
            </a:extLst>
          </p:cNvPr>
          <p:cNvSpPr txBox="1"/>
          <p:nvPr/>
        </p:nvSpPr>
        <p:spPr>
          <a:xfrm>
            <a:off x="1682900" y="3415435"/>
            <a:ext cx="51167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</a:t>
            </a:r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기획전</a:t>
            </a:r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82BD867-84AF-CDDD-2BD6-1A2FE8BFB822}"/>
              </a:ext>
            </a:extLst>
          </p:cNvPr>
          <p:cNvSpPr txBox="1"/>
          <p:nvPr/>
        </p:nvSpPr>
        <p:spPr>
          <a:xfrm>
            <a:off x="3700991" y="3406469"/>
            <a:ext cx="755335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공지사항</a:t>
            </a:r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FAQ</a:t>
            </a:r>
          </a:p>
          <a:p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1:1 </a:t>
            </a:r>
            <a:r>
              <a:rPr lang="ko-KR" altLang="en-US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문의</a:t>
            </a:r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보조금 찾기</a:t>
            </a:r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AILET </a:t>
            </a:r>
          </a:p>
          <a:p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" name="오른쪽 대괄호 26">
            <a:extLst>
              <a:ext uri="{FF2B5EF4-FFF2-40B4-BE49-F238E27FC236}">
                <a16:creationId xmlns:a16="http://schemas.microsoft.com/office/drawing/2014/main" id="{8E652051-DC0D-C3A6-C714-8351CB13360A}"/>
              </a:ext>
            </a:extLst>
          </p:cNvPr>
          <p:cNvSpPr/>
          <p:nvPr/>
        </p:nvSpPr>
        <p:spPr>
          <a:xfrm>
            <a:off x="12202286" y="1747021"/>
            <a:ext cx="162525" cy="466276"/>
          </a:xfrm>
          <a:prstGeom prst="rightBracket">
            <a:avLst/>
          </a:prstGeom>
          <a:ln w="6350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9" name="연결선: 구부러짐 28">
            <a:extLst>
              <a:ext uri="{FF2B5EF4-FFF2-40B4-BE49-F238E27FC236}">
                <a16:creationId xmlns:a16="http://schemas.microsoft.com/office/drawing/2014/main" id="{9DA09649-291B-A829-D51B-E36E4450BF08}"/>
              </a:ext>
            </a:extLst>
          </p:cNvPr>
          <p:cNvCxnSpPr>
            <a:cxnSpLocks/>
            <a:stCxn id="2" idx="3"/>
            <a:endCxn id="27" idx="2"/>
          </p:cNvCxnSpPr>
          <p:nvPr/>
        </p:nvCxnSpPr>
        <p:spPr>
          <a:xfrm>
            <a:off x="8760885" y="1010884"/>
            <a:ext cx="3603926" cy="969275"/>
          </a:xfrm>
          <a:prstGeom prst="curvedConnector3">
            <a:avLst>
              <a:gd name="adj1" fmla="val 106559"/>
            </a:avLst>
          </a:prstGeom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A625E4B-9D75-75A3-AA16-54A2BD458882}"/>
              </a:ext>
            </a:extLst>
          </p:cNvPr>
          <p:cNvSpPr txBox="1"/>
          <p:nvPr/>
        </p:nvSpPr>
        <p:spPr>
          <a:xfrm>
            <a:off x="9505305" y="5381390"/>
            <a:ext cx="3095694" cy="896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dirty="0">
                <a:latin typeface="+mn-ea"/>
              </a:rPr>
              <a:t>참고 </a:t>
            </a:r>
            <a:r>
              <a:rPr lang="en-US" altLang="ko-KR" sz="900" dirty="0">
                <a:latin typeface="+mn-ea"/>
              </a:rPr>
              <a:t>: </a:t>
            </a:r>
            <a:r>
              <a:rPr lang="ko-KR" altLang="en-US" sz="900" dirty="0">
                <a:latin typeface="+mn-ea"/>
                <a:hlinkClick r:id="rId3"/>
              </a:rPr>
              <a:t>https://mujikorea.co.kr/</a:t>
            </a:r>
            <a:endParaRPr lang="en-US" altLang="ko-KR" sz="9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900" dirty="0">
                <a:latin typeface="+mn-ea"/>
              </a:rPr>
              <a:t>        https://www.vouchermall.co.kr/main/main.do</a:t>
            </a:r>
          </a:p>
          <a:p>
            <a:pPr>
              <a:lnSpc>
                <a:spcPct val="150000"/>
              </a:lnSpc>
            </a:pPr>
            <a:r>
              <a:rPr lang="ko-KR" altLang="en-US" sz="900" spc="-150" dirty="0">
                <a:latin typeface="+mn-ea"/>
              </a:rPr>
              <a:t>               상단 헤더 검색 영역에서 검색 시</a:t>
            </a:r>
            <a:r>
              <a:rPr lang="en-US" altLang="ko-KR" sz="900" spc="-150" dirty="0">
                <a:latin typeface="+mn-ea"/>
              </a:rPr>
              <a:t>, </a:t>
            </a:r>
          </a:p>
          <a:p>
            <a:pPr>
              <a:lnSpc>
                <a:spcPct val="150000"/>
              </a:lnSpc>
            </a:pPr>
            <a:r>
              <a:rPr lang="en-US" altLang="ko-KR" sz="900" spc="-150" dirty="0">
                <a:latin typeface="+mn-ea"/>
              </a:rPr>
              <a:t>               </a:t>
            </a:r>
            <a:r>
              <a:rPr lang="ko-KR" altLang="en-US" sz="900" spc="-150" dirty="0">
                <a:latin typeface="+mn-ea"/>
              </a:rPr>
              <a:t>상품 검색결과 공통 페이지로 떨어지는 구조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5617FFA4-215A-69FF-CE71-77A4A7FE828A}"/>
              </a:ext>
            </a:extLst>
          </p:cNvPr>
          <p:cNvGrpSpPr/>
          <p:nvPr/>
        </p:nvGrpSpPr>
        <p:grpSpPr>
          <a:xfrm>
            <a:off x="10153377" y="1932452"/>
            <a:ext cx="1804220" cy="172355"/>
            <a:chOff x="4185907" y="711082"/>
            <a:chExt cx="3015142" cy="288032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3375264D-CA3E-8B13-852E-7D37B593645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929443" y="711082"/>
              <a:ext cx="271606" cy="264061"/>
            </a:xfrm>
            <a:prstGeom prst="rect">
              <a:avLst/>
            </a:prstGeom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04B30EBA-AAEA-C3C3-165E-B3B7A5CB8AC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19832" r="76394" b="17169"/>
            <a:stretch>
              <a:fillRect/>
            </a:stretch>
          </p:blipFill>
          <p:spPr>
            <a:xfrm>
              <a:off x="4185907" y="711082"/>
              <a:ext cx="400230" cy="288032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8CBC87CA-FE27-53B8-F553-DEC2AD782C7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37124" t="19832" r="40203" b="17169"/>
            <a:stretch>
              <a:fillRect/>
            </a:stretch>
          </p:blipFill>
          <p:spPr>
            <a:xfrm>
              <a:off x="6448904" y="711082"/>
              <a:ext cx="384412" cy="288032"/>
            </a:xfrm>
            <a:prstGeom prst="rect">
              <a:avLst/>
            </a:prstGeom>
          </p:spPr>
        </p:pic>
      </p:grp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F1419B6A-75B7-0CA3-F253-FE11E83E78E4}"/>
              </a:ext>
            </a:extLst>
          </p:cNvPr>
          <p:cNvSpPr/>
          <p:nvPr/>
        </p:nvSpPr>
        <p:spPr>
          <a:xfrm>
            <a:off x="10153377" y="1880940"/>
            <a:ext cx="1309109" cy="261034"/>
          </a:xfrm>
          <a:prstGeom prst="round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lang="ko-KR" alt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4763A79F-5F4F-9552-79C1-4F29058B9CF2}"/>
              </a:ext>
            </a:extLst>
          </p:cNvPr>
          <p:cNvGrpSpPr/>
          <p:nvPr/>
        </p:nvGrpSpPr>
        <p:grpSpPr>
          <a:xfrm>
            <a:off x="10201917" y="2983926"/>
            <a:ext cx="1800722" cy="172355"/>
            <a:chOff x="4191753" y="711082"/>
            <a:chExt cx="3009296" cy="288032"/>
          </a:xfrm>
        </p:grpSpPr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8E2691AE-B682-E2E2-B5EF-1C6B11D3BA1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929443" y="711082"/>
              <a:ext cx="271606" cy="264061"/>
            </a:xfrm>
            <a:prstGeom prst="rect">
              <a:avLst/>
            </a:prstGeom>
          </p:spPr>
        </p:pic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B386905B-4B00-AF20-99C8-4594C2FB3B1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19832" r="76394" b="17169"/>
            <a:stretch>
              <a:fillRect/>
            </a:stretch>
          </p:blipFill>
          <p:spPr>
            <a:xfrm>
              <a:off x="4191753" y="711082"/>
              <a:ext cx="400230" cy="288032"/>
            </a:xfrm>
            <a:prstGeom prst="rect">
              <a:avLst/>
            </a:prstGeom>
          </p:spPr>
        </p:pic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5262E29A-5B88-4A7A-17CC-9D613A5A6DD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37124" t="19832" r="40203" b="17169"/>
            <a:stretch>
              <a:fillRect/>
            </a:stretch>
          </p:blipFill>
          <p:spPr>
            <a:xfrm>
              <a:off x="6448904" y="711082"/>
              <a:ext cx="384412" cy="288032"/>
            </a:xfrm>
            <a:prstGeom prst="rect">
              <a:avLst/>
            </a:prstGeom>
          </p:spPr>
        </p:pic>
      </p:grp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668F4ACF-8199-44BF-49AD-EA34C5CDC4EA}"/>
              </a:ext>
            </a:extLst>
          </p:cNvPr>
          <p:cNvSpPr/>
          <p:nvPr/>
        </p:nvSpPr>
        <p:spPr>
          <a:xfrm>
            <a:off x="10198417" y="2932414"/>
            <a:ext cx="1309109" cy="261034"/>
          </a:xfrm>
          <a:prstGeom prst="round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49FA7DE-8DF0-B94E-E308-D494D954071A}"/>
              </a:ext>
            </a:extLst>
          </p:cNvPr>
          <p:cNvSpPr txBox="1"/>
          <p:nvPr/>
        </p:nvSpPr>
        <p:spPr>
          <a:xfrm>
            <a:off x="10297393" y="1903735"/>
            <a:ext cx="53572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bg1">
                    <a:lumMod val="6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검색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749F7FD-35EB-3C55-40B5-F12D73AD1BA3}"/>
              </a:ext>
            </a:extLst>
          </p:cNvPr>
          <p:cNvSpPr txBox="1"/>
          <p:nvPr/>
        </p:nvSpPr>
        <p:spPr>
          <a:xfrm>
            <a:off x="10369401" y="2957277"/>
            <a:ext cx="43473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latin typeface="맑은 고딕" panose="020B0503020000020004" pitchFamily="50" charset="-127"/>
              </a:rPr>
              <a:t>기저귀</a:t>
            </a:r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2BE3DF35-CCD8-3764-C520-D3A803398CDE}"/>
              </a:ext>
            </a:extLst>
          </p:cNvPr>
          <p:cNvGrpSpPr/>
          <p:nvPr/>
        </p:nvGrpSpPr>
        <p:grpSpPr>
          <a:xfrm>
            <a:off x="11243022" y="2962381"/>
            <a:ext cx="206499" cy="215444"/>
            <a:chOff x="5860406" y="1378645"/>
            <a:chExt cx="206499" cy="215444"/>
          </a:xfrm>
        </p:grpSpPr>
        <p:sp>
          <p:nvSpPr>
            <p:cNvPr id="37" name="순서도: 연결자 36">
              <a:extLst>
                <a:ext uri="{FF2B5EF4-FFF2-40B4-BE49-F238E27FC236}">
                  <a16:creationId xmlns:a16="http://schemas.microsoft.com/office/drawing/2014/main" id="{3730E5F3-154B-8A36-B698-CEC7FB4D6A7D}"/>
                </a:ext>
              </a:extLst>
            </p:cNvPr>
            <p:cNvSpPr/>
            <p:nvPr/>
          </p:nvSpPr>
          <p:spPr>
            <a:xfrm>
              <a:off x="5904905" y="1404045"/>
              <a:ext cx="162000" cy="162000"/>
            </a:xfrm>
            <a:prstGeom prst="flowChartConnector">
              <a:avLst/>
            </a:prstGeom>
            <a:solidFill>
              <a:schemeClr val="bg1">
                <a:lumMod val="6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2B84A35F-4493-AE00-B2BF-F1DAA180318F}"/>
                </a:ext>
              </a:extLst>
            </p:cNvPr>
            <p:cNvSpPr txBox="1"/>
            <p:nvPr/>
          </p:nvSpPr>
          <p:spPr>
            <a:xfrm>
              <a:off x="5860406" y="1378645"/>
              <a:ext cx="19486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X</a:t>
              </a:r>
              <a:endPara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697351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614EDC-D628-BE28-8BBB-36340E78A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직사각형 32">
            <a:extLst>
              <a:ext uri="{FF2B5EF4-FFF2-40B4-BE49-F238E27FC236}">
                <a16:creationId xmlns:a16="http://schemas.microsoft.com/office/drawing/2014/main" id="{143C632A-D9E2-9164-4F8B-BCF0240DFFBD}"/>
              </a:ext>
            </a:extLst>
          </p:cNvPr>
          <p:cNvSpPr/>
          <p:nvPr/>
        </p:nvSpPr>
        <p:spPr>
          <a:xfrm>
            <a:off x="360289" y="1295163"/>
            <a:ext cx="4536504" cy="459203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4BFF7EA-A2A9-E27A-0CC0-67806375A433}"/>
              </a:ext>
            </a:extLst>
          </p:cNvPr>
          <p:cNvSpPr txBox="1"/>
          <p:nvPr/>
        </p:nvSpPr>
        <p:spPr>
          <a:xfrm>
            <a:off x="288281" y="190942"/>
            <a:ext cx="22477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u"/>
            </a:pPr>
            <a:r>
              <a:rPr lang="ko-KR" altLang="en-US" sz="1200" b="1" spc="-150" dirty="0">
                <a:solidFill>
                  <a:srgbClr val="0070C0"/>
                </a:solidFill>
                <a:latin typeface="맑은 고딕" panose="020B0503020000020004" pitchFamily="50" charset="-127"/>
              </a:rPr>
              <a:t>모바일</a:t>
            </a:r>
            <a:r>
              <a:rPr lang="en-US" altLang="ko-KR" sz="1200" b="1" spc="-150" dirty="0">
                <a:solidFill>
                  <a:srgbClr val="0070C0"/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1200" b="1" spc="-150" dirty="0">
                <a:solidFill>
                  <a:srgbClr val="0070C0"/>
                </a:solidFill>
                <a:latin typeface="맑은 고딕" panose="020B0503020000020004" pitchFamily="50" charset="-127"/>
              </a:rPr>
              <a:t>태블릿 </a:t>
            </a:r>
            <a:r>
              <a:rPr lang="en-US" altLang="ko-KR" sz="1200" b="1" spc="-150" dirty="0">
                <a:solidFill>
                  <a:srgbClr val="0070C0"/>
                </a:solidFill>
                <a:latin typeface="맑은 고딕" panose="020B0503020000020004" pitchFamily="50" charset="-127"/>
              </a:rPr>
              <a:t>-  GNB </a:t>
            </a:r>
            <a:r>
              <a:rPr lang="ko-KR" altLang="en-US" sz="1200" b="1" spc="-150" dirty="0">
                <a:solidFill>
                  <a:srgbClr val="0070C0"/>
                </a:solidFill>
                <a:latin typeface="맑은 고딕" panose="020B0503020000020004" pitchFamily="50" charset="-127"/>
              </a:rPr>
              <a:t>출력 정의</a:t>
            </a:r>
            <a:endParaRPr lang="en-US" altLang="ko-KR" sz="1200" b="1" spc="-150" dirty="0">
              <a:solidFill>
                <a:srgbClr val="0070C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B0633A7-956B-0923-09F1-97CC878405AB}"/>
              </a:ext>
            </a:extLst>
          </p:cNvPr>
          <p:cNvSpPr txBox="1"/>
          <p:nvPr/>
        </p:nvSpPr>
        <p:spPr>
          <a:xfrm>
            <a:off x="432297" y="1692077"/>
            <a:ext cx="178446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     상품      커뮤니티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5EDC3FF-51A3-1089-3FB5-E43335CD47F3}"/>
              </a:ext>
            </a:extLst>
          </p:cNvPr>
          <p:cNvSpPr/>
          <p:nvPr/>
        </p:nvSpPr>
        <p:spPr>
          <a:xfrm>
            <a:off x="360288" y="1295162"/>
            <a:ext cx="3816425" cy="756955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7ABEAE8-4D3D-ADC7-01E3-6CD4569E16FE}"/>
              </a:ext>
            </a:extLst>
          </p:cNvPr>
          <p:cNvSpPr txBox="1"/>
          <p:nvPr/>
        </p:nvSpPr>
        <p:spPr>
          <a:xfrm>
            <a:off x="288281" y="971997"/>
            <a:ext cx="6591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ⓛ 메인 </a:t>
            </a:r>
            <a:endParaRPr lang="en-US" altLang="ko-KR" sz="1200" b="1" i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8338CB0-C76E-3CE7-AC59-A01FE48AF487}"/>
              </a:ext>
            </a:extLst>
          </p:cNvPr>
          <p:cNvSpPr txBox="1"/>
          <p:nvPr/>
        </p:nvSpPr>
        <p:spPr>
          <a:xfrm>
            <a:off x="260432" y="3437701"/>
            <a:ext cx="20329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② 클릭 후</a:t>
            </a:r>
            <a:r>
              <a:rPr lang="en-US" altLang="ko-KR" sz="12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서브 페이지 진입 시</a:t>
            </a:r>
            <a:endParaRPr lang="en-US" altLang="ko-KR" sz="1200" b="1" i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250D06E-0282-D890-ED2C-91A3C5F2F1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297" y="1335388"/>
            <a:ext cx="1060021" cy="356689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F26882DE-B6C0-4879-DF62-3D932CE4365F}"/>
              </a:ext>
            </a:extLst>
          </p:cNvPr>
          <p:cNvGrpSpPr/>
          <p:nvPr/>
        </p:nvGrpSpPr>
        <p:grpSpPr>
          <a:xfrm>
            <a:off x="3474792" y="1431043"/>
            <a:ext cx="629913" cy="172355"/>
            <a:chOff x="6148364" y="711082"/>
            <a:chExt cx="1052685" cy="288032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55A7C43D-1AB9-B9EF-2A49-328E034A92E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929443" y="711082"/>
              <a:ext cx="271606" cy="264061"/>
            </a:xfrm>
            <a:prstGeom prst="rect">
              <a:avLst/>
            </a:prstGeom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E9067D18-60D9-F5D4-C3C4-4519C0264D3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19832" r="76394" b="17169"/>
            <a:stretch>
              <a:fillRect/>
            </a:stretch>
          </p:blipFill>
          <p:spPr>
            <a:xfrm>
              <a:off x="6148364" y="711082"/>
              <a:ext cx="400229" cy="288032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67D7D9A4-53B7-2E8A-92EA-EE6AD6A6B3C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7124" t="19832" r="40203" b="17169"/>
            <a:stretch>
              <a:fillRect/>
            </a:stretch>
          </p:blipFill>
          <p:spPr>
            <a:xfrm>
              <a:off x="6548593" y="711082"/>
              <a:ext cx="384412" cy="288032"/>
            </a:xfrm>
            <a:prstGeom prst="rect">
              <a:avLst/>
            </a:prstGeom>
          </p:spPr>
        </p:pic>
      </p:grp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01C363B0-3B05-16AC-51B0-25B7785AD242}"/>
              </a:ext>
            </a:extLst>
          </p:cNvPr>
          <p:cNvSpPr/>
          <p:nvPr/>
        </p:nvSpPr>
        <p:spPr>
          <a:xfrm>
            <a:off x="360289" y="3804625"/>
            <a:ext cx="3816424" cy="235194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B42F855-6C33-8086-71D3-7BB9B4B3374B}"/>
              </a:ext>
            </a:extLst>
          </p:cNvPr>
          <p:cNvSpPr txBox="1"/>
          <p:nvPr/>
        </p:nvSpPr>
        <p:spPr>
          <a:xfrm>
            <a:off x="2016473" y="3851526"/>
            <a:ext cx="4539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A94E822-7007-0643-DF3C-AB821B4C0F32}"/>
              </a:ext>
            </a:extLst>
          </p:cNvPr>
          <p:cNvSpPr txBox="1"/>
          <p:nvPr/>
        </p:nvSpPr>
        <p:spPr>
          <a:xfrm>
            <a:off x="4149953" y="4747207"/>
            <a:ext cx="6888424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해당 영역은 상품 분류 늘어날 것을 고려해 좌우 스크롤 기능을 넣도록 함</a:t>
            </a:r>
            <a:endParaRPr lang="en-US" altLang="ko-KR" sz="1000" spc="-150" dirty="0">
              <a:solidFill>
                <a:srgbClr val="234DD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800" spc="-150" dirty="0">
              <a:solidFill>
                <a:srgbClr val="234DD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8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참고 </a:t>
            </a:r>
            <a:r>
              <a:rPr lang="en-US" altLang="ko-KR" sz="800" spc="-150" dirty="0">
                <a:solidFill>
                  <a:srgbClr val="234DD3"/>
                </a:solidFill>
                <a:latin typeface="맑은 고딕" panose="020B0503020000020004" pitchFamily="50" charset="-127"/>
              </a:rPr>
              <a:t>: </a:t>
            </a:r>
            <a:r>
              <a:rPr lang="en-US" altLang="ko-KR" sz="800" dirty="0">
                <a:solidFill>
                  <a:srgbClr val="234DD3"/>
                </a:solidFill>
                <a:latin typeface="맑은 고딕" panose="020B0503020000020004" pitchFamily="50" charset="-127"/>
              </a:rPr>
              <a:t>https://www.kurly.com/collection-groups/market-newproduct?collectionGroupsCode=market-newproduct&amp;filters=&amp;collection=newranking1</a:t>
            </a:r>
            <a:endParaRPr lang="en-US" altLang="ko-KR" sz="1000" dirty="0">
              <a:solidFill>
                <a:srgbClr val="234DD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1AD4EF-60E6-EF70-208A-1AB5952E0BE6}"/>
              </a:ext>
            </a:extLst>
          </p:cNvPr>
          <p:cNvSpPr txBox="1"/>
          <p:nvPr/>
        </p:nvSpPr>
        <p:spPr>
          <a:xfrm>
            <a:off x="264447" y="579952"/>
            <a:ext cx="47281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000" b="1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상단 </a:t>
            </a:r>
            <a:r>
              <a:rPr lang="en-US" altLang="ko-KR" sz="1000" b="1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GNB</a:t>
            </a:r>
            <a:r>
              <a:rPr lang="ko-KR" altLang="en-US" sz="1000" b="1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영역은 화면 하단으로 스크롤 시</a:t>
            </a:r>
            <a:r>
              <a:rPr lang="en-US" altLang="ko-KR" sz="1000" b="1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TOP</a:t>
            </a:r>
            <a:r>
              <a:rPr lang="ko-KR" altLang="en-US" sz="1000" b="1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으로 항시 고정되도록 함</a:t>
            </a:r>
          </a:p>
        </p:txBody>
      </p:sp>
      <p:cxnSp>
        <p:nvCxnSpPr>
          <p:cNvPr id="6" name="연결선: 구부러짐 5">
            <a:extLst>
              <a:ext uri="{FF2B5EF4-FFF2-40B4-BE49-F238E27FC236}">
                <a16:creationId xmlns:a16="http://schemas.microsoft.com/office/drawing/2014/main" id="{F48D190F-495B-04C8-34F7-CA07BE08176E}"/>
              </a:ext>
            </a:extLst>
          </p:cNvPr>
          <p:cNvCxnSpPr>
            <a:cxnSpLocks/>
            <a:stCxn id="5" idx="3"/>
            <a:endCxn id="4" idx="3"/>
          </p:cNvCxnSpPr>
          <p:nvPr/>
        </p:nvCxnSpPr>
        <p:spPr>
          <a:xfrm flipH="1">
            <a:off x="4176713" y="703063"/>
            <a:ext cx="815922" cy="970577"/>
          </a:xfrm>
          <a:prstGeom prst="curvedConnector3">
            <a:avLst>
              <a:gd name="adj1" fmla="val -28017"/>
            </a:avLst>
          </a:prstGeom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B44D132E-5FF1-9BE1-A885-004279B358C7}"/>
              </a:ext>
            </a:extLst>
          </p:cNvPr>
          <p:cNvGrpSpPr/>
          <p:nvPr/>
        </p:nvGrpSpPr>
        <p:grpSpPr>
          <a:xfrm>
            <a:off x="3418041" y="3903847"/>
            <a:ext cx="629913" cy="172355"/>
            <a:chOff x="6148364" y="711082"/>
            <a:chExt cx="1052685" cy="288032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3FAE997A-399A-8261-6D73-F1D412504B1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929443" y="711082"/>
              <a:ext cx="271606" cy="264061"/>
            </a:xfrm>
            <a:prstGeom prst="rect">
              <a:avLst/>
            </a:prstGeom>
          </p:spPr>
        </p:pic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5E538504-D03D-B1FB-4F20-D93E6242C79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19832" r="76394" b="17169"/>
            <a:stretch>
              <a:fillRect/>
            </a:stretch>
          </p:blipFill>
          <p:spPr>
            <a:xfrm>
              <a:off x="6148364" y="711082"/>
              <a:ext cx="400229" cy="288032"/>
            </a:xfrm>
            <a:prstGeom prst="rect">
              <a:avLst/>
            </a:prstGeom>
          </p:spPr>
        </p:pic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1D7D5E6A-069B-EF46-BAD4-ED524FB2DE9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7124" t="19832" r="40203" b="17169"/>
            <a:stretch>
              <a:fillRect/>
            </a:stretch>
          </p:blipFill>
          <p:spPr>
            <a:xfrm>
              <a:off x="6548593" y="711082"/>
              <a:ext cx="384412" cy="288032"/>
            </a:xfrm>
            <a:prstGeom prst="rect">
              <a:avLst/>
            </a:prstGeom>
          </p:spPr>
        </p:pic>
      </p:grpSp>
      <p:sp>
        <p:nvSpPr>
          <p:cNvPr id="19" name="순서도: 연결자 18">
            <a:extLst>
              <a:ext uri="{FF2B5EF4-FFF2-40B4-BE49-F238E27FC236}">
                <a16:creationId xmlns:a16="http://schemas.microsoft.com/office/drawing/2014/main" id="{9D6AB985-66CD-57C8-F573-1E4B2D78B631}"/>
              </a:ext>
            </a:extLst>
          </p:cNvPr>
          <p:cNvSpPr/>
          <p:nvPr/>
        </p:nvSpPr>
        <p:spPr>
          <a:xfrm>
            <a:off x="1036649" y="1667742"/>
            <a:ext cx="354380" cy="354380"/>
          </a:xfrm>
          <a:prstGeom prst="flowChartConnector">
            <a:avLst/>
          </a:prstGeom>
          <a:noFill/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21" name="연결선: 구부러짐 20">
            <a:extLst>
              <a:ext uri="{FF2B5EF4-FFF2-40B4-BE49-F238E27FC236}">
                <a16:creationId xmlns:a16="http://schemas.microsoft.com/office/drawing/2014/main" id="{083143DE-8F12-4195-9A9D-5A17868F02CE}"/>
              </a:ext>
            </a:extLst>
          </p:cNvPr>
          <p:cNvCxnSpPr>
            <a:cxnSpLocks/>
            <a:stCxn id="19" idx="6"/>
          </p:cNvCxnSpPr>
          <p:nvPr/>
        </p:nvCxnSpPr>
        <p:spPr>
          <a:xfrm>
            <a:off x="1391029" y="1844932"/>
            <a:ext cx="958580" cy="1527643"/>
          </a:xfrm>
          <a:prstGeom prst="curvedConnector2">
            <a:avLst/>
          </a:prstGeom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03794EA9-6E4C-4B19-5306-B3C30A9B6C09}"/>
              </a:ext>
            </a:extLst>
          </p:cNvPr>
          <p:cNvSpPr txBox="1"/>
          <p:nvPr/>
        </p:nvSpPr>
        <p:spPr>
          <a:xfrm>
            <a:off x="408195" y="4225795"/>
            <a:ext cx="262123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육아 라이프     여성 케어     생활 지원     바우처별 상품 찾기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E0CF668A-544B-6CA6-A49C-CB15AFB1C6AF}"/>
              </a:ext>
            </a:extLst>
          </p:cNvPr>
          <p:cNvSpPr/>
          <p:nvPr/>
        </p:nvSpPr>
        <p:spPr>
          <a:xfrm>
            <a:off x="475380" y="4384619"/>
            <a:ext cx="561269" cy="72008"/>
          </a:xfrm>
          <a:prstGeom prst="roundRect">
            <a:avLst/>
          </a:prstGeom>
          <a:solidFill>
            <a:schemeClr val="accent6">
              <a:lumMod val="75000"/>
              <a:alpha val="3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0DC1797E-9B5C-4EFC-DBF0-EDD5C0A246EE}"/>
              </a:ext>
            </a:extLst>
          </p:cNvPr>
          <p:cNvGrpSpPr/>
          <p:nvPr/>
        </p:nvGrpSpPr>
        <p:grpSpPr>
          <a:xfrm>
            <a:off x="475380" y="4520836"/>
            <a:ext cx="749005" cy="240439"/>
            <a:chOff x="475380" y="4506768"/>
            <a:chExt cx="749005" cy="240439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F2415CDC-2EC4-0231-8032-32BAF4843EE6}"/>
                </a:ext>
              </a:extLst>
            </p:cNvPr>
            <p:cNvSpPr txBox="1"/>
            <p:nvPr/>
          </p:nvSpPr>
          <p:spPr>
            <a:xfrm>
              <a:off x="617489" y="4516375"/>
              <a:ext cx="37702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분유</a:t>
              </a:r>
              <a:endPara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40" name="그림 39">
              <a:extLst>
                <a:ext uri="{FF2B5EF4-FFF2-40B4-BE49-F238E27FC236}">
                  <a16:creationId xmlns:a16="http://schemas.microsoft.com/office/drawing/2014/main" id="{0CFC9627-1F39-9229-F225-F4E32D8C1E7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33462" y="4549695"/>
              <a:ext cx="128511" cy="159410"/>
            </a:xfrm>
            <a:prstGeom prst="rect">
              <a:avLst/>
            </a:prstGeom>
          </p:spPr>
        </p:pic>
        <p:sp>
          <p:nvSpPr>
            <p:cNvPr id="42" name="사각형: 둥근 모서리 41">
              <a:extLst>
                <a:ext uri="{FF2B5EF4-FFF2-40B4-BE49-F238E27FC236}">
                  <a16:creationId xmlns:a16="http://schemas.microsoft.com/office/drawing/2014/main" id="{E6DBA767-7223-4942-C4D9-BFA1EA891E54}"/>
                </a:ext>
              </a:extLst>
            </p:cNvPr>
            <p:cNvSpPr/>
            <p:nvPr/>
          </p:nvSpPr>
          <p:spPr>
            <a:xfrm>
              <a:off x="475380" y="4506768"/>
              <a:ext cx="749005" cy="240439"/>
            </a:xfrm>
            <a:prstGeom prst="roundRect">
              <a:avLst/>
            </a:prstGeom>
            <a:noFill/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64942E24-3A01-E626-A7B6-8F76C5BB230F}"/>
              </a:ext>
            </a:extLst>
          </p:cNvPr>
          <p:cNvGrpSpPr/>
          <p:nvPr/>
        </p:nvGrpSpPr>
        <p:grpSpPr>
          <a:xfrm>
            <a:off x="1269633" y="4520836"/>
            <a:ext cx="749005" cy="240439"/>
            <a:chOff x="475380" y="4506768"/>
            <a:chExt cx="749005" cy="240439"/>
          </a:xfrm>
        </p:grpSpPr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EECE0A96-EB30-9927-9CCF-94AFE88FB50E}"/>
                </a:ext>
              </a:extLst>
            </p:cNvPr>
            <p:cNvSpPr txBox="1"/>
            <p:nvPr/>
          </p:nvSpPr>
          <p:spPr>
            <a:xfrm>
              <a:off x="617489" y="4516375"/>
              <a:ext cx="47320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기저귀</a:t>
              </a:r>
              <a:endPara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1" name="사각형: 둥근 모서리 50">
              <a:extLst>
                <a:ext uri="{FF2B5EF4-FFF2-40B4-BE49-F238E27FC236}">
                  <a16:creationId xmlns:a16="http://schemas.microsoft.com/office/drawing/2014/main" id="{93E809AF-C042-84A6-03B1-C00C1D36F928}"/>
                </a:ext>
              </a:extLst>
            </p:cNvPr>
            <p:cNvSpPr/>
            <p:nvPr/>
          </p:nvSpPr>
          <p:spPr>
            <a:xfrm>
              <a:off x="475380" y="4506768"/>
              <a:ext cx="749005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pic>
        <p:nvPicPr>
          <p:cNvPr id="53" name="그림 52">
            <a:extLst>
              <a:ext uri="{FF2B5EF4-FFF2-40B4-BE49-F238E27FC236}">
                <a16:creationId xmlns:a16="http://schemas.microsoft.com/office/drawing/2014/main" id="{2EBB04F3-D519-D0AE-B877-A5DA26C571D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57432" y="4560001"/>
            <a:ext cx="141696" cy="189716"/>
          </a:xfrm>
          <a:prstGeom prst="rect">
            <a:avLst/>
          </a:prstGeom>
        </p:spPr>
      </p:pic>
      <p:grpSp>
        <p:nvGrpSpPr>
          <p:cNvPr id="54" name="그룹 53">
            <a:extLst>
              <a:ext uri="{FF2B5EF4-FFF2-40B4-BE49-F238E27FC236}">
                <a16:creationId xmlns:a16="http://schemas.microsoft.com/office/drawing/2014/main" id="{C29FCC83-855C-84F4-C3FD-A64ED486CC22}"/>
              </a:ext>
            </a:extLst>
          </p:cNvPr>
          <p:cNvGrpSpPr/>
          <p:nvPr/>
        </p:nvGrpSpPr>
        <p:grpSpPr>
          <a:xfrm>
            <a:off x="2079020" y="4520836"/>
            <a:ext cx="749005" cy="240439"/>
            <a:chOff x="475380" y="4506768"/>
            <a:chExt cx="749005" cy="240439"/>
          </a:xfrm>
        </p:grpSpPr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BA8658D9-FA51-F4D0-C378-2A1555B5B679}"/>
                </a:ext>
              </a:extLst>
            </p:cNvPr>
            <p:cNvSpPr txBox="1"/>
            <p:nvPr/>
          </p:nvSpPr>
          <p:spPr>
            <a:xfrm>
              <a:off x="617489" y="4516375"/>
              <a:ext cx="47320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물티슈</a:t>
              </a:r>
              <a:endPara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6" name="사각형: 둥근 모서리 55">
              <a:extLst>
                <a:ext uri="{FF2B5EF4-FFF2-40B4-BE49-F238E27FC236}">
                  <a16:creationId xmlns:a16="http://schemas.microsoft.com/office/drawing/2014/main" id="{4BBE7BF7-54CF-1838-ABC8-F1A4CC433377}"/>
                </a:ext>
              </a:extLst>
            </p:cNvPr>
            <p:cNvSpPr/>
            <p:nvPr/>
          </p:nvSpPr>
          <p:spPr>
            <a:xfrm>
              <a:off x="475380" y="4506768"/>
              <a:ext cx="749005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pic>
        <p:nvPicPr>
          <p:cNvPr id="59" name="그림 58">
            <a:extLst>
              <a:ext uri="{FF2B5EF4-FFF2-40B4-BE49-F238E27FC236}">
                <a16:creationId xmlns:a16="http://schemas.microsoft.com/office/drawing/2014/main" id="{59BA79B5-9E57-B20D-B95F-23A438D9905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33577" y="4592528"/>
            <a:ext cx="166365" cy="112409"/>
          </a:xfrm>
          <a:prstGeom prst="rect">
            <a:avLst/>
          </a:prstGeom>
        </p:spPr>
      </p:pic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CA3E6B2E-9762-DFFC-A19F-9542812AD11E}"/>
              </a:ext>
            </a:extLst>
          </p:cNvPr>
          <p:cNvCxnSpPr>
            <a:cxnSpLocks/>
          </p:cNvCxnSpPr>
          <p:nvPr/>
        </p:nvCxnSpPr>
        <p:spPr>
          <a:xfrm>
            <a:off x="408195" y="4658473"/>
            <a:ext cx="3646454" cy="0"/>
          </a:xfrm>
          <a:prstGeom prst="straightConnector1">
            <a:avLst/>
          </a:prstGeom>
          <a:ln w="63500">
            <a:solidFill>
              <a:srgbClr val="234DD3">
                <a:alpha val="30000"/>
              </a:srgb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오른쪽 대괄호 64">
            <a:extLst>
              <a:ext uri="{FF2B5EF4-FFF2-40B4-BE49-F238E27FC236}">
                <a16:creationId xmlns:a16="http://schemas.microsoft.com/office/drawing/2014/main" id="{B48988D9-3E4A-76B5-D9C4-106ED2D9B196}"/>
              </a:ext>
            </a:extLst>
          </p:cNvPr>
          <p:cNvSpPr/>
          <p:nvPr/>
        </p:nvSpPr>
        <p:spPr>
          <a:xfrm>
            <a:off x="4141605" y="4500389"/>
            <a:ext cx="144016" cy="240437"/>
          </a:xfrm>
          <a:prstGeom prst="rightBracket">
            <a:avLst/>
          </a:prstGeom>
          <a:ln w="6350">
            <a:solidFill>
              <a:srgbClr val="234DD3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7" name="오른쪽 대괄호 66">
            <a:extLst>
              <a:ext uri="{FF2B5EF4-FFF2-40B4-BE49-F238E27FC236}">
                <a16:creationId xmlns:a16="http://schemas.microsoft.com/office/drawing/2014/main" id="{05C2E6AA-CC9E-85BC-7F46-05DDA243C7A9}"/>
              </a:ext>
            </a:extLst>
          </p:cNvPr>
          <p:cNvSpPr/>
          <p:nvPr/>
        </p:nvSpPr>
        <p:spPr>
          <a:xfrm>
            <a:off x="4249281" y="3943373"/>
            <a:ext cx="194008" cy="635087"/>
          </a:xfrm>
          <a:prstGeom prst="rightBracket">
            <a:avLst/>
          </a:prstGeom>
          <a:ln w="6350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44DB5DFA-16A4-EB3E-9BCE-9A43A2600764}"/>
              </a:ext>
            </a:extLst>
          </p:cNvPr>
          <p:cNvSpPr txBox="1"/>
          <p:nvPr/>
        </p:nvSpPr>
        <p:spPr>
          <a:xfrm>
            <a:off x="2880569" y="3390379"/>
            <a:ext cx="47281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000" b="1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상단 영역은 화면 하단으로 스크롤 시</a:t>
            </a:r>
            <a:r>
              <a:rPr lang="en-US" altLang="ko-KR" sz="1000" b="1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TOP</a:t>
            </a:r>
            <a:r>
              <a:rPr lang="ko-KR" altLang="en-US" sz="1000" b="1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으로 항시 고정되도록 함</a:t>
            </a:r>
          </a:p>
        </p:txBody>
      </p:sp>
      <p:cxnSp>
        <p:nvCxnSpPr>
          <p:cNvPr id="89" name="연결선: 구부러짐 88">
            <a:extLst>
              <a:ext uri="{FF2B5EF4-FFF2-40B4-BE49-F238E27FC236}">
                <a16:creationId xmlns:a16="http://schemas.microsoft.com/office/drawing/2014/main" id="{CE7AB0B6-2CEA-3BAC-9DD5-8F35A907FAAE}"/>
              </a:ext>
            </a:extLst>
          </p:cNvPr>
          <p:cNvCxnSpPr>
            <a:cxnSpLocks/>
            <a:stCxn id="87" idx="2"/>
            <a:endCxn id="67" idx="2"/>
          </p:cNvCxnSpPr>
          <p:nvPr/>
        </p:nvCxnSpPr>
        <p:spPr>
          <a:xfrm rot="5400000">
            <a:off x="4531818" y="3548071"/>
            <a:ext cx="624317" cy="801374"/>
          </a:xfrm>
          <a:prstGeom prst="curvedConnector4">
            <a:avLst>
              <a:gd name="adj1" fmla="val 35835"/>
              <a:gd name="adj2" fmla="val -34731"/>
            </a:avLst>
          </a:prstGeom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F963D613-E5CB-2075-4EA2-EF6FBF7FD8BE}"/>
              </a:ext>
            </a:extLst>
          </p:cNvPr>
          <p:cNvSpPr txBox="1"/>
          <p:nvPr/>
        </p:nvSpPr>
        <p:spPr>
          <a:xfrm>
            <a:off x="381818" y="3826666"/>
            <a:ext cx="30328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</a:p>
        </p:txBody>
      </p:sp>
    </p:spTree>
    <p:extLst>
      <p:ext uri="{BB962C8B-B14F-4D97-AF65-F5344CB8AC3E}">
        <p14:creationId xmlns:p14="http://schemas.microsoft.com/office/powerpoint/2010/main" val="5067049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892ED18-1167-2617-B118-2AE6103F6D95}"/>
              </a:ext>
            </a:extLst>
          </p:cNvPr>
          <p:cNvSpPr/>
          <p:nvPr/>
        </p:nvSpPr>
        <p:spPr>
          <a:xfrm>
            <a:off x="413571" y="1110413"/>
            <a:ext cx="3159299" cy="235194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8BF3B4E-9EB7-937E-C27D-D8B0D7802B9B}"/>
              </a:ext>
            </a:extLst>
          </p:cNvPr>
          <p:cNvSpPr/>
          <p:nvPr/>
        </p:nvSpPr>
        <p:spPr>
          <a:xfrm>
            <a:off x="413571" y="3084776"/>
            <a:ext cx="3159299" cy="361661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D30E23B-021B-29CE-16E7-A112ADEBC4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633" y="3120699"/>
            <a:ext cx="333375" cy="295275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9CA66131-3774-4C47-E6ED-EB095A966DE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90" t="-14360" r="-2290" b="14360"/>
          <a:stretch>
            <a:fillRect/>
          </a:stretch>
        </p:blipFill>
        <p:spPr>
          <a:xfrm>
            <a:off x="1454993" y="3058466"/>
            <a:ext cx="304800" cy="3429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04B782FB-B488-E354-59CE-9DACA62BADB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7124" t="19832" r="40203" b="17169"/>
          <a:stretch>
            <a:fillRect/>
          </a:stretch>
        </p:blipFill>
        <p:spPr>
          <a:xfrm>
            <a:off x="2341213" y="3145710"/>
            <a:ext cx="334680" cy="250770"/>
          </a:xfrm>
          <a:prstGeom prst="rect">
            <a:avLst/>
          </a:prstGeom>
        </p:spPr>
      </p:pic>
      <p:sp>
        <p:nvSpPr>
          <p:cNvPr id="6" name="순서도: 연결자 5">
            <a:extLst>
              <a:ext uri="{FF2B5EF4-FFF2-40B4-BE49-F238E27FC236}">
                <a16:creationId xmlns:a16="http://schemas.microsoft.com/office/drawing/2014/main" id="{C9CE2B33-C9EE-A460-19C3-D645B5AB5F24}"/>
              </a:ext>
            </a:extLst>
          </p:cNvPr>
          <p:cNvSpPr/>
          <p:nvPr/>
        </p:nvSpPr>
        <p:spPr>
          <a:xfrm>
            <a:off x="3148970" y="3126002"/>
            <a:ext cx="276872" cy="276872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373D91-A581-4F7E-30F6-57254BA8A6F0}"/>
              </a:ext>
            </a:extLst>
          </p:cNvPr>
          <p:cNvSpPr txBox="1"/>
          <p:nvPr/>
        </p:nvSpPr>
        <p:spPr>
          <a:xfrm>
            <a:off x="288281" y="755973"/>
            <a:ext cx="25506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③ 모바일  </a:t>
            </a:r>
            <a:r>
              <a:rPr lang="en-US" altLang="ko-KR" sz="12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only </a:t>
            </a:r>
            <a:r>
              <a:rPr lang="ko-KR" altLang="en-US" sz="12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하단 고정 네비게이션 바</a:t>
            </a:r>
            <a:endParaRPr lang="en-US" altLang="ko-KR" sz="1200" b="1" i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2A0E1E0B-C693-6C86-3DEA-CCB42A02F8D3}"/>
              </a:ext>
            </a:extLst>
          </p:cNvPr>
          <p:cNvCxnSpPr>
            <a:cxnSpLocks/>
          </p:cNvCxnSpPr>
          <p:nvPr/>
        </p:nvCxnSpPr>
        <p:spPr>
          <a:xfrm>
            <a:off x="3287406" y="3415974"/>
            <a:ext cx="285464" cy="112962"/>
          </a:xfrm>
          <a:prstGeom prst="straightConnector1">
            <a:avLst/>
          </a:prstGeom>
          <a:ln w="635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A93BDB08-56E0-0651-835B-A94F20381D96}"/>
              </a:ext>
            </a:extLst>
          </p:cNvPr>
          <p:cNvSpPr txBox="1"/>
          <p:nvPr/>
        </p:nvSpPr>
        <p:spPr>
          <a:xfrm>
            <a:off x="424436" y="3632167"/>
            <a:ext cx="2441694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28600" indent="-228600">
              <a:buFont typeface="+mj-ea"/>
              <a:buAutoNum type="circleNumDbPlain"/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클릭 시 카테고리 레이어 열림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>
              <a:buFont typeface="+mj-ea"/>
              <a:buAutoNum type="circleNumDbPlain"/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클릭 시 메인으로 이동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>
              <a:buFont typeface="+mj-ea"/>
              <a:buAutoNum type="circleNumDbPlain"/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로그인 전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클릭 시 로그인 페이지로 이동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로그인 후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클릭 시  내 정보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 회원정보로 이동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④     클릭 시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최근 본 상품 화면 이동</a:t>
            </a:r>
          </a:p>
        </p:txBody>
      </p:sp>
      <p:sp>
        <p:nvSpPr>
          <p:cNvPr id="11" name="모서리가 둥근 직사각형 114">
            <a:extLst>
              <a:ext uri="{FF2B5EF4-FFF2-40B4-BE49-F238E27FC236}">
                <a16:creationId xmlns:a16="http://schemas.microsoft.com/office/drawing/2014/main" id="{7649B29E-CEFA-0BA2-E9D5-C7AF6DE77C57}"/>
              </a:ext>
            </a:extLst>
          </p:cNvPr>
          <p:cNvSpPr/>
          <p:nvPr/>
        </p:nvSpPr>
        <p:spPr>
          <a:xfrm>
            <a:off x="576313" y="2951046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2" name="모서리가 둥근 직사각형 114">
            <a:extLst>
              <a:ext uri="{FF2B5EF4-FFF2-40B4-BE49-F238E27FC236}">
                <a16:creationId xmlns:a16="http://schemas.microsoft.com/office/drawing/2014/main" id="{0DA94B41-92B3-3029-A96E-3384B3FAE69D}"/>
              </a:ext>
            </a:extLst>
          </p:cNvPr>
          <p:cNvSpPr/>
          <p:nvPr/>
        </p:nvSpPr>
        <p:spPr>
          <a:xfrm>
            <a:off x="1448013" y="2951046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3" name="모서리가 둥근 직사각형 114">
            <a:extLst>
              <a:ext uri="{FF2B5EF4-FFF2-40B4-BE49-F238E27FC236}">
                <a16:creationId xmlns:a16="http://schemas.microsoft.com/office/drawing/2014/main" id="{26CF9113-9D18-2645-3F30-0643A9425BFA}"/>
              </a:ext>
            </a:extLst>
          </p:cNvPr>
          <p:cNvSpPr/>
          <p:nvPr/>
        </p:nvSpPr>
        <p:spPr>
          <a:xfrm>
            <a:off x="2295057" y="294014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4" name="모서리가 둥근 직사각형 114">
            <a:extLst>
              <a:ext uri="{FF2B5EF4-FFF2-40B4-BE49-F238E27FC236}">
                <a16:creationId xmlns:a16="http://schemas.microsoft.com/office/drawing/2014/main" id="{2FB15CBC-665E-4C3B-3875-D1BBB5163F43}"/>
              </a:ext>
            </a:extLst>
          </p:cNvPr>
          <p:cNvSpPr/>
          <p:nvPr/>
        </p:nvSpPr>
        <p:spPr>
          <a:xfrm>
            <a:off x="3108525" y="294014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E6977B3-6DA0-5C07-1944-805DD60E762F}"/>
              </a:ext>
            </a:extLst>
          </p:cNvPr>
          <p:cNvSpPr/>
          <p:nvPr/>
        </p:nvSpPr>
        <p:spPr>
          <a:xfrm>
            <a:off x="4070037" y="1121674"/>
            <a:ext cx="3816424" cy="459203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419037C-1A7B-5856-2A37-EAF1C68386AA}"/>
              </a:ext>
            </a:extLst>
          </p:cNvPr>
          <p:cNvSpPr txBox="1"/>
          <p:nvPr/>
        </p:nvSpPr>
        <p:spPr>
          <a:xfrm>
            <a:off x="4205152" y="1507328"/>
            <a:ext cx="17844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     상품      커뮤니티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3E99902-0B2A-D9F5-D50A-191ED905904A}"/>
              </a:ext>
            </a:extLst>
          </p:cNvPr>
          <p:cNvSpPr/>
          <p:nvPr/>
        </p:nvSpPr>
        <p:spPr>
          <a:xfrm>
            <a:off x="4133144" y="1110413"/>
            <a:ext cx="3154350" cy="756955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5EBAA4A-6EBB-05EA-1B9D-DF93A1275FB0}"/>
              </a:ext>
            </a:extLst>
          </p:cNvPr>
          <p:cNvSpPr txBox="1"/>
          <p:nvPr/>
        </p:nvSpPr>
        <p:spPr>
          <a:xfrm>
            <a:off x="4061136" y="787248"/>
            <a:ext cx="17841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④ 검색 </a:t>
            </a:r>
            <a:r>
              <a:rPr lang="en-US" altLang="ko-KR" sz="12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2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디폴트</a:t>
            </a:r>
            <a:r>
              <a:rPr lang="en-US" altLang="ko-KR" sz="12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1694B989-BD71-8C55-297A-11F6ED81C1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5152" y="1150639"/>
            <a:ext cx="1060021" cy="356689"/>
          </a:xfrm>
          <a:prstGeom prst="rect">
            <a:avLst/>
          </a:prstGeom>
        </p:spPr>
      </p:pic>
      <p:grpSp>
        <p:nvGrpSpPr>
          <p:cNvPr id="20" name="그룹 19">
            <a:extLst>
              <a:ext uri="{FF2B5EF4-FFF2-40B4-BE49-F238E27FC236}">
                <a16:creationId xmlns:a16="http://schemas.microsoft.com/office/drawing/2014/main" id="{3FB21A4B-4B8D-1A4F-4F42-72F52C9768C5}"/>
              </a:ext>
            </a:extLst>
          </p:cNvPr>
          <p:cNvGrpSpPr/>
          <p:nvPr/>
        </p:nvGrpSpPr>
        <p:grpSpPr>
          <a:xfrm>
            <a:off x="6554490" y="1233457"/>
            <a:ext cx="629913" cy="172355"/>
            <a:chOff x="6148364" y="711082"/>
            <a:chExt cx="1052685" cy="288032"/>
          </a:xfrm>
        </p:grpSpPr>
        <p:pic>
          <p:nvPicPr>
            <p:cNvPr id="21" name="그림 20">
              <a:extLst>
                <a:ext uri="{FF2B5EF4-FFF2-40B4-BE49-F238E27FC236}">
                  <a16:creationId xmlns:a16="http://schemas.microsoft.com/office/drawing/2014/main" id="{EF8F7136-2DFC-9AAC-77A4-24395601595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929443" y="711082"/>
              <a:ext cx="271606" cy="264061"/>
            </a:xfrm>
            <a:prstGeom prst="rect">
              <a:avLst/>
            </a:prstGeom>
          </p:spPr>
        </p:pic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245D7162-FE32-5995-06D9-917885F8C9F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19832" r="76394" b="17169"/>
            <a:stretch>
              <a:fillRect/>
            </a:stretch>
          </p:blipFill>
          <p:spPr>
            <a:xfrm>
              <a:off x="6148364" y="711082"/>
              <a:ext cx="400229" cy="288032"/>
            </a:xfrm>
            <a:prstGeom prst="rect">
              <a:avLst/>
            </a:prstGeom>
          </p:spPr>
        </p:pic>
        <p:pic>
          <p:nvPicPr>
            <p:cNvPr id="23" name="그림 22">
              <a:extLst>
                <a:ext uri="{FF2B5EF4-FFF2-40B4-BE49-F238E27FC236}">
                  <a16:creationId xmlns:a16="http://schemas.microsoft.com/office/drawing/2014/main" id="{323E884B-C941-B4BC-26A5-D19E8F7EC9A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7124" t="19832" r="40203" b="17169"/>
            <a:stretch>
              <a:fillRect/>
            </a:stretch>
          </p:blipFill>
          <p:spPr>
            <a:xfrm>
              <a:off x="6548593" y="711082"/>
              <a:ext cx="384412" cy="288032"/>
            </a:xfrm>
            <a:prstGeom prst="rect">
              <a:avLst/>
            </a:prstGeom>
          </p:spPr>
        </p:pic>
      </p:grpSp>
      <p:sp>
        <p:nvSpPr>
          <p:cNvPr id="24" name="순서도: 연결자 23">
            <a:extLst>
              <a:ext uri="{FF2B5EF4-FFF2-40B4-BE49-F238E27FC236}">
                <a16:creationId xmlns:a16="http://schemas.microsoft.com/office/drawing/2014/main" id="{7D26AFA9-8315-155B-C123-A3A851B554F1}"/>
              </a:ext>
            </a:extLst>
          </p:cNvPr>
          <p:cNvSpPr/>
          <p:nvPr/>
        </p:nvSpPr>
        <p:spPr>
          <a:xfrm>
            <a:off x="6469983" y="1108837"/>
            <a:ext cx="354380" cy="354380"/>
          </a:xfrm>
          <a:prstGeom prst="flowChartConnector">
            <a:avLst/>
          </a:prstGeom>
          <a:noFill/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6B031CEF-43AF-7C0D-3DFD-D9E715024118}"/>
              </a:ext>
            </a:extLst>
          </p:cNvPr>
          <p:cNvSpPr/>
          <p:nvPr/>
        </p:nvSpPr>
        <p:spPr>
          <a:xfrm>
            <a:off x="4119745" y="2874165"/>
            <a:ext cx="3159298" cy="75695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0B708351-D3A2-4343-C7A6-B2A24C07C21C}"/>
              </a:ext>
            </a:extLst>
          </p:cNvPr>
          <p:cNvSpPr/>
          <p:nvPr/>
        </p:nvSpPr>
        <p:spPr>
          <a:xfrm>
            <a:off x="4119745" y="2869502"/>
            <a:ext cx="3159299" cy="2307137"/>
          </a:xfrm>
          <a:prstGeom prst="rect">
            <a:avLst/>
          </a:prstGeom>
          <a:solidFill>
            <a:schemeClr val="bg1">
              <a:alpha val="90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C6593D7B-6D22-F6E1-9CDA-E278AFF40FF4}"/>
              </a:ext>
            </a:extLst>
          </p:cNvPr>
          <p:cNvCxnSpPr/>
          <p:nvPr/>
        </p:nvCxnSpPr>
        <p:spPr>
          <a:xfrm>
            <a:off x="3816673" y="755973"/>
            <a:ext cx="0" cy="540060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34AB96A8-AB50-E190-CFE3-D1FECC75BF00}"/>
              </a:ext>
            </a:extLst>
          </p:cNvPr>
          <p:cNvSpPr/>
          <p:nvPr/>
        </p:nvSpPr>
        <p:spPr>
          <a:xfrm>
            <a:off x="4565584" y="2992134"/>
            <a:ext cx="2549183" cy="26103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F6F82A8-6013-E96D-D8BA-2A37E42B30D4}"/>
              </a:ext>
            </a:extLst>
          </p:cNvPr>
          <p:cNvSpPr txBox="1"/>
          <p:nvPr/>
        </p:nvSpPr>
        <p:spPr>
          <a:xfrm>
            <a:off x="4775593" y="3035225"/>
            <a:ext cx="43473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latin typeface="맑은 고딕" panose="020B0503020000020004" pitchFamily="50" charset="-127"/>
              </a:rPr>
              <a:t>기저귀</a:t>
            </a:r>
          </a:p>
        </p:txBody>
      </p:sp>
      <p:pic>
        <p:nvPicPr>
          <p:cNvPr id="60" name="그림 59">
            <a:extLst>
              <a:ext uri="{FF2B5EF4-FFF2-40B4-BE49-F238E27FC236}">
                <a16:creationId xmlns:a16="http://schemas.microsoft.com/office/drawing/2014/main" id="{DE237448-A8EE-8E1B-C32F-1CC624A5467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9832" r="76394" b="17169"/>
          <a:stretch>
            <a:fillRect/>
          </a:stretch>
        </p:blipFill>
        <p:spPr>
          <a:xfrm>
            <a:off x="4622166" y="3048478"/>
            <a:ext cx="239492" cy="172355"/>
          </a:xfrm>
          <a:prstGeom prst="rect">
            <a:avLst/>
          </a:prstGeom>
        </p:spPr>
      </p:pic>
      <p:grpSp>
        <p:nvGrpSpPr>
          <p:cNvPr id="56" name="그룹 55">
            <a:extLst>
              <a:ext uri="{FF2B5EF4-FFF2-40B4-BE49-F238E27FC236}">
                <a16:creationId xmlns:a16="http://schemas.microsoft.com/office/drawing/2014/main" id="{51CC5C76-CECF-3D91-457C-B29B6B6FB38A}"/>
              </a:ext>
            </a:extLst>
          </p:cNvPr>
          <p:cNvGrpSpPr/>
          <p:nvPr/>
        </p:nvGrpSpPr>
        <p:grpSpPr>
          <a:xfrm>
            <a:off x="6806888" y="3031405"/>
            <a:ext cx="206499" cy="215444"/>
            <a:chOff x="5860406" y="1378645"/>
            <a:chExt cx="206499" cy="215444"/>
          </a:xfrm>
        </p:grpSpPr>
        <p:sp>
          <p:nvSpPr>
            <p:cNvPr id="57" name="순서도: 연결자 56">
              <a:extLst>
                <a:ext uri="{FF2B5EF4-FFF2-40B4-BE49-F238E27FC236}">
                  <a16:creationId xmlns:a16="http://schemas.microsoft.com/office/drawing/2014/main" id="{6E53A15B-9BD7-6AE5-4241-224ED1000833}"/>
                </a:ext>
              </a:extLst>
            </p:cNvPr>
            <p:cNvSpPr/>
            <p:nvPr/>
          </p:nvSpPr>
          <p:spPr>
            <a:xfrm>
              <a:off x="5904905" y="1404045"/>
              <a:ext cx="162000" cy="162000"/>
            </a:xfrm>
            <a:prstGeom prst="flowChartConnector">
              <a:avLst/>
            </a:prstGeom>
            <a:solidFill>
              <a:schemeClr val="bg1">
                <a:lumMod val="6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BCA2BE35-C51D-CE47-54B0-B4B15429DA17}"/>
                </a:ext>
              </a:extLst>
            </p:cNvPr>
            <p:cNvSpPr txBox="1"/>
            <p:nvPr/>
          </p:nvSpPr>
          <p:spPr>
            <a:xfrm>
              <a:off x="5860406" y="1378645"/>
              <a:ext cx="19486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X</a:t>
              </a:r>
              <a:endPara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6AA321FD-56D2-4108-6C30-03A378231002}"/>
              </a:ext>
            </a:extLst>
          </p:cNvPr>
          <p:cNvSpPr txBox="1"/>
          <p:nvPr/>
        </p:nvSpPr>
        <p:spPr>
          <a:xfrm>
            <a:off x="4033325" y="2556173"/>
            <a:ext cx="35572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④ 검색  아이콘 클릭 시</a:t>
            </a:r>
            <a:r>
              <a:rPr lang="en-US" altLang="ko-KR" sz="12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(</a:t>
            </a:r>
            <a:r>
              <a:rPr lang="ko-KR" altLang="en-US" sz="12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검색 레이어 열림</a:t>
            </a:r>
            <a:r>
              <a:rPr lang="en-US" altLang="ko-KR" sz="12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D544A1B-F6A6-0CC3-A793-0FAE05D6243F}"/>
              </a:ext>
            </a:extLst>
          </p:cNvPr>
          <p:cNvSpPr txBox="1"/>
          <p:nvPr/>
        </p:nvSpPr>
        <p:spPr>
          <a:xfrm>
            <a:off x="4174088" y="2944828"/>
            <a:ext cx="30328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50EE6E7-158B-41A9-5B25-A02F01F609D6}"/>
              </a:ext>
            </a:extLst>
          </p:cNvPr>
          <p:cNvSpPr txBox="1"/>
          <p:nvPr/>
        </p:nvSpPr>
        <p:spPr>
          <a:xfrm>
            <a:off x="4533563" y="3453245"/>
            <a:ext cx="75533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spc="-150" dirty="0">
                <a:solidFill>
                  <a:srgbClr val="234DD3"/>
                </a:solidFill>
                <a:latin typeface="맑은 고딕" panose="020B0503020000020004" pitchFamily="50" charset="-127"/>
              </a:rPr>
              <a:t>최근 검색어</a:t>
            </a:r>
          </a:p>
        </p:txBody>
      </p:sp>
      <p:cxnSp>
        <p:nvCxnSpPr>
          <p:cNvPr id="74" name="직선 연결선 73">
            <a:extLst>
              <a:ext uri="{FF2B5EF4-FFF2-40B4-BE49-F238E27FC236}">
                <a16:creationId xmlns:a16="http://schemas.microsoft.com/office/drawing/2014/main" id="{0EADA3EB-C5EF-F70F-2E98-043887E0B94F}"/>
              </a:ext>
            </a:extLst>
          </p:cNvPr>
          <p:cNvCxnSpPr/>
          <p:nvPr/>
        </p:nvCxnSpPr>
        <p:spPr>
          <a:xfrm>
            <a:off x="4229054" y="3740774"/>
            <a:ext cx="2940679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CFF52BB6-37F5-6D2E-5E40-E03FA93DE456}"/>
              </a:ext>
            </a:extLst>
          </p:cNvPr>
          <p:cNvCxnSpPr/>
          <p:nvPr/>
        </p:nvCxnSpPr>
        <p:spPr>
          <a:xfrm>
            <a:off x="4229054" y="3740774"/>
            <a:ext cx="1440000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A6609E7F-3B60-1FFC-9BF0-43A25E08A24B}"/>
              </a:ext>
            </a:extLst>
          </p:cNvPr>
          <p:cNvSpPr txBox="1"/>
          <p:nvPr/>
        </p:nvSpPr>
        <p:spPr>
          <a:xfrm>
            <a:off x="6016074" y="3439726"/>
            <a:ext cx="75533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spc="-150" dirty="0">
                <a:latin typeface="맑은 고딕" panose="020B0503020000020004" pitchFamily="50" charset="-127"/>
              </a:rPr>
              <a:t>인기 검색어</a:t>
            </a:r>
          </a:p>
        </p:txBody>
      </p:sp>
      <p:graphicFrame>
        <p:nvGraphicFramePr>
          <p:cNvPr id="82" name="표 81">
            <a:extLst>
              <a:ext uri="{FF2B5EF4-FFF2-40B4-BE49-F238E27FC236}">
                <a16:creationId xmlns:a16="http://schemas.microsoft.com/office/drawing/2014/main" id="{11856DA3-A653-4882-FD90-8E4B3D30FF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625447"/>
              </p:ext>
            </p:extLst>
          </p:nvPr>
        </p:nvGraphicFramePr>
        <p:xfrm>
          <a:off x="4172105" y="3858930"/>
          <a:ext cx="3106938" cy="731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06938">
                  <a:extLst>
                    <a:ext uri="{9D8B030D-6E8A-4147-A177-3AD203B41FA5}">
                      <a16:colId xmlns:a16="http://schemas.microsoft.com/office/drawing/2014/main" val="1567925605"/>
                    </a:ext>
                  </a:extLst>
                </a:gridCol>
              </a:tblGrid>
              <a:tr h="16226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  </a:t>
                      </a:r>
                      <a:r>
                        <a:rPr lang="ko-KR" altLang="en-US" sz="1000" dirty="0"/>
                        <a:t>기저귀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5179357"/>
                  </a:ext>
                </a:extLst>
              </a:tr>
              <a:tr h="16226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  </a:t>
                      </a:r>
                      <a:r>
                        <a:rPr lang="ko-KR" altLang="en-US" sz="1000" dirty="0"/>
                        <a:t>물티슈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90176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  </a:t>
                      </a:r>
                      <a:r>
                        <a:rPr lang="ko-KR" altLang="en-US" sz="1000" dirty="0" err="1"/>
                        <a:t>좋은느낌</a:t>
                      </a:r>
                      <a:endParaRPr lang="ko-KR" altLang="en-US" sz="10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3156681"/>
                  </a:ext>
                </a:extLst>
              </a:tr>
            </a:tbl>
          </a:graphicData>
        </a:graphic>
      </p:graphicFrame>
      <p:sp>
        <p:nvSpPr>
          <p:cNvPr id="84" name="TextBox 83">
            <a:extLst>
              <a:ext uri="{FF2B5EF4-FFF2-40B4-BE49-F238E27FC236}">
                <a16:creationId xmlns:a16="http://schemas.microsoft.com/office/drawing/2014/main" id="{E86BB3A8-A032-E20D-67CD-63735F85343F}"/>
              </a:ext>
            </a:extLst>
          </p:cNvPr>
          <p:cNvSpPr txBox="1"/>
          <p:nvPr/>
        </p:nvSpPr>
        <p:spPr>
          <a:xfrm>
            <a:off x="5363521" y="4623695"/>
            <a:ext cx="611065" cy="3252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900" b="1" u="sng" spc="-150" dirty="0">
                <a:solidFill>
                  <a:srgbClr val="234DD3"/>
                </a:solidFill>
                <a:latin typeface="맑은 고딕" panose="020B0503020000020004" pitchFamily="50" charset="-127"/>
              </a:rPr>
              <a:t>전체  삭제</a:t>
            </a:r>
          </a:p>
        </p:txBody>
      </p:sp>
      <p:grpSp>
        <p:nvGrpSpPr>
          <p:cNvPr id="85" name="그룹 84">
            <a:extLst>
              <a:ext uri="{FF2B5EF4-FFF2-40B4-BE49-F238E27FC236}">
                <a16:creationId xmlns:a16="http://schemas.microsoft.com/office/drawing/2014/main" id="{8CF0EF02-71EC-3A5A-F06E-72D8C1AB7C5C}"/>
              </a:ext>
            </a:extLst>
          </p:cNvPr>
          <p:cNvGrpSpPr/>
          <p:nvPr/>
        </p:nvGrpSpPr>
        <p:grpSpPr>
          <a:xfrm>
            <a:off x="6797053" y="3860863"/>
            <a:ext cx="206499" cy="215444"/>
            <a:chOff x="5860406" y="1378645"/>
            <a:chExt cx="206499" cy="215444"/>
          </a:xfrm>
        </p:grpSpPr>
        <p:sp>
          <p:nvSpPr>
            <p:cNvPr id="86" name="순서도: 연결자 85">
              <a:extLst>
                <a:ext uri="{FF2B5EF4-FFF2-40B4-BE49-F238E27FC236}">
                  <a16:creationId xmlns:a16="http://schemas.microsoft.com/office/drawing/2014/main" id="{D57A9A90-862E-AE25-E0F6-8D9EFE0162B4}"/>
                </a:ext>
              </a:extLst>
            </p:cNvPr>
            <p:cNvSpPr/>
            <p:nvPr/>
          </p:nvSpPr>
          <p:spPr>
            <a:xfrm>
              <a:off x="5904905" y="1404045"/>
              <a:ext cx="162000" cy="162000"/>
            </a:xfrm>
            <a:prstGeom prst="flowChartConnector">
              <a:avLst/>
            </a:prstGeom>
            <a:solidFill>
              <a:schemeClr val="bg1">
                <a:lumMod val="6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458FC39B-CA2E-13D5-40AC-C01D36CC508F}"/>
                </a:ext>
              </a:extLst>
            </p:cNvPr>
            <p:cNvSpPr txBox="1"/>
            <p:nvPr/>
          </p:nvSpPr>
          <p:spPr>
            <a:xfrm>
              <a:off x="5860406" y="1378645"/>
              <a:ext cx="19486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X</a:t>
              </a:r>
              <a:endPara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88" name="그룹 87">
            <a:extLst>
              <a:ext uri="{FF2B5EF4-FFF2-40B4-BE49-F238E27FC236}">
                <a16:creationId xmlns:a16="http://schemas.microsoft.com/office/drawing/2014/main" id="{20F79A78-B923-51BC-DC39-364E9C47D050}"/>
              </a:ext>
            </a:extLst>
          </p:cNvPr>
          <p:cNvGrpSpPr/>
          <p:nvPr/>
        </p:nvGrpSpPr>
        <p:grpSpPr>
          <a:xfrm>
            <a:off x="6797053" y="4100814"/>
            <a:ext cx="206499" cy="215444"/>
            <a:chOff x="5860406" y="1378645"/>
            <a:chExt cx="206499" cy="215444"/>
          </a:xfrm>
        </p:grpSpPr>
        <p:sp>
          <p:nvSpPr>
            <p:cNvPr id="89" name="순서도: 연결자 88">
              <a:extLst>
                <a:ext uri="{FF2B5EF4-FFF2-40B4-BE49-F238E27FC236}">
                  <a16:creationId xmlns:a16="http://schemas.microsoft.com/office/drawing/2014/main" id="{0ADFB778-B9BB-78CB-9809-5F7CCB6C9A84}"/>
                </a:ext>
              </a:extLst>
            </p:cNvPr>
            <p:cNvSpPr/>
            <p:nvPr/>
          </p:nvSpPr>
          <p:spPr>
            <a:xfrm>
              <a:off x="5904905" y="1404045"/>
              <a:ext cx="162000" cy="162000"/>
            </a:xfrm>
            <a:prstGeom prst="flowChartConnector">
              <a:avLst/>
            </a:prstGeom>
            <a:solidFill>
              <a:schemeClr val="bg1">
                <a:lumMod val="6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4EBB8F49-F099-A773-44F9-CDE6318D3AAD}"/>
                </a:ext>
              </a:extLst>
            </p:cNvPr>
            <p:cNvSpPr txBox="1"/>
            <p:nvPr/>
          </p:nvSpPr>
          <p:spPr>
            <a:xfrm>
              <a:off x="5860406" y="1378645"/>
              <a:ext cx="19486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X</a:t>
              </a:r>
              <a:endPara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91" name="그룹 90">
            <a:extLst>
              <a:ext uri="{FF2B5EF4-FFF2-40B4-BE49-F238E27FC236}">
                <a16:creationId xmlns:a16="http://schemas.microsoft.com/office/drawing/2014/main" id="{375B8A0B-C6E6-D3D6-F8C5-9665B5B25807}"/>
              </a:ext>
            </a:extLst>
          </p:cNvPr>
          <p:cNvGrpSpPr/>
          <p:nvPr/>
        </p:nvGrpSpPr>
        <p:grpSpPr>
          <a:xfrm>
            <a:off x="6805445" y="4351326"/>
            <a:ext cx="206499" cy="215444"/>
            <a:chOff x="5860406" y="1378645"/>
            <a:chExt cx="206499" cy="215444"/>
          </a:xfrm>
        </p:grpSpPr>
        <p:sp>
          <p:nvSpPr>
            <p:cNvPr id="92" name="순서도: 연결자 91">
              <a:extLst>
                <a:ext uri="{FF2B5EF4-FFF2-40B4-BE49-F238E27FC236}">
                  <a16:creationId xmlns:a16="http://schemas.microsoft.com/office/drawing/2014/main" id="{2225982E-D87B-242E-6CFF-27683BDCCE9B}"/>
                </a:ext>
              </a:extLst>
            </p:cNvPr>
            <p:cNvSpPr/>
            <p:nvPr/>
          </p:nvSpPr>
          <p:spPr>
            <a:xfrm>
              <a:off x="5904905" y="1404045"/>
              <a:ext cx="162000" cy="162000"/>
            </a:xfrm>
            <a:prstGeom prst="flowChartConnector">
              <a:avLst/>
            </a:prstGeom>
            <a:solidFill>
              <a:schemeClr val="bg1">
                <a:lumMod val="6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209C5698-CB7E-45C1-8577-240888390472}"/>
                </a:ext>
              </a:extLst>
            </p:cNvPr>
            <p:cNvSpPr txBox="1"/>
            <p:nvPr/>
          </p:nvSpPr>
          <p:spPr>
            <a:xfrm>
              <a:off x="5860406" y="1378645"/>
              <a:ext cx="19486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X</a:t>
              </a:r>
              <a:endPara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79" name="TextBox 78">
            <a:extLst>
              <a:ext uri="{FF2B5EF4-FFF2-40B4-BE49-F238E27FC236}">
                <a16:creationId xmlns:a16="http://schemas.microsoft.com/office/drawing/2014/main" id="{676281FA-7DC2-538F-D66B-DBDF06D588A0}"/>
              </a:ext>
            </a:extLst>
          </p:cNvPr>
          <p:cNvSpPr txBox="1"/>
          <p:nvPr/>
        </p:nvSpPr>
        <p:spPr>
          <a:xfrm>
            <a:off x="6033432" y="3775597"/>
            <a:ext cx="793807" cy="3252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900" dirty="0">
                <a:latin typeface="맑은 고딕" panose="020B0503020000020004" pitchFamily="50" charset="-127"/>
              </a:rPr>
              <a:t>2026-06-26</a:t>
            </a:r>
            <a:endParaRPr lang="ko-KR" altLang="en-US" sz="900" dirty="0">
              <a:latin typeface="맑은 고딕" panose="020B0503020000020004" pitchFamily="50" charset="-127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B4F2443F-F401-D83F-2D9C-134E8F51470E}"/>
              </a:ext>
            </a:extLst>
          </p:cNvPr>
          <p:cNvSpPr txBox="1"/>
          <p:nvPr/>
        </p:nvSpPr>
        <p:spPr>
          <a:xfrm>
            <a:off x="6024459" y="4023928"/>
            <a:ext cx="793807" cy="3252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900" dirty="0">
                <a:latin typeface="맑은 고딕" panose="020B0503020000020004" pitchFamily="50" charset="-127"/>
              </a:rPr>
              <a:t>2026-06-26</a:t>
            </a:r>
            <a:endParaRPr lang="ko-KR" altLang="en-US" sz="900" dirty="0">
              <a:latin typeface="맑은 고딕" panose="020B0503020000020004" pitchFamily="50" charset="-127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AA5A5598-FD45-E236-05BC-818969DA45A0}"/>
              </a:ext>
            </a:extLst>
          </p:cNvPr>
          <p:cNvSpPr txBox="1"/>
          <p:nvPr/>
        </p:nvSpPr>
        <p:spPr>
          <a:xfrm>
            <a:off x="6024459" y="4241553"/>
            <a:ext cx="793807" cy="3252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900" dirty="0">
                <a:latin typeface="맑은 고딕" panose="020B0503020000020004" pitchFamily="50" charset="-127"/>
              </a:rPr>
              <a:t>2026-06-26</a:t>
            </a:r>
            <a:endParaRPr lang="ko-KR" altLang="en-US" sz="900" dirty="0">
              <a:latin typeface="맑은 고딕" panose="020B0503020000020004" pitchFamily="50" charset="-127"/>
            </a:endParaRPr>
          </a:p>
        </p:txBody>
      </p: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52173B40-BFFA-FFF3-BA50-BD0127E2A6CA}"/>
              </a:ext>
            </a:extLst>
          </p:cNvPr>
          <p:cNvSpPr/>
          <p:nvPr/>
        </p:nvSpPr>
        <p:spPr>
          <a:xfrm>
            <a:off x="7385977" y="2842957"/>
            <a:ext cx="3159298" cy="75695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9" name="직사각형 98">
            <a:extLst>
              <a:ext uri="{FF2B5EF4-FFF2-40B4-BE49-F238E27FC236}">
                <a16:creationId xmlns:a16="http://schemas.microsoft.com/office/drawing/2014/main" id="{A517DF9F-A01B-5076-9455-3078C52B1EE7}"/>
              </a:ext>
            </a:extLst>
          </p:cNvPr>
          <p:cNvSpPr/>
          <p:nvPr/>
        </p:nvSpPr>
        <p:spPr>
          <a:xfrm>
            <a:off x="7385977" y="2838293"/>
            <a:ext cx="3159299" cy="3520153"/>
          </a:xfrm>
          <a:prstGeom prst="rect">
            <a:avLst/>
          </a:prstGeom>
          <a:solidFill>
            <a:schemeClr val="bg1">
              <a:alpha val="90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4A069424-7F09-EDC6-129C-E4B3819E9158}"/>
              </a:ext>
            </a:extLst>
          </p:cNvPr>
          <p:cNvSpPr txBox="1"/>
          <p:nvPr/>
        </p:nvSpPr>
        <p:spPr>
          <a:xfrm>
            <a:off x="7799795" y="3422037"/>
            <a:ext cx="75533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spc="-150" dirty="0">
                <a:latin typeface="맑은 고딕" panose="020B0503020000020004" pitchFamily="50" charset="-127"/>
              </a:rPr>
              <a:t>최근 검색어</a:t>
            </a:r>
          </a:p>
        </p:txBody>
      </p:sp>
      <p:cxnSp>
        <p:nvCxnSpPr>
          <p:cNvPr id="108" name="직선 연결선 107">
            <a:extLst>
              <a:ext uri="{FF2B5EF4-FFF2-40B4-BE49-F238E27FC236}">
                <a16:creationId xmlns:a16="http://schemas.microsoft.com/office/drawing/2014/main" id="{77E9B84B-694F-4701-D8C9-955C065B1646}"/>
              </a:ext>
            </a:extLst>
          </p:cNvPr>
          <p:cNvCxnSpPr/>
          <p:nvPr/>
        </p:nvCxnSpPr>
        <p:spPr>
          <a:xfrm>
            <a:off x="7495286" y="3709566"/>
            <a:ext cx="2940679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직선 연결선 108">
            <a:extLst>
              <a:ext uri="{FF2B5EF4-FFF2-40B4-BE49-F238E27FC236}">
                <a16:creationId xmlns:a16="http://schemas.microsoft.com/office/drawing/2014/main" id="{12FEFDBC-39C0-EE71-154B-AE4DE47A1C8F}"/>
              </a:ext>
            </a:extLst>
          </p:cNvPr>
          <p:cNvCxnSpPr/>
          <p:nvPr/>
        </p:nvCxnSpPr>
        <p:spPr>
          <a:xfrm>
            <a:off x="9017092" y="3709566"/>
            <a:ext cx="1440000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TextBox 109">
            <a:extLst>
              <a:ext uri="{FF2B5EF4-FFF2-40B4-BE49-F238E27FC236}">
                <a16:creationId xmlns:a16="http://schemas.microsoft.com/office/drawing/2014/main" id="{73E11C94-443F-FB72-C73D-C89CCA9B0747}"/>
              </a:ext>
            </a:extLst>
          </p:cNvPr>
          <p:cNvSpPr txBox="1"/>
          <p:nvPr/>
        </p:nvSpPr>
        <p:spPr>
          <a:xfrm>
            <a:off x="9282306" y="3408518"/>
            <a:ext cx="75533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spc="-150" dirty="0">
                <a:solidFill>
                  <a:srgbClr val="234DD3"/>
                </a:solidFill>
                <a:latin typeface="맑은 고딕" panose="020B0503020000020004" pitchFamily="50" charset="-127"/>
              </a:rPr>
              <a:t>인기 검색어</a:t>
            </a:r>
          </a:p>
        </p:txBody>
      </p:sp>
      <p:graphicFrame>
        <p:nvGraphicFramePr>
          <p:cNvPr id="111" name="표 110">
            <a:extLst>
              <a:ext uri="{FF2B5EF4-FFF2-40B4-BE49-F238E27FC236}">
                <a16:creationId xmlns:a16="http://schemas.microsoft.com/office/drawing/2014/main" id="{7AEDE87A-901E-034E-47F4-7CA6009125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2718750"/>
              </p:ext>
            </p:extLst>
          </p:nvPr>
        </p:nvGraphicFramePr>
        <p:xfrm>
          <a:off x="7438337" y="3827722"/>
          <a:ext cx="3106938" cy="2438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06938">
                  <a:extLst>
                    <a:ext uri="{9D8B030D-6E8A-4147-A177-3AD203B41FA5}">
                      <a16:colId xmlns:a16="http://schemas.microsoft.com/office/drawing/2014/main" val="1567925605"/>
                    </a:ext>
                  </a:extLst>
                </a:gridCol>
              </a:tblGrid>
              <a:tr h="16226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1. </a:t>
                      </a:r>
                      <a:r>
                        <a:rPr lang="ko-KR" altLang="en-US" sz="1000" dirty="0" err="1"/>
                        <a:t>하기스</a:t>
                      </a:r>
                      <a:endParaRPr lang="ko-KR" altLang="en-US" sz="10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5179357"/>
                  </a:ext>
                </a:extLst>
              </a:tr>
              <a:tr h="162264"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r>
                        <a:rPr lang="en-US" altLang="ko-KR" sz="1000" dirty="0"/>
                        <a:t>2. </a:t>
                      </a:r>
                      <a:r>
                        <a:rPr lang="ko-KR" altLang="en-US" sz="1000" dirty="0" err="1"/>
                        <a:t>킨도</a:t>
                      </a:r>
                      <a:endParaRPr lang="ko-KR" altLang="en-US" sz="10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90176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3. </a:t>
                      </a:r>
                      <a:r>
                        <a:rPr lang="ko-KR" altLang="en-US" sz="1000" dirty="0" err="1"/>
                        <a:t>마미포코</a:t>
                      </a:r>
                      <a:endParaRPr lang="ko-KR" altLang="en-US" sz="10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31566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4. </a:t>
                      </a:r>
                      <a:r>
                        <a:rPr lang="ko-KR" altLang="en-US" sz="1000" dirty="0"/>
                        <a:t>기저귀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39933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5. </a:t>
                      </a:r>
                      <a:r>
                        <a:rPr lang="ko-KR" altLang="en-US" sz="1000" dirty="0" err="1"/>
                        <a:t>팬티라이너</a:t>
                      </a:r>
                      <a:endParaRPr lang="ko-KR" altLang="en-US" sz="10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6978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6. </a:t>
                      </a:r>
                      <a:r>
                        <a:rPr lang="ko-KR" altLang="en-US" sz="1000" dirty="0"/>
                        <a:t>분유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56603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7. </a:t>
                      </a:r>
                      <a:r>
                        <a:rPr lang="ko-KR" altLang="en-US" sz="1000" dirty="0"/>
                        <a:t>리베로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88516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8. </a:t>
                      </a:r>
                      <a:r>
                        <a:rPr lang="ko-KR" altLang="en-US" sz="1000" dirty="0" err="1"/>
                        <a:t>모모래빗</a:t>
                      </a:r>
                      <a:endParaRPr lang="ko-KR" altLang="en-US" sz="10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74743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9. </a:t>
                      </a:r>
                      <a:r>
                        <a:rPr lang="ko-KR" altLang="en-US" sz="1000" dirty="0"/>
                        <a:t>첫만남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1211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10. </a:t>
                      </a:r>
                      <a:r>
                        <a:rPr lang="ko-KR" altLang="en-US" sz="1000" dirty="0"/>
                        <a:t>국내분유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8163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09789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8E77FD5-44FB-97E7-8C3B-61AD4FB7C9BE}"/>
              </a:ext>
            </a:extLst>
          </p:cNvPr>
          <p:cNvSpPr txBox="1"/>
          <p:nvPr/>
        </p:nvSpPr>
        <p:spPr>
          <a:xfrm>
            <a:off x="288281" y="190942"/>
            <a:ext cx="15408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u"/>
            </a:pPr>
            <a:r>
              <a:rPr lang="ko-KR" altLang="en-US" sz="1200" b="1" spc="-150" dirty="0">
                <a:solidFill>
                  <a:srgbClr val="0070C0"/>
                </a:solidFill>
                <a:latin typeface="맑은 고딕" panose="020B0503020000020004" pitchFamily="50" charset="-127"/>
              </a:rPr>
              <a:t>상품 목록 개선 방향</a:t>
            </a:r>
            <a:endParaRPr lang="en-US" altLang="ko-KR" sz="1200" b="1" spc="-150" dirty="0">
              <a:solidFill>
                <a:srgbClr val="0070C0"/>
              </a:solidFill>
              <a:latin typeface="맑은 고딕" panose="020B0503020000020004" pitchFamily="50" charset="-127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9AEB2C43-30C7-BAF3-D3AF-3349540C8683}"/>
              </a:ext>
            </a:extLst>
          </p:cNvPr>
          <p:cNvGrpSpPr/>
          <p:nvPr/>
        </p:nvGrpSpPr>
        <p:grpSpPr>
          <a:xfrm>
            <a:off x="379334" y="1555320"/>
            <a:ext cx="5074932" cy="2765194"/>
            <a:chOff x="469933" y="893893"/>
            <a:chExt cx="6227060" cy="3392957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AEAF2BB7-3DE8-5E54-1019-32CFECC30E3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9933" y="902474"/>
              <a:ext cx="2229959" cy="3384376"/>
            </a:xfrm>
            <a:prstGeom prst="rect">
              <a:avLst/>
            </a:prstGeom>
          </p:spPr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95FC0DEB-1BD0-C886-74BC-4EE74477639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518240" y="893893"/>
              <a:ext cx="2376264" cy="3350256"/>
            </a:xfrm>
            <a:prstGeom prst="rect">
              <a:avLst/>
            </a:prstGeom>
          </p:spPr>
        </p:pic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319C06F3-F62E-ADE9-1A07-B3B74ECE9D1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680769" y="1037909"/>
              <a:ext cx="2016224" cy="3114764"/>
            </a:xfrm>
            <a:prstGeom prst="rect">
              <a:avLst/>
            </a:prstGeom>
          </p:spPr>
        </p:pic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1544C3F-AB5B-FD42-CEFE-1A3909B0BC91}"/>
              </a:ext>
            </a:extLst>
          </p:cNvPr>
          <p:cNvSpPr/>
          <p:nvPr/>
        </p:nvSpPr>
        <p:spPr>
          <a:xfrm>
            <a:off x="6419434" y="1764085"/>
            <a:ext cx="1800200" cy="3105831"/>
          </a:xfrm>
          <a:prstGeom prst="rect">
            <a:avLst/>
          </a:prstGeom>
          <a:solidFill>
            <a:schemeClr val="bg1">
              <a:lumMod val="95000"/>
              <a:alpha val="2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5468585-279C-EBD6-3478-A0F0B124234D}"/>
              </a:ext>
            </a:extLst>
          </p:cNvPr>
          <p:cNvSpPr/>
          <p:nvPr/>
        </p:nvSpPr>
        <p:spPr>
          <a:xfrm>
            <a:off x="6556099" y="1887007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87DE7E43-0D03-8038-6D53-B93ECB26AA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7516" y="2510349"/>
            <a:ext cx="1077259" cy="648072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4C7465C-F069-83FF-07AC-CC2A0FF3B3CC}"/>
              </a:ext>
            </a:extLst>
          </p:cNvPr>
          <p:cNvSpPr txBox="1"/>
          <p:nvPr/>
        </p:nvSpPr>
        <p:spPr>
          <a:xfrm>
            <a:off x="6486597" y="4140717"/>
            <a:ext cx="823318" cy="200055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>
                <a:solidFill>
                  <a:srgbClr val="0070C0"/>
                </a:solidFill>
              </a:rPr>
              <a:t>기저귀</a:t>
            </a:r>
            <a:r>
              <a:rPr lang="en-US" altLang="ko-KR" spc="-120" dirty="0">
                <a:solidFill>
                  <a:srgbClr val="0070C0"/>
                </a:solidFill>
              </a:rPr>
              <a:t>/</a:t>
            </a:r>
            <a:r>
              <a:rPr lang="ko-KR" altLang="en-US" spc="-120" dirty="0">
                <a:solidFill>
                  <a:srgbClr val="0070C0"/>
                </a:solidFill>
              </a:rPr>
              <a:t>분유 </a:t>
            </a: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AA453373-6E67-ED97-CBD3-FEE6157FD0DD}"/>
              </a:ext>
            </a:extLst>
          </p:cNvPr>
          <p:cNvGrpSpPr/>
          <p:nvPr/>
        </p:nvGrpSpPr>
        <p:grpSpPr>
          <a:xfrm>
            <a:off x="6928497" y="1888552"/>
            <a:ext cx="415498" cy="207749"/>
            <a:chOff x="5585876" y="994409"/>
            <a:chExt cx="415498" cy="207749"/>
          </a:xfrm>
        </p:grpSpPr>
        <p:sp>
          <p:nvSpPr>
            <p:cNvPr id="20" name="사각형: 둥근 모서리 19">
              <a:extLst>
                <a:ext uri="{FF2B5EF4-FFF2-40B4-BE49-F238E27FC236}">
                  <a16:creationId xmlns:a16="http://schemas.microsoft.com/office/drawing/2014/main" id="{742406D0-F136-DBC6-3F30-5E70822FEAE0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EC50038-56C1-8D21-C33B-7D22D0CD20FB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D32E0AA9-74D6-1F56-E1FE-EEF0E1E08536}"/>
              </a:ext>
            </a:extLst>
          </p:cNvPr>
          <p:cNvGrpSpPr/>
          <p:nvPr/>
        </p:nvGrpSpPr>
        <p:grpSpPr>
          <a:xfrm>
            <a:off x="6573393" y="1890044"/>
            <a:ext cx="482570" cy="207749"/>
            <a:chOff x="5613970" y="995901"/>
            <a:chExt cx="482570" cy="207749"/>
          </a:xfrm>
        </p:grpSpPr>
        <p:sp>
          <p:nvSpPr>
            <p:cNvPr id="23" name="사각형: 둥근 모서리 22">
              <a:extLst>
                <a:ext uri="{FF2B5EF4-FFF2-40B4-BE49-F238E27FC236}">
                  <a16:creationId xmlns:a16="http://schemas.microsoft.com/office/drawing/2014/main" id="{F961C9EF-25A0-8171-9B62-4A7DAC953A79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E1C16A53-B8DA-C23F-5B16-23F685676B0F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D249B850-2921-6715-405A-B4FB0D6D86B8}"/>
              </a:ext>
            </a:extLst>
          </p:cNvPr>
          <p:cNvGrpSpPr/>
          <p:nvPr/>
        </p:nvGrpSpPr>
        <p:grpSpPr>
          <a:xfrm>
            <a:off x="6482827" y="3188836"/>
            <a:ext cx="1725173" cy="1032222"/>
            <a:chOff x="2185676" y="1613537"/>
            <a:chExt cx="1725173" cy="1032222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E550125-427F-7751-2349-4B4320ED8E74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51552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ts val="12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ts val="12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637B8C03-0B0E-C027-7A88-4787FA7CEB17}"/>
                </a:ext>
              </a:extLst>
            </p:cNvPr>
            <p:cNvSpPr txBox="1"/>
            <p:nvPr/>
          </p:nvSpPr>
          <p:spPr>
            <a:xfrm>
              <a:off x="2459662" y="2284122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3E0B044-4733-4AF4-1BC4-1EC69856E44F}"/>
                </a:ext>
              </a:extLst>
            </p:cNvPr>
            <p:cNvSpPr txBox="1"/>
            <p:nvPr/>
          </p:nvSpPr>
          <p:spPr>
            <a:xfrm>
              <a:off x="2185676" y="2083146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5B62A093-451B-8EA7-AAAF-7DB0B444E511}"/>
              </a:ext>
            </a:extLst>
          </p:cNvPr>
          <p:cNvSpPr txBox="1"/>
          <p:nvPr/>
        </p:nvSpPr>
        <p:spPr>
          <a:xfrm>
            <a:off x="7003736" y="3883051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BF58B9CA-80BF-885F-58CF-A6BE3AB0B6E2}"/>
              </a:ext>
            </a:extLst>
          </p:cNvPr>
          <p:cNvCxnSpPr>
            <a:cxnSpLocks/>
          </p:cNvCxnSpPr>
          <p:nvPr/>
        </p:nvCxnSpPr>
        <p:spPr>
          <a:xfrm rot="-900000">
            <a:off x="7127491" y="3922663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0A25D6A2-B957-C358-3B39-D75CA939BC78}"/>
              </a:ext>
            </a:extLst>
          </p:cNvPr>
          <p:cNvSpPr txBox="1"/>
          <p:nvPr/>
        </p:nvSpPr>
        <p:spPr>
          <a:xfrm>
            <a:off x="7904138" y="3867662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F8AE137-B211-F363-88F5-FFC7DAB3F8F9}"/>
              </a:ext>
            </a:extLst>
          </p:cNvPr>
          <p:cNvSpPr txBox="1"/>
          <p:nvPr/>
        </p:nvSpPr>
        <p:spPr>
          <a:xfrm>
            <a:off x="7343995" y="4140349"/>
            <a:ext cx="823318" cy="200055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solidFill>
              <a:srgbClr val="7030A0"/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>
                <a:solidFill>
                  <a:srgbClr val="7030A0"/>
                </a:solidFill>
              </a:rPr>
              <a:t>여성청소년 생리대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E3EF692-6903-50E0-252B-A1BFCC71DA60}"/>
              </a:ext>
            </a:extLst>
          </p:cNvPr>
          <p:cNvSpPr txBox="1"/>
          <p:nvPr/>
        </p:nvSpPr>
        <p:spPr>
          <a:xfrm>
            <a:off x="6486597" y="4364358"/>
            <a:ext cx="823318" cy="200055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solidFill>
              <a:srgbClr val="34A44E"/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>
                <a:solidFill>
                  <a:srgbClr val="34A44E"/>
                </a:solidFill>
              </a:rPr>
              <a:t>첫만남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69429108-3408-31E4-D95E-FE290EDFC8FB}"/>
              </a:ext>
            </a:extLst>
          </p:cNvPr>
          <p:cNvSpPr/>
          <p:nvPr/>
        </p:nvSpPr>
        <p:spPr>
          <a:xfrm>
            <a:off x="6473170" y="4609764"/>
            <a:ext cx="1709013" cy="18814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   담기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0BDD508-850F-A1D4-0F58-D285EDF20D2A}"/>
              </a:ext>
            </a:extLst>
          </p:cNvPr>
          <p:cNvSpPr txBox="1"/>
          <p:nvPr/>
        </p:nvSpPr>
        <p:spPr>
          <a:xfrm>
            <a:off x="379334" y="4412499"/>
            <a:ext cx="4459875" cy="13120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28600" indent="-2286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브랜드 담당자별 등록 이미지 스타일이 다 달라서 통일성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 ,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전체 상품 목록 쪽 지저분해 보임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할인 상품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사은품 증정 등에 대한 표기 기능이 없어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썸네일에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모두 표기하는 추세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할인 상품의 경우 기존 가격에 비해 얼마나 할인되고 있는지 확인 불가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현재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천원 상품도 모두 무료배송 상태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바우처 태그 표기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현재는 상품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개당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1:1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매핑이지만 추후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개이상이 될 수 있음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(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참고로 현재 바우처 구분은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개만 되어있음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58C7618-0D0A-D166-4ECF-ADF5D264AAED}"/>
              </a:ext>
            </a:extLst>
          </p:cNvPr>
          <p:cNvSpPr txBox="1"/>
          <p:nvPr/>
        </p:nvSpPr>
        <p:spPr>
          <a:xfrm>
            <a:off x="294141" y="594726"/>
            <a:ext cx="1005403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5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AS-IS</a:t>
            </a:r>
            <a:endParaRPr lang="ko-KR" altLang="en-US" sz="2500" b="1" i="1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F8E7A7C-8E2B-2DE9-FDD3-AB48C6437E83}"/>
              </a:ext>
            </a:extLst>
          </p:cNvPr>
          <p:cNvSpPr txBox="1"/>
          <p:nvPr/>
        </p:nvSpPr>
        <p:spPr>
          <a:xfrm>
            <a:off x="8466756" y="1769089"/>
            <a:ext cx="3328155" cy="23507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28600" indent="-2286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목록 이미지 가이드 통일 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단품 썸네일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등록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 marL="228600" indent="-2286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할인 상품 태그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표기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할인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정액 동일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 marL="228600" indent="-2286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할인 전 </a:t>
            </a:r>
            <a:r>
              <a:rPr lang="en-US" altLang="ko-KR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후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금액 표기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사은품 태그 </a:t>
            </a:r>
            <a:r>
              <a:rPr lang="en-US" altLang="ko-KR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사은품 지급 상품 경우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 marL="228600" indent="-2286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유기농</a:t>
            </a:r>
            <a:r>
              <a:rPr lang="en-US" altLang="ko-KR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친환경 표기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유기농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친환경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유기농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친환경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개의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구분자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있음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&gt;&gt;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생리대 상품에서만 표기 됨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⑥        바우처 태그 표기</a:t>
            </a:r>
            <a:endParaRPr lang="en-US" altLang="ko-KR" sz="900" b="1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- 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현재는 상품 </a:t>
            </a:r>
            <a:r>
              <a:rPr lang="en-US" altLang="ko-KR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개당 </a:t>
            </a:r>
            <a:r>
              <a:rPr lang="en-US" altLang="ko-KR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1:1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매핑이지만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추후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개이상이 될 수 있음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-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참고로 현재 바우처 구분은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개만 존재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>
              <a:lnSpc>
                <a:spcPct val="150000"/>
              </a:lnSpc>
              <a:buAutoNum type="circleNumDbPlain" startAt="7"/>
            </a:pPr>
            <a:r>
              <a:rPr lang="ko-KR" altLang="en-US" sz="900" b="1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찜하기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기능</a:t>
            </a:r>
            <a:endParaRPr lang="en-US" altLang="ko-KR" sz="900" b="1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>
              <a:lnSpc>
                <a:spcPct val="150000"/>
              </a:lnSpc>
              <a:buAutoNum type="circleNumDbPlain" startAt="7"/>
            </a:pP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장바구니 담기 기능</a:t>
            </a:r>
          </a:p>
        </p:txBody>
      </p: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ADA08B5C-A5F8-607F-70FA-6CE3AC6C769C}"/>
              </a:ext>
            </a:extLst>
          </p:cNvPr>
          <p:cNvCxnSpPr/>
          <p:nvPr/>
        </p:nvCxnSpPr>
        <p:spPr>
          <a:xfrm>
            <a:off x="5976913" y="1044005"/>
            <a:ext cx="0" cy="4968552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52A12D94-EFE2-9BAD-BECD-0DE6FD2B340A}"/>
              </a:ext>
            </a:extLst>
          </p:cNvPr>
          <p:cNvSpPr txBox="1"/>
          <p:nvPr/>
        </p:nvSpPr>
        <p:spPr>
          <a:xfrm>
            <a:off x="5961128" y="596053"/>
            <a:ext cx="1117294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5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TO-BE</a:t>
            </a:r>
            <a:endParaRPr lang="ko-KR" altLang="en-US" sz="2500" b="1" i="1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3FE784-A33E-3615-49B9-E38A58265019}"/>
              </a:ext>
            </a:extLst>
          </p:cNvPr>
          <p:cNvSpPr txBox="1"/>
          <p:nvPr/>
        </p:nvSpPr>
        <p:spPr>
          <a:xfrm>
            <a:off x="7358866" y="3182051"/>
            <a:ext cx="82331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196401" rtl="0" eaLnBrk="1" fontAlgn="t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#</a:t>
            </a:r>
            <a:r>
              <a:rPr kumimoji="0" lang="ko-KR" altLang="en-US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유기농 </a:t>
            </a:r>
            <a:r>
              <a:rPr kumimoji="0" lang="en-US" altLang="ko-KR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#</a:t>
            </a:r>
            <a:r>
              <a:rPr kumimoji="0" lang="ko-KR" altLang="en-US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친환경</a:t>
            </a:r>
            <a:endParaRPr kumimoji="0" lang="ko-KR" altLang="ko-KR" sz="800" b="1" i="0" u="none" strike="noStrike" kern="1200" cap="none" spc="-150" normalizeH="0" baseline="0" noProof="0" dirty="0">
              <a:ln>
                <a:noFill/>
              </a:ln>
              <a:solidFill>
                <a:srgbClr val="34A44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A22EBE-DC7F-8F00-0695-03CD69F7DD33}"/>
              </a:ext>
            </a:extLst>
          </p:cNvPr>
          <p:cNvSpPr txBox="1"/>
          <p:nvPr/>
        </p:nvSpPr>
        <p:spPr>
          <a:xfrm>
            <a:off x="6326327" y="1347376"/>
            <a:ext cx="12795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rgbClr val="0070C0"/>
                </a:solidFill>
                <a:latin typeface="+mn-ea"/>
              </a:rPr>
              <a:t>상품 개선 </a:t>
            </a:r>
            <a:r>
              <a:rPr lang="en-US" altLang="ko-KR" sz="1200" b="1" dirty="0">
                <a:solidFill>
                  <a:srgbClr val="0070C0"/>
                </a:solidFill>
                <a:latin typeface="+mn-ea"/>
              </a:rPr>
              <a:t>type 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A9C29FF-041A-0154-D0DB-4F8DE164FA9C}"/>
              </a:ext>
            </a:extLst>
          </p:cNvPr>
          <p:cNvSpPr txBox="1"/>
          <p:nvPr/>
        </p:nvSpPr>
        <p:spPr>
          <a:xfrm>
            <a:off x="5992698" y="5190542"/>
            <a:ext cx="6589899" cy="11695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ko-KR" altLang="en-US" sz="1000" b="1" spc="-150" dirty="0"/>
              <a:t>* 참고 레퍼런스</a:t>
            </a:r>
          </a:p>
          <a:p>
            <a:endParaRPr lang="ko-KR" altLang="en-US" sz="800" spc="-150" dirty="0"/>
          </a:p>
          <a:p>
            <a:r>
              <a:rPr lang="ko-KR" altLang="en-US" sz="1000" spc="-150" dirty="0"/>
              <a:t>올리브영 https://www.oliveyoung.co.kr/</a:t>
            </a:r>
          </a:p>
          <a:p>
            <a:r>
              <a:rPr lang="ko-KR" altLang="en-US" sz="1000" spc="-150" dirty="0" err="1"/>
              <a:t>컬리</a:t>
            </a:r>
            <a:r>
              <a:rPr lang="ko-KR" altLang="en-US" sz="1000" spc="-150" dirty="0"/>
              <a:t> https://www.kurly.com/main</a:t>
            </a:r>
          </a:p>
          <a:p>
            <a:r>
              <a:rPr lang="ko-KR" altLang="en-US" sz="1000" spc="-150" dirty="0" err="1"/>
              <a:t>무인양품</a:t>
            </a:r>
            <a:r>
              <a:rPr lang="ko-KR" altLang="en-US" sz="1000" spc="-150" dirty="0"/>
              <a:t> https://mujikorea.co.kr/</a:t>
            </a:r>
          </a:p>
          <a:p>
            <a:r>
              <a:rPr lang="ko-KR" altLang="en-US" sz="1000" spc="-150" dirty="0" err="1"/>
              <a:t>무신사</a:t>
            </a:r>
            <a:r>
              <a:rPr lang="ko-KR" altLang="en-US" sz="1000" spc="-150" dirty="0"/>
              <a:t> https://www.musinsa.com/</a:t>
            </a:r>
          </a:p>
          <a:p>
            <a:r>
              <a:rPr lang="ko-KR" altLang="en-US" sz="1000" spc="-150" dirty="0" err="1"/>
              <a:t>오늘의집</a:t>
            </a:r>
            <a:r>
              <a:rPr lang="ko-KR" altLang="en-US" sz="1000" spc="-150" dirty="0"/>
              <a:t> https://ohou.se/</a:t>
            </a:r>
          </a:p>
        </p:txBody>
      </p:sp>
      <p:sp>
        <p:nvSpPr>
          <p:cNvPr id="5" name="하트 4">
            <a:extLst>
              <a:ext uri="{FF2B5EF4-FFF2-40B4-BE49-F238E27FC236}">
                <a16:creationId xmlns:a16="http://schemas.microsoft.com/office/drawing/2014/main" id="{DA128FB5-07CE-2632-A4C2-70D945C49AA4}"/>
              </a:ext>
            </a:extLst>
          </p:cNvPr>
          <p:cNvSpPr/>
          <p:nvPr/>
        </p:nvSpPr>
        <p:spPr>
          <a:xfrm>
            <a:off x="7786515" y="1936468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57F340F-B5BE-5A96-D458-74A96983B3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69201" y="4621205"/>
            <a:ext cx="182273" cy="165261"/>
          </a:xfrm>
          <a:prstGeom prst="rect">
            <a:avLst/>
          </a:prstGeom>
        </p:spPr>
      </p:pic>
      <p:sp>
        <p:nvSpPr>
          <p:cNvPr id="32" name="직사각형 31">
            <a:extLst>
              <a:ext uri="{FF2B5EF4-FFF2-40B4-BE49-F238E27FC236}">
                <a16:creationId xmlns:a16="http://schemas.microsoft.com/office/drawing/2014/main" id="{F5CDEB05-4EBF-5CA0-B600-9C2DFDF26B44}"/>
              </a:ext>
            </a:extLst>
          </p:cNvPr>
          <p:cNvSpPr/>
          <p:nvPr/>
        </p:nvSpPr>
        <p:spPr bwMode="auto">
          <a:xfrm>
            <a:off x="12961937" y="0"/>
            <a:ext cx="2808063" cy="594726"/>
          </a:xfrm>
          <a:prstGeom prst="rect">
            <a:avLst/>
          </a:prstGeom>
          <a:solidFill>
            <a:srgbClr val="1F497D">
              <a:lumMod val="20000"/>
              <a:lumOff val="8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7/8 0.05v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7/7 </a:t>
            </a:r>
            <a:r>
              <a:rPr kumimoji="1" lang="ko-KR" altLang="en-US" sz="800" b="1" kern="0" spc="-15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트라이언소프트</a:t>
            </a:r>
            <a:r>
              <a:rPr kumimoji="1" lang="ko-KR" altLang="en-US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추가요청사항 반영</a:t>
            </a:r>
            <a:r>
              <a:rPr kumimoji="1" lang="en-US" altLang="ko-KR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kumimoji="1" lang="ko-KR" altLang="en-US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권용현</a:t>
            </a:r>
            <a:r>
              <a:rPr kumimoji="1" lang="en-US" altLang="ko-KR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C,</a:t>
            </a:r>
            <a:r>
              <a:rPr kumimoji="1" lang="ko-KR" altLang="en-US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조상희</a:t>
            </a:r>
            <a:r>
              <a:rPr kumimoji="1" lang="en-US" altLang="ko-KR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B)</a:t>
            </a:r>
          </a:p>
          <a:p>
            <a:pPr marL="171450" marR="0" lvl="0" indent="-17145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kumimoji="1" lang="ko-KR" altLang="en-US" sz="800" i="0" u="none" strike="noStrike" kern="0" cap="none" spc="-15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찜하기</a:t>
            </a:r>
            <a:r>
              <a:rPr kumimoji="1" lang="ko-KR" altLang="en-US" sz="800" i="0" u="none" strike="noStrike" kern="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기능 추가</a:t>
            </a:r>
            <a:endParaRPr kumimoji="1" lang="en-US" altLang="ko-KR" sz="800" i="0" u="none" strike="noStrike" kern="0" cap="none" spc="-1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marR="0" lvl="0" indent="-17145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kumimoji="1" lang="ko-KR" altLang="en-US" sz="800" kern="0" spc="-15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바로구매</a:t>
            </a:r>
            <a:r>
              <a:rPr kumimoji="1" lang="ko-KR" altLang="en-US" sz="800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버튼 삭제 </a:t>
            </a:r>
            <a:endParaRPr kumimoji="1" lang="ko-KR" altLang="en-US" sz="800" i="0" u="none" strike="noStrike" kern="0" cap="none" spc="-1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96512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481E38-04E0-F7E5-7EBF-6702B9669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직사각형 77">
            <a:extLst>
              <a:ext uri="{FF2B5EF4-FFF2-40B4-BE49-F238E27FC236}">
                <a16:creationId xmlns:a16="http://schemas.microsoft.com/office/drawing/2014/main" id="{5CE1BD05-D24F-5F5C-93F0-555BC025C293}"/>
              </a:ext>
            </a:extLst>
          </p:cNvPr>
          <p:cNvSpPr/>
          <p:nvPr/>
        </p:nvSpPr>
        <p:spPr>
          <a:xfrm>
            <a:off x="432297" y="2055588"/>
            <a:ext cx="1800200" cy="2873632"/>
          </a:xfrm>
          <a:prstGeom prst="rect">
            <a:avLst/>
          </a:prstGeom>
          <a:solidFill>
            <a:schemeClr val="bg1">
              <a:lumMod val="95000"/>
              <a:alpha val="2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CB78ECD8-655A-657B-9190-BBB2BE94EF5B}"/>
              </a:ext>
            </a:extLst>
          </p:cNvPr>
          <p:cNvSpPr/>
          <p:nvPr/>
        </p:nvSpPr>
        <p:spPr>
          <a:xfrm>
            <a:off x="568962" y="2178509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80" name="그림 79">
            <a:extLst>
              <a:ext uri="{FF2B5EF4-FFF2-40B4-BE49-F238E27FC236}">
                <a16:creationId xmlns:a16="http://schemas.microsoft.com/office/drawing/2014/main" id="{2A261CE5-165D-AC4A-40A0-51DCE555EF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379" y="2801851"/>
            <a:ext cx="1077259" cy="648072"/>
          </a:xfrm>
          <a:prstGeom prst="rect">
            <a:avLst/>
          </a:prstGeom>
        </p:spPr>
      </p:pic>
      <p:sp>
        <p:nvSpPr>
          <p:cNvPr id="81" name="TextBox 80">
            <a:extLst>
              <a:ext uri="{FF2B5EF4-FFF2-40B4-BE49-F238E27FC236}">
                <a16:creationId xmlns:a16="http://schemas.microsoft.com/office/drawing/2014/main" id="{3CBAD869-7D3F-E740-37AD-4F901306DDB1}"/>
              </a:ext>
            </a:extLst>
          </p:cNvPr>
          <p:cNvSpPr txBox="1"/>
          <p:nvPr/>
        </p:nvSpPr>
        <p:spPr>
          <a:xfrm>
            <a:off x="575989" y="3491877"/>
            <a:ext cx="759313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기저귀</a:t>
            </a:r>
            <a:r>
              <a:rPr lang="en-US" altLang="ko-KR" spc="-120" dirty="0"/>
              <a:t>/</a:t>
            </a:r>
            <a:r>
              <a:rPr lang="ko-KR" altLang="en-US" spc="-120" dirty="0"/>
              <a:t>분유 </a:t>
            </a:r>
          </a:p>
        </p:txBody>
      </p:sp>
      <p:grpSp>
        <p:nvGrpSpPr>
          <p:cNvPr id="88" name="그룹 87">
            <a:extLst>
              <a:ext uri="{FF2B5EF4-FFF2-40B4-BE49-F238E27FC236}">
                <a16:creationId xmlns:a16="http://schemas.microsoft.com/office/drawing/2014/main" id="{27F6A958-1CE5-E602-8F63-8317FDAD2A9D}"/>
              </a:ext>
            </a:extLst>
          </p:cNvPr>
          <p:cNvGrpSpPr/>
          <p:nvPr/>
        </p:nvGrpSpPr>
        <p:grpSpPr>
          <a:xfrm>
            <a:off x="501427" y="3718347"/>
            <a:ext cx="1719436" cy="1189218"/>
            <a:chOff x="2191413" y="1613537"/>
            <a:chExt cx="1719436" cy="1189218"/>
          </a:xfrm>
        </p:grpSpPr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50CB19FA-EC98-E8A0-6366-B915BD28117A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B21F12B2-79F3-F76A-0FB5-D7858E2C83EC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57CF1D30-B7DF-D283-373C-11367046D73C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92" name="TextBox 91">
            <a:extLst>
              <a:ext uri="{FF2B5EF4-FFF2-40B4-BE49-F238E27FC236}">
                <a16:creationId xmlns:a16="http://schemas.microsoft.com/office/drawing/2014/main" id="{36C38DA1-3BF4-4857-36C2-275D12710116}"/>
              </a:ext>
            </a:extLst>
          </p:cNvPr>
          <p:cNvSpPr txBox="1"/>
          <p:nvPr/>
        </p:nvSpPr>
        <p:spPr>
          <a:xfrm>
            <a:off x="1016599" y="4577883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93" name="직선 연결선 92">
            <a:extLst>
              <a:ext uri="{FF2B5EF4-FFF2-40B4-BE49-F238E27FC236}">
                <a16:creationId xmlns:a16="http://schemas.microsoft.com/office/drawing/2014/main" id="{1B205C6D-5E76-36F0-E5B9-623EBDE6531F}"/>
              </a:ext>
            </a:extLst>
          </p:cNvPr>
          <p:cNvCxnSpPr>
            <a:cxnSpLocks/>
          </p:cNvCxnSpPr>
          <p:nvPr/>
        </p:nvCxnSpPr>
        <p:spPr>
          <a:xfrm rot="-900000">
            <a:off x="1140354" y="4617495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6019AC2C-EFDD-F8C1-3B8E-2ED4C05B8EB0}"/>
              </a:ext>
            </a:extLst>
          </p:cNvPr>
          <p:cNvSpPr txBox="1"/>
          <p:nvPr/>
        </p:nvSpPr>
        <p:spPr>
          <a:xfrm>
            <a:off x="1917001" y="4562494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F15D058-3727-B3B0-81BF-78D7AF33E312}"/>
              </a:ext>
            </a:extLst>
          </p:cNvPr>
          <p:cNvSpPr txBox="1"/>
          <p:nvPr/>
        </p:nvSpPr>
        <p:spPr>
          <a:xfrm>
            <a:off x="1342471" y="3489316"/>
            <a:ext cx="730275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700" spc="-12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첫만남 </a:t>
            </a:r>
          </a:p>
        </p:txBody>
      </p:sp>
      <p:sp>
        <p:nvSpPr>
          <p:cNvPr id="114" name="직사각형 113">
            <a:extLst>
              <a:ext uri="{FF2B5EF4-FFF2-40B4-BE49-F238E27FC236}">
                <a16:creationId xmlns:a16="http://schemas.microsoft.com/office/drawing/2014/main" id="{DC106B01-7283-1F7E-BD5F-121D4638BD0B}"/>
              </a:ext>
            </a:extLst>
          </p:cNvPr>
          <p:cNvSpPr/>
          <p:nvPr/>
        </p:nvSpPr>
        <p:spPr>
          <a:xfrm>
            <a:off x="2370396" y="2055588"/>
            <a:ext cx="1800200" cy="2873632"/>
          </a:xfrm>
          <a:prstGeom prst="rect">
            <a:avLst/>
          </a:prstGeom>
          <a:solidFill>
            <a:schemeClr val="bg1">
              <a:lumMod val="95000"/>
              <a:alpha val="2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5" name="직사각형 114">
            <a:extLst>
              <a:ext uri="{FF2B5EF4-FFF2-40B4-BE49-F238E27FC236}">
                <a16:creationId xmlns:a16="http://schemas.microsoft.com/office/drawing/2014/main" id="{DF444928-30F2-A1FF-87AD-E12A675E532B}"/>
              </a:ext>
            </a:extLst>
          </p:cNvPr>
          <p:cNvSpPr/>
          <p:nvPr/>
        </p:nvSpPr>
        <p:spPr>
          <a:xfrm>
            <a:off x="2507061" y="2178509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C7693E2F-8BA6-FEBC-5444-E952B069D02A}"/>
              </a:ext>
            </a:extLst>
          </p:cNvPr>
          <p:cNvSpPr txBox="1"/>
          <p:nvPr/>
        </p:nvSpPr>
        <p:spPr>
          <a:xfrm>
            <a:off x="2483880" y="3496887"/>
            <a:ext cx="788658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기저귀</a:t>
            </a:r>
            <a:r>
              <a:rPr lang="en-US" altLang="ko-KR" spc="-120" dirty="0"/>
              <a:t>/</a:t>
            </a:r>
            <a:r>
              <a:rPr lang="ko-KR" altLang="en-US" spc="-120" dirty="0"/>
              <a:t>분유 </a:t>
            </a:r>
          </a:p>
        </p:txBody>
      </p:sp>
      <p:grpSp>
        <p:nvGrpSpPr>
          <p:cNvPr id="118" name="그룹 117">
            <a:extLst>
              <a:ext uri="{FF2B5EF4-FFF2-40B4-BE49-F238E27FC236}">
                <a16:creationId xmlns:a16="http://schemas.microsoft.com/office/drawing/2014/main" id="{5C420CF3-9780-3BAD-FACF-18CDD80D2808}"/>
              </a:ext>
            </a:extLst>
          </p:cNvPr>
          <p:cNvGrpSpPr/>
          <p:nvPr/>
        </p:nvGrpSpPr>
        <p:grpSpPr>
          <a:xfrm>
            <a:off x="600950" y="2193095"/>
            <a:ext cx="482570" cy="207749"/>
            <a:chOff x="5613970" y="995901"/>
            <a:chExt cx="482570" cy="207749"/>
          </a:xfrm>
        </p:grpSpPr>
        <p:sp>
          <p:nvSpPr>
            <p:cNvPr id="119" name="사각형: 둥근 모서리 118">
              <a:extLst>
                <a:ext uri="{FF2B5EF4-FFF2-40B4-BE49-F238E27FC236}">
                  <a16:creationId xmlns:a16="http://schemas.microsoft.com/office/drawing/2014/main" id="{DEC053FF-841D-F5AA-4E62-9D6D73ABF7D4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4153D86E-4A6E-48D4-1D17-1D5E8F8DE5DB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grpSp>
        <p:nvGrpSpPr>
          <p:cNvPr id="133" name="그룹 132">
            <a:extLst>
              <a:ext uri="{FF2B5EF4-FFF2-40B4-BE49-F238E27FC236}">
                <a16:creationId xmlns:a16="http://schemas.microsoft.com/office/drawing/2014/main" id="{A210DE81-A02A-7FC3-5E46-B850B055E73A}"/>
              </a:ext>
            </a:extLst>
          </p:cNvPr>
          <p:cNvGrpSpPr/>
          <p:nvPr/>
        </p:nvGrpSpPr>
        <p:grpSpPr>
          <a:xfrm>
            <a:off x="942699" y="2193095"/>
            <a:ext cx="415498" cy="207749"/>
            <a:chOff x="5585876" y="994409"/>
            <a:chExt cx="415498" cy="207749"/>
          </a:xfrm>
        </p:grpSpPr>
        <p:sp>
          <p:nvSpPr>
            <p:cNvPr id="134" name="사각형: 둥근 모서리 133">
              <a:extLst>
                <a:ext uri="{FF2B5EF4-FFF2-40B4-BE49-F238E27FC236}">
                  <a16:creationId xmlns:a16="http://schemas.microsoft.com/office/drawing/2014/main" id="{880AF64D-C0FE-1F50-7B3C-674311D9B991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9678E3B0-567F-4E41-5D86-3BE4FF18401E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pic>
        <p:nvPicPr>
          <p:cNvPr id="144" name="그림 143">
            <a:extLst>
              <a:ext uri="{FF2B5EF4-FFF2-40B4-BE49-F238E27FC236}">
                <a16:creationId xmlns:a16="http://schemas.microsoft.com/office/drawing/2014/main" id="{65AA7BBD-F648-51EB-2BF1-2C08A22022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9929" y="2623718"/>
            <a:ext cx="685221" cy="818459"/>
          </a:xfrm>
          <a:prstGeom prst="rect">
            <a:avLst/>
          </a:prstGeom>
        </p:spPr>
      </p:pic>
      <p:sp>
        <p:nvSpPr>
          <p:cNvPr id="157" name="TextBox 156">
            <a:extLst>
              <a:ext uri="{FF2B5EF4-FFF2-40B4-BE49-F238E27FC236}">
                <a16:creationId xmlns:a16="http://schemas.microsoft.com/office/drawing/2014/main" id="{7299FCCC-9554-1940-3A46-60730C697D7F}"/>
              </a:ext>
            </a:extLst>
          </p:cNvPr>
          <p:cNvSpPr txBox="1"/>
          <p:nvPr/>
        </p:nvSpPr>
        <p:spPr>
          <a:xfrm>
            <a:off x="288281" y="1274533"/>
            <a:ext cx="12795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rgbClr val="0070C0"/>
                </a:solidFill>
                <a:latin typeface="+mn-ea"/>
              </a:rPr>
              <a:t>상품 개선 </a:t>
            </a:r>
            <a:r>
              <a:rPr lang="en-US" altLang="ko-KR" sz="1200" b="1" dirty="0">
                <a:solidFill>
                  <a:srgbClr val="0070C0"/>
                </a:solidFill>
                <a:latin typeface="+mn-ea"/>
              </a:rPr>
              <a:t>type B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4FE16233-DACF-0E2C-0674-6840130D4663}"/>
              </a:ext>
            </a:extLst>
          </p:cNvPr>
          <p:cNvGrpSpPr/>
          <p:nvPr/>
        </p:nvGrpSpPr>
        <p:grpSpPr>
          <a:xfrm>
            <a:off x="2377430" y="3692029"/>
            <a:ext cx="1712439" cy="1286964"/>
            <a:chOff x="2198410" y="1613537"/>
            <a:chExt cx="1712439" cy="1286964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465894E4-679E-496D-B307-5000B3E7965C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729F8FE-17EA-B9F2-520A-733ABE2CB824}"/>
                </a:ext>
              </a:extLst>
            </p:cNvPr>
            <p:cNvSpPr txBox="1"/>
            <p:nvPr/>
          </p:nvSpPr>
          <p:spPr>
            <a:xfrm>
              <a:off x="2458146" y="2538864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0943153-DA17-86CE-F5B0-25CE853D8CD9}"/>
                </a:ext>
              </a:extLst>
            </p:cNvPr>
            <p:cNvSpPr txBox="1"/>
            <p:nvPr/>
          </p:nvSpPr>
          <p:spPr>
            <a:xfrm>
              <a:off x="2198410" y="2418459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FA2386A3-EA7E-5C08-A287-8834462A5CC2}"/>
              </a:ext>
            </a:extLst>
          </p:cNvPr>
          <p:cNvSpPr txBox="1"/>
          <p:nvPr/>
        </p:nvSpPr>
        <p:spPr>
          <a:xfrm>
            <a:off x="3784456" y="4634736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262B84C-6E9D-2504-653E-486220DDE0A6}"/>
              </a:ext>
            </a:extLst>
          </p:cNvPr>
          <p:cNvSpPr txBox="1"/>
          <p:nvPr/>
        </p:nvSpPr>
        <p:spPr>
          <a:xfrm>
            <a:off x="1358197" y="3766713"/>
            <a:ext cx="82331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196401" rtl="0" eaLnBrk="1" fontAlgn="t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#</a:t>
            </a:r>
            <a:r>
              <a:rPr kumimoji="0" lang="ko-KR" altLang="en-US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유기농 </a:t>
            </a:r>
            <a:r>
              <a:rPr kumimoji="0" lang="en-US" altLang="ko-KR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#</a:t>
            </a:r>
            <a:r>
              <a:rPr kumimoji="0" lang="ko-KR" altLang="en-US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친환경</a:t>
            </a:r>
            <a:endParaRPr kumimoji="0" lang="ko-KR" altLang="ko-KR" sz="800" b="1" i="0" u="none" strike="noStrike" kern="1200" cap="none" spc="-150" normalizeH="0" baseline="0" noProof="0" dirty="0">
              <a:ln>
                <a:noFill/>
              </a:ln>
              <a:solidFill>
                <a:srgbClr val="34A44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16347C5-7538-2F20-920F-21F5B8E19306}"/>
              </a:ext>
            </a:extLst>
          </p:cNvPr>
          <p:cNvSpPr txBox="1"/>
          <p:nvPr/>
        </p:nvSpPr>
        <p:spPr>
          <a:xfrm>
            <a:off x="432295" y="1818674"/>
            <a:ext cx="169148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 b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태그 제일 많이 노출되는 케이스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0C19604-9995-6A82-54BC-5E9BCE357132}"/>
              </a:ext>
            </a:extLst>
          </p:cNvPr>
          <p:cNvSpPr txBox="1"/>
          <p:nvPr/>
        </p:nvSpPr>
        <p:spPr>
          <a:xfrm>
            <a:off x="2201561" y="1829220"/>
            <a:ext cx="169148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 b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태그 제일 적게 노출되는 케이스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5A2E0781-AD65-45E7-FE4E-68086C5955F9}"/>
              </a:ext>
            </a:extLst>
          </p:cNvPr>
          <p:cNvSpPr/>
          <p:nvPr/>
        </p:nvSpPr>
        <p:spPr>
          <a:xfrm>
            <a:off x="6938720" y="2052117"/>
            <a:ext cx="1800200" cy="3456384"/>
          </a:xfrm>
          <a:prstGeom prst="rect">
            <a:avLst/>
          </a:prstGeom>
          <a:solidFill>
            <a:schemeClr val="bg1">
              <a:lumMod val="95000"/>
              <a:alpha val="2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6436C5D8-9E7B-A60F-D3DD-638F5A4F7FCD}"/>
              </a:ext>
            </a:extLst>
          </p:cNvPr>
          <p:cNvSpPr/>
          <p:nvPr/>
        </p:nvSpPr>
        <p:spPr>
          <a:xfrm>
            <a:off x="7075385" y="2175038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55C231D9-08BB-CF6D-A77A-F4B0A5F08A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6802" y="2798380"/>
            <a:ext cx="1077259" cy="648072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461E961D-A2ED-B1C5-4654-1CE1A82ABFDB}"/>
              </a:ext>
            </a:extLst>
          </p:cNvPr>
          <p:cNvSpPr txBox="1"/>
          <p:nvPr/>
        </p:nvSpPr>
        <p:spPr>
          <a:xfrm>
            <a:off x="7075499" y="5165562"/>
            <a:ext cx="78655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기저귀</a:t>
            </a:r>
            <a:r>
              <a:rPr lang="en-US" altLang="ko-KR" spc="-120" dirty="0"/>
              <a:t>/</a:t>
            </a:r>
            <a:r>
              <a:rPr lang="ko-KR" altLang="en-US" spc="-120" dirty="0"/>
              <a:t>분유 </a:t>
            </a: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829E554E-2D97-CDBC-EA70-5F159B136863}"/>
              </a:ext>
            </a:extLst>
          </p:cNvPr>
          <p:cNvGrpSpPr/>
          <p:nvPr/>
        </p:nvGrpSpPr>
        <p:grpSpPr>
          <a:xfrm>
            <a:off x="7007850" y="3714876"/>
            <a:ext cx="1719436" cy="1189218"/>
            <a:chOff x="2191413" y="1613537"/>
            <a:chExt cx="1719436" cy="1189218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C576E35F-A6F7-3FC3-D90B-D4CA80EBB2C1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64A1BEBC-8035-1309-044C-0E6806DFA02D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BD3CC5AA-1425-10B6-EFF9-3F989812206F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F9B125C8-8E92-B0FB-F25A-D5959FCF9326}"/>
              </a:ext>
            </a:extLst>
          </p:cNvPr>
          <p:cNvSpPr txBox="1"/>
          <p:nvPr/>
        </p:nvSpPr>
        <p:spPr>
          <a:xfrm>
            <a:off x="7523022" y="4574412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863ED7C2-AFFF-90BD-26A9-15913288B80B}"/>
              </a:ext>
            </a:extLst>
          </p:cNvPr>
          <p:cNvCxnSpPr>
            <a:cxnSpLocks/>
          </p:cNvCxnSpPr>
          <p:nvPr/>
        </p:nvCxnSpPr>
        <p:spPr>
          <a:xfrm rot="-900000">
            <a:off x="7646777" y="4614024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7448F893-1AE5-9DB9-0634-CCD114907BCA}"/>
              </a:ext>
            </a:extLst>
          </p:cNvPr>
          <p:cNvSpPr txBox="1"/>
          <p:nvPr/>
        </p:nvSpPr>
        <p:spPr>
          <a:xfrm>
            <a:off x="8423424" y="4559023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C538752-082F-EDA2-F23F-DFE291968E59}"/>
              </a:ext>
            </a:extLst>
          </p:cNvPr>
          <p:cNvSpPr txBox="1"/>
          <p:nvPr/>
        </p:nvSpPr>
        <p:spPr>
          <a:xfrm>
            <a:off x="7873731" y="5163001"/>
            <a:ext cx="75647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700" spc="-12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첫만남 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EDABC135-BB27-4A85-D175-279617300BFE}"/>
              </a:ext>
            </a:extLst>
          </p:cNvPr>
          <p:cNvSpPr/>
          <p:nvPr/>
        </p:nvSpPr>
        <p:spPr>
          <a:xfrm>
            <a:off x="8876819" y="2052117"/>
            <a:ext cx="1800200" cy="3456384"/>
          </a:xfrm>
          <a:prstGeom prst="rect">
            <a:avLst/>
          </a:prstGeom>
          <a:solidFill>
            <a:schemeClr val="bg1">
              <a:lumMod val="95000"/>
              <a:alpha val="2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FC7D300C-9FE1-F20D-310C-965DDCA9700B}"/>
              </a:ext>
            </a:extLst>
          </p:cNvPr>
          <p:cNvSpPr/>
          <p:nvPr/>
        </p:nvSpPr>
        <p:spPr>
          <a:xfrm>
            <a:off x="9013484" y="2175038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47" name="그림 46">
            <a:extLst>
              <a:ext uri="{FF2B5EF4-FFF2-40B4-BE49-F238E27FC236}">
                <a16:creationId xmlns:a16="http://schemas.microsoft.com/office/drawing/2014/main" id="{90C543B5-C00C-D9E3-7FAA-6911CCBA0C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6352" y="2620247"/>
            <a:ext cx="685221" cy="818459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D70D03FC-FD66-3F56-AA6F-628EBB365F20}"/>
              </a:ext>
            </a:extLst>
          </p:cNvPr>
          <p:cNvSpPr txBox="1"/>
          <p:nvPr/>
        </p:nvSpPr>
        <p:spPr>
          <a:xfrm>
            <a:off x="6794704" y="1271062"/>
            <a:ext cx="13227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rgbClr val="0070C0"/>
                </a:solidFill>
                <a:latin typeface="+mn-ea"/>
              </a:rPr>
              <a:t>상품 개선 </a:t>
            </a:r>
            <a:r>
              <a:rPr lang="en-US" altLang="ko-KR" sz="1200" b="1" dirty="0">
                <a:solidFill>
                  <a:srgbClr val="0070C0"/>
                </a:solidFill>
                <a:latin typeface="+mn-ea"/>
              </a:rPr>
              <a:t>type  C</a:t>
            </a:r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4913F5DD-091F-D1C2-3F2C-D255F433FA24}"/>
              </a:ext>
            </a:extLst>
          </p:cNvPr>
          <p:cNvGrpSpPr/>
          <p:nvPr/>
        </p:nvGrpSpPr>
        <p:grpSpPr>
          <a:xfrm>
            <a:off x="8883853" y="3688558"/>
            <a:ext cx="1712439" cy="1286964"/>
            <a:chOff x="2198410" y="1613537"/>
            <a:chExt cx="1712439" cy="1286964"/>
          </a:xfrm>
        </p:grpSpPr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D97B6CC6-D38C-B42C-BA6B-67C6E300B679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E189481D-857E-5926-01AD-01A091D1A675}"/>
                </a:ext>
              </a:extLst>
            </p:cNvPr>
            <p:cNvSpPr txBox="1"/>
            <p:nvPr/>
          </p:nvSpPr>
          <p:spPr>
            <a:xfrm>
              <a:off x="2458146" y="2538864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49002B42-8632-BC72-0ECF-3B57519E205F}"/>
                </a:ext>
              </a:extLst>
            </p:cNvPr>
            <p:cNvSpPr txBox="1"/>
            <p:nvPr/>
          </p:nvSpPr>
          <p:spPr>
            <a:xfrm>
              <a:off x="2198410" y="2418459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BF98B592-DF31-2A73-A940-AFBB94D79A3D}"/>
              </a:ext>
            </a:extLst>
          </p:cNvPr>
          <p:cNvSpPr txBox="1"/>
          <p:nvPr/>
        </p:nvSpPr>
        <p:spPr>
          <a:xfrm>
            <a:off x="10290879" y="4631265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1D8AC7D-8CA9-D5F7-49ED-556F94D7539B}"/>
              </a:ext>
            </a:extLst>
          </p:cNvPr>
          <p:cNvSpPr txBox="1"/>
          <p:nvPr/>
        </p:nvSpPr>
        <p:spPr>
          <a:xfrm>
            <a:off x="7864620" y="3763242"/>
            <a:ext cx="82331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196401" rtl="0" eaLnBrk="1" fontAlgn="t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#</a:t>
            </a:r>
            <a:r>
              <a:rPr kumimoji="0" lang="ko-KR" altLang="en-US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유기농 </a:t>
            </a:r>
            <a:r>
              <a:rPr kumimoji="0" lang="en-US" altLang="ko-KR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#</a:t>
            </a:r>
            <a:r>
              <a:rPr kumimoji="0" lang="ko-KR" altLang="en-US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친환경</a:t>
            </a:r>
            <a:endParaRPr kumimoji="0" lang="ko-KR" altLang="ko-KR" sz="800" b="1" i="0" u="none" strike="noStrike" kern="1200" cap="none" spc="-150" normalizeH="0" baseline="0" noProof="0" dirty="0">
              <a:ln>
                <a:noFill/>
              </a:ln>
              <a:solidFill>
                <a:srgbClr val="34A44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0F6A78A-3537-9633-A45A-69FDDDAEDCED}"/>
              </a:ext>
            </a:extLst>
          </p:cNvPr>
          <p:cNvSpPr txBox="1"/>
          <p:nvPr/>
        </p:nvSpPr>
        <p:spPr>
          <a:xfrm>
            <a:off x="6938718" y="1815203"/>
            <a:ext cx="169148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 b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태그 제일 많이 노출되는 케이스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D6DA7E0-4AE8-C0B7-0432-7820286EEAC3}"/>
              </a:ext>
            </a:extLst>
          </p:cNvPr>
          <p:cNvSpPr txBox="1"/>
          <p:nvPr/>
        </p:nvSpPr>
        <p:spPr>
          <a:xfrm>
            <a:off x="8763388" y="1818102"/>
            <a:ext cx="169148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 b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태그 제일 적게 노출되는 케이스</a:t>
            </a:r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E5F3E87B-9591-D457-E918-B5339F836FFE}"/>
              </a:ext>
            </a:extLst>
          </p:cNvPr>
          <p:cNvSpPr/>
          <p:nvPr/>
        </p:nvSpPr>
        <p:spPr>
          <a:xfrm>
            <a:off x="7069820" y="4860319"/>
            <a:ext cx="1560387" cy="2130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4785806D-ED00-5E98-6883-0789372C65C9}"/>
              </a:ext>
            </a:extLst>
          </p:cNvPr>
          <p:cNvGrpSpPr/>
          <p:nvPr/>
        </p:nvGrpSpPr>
        <p:grpSpPr>
          <a:xfrm>
            <a:off x="7069820" y="3497431"/>
            <a:ext cx="482570" cy="207749"/>
            <a:chOff x="5613970" y="995901"/>
            <a:chExt cx="482570" cy="207749"/>
          </a:xfrm>
        </p:grpSpPr>
        <p:sp>
          <p:nvSpPr>
            <p:cNvPr id="62" name="사각형: 둥근 모서리 61">
              <a:extLst>
                <a:ext uri="{FF2B5EF4-FFF2-40B4-BE49-F238E27FC236}">
                  <a16:creationId xmlns:a16="http://schemas.microsoft.com/office/drawing/2014/main" id="{D5E91E6F-F961-95BE-F4DC-46D282587520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E99055C9-C6E7-FF48-8BDE-77E32818C763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grpSp>
        <p:nvGrpSpPr>
          <p:cNvPr id="64" name="그룹 63">
            <a:extLst>
              <a:ext uri="{FF2B5EF4-FFF2-40B4-BE49-F238E27FC236}">
                <a16:creationId xmlns:a16="http://schemas.microsoft.com/office/drawing/2014/main" id="{51217912-8E3E-38D9-D25B-856727AD0820}"/>
              </a:ext>
            </a:extLst>
          </p:cNvPr>
          <p:cNvGrpSpPr/>
          <p:nvPr/>
        </p:nvGrpSpPr>
        <p:grpSpPr>
          <a:xfrm>
            <a:off x="7411569" y="3497431"/>
            <a:ext cx="415498" cy="207749"/>
            <a:chOff x="5585876" y="994409"/>
            <a:chExt cx="415498" cy="207749"/>
          </a:xfrm>
        </p:grpSpPr>
        <p:sp>
          <p:nvSpPr>
            <p:cNvPr id="65" name="사각형: 둥근 모서리 64">
              <a:extLst>
                <a:ext uri="{FF2B5EF4-FFF2-40B4-BE49-F238E27FC236}">
                  <a16:creationId xmlns:a16="http://schemas.microsoft.com/office/drawing/2014/main" id="{FA55F886-63B4-E620-8CB7-C02B491587CF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40D50FDC-B59F-0A0A-4887-6515BB5BC8A2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sp>
        <p:nvSpPr>
          <p:cNvPr id="67" name="TextBox 66">
            <a:extLst>
              <a:ext uri="{FF2B5EF4-FFF2-40B4-BE49-F238E27FC236}">
                <a16:creationId xmlns:a16="http://schemas.microsoft.com/office/drawing/2014/main" id="{5F465438-00E5-03BF-42A6-F5F6A28CBEB7}"/>
              </a:ext>
            </a:extLst>
          </p:cNvPr>
          <p:cNvSpPr txBox="1"/>
          <p:nvPr/>
        </p:nvSpPr>
        <p:spPr>
          <a:xfrm>
            <a:off x="8972635" y="5165562"/>
            <a:ext cx="78655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기저귀</a:t>
            </a:r>
            <a:r>
              <a:rPr lang="en-US" altLang="ko-KR" spc="-120" dirty="0"/>
              <a:t>/</a:t>
            </a:r>
            <a:r>
              <a:rPr lang="ko-KR" altLang="en-US" spc="-120" dirty="0"/>
              <a:t>분유 </a:t>
            </a:r>
          </a:p>
        </p:txBody>
      </p:sp>
      <p:sp>
        <p:nvSpPr>
          <p:cNvPr id="68" name="사각형: 둥근 모서리 67">
            <a:extLst>
              <a:ext uri="{FF2B5EF4-FFF2-40B4-BE49-F238E27FC236}">
                <a16:creationId xmlns:a16="http://schemas.microsoft.com/office/drawing/2014/main" id="{E442EA22-44EF-4FF2-7EA1-649F06AACCDF}"/>
              </a:ext>
            </a:extLst>
          </p:cNvPr>
          <p:cNvSpPr/>
          <p:nvPr/>
        </p:nvSpPr>
        <p:spPr>
          <a:xfrm>
            <a:off x="8972635" y="4860319"/>
            <a:ext cx="1566339" cy="2130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8A15EF1-1F6D-B9D5-EDDE-85AB1E925C35}"/>
              </a:ext>
            </a:extLst>
          </p:cNvPr>
          <p:cNvSpPr txBox="1"/>
          <p:nvPr/>
        </p:nvSpPr>
        <p:spPr>
          <a:xfrm>
            <a:off x="4308092" y="2046035"/>
            <a:ext cx="2232248" cy="15197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900" b="1" spc="-150" dirty="0">
                <a:latin typeface="+mn-ea"/>
              </a:rPr>
              <a:t>2026</a:t>
            </a:r>
            <a:r>
              <a:rPr lang="ko-KR" altLang="en-US" sz="900" b="1" spc="-150" dirty="0">
                <a:latin typeface="+mn-ea"/>
              </a:rPr>
              <a:t>년 </a:t>
            </a:r>
            <a:r>
              <a:rPr lang="en-US" altLang="ko-KR" sz="900" b="1" spc="-150" dirty="0">
                <a:latin typeface="+mn-ea"/>
              </a:rPr>
              <a:t>7</a:t>
            </a:r>
            <a:r>
              <a:rPr lang="ko-KR" altLang="en-US" sz="900" b="1" spc="-150" dirty="0">
                <a:latin typeface="+mn-ea"/>
              </a:rPr>
              <a:t>월</a:t>
            </a:r>
            <a:r>
              <a:rPr lang="en-US" altLang="ko-KR" sz="900" b="1" spc="-150" dirty="0">
                <a:latin typeface="+mn-ea"/>
              </a:rPr>
              <a:t>1</a:t>
            </a:r>
            <a:r>
              <a:rPr lang="ko-KR" altLang="en-US" sz="900" b="1" spc="-150" dirty="0">
                <a:latin typeface="+mn-ea"/>
              </a:rPr>
              <a:t>일 기준 바우처 태그 매핑</a:t>
            </a:r>
            <a:endParaRPr lang="en-US" altLang="ko-KR" sz="900" b="1" spc="-150" dirty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ko-KR" sz="800" spc="-15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900" spc="-150" dirty="0">
                <a:latin typeface="+mn-ea"/>
              </a:rPr>
              <a:t>기저귀 </a:t>
            </a:r>
            <a:r>
              <a:rPr lang="en-US" altLang="ko-KR" sz="900" spc="-150" dirty="0">
                <a:latin typeface="+mn-ea"/>
              </a:rPr>
              <a:t>– </a:t>
            </a:r>
            <a:r>
              <a:rPr lang="ko-KR" altLang="en-US" sz="900" spc="-150" dirty="0">
                <a:latin typeface="+mn-ea"/>
              </a:rPr>
              <a:t>기저귀</a:t>
            </a:r>
            <a:r>
              <a:rPr lang="en-US" altLang="ko-KR" sz="900" spc="-150" dirty="0">
                <a:latin typeface="+mn-ea"/>
              </a:rPr>
              <a:t>/</a:t>
            </a:r>
            <a:r>
              <a:rPr lang="ko-KR" altLang="en-US" sz="900" spc="-150" dirty="0">
                <a:latin typeface="+mn-ea"/>
              </a:rPr>
              <a:t>조제분유</a:t>
            </a:r>
            <a:r>
              <a:rPr lang="en-US" altLang="ko-KR" sz="900" spc="-150" dirty="0">
                <a:latin typeface="+mn-ea"/>
              </a:rPr>
              <a:t>, </a:t>
            </a:r>
            <a:r>
              <a:rPr lang="ko-KR" altLang="en-US" sz="900" spc="-150" dirty="0">
                <a:latin typeface="+mn-ea"/>
              </a:rPr>
              <a:t>첫만남 이용권</a:t>
            </a:r>
            <a:r>
              <a:rPr lang="en-US" altLang="ko-KR" sz="900" spc="-150" dirty="0">
                <a:latin typeface="+mn-ea"/>
              </a:rPr>
              <a:t>(</a:t>
            </a:r>
            <a:r>
              <a:rPr lang="ko-KR" altLang="en-US" sz="900" spc="-150" dirty="0">
                <a:latin typeface="+mn-ea"/>
              </a:rPr>
              <a:t>예상</a:t>
            </a:r>
            <a:r>
              <a:rPr lang="en-US" altLang="ko-KR" sz="900" spc="-150" dirty="0">
                <a:latin typeface="+mn-ea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900" spc="-150" dirty="0">
                <a:latin typeface="+mn-ea"/>
              </a:rPr>
              <a:t>분유 </a:t>
            </a:r>
            <a:r>
              <a:rPr lang="en-US" altLang="ko-KR" sz="900" spc="-150" dirty="0">
                <a:latin typeface="+mn-ea"/>
              </a:rPr>
              <a:t>- </a:t>
            </a:r>
            <a:r>
              <a:rPr lang="ko-KR" altLang="en-US" sz="900" spc="-150" dirty="0">
                <a:latin typeface="+mn-ea"/>
              </a:rPr>
              <a:t>기저귀</a:t>
            </a:r>
            <a:r>
              <a:rPr lang="en-US" altLang="ko-KR" sz="900" spc="-150" dirty="0">
                <a:latin typeface="+mn-ea"/>
              </a:rPr>
              <a:t>/</a:t>
            </a:r>
            <a:r>
              <a:rPr lang="ko-KR" altLang="en-US" sz="900" spc="-150" dirty="0">
                <a:latin typeface="+mn-ea"/>
              </a:rPr>
              <a:t>조제분유</a:t>
            </a:r>
            <a:r>
              <a:rPr lang="en-US" altLang="ko-KR" sz="900" spc="-150" dirty="0">
                <a:latin typeface="+mn-ea"/>
              </a:rPr>
              <a:t>, </a:t>
            </a:r>
            <a:r>
              <a:rPr lang="ko-KR" altLang="en-US" sz="900" spc="-150" dirty="0">
                <a:latin typeface="+mn-ea"/>
              </a:rPr>
              <a:t>첫만남 이용권</a:t>
            </a:r>
            <a:r>
              <a:rPr lang="en-US" altLang="ko-KR" sz="900" spc="-150" dirty="0">
                <a:latin typeface="+mn-ea"/>
              </a:rPr>
              <a:t>(</a:t>
            </a:r>
            <a:r>
              <a:rPr lang="ko-KR" altLang="en-US" sz="900" spc="-150" dirty="0">
                <a:latin typeface="+mn-ea"/>
              </a:rPr>
              <a:t>예상</a:t>
            </a:r>
            <a:r>
              <a:rPr lang="en-US" altLang="ko-KR" sz="900" spc="-150" dirty="0">
                <a:latin typeface="+mn-ea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900" spc="-150" dirty="0">
                <a:latin typeface="+mn-ea"/>
              </a:rPr>
              <a:t>생리대 </a:t>
            </a:r>
            <a:r>
              <a:rPr lang="en-US" altLang="ko-KR" sz="900" spc="-150" dirty="0">
                <a:latin typeface="+mn-ea"/>
              </a:rPr>
              <a:t>– </a:t>
            </a:r>
            <a:r>
              <a:rPr lang="ko-KR" altLang="en-US" sz="900" spc="-150" dirty="0">
                <a:latin typeface="+mn-ea"/>
              </a:rPr>
              <a:t>여성청소년 생리대지원</a:t>
            </a:r>
            <a:endParaRPr lang="en-US" altLang="ko-KR" sz="900" spc="-15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900" spc="-150" dirty="0">
                <a:latin typeface="+mn-ea"/>
              </a:rPr>
              <a:t>생리팬티 </a:t>
            </a:r>
            <a:r>
              <a:rPr lang="en-US" altLang="ko-KR" sz="900" spc="-150" dirty="0">
                <a:latin typeface="+mn-ea"/>
              </a:rPr>
              <a:t>– </a:t>
            </a:r>
            <a:r>
              <a:rPr lang="ko-KR" altLang="en-US" sz="900" spc="-150" dirty="0">
                <a:latin typeface="+mn-ea"/>
              </a:rPr>
              <a:t>여성청소년 생리대지원</a:t>
            </a:r>
            <a:endParaRPr lang="en-US" altLang="ko-KR" sz="900" spc="-15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900" spc="-150" dirty="0">
                <a:latin typeface="+mn-ea"/>
              </a:rPr>
              <a:t>물티슈 </a:t>
            </a:r>
            <a:r>
              <a:rPr lang="en-US" altLang="ko-KR" sz="900" spc="-150" dirty="0">
                <a:latin typeface="+mn-ea"/>
              </a:rPr>
              <a:t>– </a:t>
            </a:r>
            <a:r>
              <a:rPr lang="ko-KR" altLang="en-US" sz="900" spc="-150" dirty="0">
                <a:latin typeface="+mn-ea"/>
              </a:rPr>
              <a:t>기저귀</a:t>
            </a:r>
            <a:r>
              <a:rPr lang="en-US" altLang="ko-KR" sz="900" spc="-150" dirty="0">
                <a:latin typeface="+mn-ea"/>
              </a:rPr>
              <a:t>/</a:t>
            </a:r>
            <a:r>
              <a:rPr lang="ko-KR" altLang="en-US" sz="900" spc="-150" dirty="0">
                <a:latin typeface="+mn-ea"/>
              </a:rPr>
              <a:t>조제분유</a:t>
            </a:r>
            <a:r>
              <a:rPr lang="en-US" altLang="ko-KR" sz="900" spc="-150" dirty="0">
                <a:latin typeface="+mn-ea"/>
              </a:rPr>
              <a:t>, </a:t>
            </a:r>
            <a:r>
              <a:rPr lang="ko-KR" altLang="en-US" sz="900" spc="-150" dirty="0">
                <a:latin typeface="+mn-ea"/>
              </a:rPr>
              <a:t>첫만남 이용권</a:t>
            </a:r>
            <a:r>
              <a:rPr lang="en-US" altLang="ko-KR" sz="900" spc="-150" dirty="0">
                <a:latin typeface="+mn-ea"/>
              </a:rPr>
              <a:t>(</a:t>
            </a:r>
            <a:r>
              <a:rPr lang="ko-KR" altLang="en-US" sz="900" spc="-150" dirty="0">
                <a:latin typeface="+mn-ea"/>
              </a:rPr>
              <a:t>예상</a:t>
            </a:r>
            <a:r>
              <a:rPr lang="en-US" altLang="ko-KR" sz="900" spc="-150" dirty="0">
                <a:latin typeface="+mn-ea"/>
              </a:rPr>
              <a:t>)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1FE4D55-B8BD-9DF9-2A3F-EE0BFAF3F740}"/>
              </a:ext>
            </a:extLst>
          </p:cNvPr>
          <p:cNvSpPr txBox="1"/>
          <p:nvPr/>
        </p:nvSpPr>
        <p:spPr>
          <a:xfrm>
            <a:off x="4198545" y="1728980"/>
            <a:ext cx="2089730" cy="293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spc="-150" dirty="0">
                <a:solidFill>
                  <a:srgbClr val="C00000"/>
                </a:solidFill>
                <a:latin typeface="+mn-ea"/>
              </a:rPr>
              <a:t>바우처 태그 </a:t>
            </a:r>
            <a:r>
              <a:rPr lang="en-US" altLang="ko-KR" sz="1000" spc="-150" dirty="0">
                <a:solidFill>
                  <a:srgbClr val="C00000"/>
                </a:solidFill>
                <a:latin typeface="+mn-ea"/>
              </a:rPr>
              <a:t>1</a:t>
            </a:r>
            <a:r>
              <a:rPr lang="ko-KR" altLang="en-US" sz="1000" spc="-150" dirty="0">
                <a:solidFill>
                  <a:srgbClr val="C00000"/>
                </a:solidFill>
                <a:latin typeface="+mn-ea"/>
              </a:rPr>
              <a:t>개</a:t>
            </a:r>
            <a:r>
              <a:rPr lang="en-US" altLang="ko-KR" sz="1000" spc="-150" dirty="0">
                <a:solidFill>
                  <a:srgbClr val="C00000"/>
                </a:solidFill>
                <a:latin typeface="+mn-ea"/>
              </a:rPr>
              <a:t>~</a:t>
            </a:r>
            <a:r>
              <a:rPr lang="ko-KR" altLang="en-US" sz="1000" spc="-150" dirty="0">
                <a:solidFill>
                  <a:srgbClr val="C00000"/>
                </a:solidFill>
                <a:latin typeface="+mn-ea"/>
              </a:rPr>
              <a:t>최대 </a:t>
            </a:r>
            <a:r>
              <a:rPr lang="en-US" altLang="ko-KR" sz="1000" spc="-150" dirty="0">
                <a:solidFill>
                  <a:srgbClr val="C00000"/>
                </a:solidFill>
                <a:latin typeface="+mn-ea"/>
              </a:rPr>
              <a:t>2</a:t>
            </a:r>
            <a:r>
              <a:rPr lang="ko-KR" altLang="en-US" sz="1000" spc="-150" dirty="0">
                <a:solidFill>
                  <a:srgbClr val="C00000"/>
                </a:solidFill>
                <a:latin typeface="+mn-ea"/>
              </a:rPr>
              <a:t>개 출력 가능 </a:t>
            </a:r>
            <a:endParaRPr lang="en-US" altLang="ko-KR" sz="1000" spc="-150" dirty="0">
              <a:solidFill>
                <a:srgbClr val="C00000"/>
              </a:solidFill>
              <a:latin typeface="+mn-ea"/>
            </a:endParaRPr>
          </a:p>
        </p:txBody>
      </p:sp>
      <p:cxnSp>
        <p:nvCxnSpPr>
          <p:cNvPr id="73" name="직선 연결선 72">
            <a:extLst>
              <a:ext uri="{FF2B5EF4-FFF2-40B4-BE49-F238E27FC236}">
                <a16:creationId xmlns:a16="http://schemas.microsoft.com/office/drawing/2014/main" id="{3B952061-4A92-259B-DD24-26D0C8078025}"/>
              </a:ext>
            </a:extLst>
          </p:cNvPr>
          <p:cNvCxnSpPr/>
          <p:nvPr/>
        </p:nvCxnSpPr>
        <p:spPr>
          <a:xfrm>
            <a:off x="6696993" y="935993"/>
            <a:ext cx="0" cy="4968552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하트 6">
            <a:extLst>
              <a:ext uri="{FF2B5EF4-FFF2-40B4-BE49-F238E27FC236}">
                <a16:creationId xmlns:a16="http://schemas.microsoft.com/office/drawing/2014/main" id="{7262F495-6A14-E645-EAA3-8B2524FDDFEA}"/>
              </a:ext>
            </a:extLst>
          </p:cNvPr>
          <p:cNvSpPr/>
          <p:nvPr/>
        </p:nvSpPr>
        <p:spPr>
          <a:xfrm>
            <a:off x="1817385" y="2249956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하트 9">
            <a:extLst>
              <a:ext uri="{FF2B5EF4-FFF2-40B4-BE49-F238E27FC236}">
                <a16:creationId xmlns:a16="http://schemas.microsoft.com/office/drawing/2014/main" id="{13AF968C-89DF-C600-6304-0FC361C0C964}"/>
              </a:ext>
            </a:extLst>
          </p:cNvPr>
          <p:cNvSpPr/>
          <p:nvPr/>
        </p:nvSpPr>
        <p:spPr>
          <a:xfrm>
            <a:off x="3744649" y="2253121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" name="하트 11">
            <a:extLst>
              <a:ext uri="{FF2B5EF4-FFF2-40B4-BE49-F238E27FC236}">
                <a16:creationId xmlns:a16="http://schemas.microsoft.com/office/drawing/2014/main" id="{600BA16C-5E03-6866-4711-7A1150AFBBC3}"/>
              </a:ext>
            </a:extLst>
          </p:cNvPr>
          <p:cNvSpPr/>
          <p:nvPr/>
        </p:nvSpPr>
        <p:spPr>
          <a:xfrm>
            <a:off x="8291222" y="2249956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" name="하트 13">
            <a:extLst>
              <a:ext uri="{FF2B5EF4-FFF2-40B4-BE49-F238E27FC236}">
                <a16:creationId xmlns:a16="http://schemas.microsoft.com/office/drawing/2014/main" id="{49E69F92-797B-9F5E-FCBB-6F306141BCE5}"/>
              </a:ext>
            </a:extLst>
          </p:cNvPr>
          <p:cNvSpPr/>
          <p:nvPr/>
        </p:nvSpPr>
        <p:spPr>
          <a:xfrm>
            <a:off x="10251072" y="2253968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A068044-CDA5-80C1-4997-574264665762}"/>
              </a:ext>
            </a:extLst>
          </p:cNvPr>
          <p:cNvSpPr/>
          <p:nvPr/>
        </p:nvSpPr>
        <p:spPr>
          <a:xfrm>
            <a:off x="436550" y="4860429"/>
            <a:ext cx="1795801" cy="18814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   담기</a:t>
            </a: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783FA160-EBFA-DE32-35DC-BAC432078A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301" y="4871870"/>
            <a:ext cx="182273" cy="165261"/>
          </a:xfrm>
          <a:prstGeom prst="rect">
            <a:avLst/>
          </a:prstGeom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4F0405AF-6EB6-C1B3-68F9-D53B10740566}"/>
              </a:ext>
            </a:extLst>
          </p:cNvPr>
          <p:cNvSpPr/>
          <p:nvPr/>
        </p:nvSpPr>
        <p:spPr>
          <a:xfrm>
            <a:off x="2378887" y="4860035"/>
            <a:ext cx="1795801" cy="18814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   담기</a:t>
            </a:r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AA0B3AC0-72CE-51E5-0DFA-2464764F4B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0638" y="4871476"/>
            <a:ext cx="182273" cy="165261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7B32F1FF-A614-0674-A5C2-396AE2B27A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5948" y="4885005"/>
            <a:ext cx="182273" cy="165261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FFFE89F3-F93A-3DAD-A48F-47D91D459E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6352" y="4881703"/>
            <a:ext cx="182273" cy="165261"/>
          </a:xfrm>
          <a:prstGeom prst="rect">
            <a:avLst/>
          </a:prstGeom>
        </p:spPr>
      </p:pic>
      <p:sp>
        <p:nvSpPr>
          <p:cNvPr id="44" name="직사각형 43">
            <a:extLst>
              <a:ext uri="{FF2B5EF4-FFF2-40B4-BE49-F238E27FC236}">
                <a16:creationId xmlns:a16="http://schemas.microsoft.com/office/drawing/2014/main" id="{2F7D11EE-E2FC-B064-1503-0F234AB6E8F8}"/>
              </a:ext>
            </a:extLst>
          </p:cNvPr>
          <p:cNvSpPr/>
          <p:nvPr/>
        </p:nvSpPr>
        <p:spPr bwMode="auto">
          <a:xfrm>
            <a:off x="12961937" y="0"/>
            <a:ext cx="2808063" cy="594726"/>
          </a:xfrm>
          <a:prstGeom prst="rect">
            <a:avLst/>
          </a:prstGeom>
          <a:solidFill>
            <a:srgbClr val="1F497D">
              <a:lumMod val="20000"/>
              <a:lumOff val="8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7/8 0.05v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7/7 </a:t>
            </a:r>
            <a:r>
              <a:rPr kumimoji="1" lang="ko-KR" altLang="en-US" sz="800" b="1" kern="0" spc="-15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트라이언소프트</a:t>
            </a:r>
            <a:r>
              <a:rPr kumimoji="1" lang="ko-KR" altLang="en-US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추가요청사항 반영</a:t>
            </a:r>
            <a:r>
              <a:rPr kumimoji="1" lang="en-US" altLang="ko-KR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kumimoji="1" lang="ko-KR" altLang="en-US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권용현</a:t>
            </a:r>
            <a:r>
              <a:rPr kumimoji="1" lang="en-US" altLang="ko-KR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C,</a:t>
            </a:r>
            <a:r>
              <a:rPr kumimoji="1" lang="ko-KR" altLang="en-US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조상희</a:t>
            </a:r>
            <a:r>
              <a:rPr kumimoji="1" lang="en-US" altLang="ko-KR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B)</a:t>
            </a:r>
          </a:p>
          <a:p>
            <a:pPr marL="171450" marR="0" lvl="0" indent="-17145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kumimoji="1" lang="ko-KR" altLang="en-US" sz="800" i="0" u="none" strike="noStrike" kern="0" cap="none" spc="-15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찜하기</a:t>
            </a:r>
            <a:r>
              <a:rPr kumimoji="1" lang="ko-KR" altLang="en-US" sz="800" i="0" u="none" strike="noStrike" kern="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기능 추가</a:t>
            </a:r>
            <a:endParaRPr kumimoji="1" lang="en-US" altLang="ko-KR" sz="800" i="0" u="none" strike="noStrike" kern="0" cap="none" spc="-1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marR="0" lvl="0" indent="-17145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kumimoji="1" lang="ko-KR" altLang="en-US" sz="800" kern="0" spc="-15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바로구매</a:t>
            </a:r>
            <a:r>
              <a:rPr kumimoji="1" lang="ko-KR" altLang="en-US" sz="800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버튼 삭제 </a:t>
            </a:r>
            <a:endParaRPr kumimoji="1" lang="ko-KR" altLang="en-US" sz="800" i="0" u="none" strike="noStrike" kern="0" cap="none" spc="-1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266897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직사각형 25">
            <a:extLst>
              <a:ext uri="{FF2B5EF4-FFF2-40B4-BE49-F238E27FC236}">
                <a16:creationId xmlns:a16="http://schemas.microsoft.com/office/drawing/2014/main" id="{7E46C6A2-7B92-88FD-F3C7-8F22F4182A9B}"/>
              </a:ext>
            </a:extLst>
          </p:cNvPr>
          <p:cNvSpPr/>
          <p:nvPr/>
        </p:nvSpPr>
        <p:spPr>
          <a:xfrm>
            <a:off x="432297" y="629024"/>
            <a:ext cx="1800200" cy="3456384"/>
          </a:xfrm>
          <a:prstGeom prst="rect">
            <a:avLst/>
          </a:prstGeom>
          <a:solidFill>
            <a:schemeClr val="bg1">
              <a:lumMod val="95000"/>
              <a:alpha val="2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D1ECE343-8B4F-7B5D-698D-1DC5DEC66A2E}"/>
              </a:ext>
            </a:extLst>
          </p:cNvPr>
          <p:cNvSpPr/>
          <p:nvPr/>
        </p:nvSpPr>
        <p:spPr>
          <a:xfrm>
            <a:off x="568962" y="751945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3E46691C-FCF0-BA9B-8CDA-B4C565EDEF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379" y="1375287"/>
            <a:ext cx="1077259" cy="648072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C4964559-3514-6B60-EE97-A2255939A11D}"/>
              </a:ext>
            </a:extLst>
          </p:cNvPr>
          <p:cNvSpPr txBox="1"/>
          <p:nvPr/>
        </p:nvSpPr>
        <p:spPr>
          <a:xfrm>
            <a:off x="569076" y="3742469"/>
            <a:ext cx="78655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기저귀</a:t>
            </a:r>
            <a:r>
              <a:rPr lang="en-US" altLang="ko-KR" spc="-120" dirty="0"/>
              <a:t>/</a:t>
            </a:r>
            <a:r>
              <a:rPr lang="ko-KR" altLang="en-US" spc="-120" dirty="0"/>
              <a:t>분유 </a:t>
            </a: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BE42426C-AC90-101C-904F-DDBBC42C57EC}"/>
              </a:ext>
            </a:extLst>
          </p:cNvPr>
          <p:cNvGrpSpPr/>
          <p:nvPr/>
        </p:nvGrpSpPr>
        <p:grpSpPr>
          <a:xfrm>
            <a:off x="501427" y="2291783"/>
            <a:ext cx="1719436" cy="1189218"/>
            <a:chOff x="2191413" y="1613537"/>
            <a:chExt cx="1719436" cy="1189218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496A491D-79FC-4C12-BD8C-A3B1928A8984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51CF956-E124-AB7E-EF2B-06E469D3F9DF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91F3F38E-A23B-215D-5B81-B02FADEA6350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A523DBF5-0428-179B-DC72-D6B807F8302F}"/>
              </a:ext>
            </a:extLst>
          </p:cNvPr>
          <p:cNvSpPr txBox="1"/>
          <p:nvPr/>
        </p:nvSpPr>
        <p:spPr>
          <a:xfrm>
            <a:off x="1016599" y="3151319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B1ECF36E-1671-FDC0-175F-3C8F151237B1}"/>
              </a:ext>
            </a:extLst>
          </p:cNvPr>
          <p:cNvCxnSpPr>
            <a:cxnSpLocks/>
          </p:cNvCxnSpPr>
          <p:nvPr/>
        </p:nvCxnSpPr>
        <p:spPr>
          <a:xfrm rot="-900000">
            <a:off x="1140354" y="3190931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E0BA310B-B013-B4D2-28B1-7FB5808FA488}"/>
              </a:ext>
            </a:extLst>
          </p:cNvPr>
          <p:cNvSpPr txBox="1"/>
          <p:nvPr/>
        </p:nvSpPr>
        <p:spPr>
          <a:xfrm>
            <a:off x="1917001" y="3135930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8D7A82A-D978-E02C-FD76-32D8C4DDD249}"/>
              </a:ext>
            </a:extLst>
          </p:cNvPr>
          <p:cNvSpPr txBox="1"/>
          <p:nvPr/>
        </p:nvSpPr>
        <p:spPr>
          <a:xfrm>
            <a:off x="1367308" y="3739908"/>
            <a:ext cx="75647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700" spc="-12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첫만남 </a:t>
            </a: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7CCFA78D-5E13-60A0-B5E4-657A0FE2DA2A}"/>
              </a:ext>
            </a:extLst>
          </p:cNvPr>
          <p:cNvSpPr/>
          <p:nvPr/>
        </p:nvSpPr>
        <p:spPr>
          <a:xfrm>
            <a:off x="563397" y="3437226"/>
            <a:ext cx="1560387" cy="2130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F6C8504D-D459-F312-19E4-E811717952F9}"/>
              </a:ext>
            </a:extLst>
          </p:cNvPr>
          <p:cNvGrpSpPr/>
          <p:nvPr/>
        </p:nvGrpSpPr>
        <p:grpSpPr>
          <a:xfrm>
            <a:off x="563397" y="2074338"/>
            <a:ext cx="482570" cy="207749"/>
            <a:chOff x="5613970" y="995901"/>
            <a:chExt cx="482570" cy="207749"/>
          </a:xfrm>
        </p:grpSpPr>
        <p:sp>
          <p:nvSpPr>
            <p:cNvPr id="44" name="사각형: 둥근 모서리 43">
              <a:extLst>
                <a:ext uri="{FF2B5EF4-FFF2-40B4-BE49-F238E27FC236}">
                  <a16:creationId xmlns:a16="http://schemas.microsoft.com/office/drawing/2014/main" id="{4BDCDE3C-7908-4886-9A74-99EF49CD2641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A3B54498-982B-94DD-D6CA-02B5CC3FC492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E0F11B0F-3062-47CE-921B-2F80977060A1}"/>
              </a:ext>
            </a:extLst>
          </p:cNvPr>
          <p:cNvGrpSpPr/>
          <p:nvPr/>
        </p:nvGrpSpPr>
        <p:grpSpPr>
          <a:xfrm>
            <a:off x="905146" y="2074338"/>
            <a:ext cx="415498" cy="207749"/>
            <a:chOff x="5585876" y="994409"/>
            <a:chExt cx="415498" cy="207749"/>
          </a:xfrm>
        </p:grpSpPr>
        <p:sp>
          <p:nvSpPr>
            <p:cNvPr id="47" name="사각형: 둥근 모서리 46">
              <a:extLst>
                <a:ext uri="{FF2B5EF4-FFF2-40B4-BE49-F238E27FC236}">
                  <a16:creationId xmlns:a16="http://schemas.microsoft.com/office/drawing/2014/main" id="{031ACB85-89CE-D86D-9050-8D6DDB51E1EC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A221B647-5DD4-9587-7458-CD95EFA4105A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48EFB75E-01ED-8EFA-0099-2D2D932B7C5E}"/>
              </a:ext>
            </a:extLst>
          </p:cNvPr>
          <p:cNvSpPr/>
          <p:nvPr/>
        </p:nvSpPr>
        <p:spPr>
          <a:xfrm>
            <a:off x="2456896" y="629024"/>
            <a:ext cx="1800200" cy="3456384"/>
          </a:xfrm>
          <a:prstGeom prst="rect">
            <a:avLst/>
          </a:prstGeom>
          <a:solidFill>
            <a:schemeClr val="bg1">
              <a:lumMod val="95000"/>
              <a:alpha val="2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EFCB47F2-F013-A12B-2C55-6C8F843CC261}"/>
              </a:ext>
            </a:extLst>
          </p:cNvPr>
          <p:cNvSpPr/>
          <p:nvPr/>
        </p:nvSpPr>
        <p:spPr>
          <a:xfrm>
            <a:off x="2593561" y="751945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51" name="그림 50">
            <a:extLst>
              <a:ext uri="{FF2B5EF4-FFF2-40B4-BE49-F238E27FC236}">
                <a16:creationId xmlns:a16="http://schemas.microsoft.com/office/drawing/2014/main" id="{17AD8ACB-16BD-8E41-F1B7-4C36A1ED04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4978" y="1375287"/>
            <a:ext cx="1077259" cy="648072"/>
          </a:xfrm>
          <a:prstGeom prst="rect">
            <a:avLst/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812ACF63-FEA8-9E0F-69B4-9C165141AEC0}"/>
              </a:ext>
            </a:extLst>
          </p:cNvPr>
          <p:cNvSpPr txBox="1"/>
          <p:nvPr/>
        </p:nvSpPr>
        <p:spPr>
          <a:xfrm>
            <a:off x="2593675" y="3742469"/>
            <a:ext cx="78655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기저귀</a:t>
            </a:r>
            <a:r>
              <a:rPr lang="en-US" altLang="ko-KR" spc="-120" dirty="0"/>
              <a:t>/</a:t>
            </a:r>
            <a:r>
              <a:rPr lang="ko-KR" altLang="en-US" spc="-120" dirty="0"/>
              <a:t>분유 </a:t>
            </a:r>
          </a:p>
        </p:txBody>
      </p: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A3216184-091E-620E-8486-31D7F9592F78}"/>
              </a:ext>
            </a:extLst>
          </p:cNvPr>
          <p:cNvGrpSpPr/>
          <p:nvPr/>
        </p:nvGrpSpPr>
        <p:grpSpPr>
          <a:xfrm>
            <a:off x="2526026" y="2291783"/>
            <a:ext cx="1719436" cy="1189218"/>
            <a:chOff x="2191413" y="1613537"/>
            <a:chExt cx="1719436" cy="1189218"/>
          </a:xfrm>
        </p:grpSpPr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23458191-9870-9E58-ABC0-AB66C92A43E2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6E8EBA4C-EE1F-06A5-D2E7-0345E991E2D4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C58587A7-41E4-A7E6-2C38-6B7C5ADB7563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57" name="TextBox 56">
            <a:extLst>
              <a:ext uri="{FF2B5EF4-FFF2-40B4-BE49-F238E27FC236}">
                <a16:creationId xmlns:a16="http://schemas.microsoft.com/office/drawing/2014/main" id="{8F583D5F-F9EB-3BC0-110F-DD27D6F64621}"/>
              </a:ext>
            </a:extLst>
          </p:cNvPr>
          <p:cNvSpPr txBox="1"/>
          <p:nvPr/>
        </p:nvSpPr>
        <p:spPr>
          <a:xfrm>
            <a:off x="3041198" y="3151319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87F9FEE4-92C2-7860-C6AA-DE7F960FA66C}"/>
              </a:ext>
            </a:extLst>
          </p:cNvPr>
          <p:cNvCxnSpPr>
            <a:cxnSpLocks/>
          </p:cNvCxnSpPr>
          <p:nvPr/>
        </p:nvCxnSpPr>
        <p:spPr>
          <a:xfrm rot="-900000">
            <a:off x="3164953" y="3190931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B4E2BDBA-B7A4-8981-88C1-F5060EB0F463}"/>
              </a:ext>
            </a:extLst>
          </p:cNvPr>
          <p:cNvSpPr txBox="1"/>
          <p:nvPr/>
        </p:nvSpPr>
        <p:spPr>
          <a:xfrm>
            <a:off x="3941600" y="3135930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6D97F43-EFE9-C10A-F4F1-C59F4871120B}"/>
              </a:ext>
            </a:extLst>
          </p:cNvPr>
          <p:cNvSpPr txBox="1"/>
          <p:nvPr/>
        </p:nvSpPr>
        <p:spPr>
          <a:xfrm>
            <a:off x="3391907" y="3739908"/>
            <a:ext cx="75647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700" spc="-12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첫만남 </a:t>
            </a:r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9C70F93F-1255-2862-9A8D-ED9B2A346EFE}"/>
              </a:ext>
            </a:extLst>
          </p:cNvPr>
          <p:cNvSpPr/>
          <p:nvPr/>
        </p:nvSpPr>
        <p:spPr>
          <a:xfrm>
            <a:off x="2587996" y="3437226"/>
            <a:ext cx="1560387" cy="2130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7D445A55-F5BA-A1A0-BEBB-6B38F5FD23D0}"/>
              </a:ext>
            </a:extLst>
          </p:cNvPr>
          <p:cNvGrpSpPr/>
          <p:nvPr/>
        </p:nvGrpSpPr>
        <p:grpSpPr>
          <a:xfrm>
            <a:off x="2587996" y="2074338"/>
            <a:ext cx="482570" cy="207749"/>
            <a:chOff x="5613970" y="995901"/>
            <a:chExt cx="482570" cy="207749"/>
          </a:xfrm>
        </p:grpSpPr>
        <p:sp>
          <p:nvSpPr>
            <p:cNvPr id="67" name="사각형: 둥근 모서리 66">
              <a:extLst>
                <a:ext uri="{FF2B5EF4-FFF2-40B4-BE49-F238E27FC236}">
                  <a16:creationId xmlns:a16="http://schemas.microsoft.com/office/drawing/2014/main" id="{FE5C3AED-E980-06AA-8BF5-F880223510FE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DC804800-B0A9-4944-2FD4-EF206EC23E22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6EC9B6C6-8853-C915-B855-3D7EC02DD067}"/>
              </a:ext>
            </a:extLst>
          </p:cNvPr>
          <p:cNvSpPr/>
          <p:nvPr/>
        </p:nvSpPr>
        <p:spPr>
          <a:xfrm>
            <a:off x="4505535" y="611957"/>
            <a:ext cx="1800200" cy="3456384"/>
          </a:xfrm>
          <a:prstGeom prst="rect">
            <a:avLst/>
          </a:prstGeom>
          <a:solidFill>
            <a:schemeClr val="bg1">
              <a:lumMod val="95000"/>
              <a:alpha val="2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9058CE5D-9F28-8F39-DFF0-236679CFC190}"/>
              </a:ext>
            </a:extLst>
          </p:cNvPr>
          <p:cNvSpPr/>
          <p:nvPr/>
        </p:nvSpPr>
        <p:spPr>
          <a:xfrm>
            <a:off x="4642200" y="734878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74" name="그림 73">
            <a:extLst>
              <a:ext uri="{FF2B5EF4-FFF2-40B4-BE49-F238E27FC236}">
                <a16:creationId xmlns:a16="http://schemas.microsoft.com/office/drawing/2014/main" id="{3DF9C2B5-D92D-8DC8-2090-EB7F94D983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3617" y="1358220"/>
            <a:ext cx="1077259" cy="648072"/>
          </a:xfrm>
          <a:prstGeom prst="rect">
            <a:avLst/>
          </a:prstGeom>
        </p:spPr>
      </p:pic>
      <p:sp>
        <p:nvSpPr>
          <p:cNvPr id="75" name="TextBox 74">
            <a:extLst>
              <a:ext uri="{FF2B5EF4-FFF2-40B4-BE49-F238E27FC236}">
                <a16:creationId xmlns:a16="http://schemas.microsoft.com/office/drawing/2014/main" id="{77AFDDC1-2473-FC13-4846-06B53957FC9B}"/>
              </a:ext>
            </a:extLst>
          </p:cNvPr>
          <p:cNvSpPr txBox="1"/>
          <p:nvPr/>
        </p:nvSpPr>
        <p:spPr>
          <a:xfrm>
            <a:off x="4642314" y="3725402"/>
            <a:ext cx="78655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기저귀</a:t>
            </a:r>
            <a:r>
              <a:rPr lang="en-US" altLang="ko-KR" spc="-120" dirty="0"/>
              <a:t>/</a:t>
            </a:r>
            <a:r>
              <a:rPr lang="ko-KR" altLang="en-US" spc="-120" dirty="0"/>
              <a:t>분유 </a:t>
            </a:r>
          </a:p>
        </p:txBody>
      </p:sp>
      <p:grpSp>
        <p:nvGrpSpPr>
          <p:cNvPr id="76" name="그룹 75">
            <a:extLst>
              <a:ext uri="{FF2B5EF4-FFF2-40B4-BE49-F238E27FC236}">
                <a16:creationId xmlns:a16="http://schemas.microsoft.com/office/drawing/2014/main" id="{C9A5F1CA-32A0-972B-9991-DE768DF5D00F}"/>
              </a:ext>
            </a:extLst>
          </p:cNvPr>
          <p:cNvGrpSpPr/>
          <p:nvPr/>
        </p:nvGrpSpPr>
        <p:grpSpPr>
          <a:xfrm>
            <a:off x="4574665" y="2274716"/>
            <a:ext cx="1719436" cy="1189218"/>
            <a:chOff x="2191413" y="1613537"/>
            <a:chExt cx="1719436" cy="1189218"/>
          </a:xfrm>
        </p:grpSpPr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BD173AD8-6025-3E68-609A-E4965BF6BF55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E4315E7C-CA5F-C575-6F7A-5C850C47BEDF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D2621087-7790-78BB-1E7D-23474D6D84B3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82" name="TextBox 81">
            <a:extLst>
              <a:ext uri="{FF2B5EF4-FFF2-40B4-BE49-F238E27FC236}">
                <a16:creationId xmlns:a16="http://schemas.microsoft.com/office/drawing/2014/main" id="{DBA51BF8-8091-DC61-299A-EB93E1F05FD3}"/>
              </a:ext>
            </a:extLst>
          </p:cNvPr>
          <p:cNvSpPr txBox="1"/>
          <p:nvPr/>
        </p:nvSpPr>
        <p:spPr>
          <a:xfrm>
            <a:off x="5990239" y="3118863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44CCC23-C0D1-BC0E-7812-1148D5D24CC5}"/>
              </a:ext>
            </a:extLst>
          </p:cNvPr>
          <p:cNvSpPr txBox="1"/>
          <p:nvPr/>
        </p:nvSpPr>
        <p:spPr>
          <a:xfrm>
            <a:off x="5440546" y="3722841"/>
            <a:ext cx="75647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700" spc="-12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첫만남 </a:t>
            </a:r>
          </a:p>
        </p:txBody>
      </p:sp>
      <p:sp>
        <p:nvSpPr>
          <p:cNvPr id="85" name="사각형: 둥근 모서리 84">
            <a:extLst>
              <a:ext uri="{FF2B5EF4-FFF2-40B4-BE49-F238E27FC236}">
                <a16:creationId xmlns:a16="http://schemas.microsoft.com/office/drawing/2014/main" id="{1C5BB78D-BE94-B5ED-9226-24EEFF5666E7}"/>
              </a:ext>
            </a:extLst>
          </p:cNvPr>
          <p:cNvSpPr/>
          <p:nvPr/>
        </p:nvSpPr>
        <p:spPr>
          <a:xfrm>
            <a:off x="4636635" y="3420159"/>
            <a:ext cx="1560387" cy="2130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27542D7F-B528-5089-0F8F-979FEA2AFB8A}"/>
              </a:ext>
            </a:extLst>
          </p:cNvPr>
          <p:cNvSpPr/>
          <p:nvPr/>
        </p:nvSpPr>
        <p:spPr>
          <a:xfrm>
            <a:off x="6521239" y="629024"/>
            <a:ext cx="1800200" cy="3456384"/>
          </a:xfrm>
          <a:prstGeom prst="rect">
            <a:avLst/>
          </a:prstGeom>
          <a:solidFill>
            <a:schemeClr val="bg1">
              <a:lumMod val="95000"/>
              <a:alpha val="2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E28133A1-CE74-0385-4835-14A08317BA4D}"/>
              </a:ext>
            </a:extLst>
          </p:cNvPr>
          <p:cNvSpPr/>
          <p:nvPr/>
        </p:nvSpPr>
        <p:spPr>
          <a:xfrm>
            <a:off x="6657904" y="751945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94" name="그림 93">
            <a:extLst>
              <a:ext uri="{FF2B5EF4-FFF2-40B4-BE49-F238E27FC236}">
                <a16:creationId xmlns:a16="http://schemas.microsoft.com/office/drawing/2014/main" id="{DDC0D1E7-DA70-56B4-ECAF-50EA8F0C41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9321" y="1375287"/>
            <a:ext cx="1077259" cy="648072"/>
          </a:xfrm>
          <a:prstGeom prst="rect">
            <a:avLst/>
          </a:prstGeom>
        </p:spPr>
      </p:pic>
      <p:sp>
        <p:nvSpPr>
          <p:cNvPr id="95" name="TextBox 94">
            <a:extLst>
              <a:ext uri="{FF2B5EF4-FFF2-40B4-BE49-F238E27FC236}">
                <a16:creationId xmlns:a16="http://schemas.microsoft.com/office/drawing/2014/main" id="{48A3A43F-E8C1-206A-03F5-01838C55FD4A}"/>
              </a:ext>
            </a:extLst>
          </p:cNvPr>
          <p:cNvSpPr txBox="1"/>
          <p:nvPr/>
        </p:nvSpPr>
        <p:spPr>
          <a:xfrm>
            <a:off x="6658018" y="3742469"/>
            <a:ext cx="78655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기저귀</a:t>
            </a:r>
            <a:r>
              <a:rPr lang="en-US" altLang="ko-KR" spc="-120" dirty="0"/>
              <a:t>/</a:t>
            </a:r>
            <a:r>
              <a:rPr lang="ko-KR" altLang="en-US" spc="-120" dirty="0"/>
              <a:t>분유 </a:t>
            </a:r>
          </a:p>
        </p:txBody>
      </p:sp>
      <p:grpSp>
        <p:nvGrpSpPr>
          <p:cNvPr id="96" name="그룹 95">
            <a:extLst>
              <a:ext uri="{FF2B5EF4-FFF2-40B4-BE49-F238E27FC236}">
                <a16:creationId xmlns:a16="http://schemas.microsoft.com/office/drawing/2014/main" id="{9DA2F960-B6B0-5E7B-FE5E-D19B68C82E34}"/>
              </a:ext>
            </a:extLst>
          </p:cNvPr>
          <p:cNvGrpSpPr/>
          <p:nvPr/>
        </p:nvGrpSpPr>
        <p:grpSpPr>
          <a:xfrm>
            <a:off x="6590369" y="2291783"/>
            <a:ext cx="1719436" cy="1189218"/>
            <a:chOff x="2191413" y="1613537"/>
            <a:chExt cx="1719436" cy="1189218"/>
          </a:xfrm>
        </p:grpSpPr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C19B653D-E9B3-ADFC-5ABB-F8C9E5352411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F5600E7B-E5DF-A00E-A23F-613C14E3AA89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2C79F027-FE96-D056-D76F-6B68DCC4A991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00" name="TextBox 99">
            <a:extLst>
              <a:ext uri="{FF2B5EF4-FFF2-40B4-BE49-F238E27FC236}">
                <a16:creationId xmlns:a16="http://schemas.microsoft.com/office/drawing/2014/main" id="{7355E2F6-8B2D-BD92-BD6E-B35BE097E4B6}"/>
              </a:ext>
            </a:extLst>
          </p:cNvPr>
          <p:cNvSpPr txBox="1"/>
          <p:nvPr/>
        </p:nvSpPr>
        <p:spPr>
          <a:xfrm>
            <a:off x="8005943" y="3135930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sp>
        <p:nvSpPr>
          <p:cNvPr id="103" name="사각형: 둥근 모서리 102">
            <a:extLst>
              <a:ext uri="{FF2B5EF4-FFF2-40B4-BE49-F238E27FC236}">
                <a16:creationId xmlns:a16="http://schemas.microsoft.com/office/drawing/2014/main" id="{84D138AF-A0B1-104A-1D3B-6B8907FCDDA8}"/>
              </a:ext>
            </a:extLst>
          </p:cNvPr>
          <p:cNvSpPr/>
          <p:nvPr/>
        </p:nvSpPr>
        <p:spPr>
          <a:xfrm>
            <a:off x="6652339" y="3437226"/>
            <a:ext cx="1560387" cy="2130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AAC81C32-099D-99EB-F144-C6737D51CE38}"/>
              </a:ext>
            </a:extLst>
          </p:cNvPr>
          <p:cNvSpPr/>
          <p:nvPr/>
        </p:nvSpPr>
        <p:spPr>
          <a:xfrm>
            <a:off x="8471064" y="631415"/>
            <a:ext cx="1800200" cy="3456384"/>
          </a:xfrm>
          <a:prstGeom prst="rect">
            <a:avLst/>
          </a:prstGeom>
          <a:solidFill>
            <a:schemeClr val="bg1">
              <a:lumMod val="95000"/>
              <a:alpha val="2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4C292B09-DE38-D665-86A4-5046EA2C5931}"/>
              </a:ext>
            </a:extLst>
          </p:cNvPr>
          <p:cNvSpPr/>
          <p:nvPr/>
        </p:nvSpPr>
        <p:spPr>
          <a:xfrm>
            <a:off x="8607729" y="754336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09" name="그림 108">
            <a:extLst>
              <a:ext uri="{FF2B5EF4-FFF2-40B4-BE49-F238E27FC236}">
                <a16:creationId xmlns:a16="http://schemas.microsoft.com/office/drawing/2014/main" id="{E3D99C99-A17F-9FB8-7E96-D46A7CB56E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9146" y="1377678"/>
            <a:ext cx="1077259" cy="648072"/>
          </a:xfrm>
          <a:prstGeom prst="rect">
            <a:avLst/>
          </a:prstGeom>
        </p:spPr>
      </p:pic>
      <p:sp>
        <p:nvSpPr>
          <p:cNvPr id="110" name="TextBox 109">
            <a:extLst>
              <a:ext uri="{FF2B5EF4-FFF2-40B4-BE49-F238E27FC236}">
                <a16:creationId xmlns:a16="http://schemas.microsoft.com/office/drawing/2014/main" id="{80ED4759-47B1-8ED7-3CCB-2F7C3C622B66}"/>
              </a:ext>
            </a:extLst>
          </p:cNvPr>
          <p:cNvSpPr txBox="1"/>
          <p:nvPr/>
        </p:nvSpPr>
        <p:spPr>
          <a:xfrm>
            <a:off x="8607843" y="3744860"/>
            <a:ext cx="78655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첫만남</a:t>
            </a:r>
          </a:p>
        </p:txBody>
      </p:sp>
      <p:grpSp>
        <p:nvGrpSpPr>
          <p:cNvPr id="111" name="그룹 110">
            <a:extLst>
              <a:ext uri="{FF2B5EF4-FFF2-40B4-BE49-F238E27FC236}">
                <a16:creationId xmlns:a16="http://schemas.microsoft.com/office/drawing/2014/main" id="{594DAD84-892F-BA0A-4D7D-6619572DA10C}"/>
              </a:ext>
            </a:extLst>
          </p:cNvPr>
          <p:cNvGrpSpPr/>
          <p:nvPr/>
        </p:nvGrpSpPr>
        <p:grpSpPr>
          <a:xfrm>
            <a:off x="8540194" y="2294174"/>
            <a:ext cx="1719436" cy="1189218"/>
            <a:chOff x="2191413" y="1613537"/>
            <a:chExt cx="1719436" cy="1189218"/>
          </a:xfrm>
        </p:grpSpPr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DF5D5B10-82E6-011E-578E-6B2892888F5B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87BCB446-82D8-9858-E43A-8B32AF087BC5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6B0EEF17-F7F7-B30E-467D-90681E54DBAF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15" name="TextBox 114">
            <a:extLst>
              <a:ext uri="{FF2B5EF4-FFF2-40B4-BE49-F238E27FC236}">
                <a16:creationId xmlns:a16="http://schemas.microsoft.com/office/drawing/2014/main" id="{15787C28-9E76-7A11-E080-B13138CB877A}"/>
              </a:ext>
            </a:extLst>
          </p:cNvPr>
          <p:cNvSpPr txBox="1"/>
          <p:nvPr/>
        </p:nvSpPr>
        <p:spPr>
          <a:xfrm>
            <a:off x="9955768" y="3138321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sp>
        <p:nvSpPr>
          <p:cNvPr id="118" name="사각형: 둥근 모서리 117">
            <a:extLst>
              <a:ext uri="{FF2B5EF4-FFF2-40B4-BE49-F238E27FC236}">
                <a16:creationId xmlns:a16="http://schemas.microsoft.com/office/drawing/2014/main" id="{C7C12CD6-F795-E60B-9CD5-A24A3F83B317}"/>
              </a:ext>
            </a:extLst>
          </p:cNvPr>
          <p:cNvSpPr/>
          <p:nvPr/>
        </p:nvSpPr>
        <p:spPr>
          <a:xfrm>
            <a:off x="8602164" y="3439617"/>
            <a:ext cx="1560387" cy="2130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5BA9D657-12C2-2932-2A42-A33FCB369A38}"/>
              </a:ext>
            </a:extLst>
          </p:cNvPr>
          <p:cNvSpPr txBox="1"/>
          <p:nvPr/>
        </p:nvSpPr>
        <p:spPr>
          <a:xfrm>
            <a:off x="406208" y="163275"/>
            <a:ext cx="54649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rgbClr val="0070C0"/>
                </a:solidFill>
                <a:latin typeface="+mn-ea"/>
              </a:rPr>
              <a:t>기저귀</a:t>
            </a:r>
            <a:r>
              <a:rPr lang="en-US" altLang="ko-KR" sz="1200" b="1" spc="-150" dirty="0">
                <a:solidFill>
                  <a:srgbClr val="0070C0"/>
                </a:solidFill>
                <a:latin typeface="+mn-ea"/>
              </a:rPr>
              <a:t>/</a:t>
            </a:r>
            <a:r>
              <a:rPr lang="ko-KR" altLang="en-US" sz="1200" b="1" spc="-150" dirty="0">
                <a:solidFill>
                  <a:srgbClr val="0070C0"/>
                </a:solidFill>
                <a:latin typeface="+mn-ea"/>
              </a:rPr>
              <a:t>조제분유 지원 상품 출력 케이스 </a:t>
            </a:r>
            <a:r>
              <a:rPr lang="en-US" altLang="ko-KR" sz="1000" b="1" spc="-15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( </a:t>
            </a:r>
            <a:r>
              <a:rPr lang="ko-KR" altLang="en-US" sz="1000" b="1" spc="-15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첫만남 이용권은 현재 </a:t>
            </a:r>
            <a:r>
              <a:rPr lang="en-US" altLang="ko-KR" sz="1000" b="1" spc="-15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 </a:t>
            </a:r>
            <a:r>
              <a:rPr lang="ko-KR" altLang="en-US" sz="1000" b="1" spc="-15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없으나 확장 예정으로 예시 태그 반영</a:t>
            </a:r>
            <a:r>
              <a:rPr lang="en-US" altLang="ko-KR" sz="1000" b="1" spc="-15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)</a:t>
            </a:r>
            <a:endParaRPr lang="en-US" altLang="ko-KR" sz="1000" b="1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265" name="직사각형 264">
            <a:extLst>
              <a:ext uri="{FF2B5EF4-FFF2-40B4-BE49-F238E27FC236}">
                <a16:creationId xmlns:a16="http://schemas.microsoft.com/office/drawing/2014/main" id="{86B06442-1215-ADF1-2F36-C5F380C28A12}"/>
              </a:ext>
            </a:extLst>
          </p:cNvPr>
          <p:cNvSpPr/>
          <p:nvPr/>
        </p:nvSpPr>
        <p:spPr>
          <a:xfrm>
            <a:off x="10418497" y="631350"/>
            <a:ext cx="1800200" cy="3456384"/>
          </a:xfrm>
          <a:prstGeom prst="rect">
            <a:avLst/>
          </a:prstGeom>
          <a:solidFill>
            <a:schemeClr val="bg1">
              <a:lumMod val="95000"/>
              <a:alpha val="2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66" name="직사각형 265">
            <a:extLst>
              <a:ext uri="{FF2B5EF4-FFF2-40B4-BE49-F238E27FC236}">
                <a16:creationId xmlns:a16="http://schemas.microsoft.com/office/drawing/2014/main" id="{82738784-AA26-5296-DFE2-D30561718458}"/>
              </a:ext>
            </a:extLst>
          </p:cNvPr>
          <p:cNvSpPr/>
          <p:nvPr/>
        </p:nvSpPr>
        <p:spPr>
          <a:xfrm>
            <a:off x="10555162" y="754271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267" name="그림 266">
            <a:extLst>
              <a:ext uri="{FF2B5EF4-FFF2-40B4-BE49-F238E27FC236}">
                <a16:creationId xmlns:a16="http://schemas.microsoft.com/office/drawing/2014/main" id="{50A18C94-FFC2-EE64-6B2D-299534AA4A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6579" y="1377613"/>
            <a:ext cx="1077259" cy="648072"/>
          </a:xfrm>
          <a:prstGeom prst="rect">
            <a:avLst/>
          </a:prstGeom>
        </p:spPr>
      </p:pic>
      <p:sp>
        <p:nvSpPr>
          <p:cNvPr id="268" name="TextBox 267">
            <a:extLst>
              <a:ext uri="{FF2B5EF4-FFF2-40B4-BE49-F238E27FC236}">
                <a16:creationId xmlns:a16="http://schemas.microsoft.com/office/drawing/2014/main" id="{AED6AA02-069B-C197-C394-3F58EE13647D}"/>
              </a:ext>
            </a:extLst>
          </p:cNvPr>
          <p:cNvSpPr txBox="1"/>
          <p:nvPr/>
        </p:nvSpPr>
        <p:spPr>
          <a:xfrm>
            <a:off x="10555276" y="3744795"/>
            <a:ext cx="78655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기저귀</a:t>
            </a:r>
            <a:r>
              <a:rPr lang="en-US" altLang="ko-KR" spc="-120" dirty="0"/>
              <a:t>/</a:t>
            </a:r>
            <a:r>
              <a:rPr lang="ko-KR" altLang="en-US" spc="-120" dirty="0"/>
              <a:t>분유 </a:t>
            </a:r>
          </a:p>
        </p:txBody>
      </p:sp>
      <p:grpSp>
        <p:nvGrpSpPr>
          <p:cNvPr id="269" name="그룹 268">
            <a:extLst>
              <a:ext uri="{FF2B5EF4-FFF2-40B4-BE49-F238E27FC236}">
                <a16:creationId xmlns:a16="http://schemas.microsoft.com/office/drawing/2014/main" id="{6D0B31AF-BEE8-1F38-7A94-04DDEEA1B593}"/>
              </a:ext>
            </a:extLst>
          </p:cNvPr>
          <p:cNvGrpSpPr/>
          <p:nvPr/>
        </p:nvGrpSpPr>
        <p:grpSpPr>
          <a:xfrm>
            <a:off x="10487627" y="2294109"/>
            <a:ext cx="1719436" cy="1189218"/>
            <a:chOff x="2191413" y="1613537"/>
            <a:chExt cx="1719436" cy="1189218"/>
          </a:xfrm>
        </p:grpSpPr>
        <p:sp>
          <p:nvSpPr>
            <p:cNvPr id="270" name="TextBox 269">
              <a:extLst>
                <a:ext uri="{FF2B5EF4-FFF2-40B4-BE49-F238E27FC236}">
                  <a16:creationId xmlns:a16="http://schemas.microsoft.com/office/drawing/2014/main" id="{4005D165-C103-66E5-B631-7F95DE3435B2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271" name="TextBox 270">
              <a:extLst>
                <a:ext uri="{FF2B5EF4-FFF2-40B4-BE49-F238E27FC236}">
                  <a16:creationId xmlns:a16="http://schemas.microsoft.com/office/drawing/2014/main" id="{192A93EA-9E5A-444C-FE5B-F29073DAB62C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272" name="TextBox 271">
              <a:extLst>
                <a:ext uri="{FF2B5EF4-FFF2-40B4-BE49-F238E27FC236}">
                  <a16:creationId xmlns:a16="http://schemas.microsoft.com/office/drawing/2014/main" id="{EF460879-EEE8-0E0B-7403-62D2D3F60138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273" name="TextBox 272">
            <a:extLst>
              <a:ext uri="{FF2B5EF4-FFF2-40B4-BE49-F238E27FC236}">
                <a16:creationId xmlns:a16="http://schemas.microsoft.com/office/drawing/2014/main" id="{0FDFF82C-1933-638C-DABF-351C56BDACAD}"/>
              </a:ext>
            </a:extLst>
          </p:cNvPr>
          <p:cNvSpPr txBox="1"/>
          <p:nvPr/>
        </p:nvSpPr>
        <p:spPr>
          <a:xfrm>
            <a:off x="11903201" y="3138256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sp>
        <p:nvSpPr>
          <p:cNvPr id="274" name="사각형: 둥근 모서리 273">
            <a:extLst>
              <a:ext uri="{FF2B5EF4-FFF2-40B4-BE49-F238E27FC236}">
                <a16:creationId xmlns:a16="http://schemas.microsoft.com/office/drawing/2014/main" id="{163A9488-8ED1-7C7F-91C4-6E3310EA811C}"/>
              </a:ext>
            </a:extLst>
          </p:cNvPr>
          <p:cNvSpPr/>
          <p:nvPr/>
        </p:nvSpPr>
        <p:spPr>
          <a:xfrm>
            <a:off x="10549597" y="3439552"/>
            <a:ext cx="1560387" cy="2130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grpSp>
        <p:nvGrpSpPr>
          <p:cNvPr id="280" name="그룹 279">
            <a:extLst>
              <a:ext uri="{FF2B5EF4-FFF2-40B4-BE49-F238E27FC236}">
                <a16:creationId xmlns:a16="http://schemas.microsoft.com/office/drawing/2014/main" id="{DD9DEA32-8D45-5880-16A2-BC126C5D106C}"/>
              </a:ext>
            </a:extLst>
          </p:cNvPr>
          <p:cNvGrpSpPr/>
          <p:nvPr/>
        </p:nvGrpSpPr>
        <p:grpSpPr>
          <a:xfrm>
            <a:off x="10549597" y="2055149"/>
            <a:ext cx="415498" cy="207749"/>
            <a:chOff x="5585876" y="994409"/>
            <a:chExt cx="415498" cy="207749"/>
          </a:xfrm>
        </p:grpSpPr>
        <p:sp>
          <p:nvSpPr>
            <p:cNvPr id="281" name="사각형: 둥근 모서리 280">
              <a:extLst>
                <a:ext uri="{FF2B5EF4-FFF2-40B4-BE49-F238E27FC236}">
                  <a16:creationId xmlns:a16="http://schemas.microsoft.com/office/drawing/2014/main" id="{C2B0C585-4E93-DED7-AFF9-56FAE7B3BC58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82" name="TextBox 281">
              <a:extLst>
                <a:ext uri="{FF2B5EF4-FFF2-40B4-BE49-F238E27FC236}">
                  <a16:creationId xmlns:a16="http://schemas.microsoft.com/office/drawing/2014/main" id="{E3CEC6CB-8FCF-6341-9B57-70B8D58843BE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sp>
        <p:nvSpPr>
          <p:cNvPr id="3" name="하트 2">
            <a:extLst>
              <a:ext uri="{FF2B5EF4-FFF2-40B4-BE49-F238E27FC236}">
                <a16:creationId xmlns:a16="http://schemas.microsoft.com/office/drawing/2014/main" id="{717A9D80-9CAE-A4ED-4BCD-7CD966CFA682}"/>
              </a:ext>
            </a:extLst>
          </p:cNvPr>
          <p:cNvSpPr/>
          <p:nvPr/>
        </p:nvSpPr>
        <p:spPr>
          <a:xfrm>
            <a:off x="1817385" y="823430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하트 4">
            <a:extLst>
              <a:ext uri="{FF2B5EF4-FFF2-40B4-BE49-F238E27FC236}">
                <a16:creationId xmlns:a16="http://schemas.microsoft.com/office/drawing/2014/main" id="{6C61AFA1-97C7-8E3E-A180-A6A4206019D8}"/>
              </a:ext>
            </a:extLst>
          </p:cNvPr>
          <p:cNvSpPr/>
          <p:nvPr/>
        </p:nvSpPr>
        <p:spPr>
          <a:xfrm>
            <a:off x="3812493" y="823430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하트 6">
            <a:extLst>
              <a:ext uri="{FF2B5EF4-FFF2-40B4-BE49-F238E27FC236}">
                <a16:creationId xmlns:a16="http://schemas.microsoft.com/office/drawing/2014/main" id="{D4F5F748-D374-BE76-86EA-95A47B87F911}"/>
              </a:ext>
            </a:extLst>
          </p:cNvPr>
          <p:cNvSpPr/>
          <p:nvPr/>
        </p:nvSpPr>
        <p:spPr>
          <a:xfrm>
            <a:off x="5854099" y="823430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" name="하트 8">
            <a:extLst>
              <a:ext uri="{FF2B5EF4-FFF2-40B4-BE49-F238E27FC236}">
                <a16:creationId xmlns:a16="http://schemas.microsoft.com/office/drawing/2014/main" id="{6F9F7EBE-0D7D-91F2-8A57-0E82DEFE772E}"/>
              </a:ext>
            </a:extLst>
          </p:cNvPr>
          <p:cNvSpPr/>
          <p:nvPr/>
        </p:nvSpPr>
        <p:spPr>
          <a:xfrm>
            <a:off x="7864652" y="821710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" name="하트 10">
            <a:extLst>
              <a:ext uri="{FF2B5EF4-FFF2-40B4-BE49-F238E27FC236}">
                <a16:creationId xmlns:a16="http://schemas.microsoft.com/office/drawing/2014/main" id="{3B7BC5E1-0AA9-88DC-4262-4D9C6A827B61}"/>
              </a:ext>
            </a:extLst>
          </p:cNvPr>
          <p:cNvSpPr/>
          <p:nvPr/>
        </p:nvSpPr>
        <p:spPr>
          <a:xfrm>
            <a:off x="9819832" y="819392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" name="하트 12">
            <a:extLst>
              <a:ext uri="{FF2B5EF4-FFF2-40B4-BE49-F238E27FC236}">
                <a16:creationId xmlns:a16="http://schemas.microsoft.com/office/drawing/2014/main" id="{A557C1D3-069A-694A-704E-4CA4B470F415}"/>
              </a:ext>
            </a:extLst>
          </p:cNvPr>
          <p:cNvSpPr/>
          <p:nvPr/>
        </p:nvSpPr>
        <p:spPr>
          <a:xfrm>
            <a:off x="11761910" y="819392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C8EF8DD6-ACE8-BB4D-EFC2-1492832F4D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871" y="3451568"/>
            <a:ext cx="182273" cy="165261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90329714-183B-90B8-B210-FE57DC31A8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1176" y="3461133"/>
            <a:ext cx="182273" cy="165261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93982F04-9D5F-7237-0128-125740272F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7556" y="3451568"/>
            <a:ext cx="182273" cy="165261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29FE4C16-0D27-BAE6-3654-CE20C56A40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9126" y="3451568"/>
            <a:ext cx="182273" cy="165261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99577D0F-2C5C-82AA-6243-AEDCAC574B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6017" y="3459651"/>
            <a:ext cx="182273" cy="165261"/>
          </a:xfrm>
          <a:prstGeom prst="rect">
            <a:avLst/>
          </a:prstGeom>
        </p:spPr>
      </p:pic>
      <p:pic>
        <p:nvPicPr>
          <p:cNvPr id="61" name="그림 60">
            <a:extLst>
              <a:ext uri="{FF2B5EF4-FFF2-40B4-BE49-F238E27FC236}">
                <a16:creationId xmlns:a16="http://schemas.microsoft.com/office/drawing/2014/main" id="{E5ADCA3B-5FE5-245B-E7E2-9773375123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7473" y="3459651"/>
            <a:ext cx="182273" cy="165261"/>
          </a:xfrm>
          <a:prstGeom prst="rect">
            <a:avLst/>
          </a:prstGeom>
        </p:spPr>
      </p:pic>
      <p:sp>
        <p:nvSpPr>
          <p:cNvPr id="70" name="직사각형 69">
            <a:extLst>
              <a:ext uri="{FF2B5EF4-FFF2-40B4-BE49-F238E27FC236}">
                <a16:creationId xmlns:a16="http://schemas.microsoft.com/office/drawing/2014/main" id="{9F925DEC-8153-BAC2-4B05-041570221EAF}"/>
              </a:ext>
            </a:extLst>
          </p:cNvPr>
          <p:cNvSpPr/>
          <p:nvPr/>
        </p:nvSpPr>
        <p:spPr bwMode="auto">
          <a:xfrm>
            <a:off x="12961937" y="0"/>
            <a:ext cx="2808063" cy="594726"/>
          </a:xfrm>
          <a:prstGeom prst="rect">
            <a:avLst/>
          </a:prstGeom>
          <a:solidFill>
            <a:srgbClr val="1F497D">
              <a:lumMod val="20000"/>
              <a:lumOff val="8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7/8 0.05v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7/7 </a:t>
            </a:r>
            <a:r>
              <a:rPr kumimoji="1" lang="ko-KR" altLang="en-US" sz="800" b="1" kern="0" spc="-15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트라이언소프트</a:t>
            </a:r>
            <a:r>
              <a:rPr kumimoji="1" lang="ko-KR" altLang="en-US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추가요청사항 반영</a:t>
            </a:r>
            <a:r>
              <a:rPr kumimoji="1" lang="en-US" altLang="ko-KR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kumimoji="1" lang="ko-KR" altLang="en-US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권용현</a:t>
            </a:r>
            <a:r>
              <a:rPr kumimoji="1" lang="en-US" altLang="ko-KR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C,</a:t>
            </a:r>
            <a:r>
              <a:rPr kumimoji="1" lang="ko-KR" altLang="en-US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조상희</a:t>
            </a:r>
            <a:r>
              <a:rPr kumimoji="1" lang="en-US" altLang="ko-KR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B)</a:t>
            </a:r>
          </a:p>
          <a:p>
            <a:pPr marL="171450" marR="0" lvl="0" indent="-17145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kumimoji="1" lang="ko-KR" altLang="en-US" sz="800" i="0" u="none" strike="noStrike" kern="0" cap="none" spc="-15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찜하기</a:t>
            </a:r>
            <a:r>
              <a:rPr kumimoji="1" lang="ko-KR" altLang="en-US" sz="800" i="0" u="none" strike="noStrike" kern="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기능 추가</a:t>
            </a:r>
            <a:endParaRPr kumimoji="1" lang="en-US" altLang="ko-KR" sz="800" i="0" u="none" strike="noStrike" kern="0" cap="none" spc="-1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marR="0" lvl="0" indent="-17145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kumimoji="1" lang="ko-KR" altLang="en-US" sz="800" kern="0" spc="-15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바로구매</a:t>
            </a:r>
            <a:r>
              <a:rPr kumimoji="1" lang="ko-KR" altLang="en-US" sz="800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버튼 삭제 </a:t>
            </a:r>
            <a:endParaRPr kumimoji="1" lang="ko-KR" altLang="en-US" sz="800" i="0" u="none" strike="noStrike" kern="0" cap="none" spc="-1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6422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581603C2-902D-C006-65D7-31FFD66008C3}"/>
              </a:ext>
            </a:extLst>
          </p:cNvPr>
          <p:cNvSpPr/>
          <p:nvPr/>
        </p:nvSpPr>
        <p:spPr>
          <a:xfrm>
            <a:off x="432297" y="629024"/>
            <a:ext cx="1800200" cy="3456384"/>
          </a:xfrm>
          <a:prstGeom prst="rect">
            <a:avLst/>
          </a:prstGeom>
          <a:solidFill>
            <a:schemeClr val="bg1">
              <a:lumMod val="95000"/>
              <a:alpha val="2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623F54B-AF95-BAB9-0E14-0427C23ABE2D}"/>
              </a:ext>
            </a:extLst>
          </p:cNvPr>
          <p:cNvSpPr/>
          <p:nvPr/>
        </p:nvSpPr>
        <p:spPr>
          <a:xfrm>
            <a:off x="568962" y="751945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9AF31C-67A3-569B-E7EA-11F16145FE78}"/>
              </a:ext>
            </a:extLst>
          </p:cNvPr>
          <p:cNvSpPr txBox="1"/>
          <p:nvPr/>
        </p:nvSpPr>
        <p:spPr>
          <a:xfrm>
            <a:off x="569076" y="3742469"/>
            <a:ext cx="1051030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여성청소년 생리대 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5F0DFFE4-72CC-C17D-5B0B-17A7C3594C37}"/>
              </a:ext>
            </a:extLst>
          </p:cNvPr>
          <p:cNvGrpSpPr/>
          <p:nvPr/>
        </p:nvGrpSpPr>
        <p:grpSpPr>
          <a:xfrm>
            <a:off x="501427" y="2291783"/>
            <a:ext cx="1719436" cy="1189218"/>
            <a:chOff x="2191413" y="1613537"/>
            <a:chExt cx="1719436" cy="1189218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8CD1FE7-3C78-5804-EB52-6D44F4104E2E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00F4DF6-A0E3-6ABA-1AF2-86645FB03976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CFC7377-AC86-B449-CBC5-A4977D6B4DAB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9147A503-2851-9B4B-BFF0-200AC1B2778A}"/>
              </a:ext>
            </a:extLst>
          </p:cNvPr>
          <p:cNvSpPr txBox="1"/>
          <p:nvPr/>
        </p:nvSpPr>
        <p:spPr>
          <a:xfrm>
            <a:off x="1016599" y="3151319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FB857D61-DD75-4CB1-B7E0-B8F04C209BA8}"/>
              </a:ext>
            </a:extLst>
          </p:cNvPr>
          <p:cNvCxnSpPr>
            <a:cxnSpLocks/>
          </p:cNvCxnSpPr>
          <p:nvPr/>
        </p:nvCxnSpPr>
        <p:spPr>
          <a:xfrm rot="-900000">
            <a:off x="1140354" y="3190931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2376DB5-8CD5-B161-A745-2EBEC820EF67}"/>
              </a:ext>
            </a:extLst>
          </p:cNvPr>
          <p:cNvSpPr txBox="1"/>
          <p:nvPr/>
        </p:nvSpPr>
        <p:spPr>
          <a:xfrm>
            <a:off x="1917001" y="3135930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F61F75F5-C883-AF58-AF83-FCE6D25C963E}"/>
              </a:ext>
            </a:extLst>
          </p:cNvPr>
          <p:cNvGrpSpPr/>
          <p:nvPr/>
        </p:nvGrpSpPr>
        <p:grpSpPr>
          <a:xfrm>
            <a:off x="563397" y="2074338"/>
            <a:ext cx="482570" cy="207749"/>
            <a:chOff x="5613970" y="995901"/>
            <a:chExt cx="482570" cy="207749"/>
          </a:xfrm>
        </p:grpSpPr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id="{BCF86A3D-D3C5-D43D-CC7B-86BC944BEC81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EF88E5F-57D8-E050-0756-F00D113069DA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913F0313-3DC0-6F05-5D3F-E7D6A097EFED}"/>
              </a:ext>
            </a:extLst>
          </p:cNvPr>
          <p:cNvGrpSpPr/>
          <p:nvPr/>
        </p:nvGrpSpPr>
        <p:grpSpPr>
          <a:xfrm>
            <a:off x="905146" y="2074338"/>
            <a:ext cx="415498" cy="207749"/>
            <a:chOff x="5585876" y="994409"/>
            <a:chExt cx="415498" cy="207749"/>
          </a:xfrm>
        </p:grpSpPr>
        <p:sp>
          <p:nvSpPr>
            <p:cNvPr id="22" name="사각형: 둥근 모서리 21">
              <a:extLst>
                <a:ext uri="{FF2B5EF4-FFF2-40B4-BE49-F238E27FC236}">
                  <a16:creationId xmlns:a16="http://schemas.microsoft.com/office/drawing/2014/main" id="{45E5AF5E-DFEE-2A52-D28F-22D7F6C93789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953A2B3-876E-2927-E1A6-F8D1EE695D87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6767DE1D-C0FA-F1FE-BE75-D39F86E45D47}"/>
              </a:ext>
            </a:extLst>
          </p:cNvPr>
          <p:cNvSpPr/>
          <p:nvPr/>
        </p:nvSpPr>
        <p:spPr>
          <a:xfrm>
            <a:off x="2456896" y="629024"/>
            <a:ext cx="1800200" cy="3456384"/>
          </a:xfrm>
          <a:prstGeom prst="rect">
            <a:avLst/>
          </a:prstGeom>
          <a:solidFill>
            <a:schemeClr val="bg1">
              <a:lumMod val="95000"/>
              <a:alpha val="2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37156F48-BE9F-BD50-87FD-D2350C7A5441}"/>
              </a:ext>
            </a:extLst>
          </p:cNvPr>
          <p:cNvSpPr/>
          <p:nvPr/>
        </p:nvSpPr>
        <p:spPr>
          <a:xfrm>
            <a:off x="2593561" y="751945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79E6EAC-A5E3-5D7D-C271-CA52DEAD4620}"/>
              </a:ext>
            </a:extLst>
          </p:cNvPr>
          <p:cNvSpPr txBox="1"/>
          <p:nvPr/>
        </p:nvSpPr>
        <p:spPr>
          <a:xfrm>
            <a:off x="2593674" y="3742469"/>
            <a:ext cx="1078719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여성청소년 생리대 </a:t>
            </a:r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43992083-2333-DDDB-444B-00D87715E380}"/>
              </a:ext>
            </a:extLst>
          </p:cNvPr>
          <p:cNvGrpSpPr/>
          <p:nvPr/>
        </p:nvGrpSpPr>
        <p:grpSpPr>
          <a:xfrm>
            <a:off x="2526026" y="2291783"/>
            <a:ext cx="1719436" cy="1189218"/>
            <a:chOff x="2191413" y="1613537"/>
            <a:chExt cx="1719436" cy="1189218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8E07C1C-595D-24FC-3556-9E18AE4260CE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E26061BF-74F8-3F62-52C2-739259E0991C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BFA3B210-AE11-89FD-7635-F7DDBF9646A7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3D174BE6-EF47-B625-BA27-B7A6B5ECB1D3}"/>
              </a:ext>
            </a:extLst>
          </p:cNvPr>
          <p:cNvSpPr txBox="1"/>
          <p:nvPr/>
        </p:nvSpPr>
        <p:spPr>
          <a:xfrm>
            <a:off x="3041198" y="3151319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8F8AEBF7-45BD-2C6E-A269-9E17B0A8629D}"/>
              </a:ext>
            </a:extLst>
          </p:cNvPr>
          <p:cNvCxnSpPr>
            <a:cxnSpLocks/>
          </p:cNvCxnSpPr>
          <p:nvPr/>
        </p:nvCxnSpPr>
        <p:spPr>
          <a:xfrm rot="-900000">
            <a:off x="3164953" y="3190931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5F4CA37F-6BB1-6A52-43CA-E75BB7439318}"/>
              </a:ext>
            </a:extLst>
          </p:cNvPr>
          <p:cNvSpPr txBox="1"/>
          <p:nvPr/>
        </p:nvSpPr>
        <p:spPr>
          <a:xfrm>
            <a:off x="3941600" y="3135930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5F196D23-C298-7E80-CA7B-F161834AD764}"/>
              </a:ext>
            </a:extLst>
          </p:cNvPr>
          <p:cNvGrpSpPr/>
          <p:nvPr/>
        </p:nvGrpSpPr>
        <p:grpSpPr>
          <a:xfrm>
            <a:off x="2587996" y="2074338"/>
            <a:ext cx="482570" cy="207749"/>
            <a:chOff x="5613970" y="995901"/>
            <a:chExt cx="482570" cy="207749"/>
          </a:xfrm>
        </p:grpSpPr>
        <p:sp>
          <p:nvSpPr>
            <p:cNvPr id="41" name="사각형: 둥근 모서리 40">
              <a:extLst>
                <a:ext uri="{FF2B5EF4-FFF2-40B4-BE49-F238E27FC236}">
                  <a16:creationId xmlns:a16="http://schemas.microsoft.com/office/drawing/2014/main" id="{C4CF8667-926C-9D7F-8BA8-35719E8ADCB1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19F1A43D-5150-468A-AA6A-B863D4DC8126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636E0888-800B-91BA-400F-A446B99A7E63}"/>
              </a:ext>
            </a:extLst>
          </p:cNvPr>
          <p:cNvSpPr/>
          <p:nvPr/>
        </p:nvSpPr>
        <p:spPr>
          <a:xfrm>
            <a:off x="4505535" y="611957"/>
            <a:ext cx="1800200" cy="3456384"/>
          </a:xfrm>
          <a:prstGeom prst="rect">
            <a:avLst/>
          </a:prstGeom>
          <a:solidFill>
            <a:schemeClr val="bg1">
              <a:lumMod val="95000"/>
              <a:alpha val="2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6A0942C9-41C4-18C6-06C9-FFB2194995C8}"/>
              </a:ext>
            </a:extLst>
          </p:cNvPr>
          <p:cNvSpPr/>
          <p:nvPr/>
        </p:nvSpPr>
        <p:spPr>
          <a:xfrm>
            <a:off x="4642200" y="734878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4E2DCE6-F256-6EEA-52F5-9ADA3638884F}"/>
              </a:ext>
            </a:extLst>
          </p:cNvPr>
          <p:cNvSpPr txBox="1"/>
          <p:nvPr/>
        </p:nvSpPr>
        <p:spPr>
          <a:xfrm>
            <a:off x="4642313" y="3725402"/>
            <a:ext cx="1065345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여성청소년 생리대 </a:t>
            </a:r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CACB46BF-10C9-6412-3F59-95E7C8474251}"/>
              </a:ext>
            </a:extLst>
          </p:cNvPr>
          <p:cNvGrpSpPr/>
          <p:nvPr/>
        </p:nvGrpSpPr>
        <p:grpSpPr>
          <a:xfrm>
            <a:off x="4574665" y="2274716"/>
            <a:ext cx="1719436" cy="1189218"/>
            <a:chOff x="2191413" y="1613537"/>
            <a:chExt cx="1719436" cy="1189218"/>
          </a:xfrm>
        </p:grpSpPr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27FC8F70-D6B2-F9A6-15C0-6445C0B3CD9B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3F079312-186B-5418-944F-BBBEAA465BC8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69A80DC3-E2A7-FA5A-F55E-890B0A4A2D1E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B100E2DC-D533-B53D-28E4-6B3685B0AE83}"/>
              </a:ext>
            </a:extLst>
          </p:cNvPr>
          <p:cNvSpPr txBox="1"/>
          <p:nvPr/>
        </p:nvSpPr>
        <p:spPr>
          <a:xfrm>
            <a:off x="5990239" y="3118863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DFC0B3EE-730A-EFB6-0980-522F1B10330C}"/>
              </a:ext>
            </a:extLst>
          </p:cNvPr>
          <p:cNvSpPr/>
          <p:nvPr/>
        </p:nvSpPr>
        <p:spPr>
          <a:xfrm>
            <a:off x="6521239" y="629024"/>
            <a:ext cx="1800200" cy="3456384"/>
          </a:xfrm>
          <a:prstGeom prst="rect">
            <a:avLst/>
          </a:prstGeom>
          <a:solidFill>
            <a:schemeClr val="bg1">
              <a:lumMod val="95000"/>
              <a:alpha val="2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4745BF44-8739-FAD3-583D-61EC9C414AAB}"/>
              </a:ext>
            </a:extLst>
          </p:cNvPr>
          <p:cNvSpPr/>
          <p:nvPr/>
        </p:nvSpPr>
        <p:spPr>
          <a:xfrm>
            <a:off x="6657904" y="751945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3074157-FC76-E81F-79DC-8BB70647F53D}"/>
              </a:ext>
            </a:extLst>
          </p:cNvPr>
          <p:cNvSpPr txBox="1"/>
          <p:nvPr/>
        </p:nvSpPr>
        <p:spPr>
          <a:xfrm>
            <a:off x="6658018" y="3742469"/>
            <a:ext cx="1072960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여성청소년 생리대 </a:t>
            </a:r>
          </a:p>
        </p:txBody>
      </p: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989F7BAA-B1DE-E5D5-1BFB-0176D5DE4341}"/>
              </a:ext>
            </a:extLst>
          </p:cNvPr>
          <p:cNvGrpSpPr/>
          <p:nvPr/>
        </p:nvGrpSpPr>
        <p:grpSpPr>
          <a:xfrm>
            <a:off x="6590369" y="2291783"/>
            <a:ext cx="1719436" cy="1189218"/>
            <a:chOff x="2191413" y="1613537"/>
            <a:chExt cx="1719436" cy="1189218"/>
          </a:xfrm>
        </p:grpSpPr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571AD0BB-E52D-8FF7-C23C-E332E6E18AB4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30A3CD48-8ACE-7BBC-53BE-030A439DD6FD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CE62BEDD-E514-5410-C411-24E32F5CAC6F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65" name="TextBox 64">
            <a:extLst>
              <a:ext uri="{FF2B5EF4-FFF2-40B4-BE49-F238E27FC236}">
                <a16:creationId xmlns:a16="http://schemas.microsoft.com/office/drawing/2014/main" id="{76E0810A-B7D6-FD2D-9873-87FE6F28613F}"/>
              </a:ext>
            </a:extLst>
          </p:cNvPr>
          <p:cNvSpPr txBox="1"/>
          <p:nvPr/>
        </p:nvSpPr>
        <p:spPr>
          <a:xfrm>
            <a:off x="8005943" y="3135930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1D980B68-8DBB-CFA5-805D-6BC896B78108}"/>
              </a:ext>
            </a:extLst>
          </p:cNvPr>
          <p:cNvSpPr/>
          <p:nvPr/>
        </p:nvSpPr>
        <p:spPr>
          <a:xfrm>
            <a:off x="8471064" y="631415"/>
            <a:ext cx="1800200" cy="3456384"/>
          </a:xfrm>
          <a:prstGeom prst="rect">
            <a:avLst/>
          </a:prstGeom>
          <a:solidFill>
            <a:schemeClr val="bg1">
              <a:lumMod val="95000"/>
              <a:alpha val="2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70CF1381-3AA9-38F0-C1C1-E8F4B21A4961}"/>
              </a:ext>
            </a:extLst>
          </p:cNvPr>
          <p:cNvSpPr/>
          <p:nvPr/>
        </p:nvSpPr>
        <p:spPr>
          <a:xfrm>
            <a:off x="8607729" y="754336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919DBEF-6E9C-064E-A677-E370019F075F}"/>
              </a:ext>
            </a:extLst>
          </p:cNvPr>
          <p:cNvSpPr txBox="1"/>
          <p:nvPr/>
        </p:nvSpPr>
        <p:spPr>
          <a:xfrm>
            <a:off x="8607843" y="3744860"/>
            <a:ext cx="1070568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여성청소년 생리대 </a:t>
            </a:r>
          </a:p>
        </p:txBody>
      </p: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623B77DB-1EB1-E075-6851-3B32AE38F7DB}"/>
              </a:ext>
            </a:extLst>
          </p:cNvPr>
          <p:cNvGrpSpPr/>
          <p:nvPr/>
        </p:nvGrpSpPr>
        <p:grpSpPr>
          <a:xfrm>
            <a:off x="8540194" y="2294174"/>
            <a:ext cx="1719436" cy="1189218"/>
            <a:chOff x="2191413" y="1613537"/>
            <a:chExt cx="1719436" cy="1189218"/>
          </a:xfrm>
        </p:grpSpPr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162F7D01-E42E-DC05-6671-1A7CC9A3217C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CDBF5954-CC45-3AAB-6B7E-DE2BC645D544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9EE865F0-2A71-2BB2-8F41-9B83B365568E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78" name="TextBox 77">
            <a:extLst>
              <a:ext uri="{FF2B5EF4-FFF2-40B4-BE49-F238E27FC236}">
                <a16:creationId xmlns:a16="http://schemas.microsoft.com/office/drawing/2014/main" id="{3822900F-BA39-FCFF-33B0-FE1A60A98367}"/>
              </a:ext>
            </a:extLst>
          </p:cNvPr>
          <p:cNvSpPr txBox="1"/>
          <p:nvPr/>
        </p:nvSpPr>
        <p:spPr>
          <a:xfrm>
            <a:off x="9955768" y="3138321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B81D5014-FC2F-6419-19A9-F314407F10BD}"/>
              </a:ext>
            </a:extLst>
          </p:cNvPr>
          <p:cNvSpPr/>
          <p:nvPr/>
        </p:nvSpPr>
        <p:spPr>
          <a:xfrm>
            <a:off x="10418497" y="631350"/>
            <a:ext cx="1800200" cy="3456384"/>
          </a:xfrm>
          <a:prstGeom prst="rect">
            <a:avLst/>
          </a:prstGeom>
          <a:solidFill>
            <a:schemeClr val="bg1">
              <a:lumMod val="95000"/>
              <a:alpha val="2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5977F21C-C2FC-ABC3-3D24-1C2C1B4DDCEF}"/>
              </a:ext>
            </a:extLst>
          </p:cNvPr>
          <p:cNvSpPr/>
          <p:nvPr/>
        </p:nvSpPr>
        <p:spPr>
          <a:xfrm>
            <a:off x="10555162" y="754271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40434171-0175-9B39-D166-4879F1E3EA71}"/>
              </a:ext>
            </a:extLst>
          </p:cNvPr>
          <p:cNvSpPr txBox="1"/>
          <p:nvPr/>
        </p:nvSpPr>
        <p:spPr>
          <a:xfrm>
            <a:off x="10555275" y="3744795"/>
            <a:ext cx="966253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여성청소년 생리대</a:t>
            </a:r>
          </a:p>
        </p:txBody>
      </p:sp>
      <p:grpSp>
        <p:nvGrpSpPr>
          <p:cNvPr id="87" name="그룹 86">
            <a:extLst>
              <a:ext uri="{FF2B5EF4-FFF2-40B4-BE49-F238E27FC236}">
                <a16:creationId xmlns:a16="http://schemas.microsoft.com/office/drawing/2014/main" id="{F658829D-CF4F-637D-6F55-E2663E588A9D}"/>
              </a:ext>
            </a:extLst>
          </p:cNvPr>
          <p:cNvGrpSpPr/>
          <p:nvPr/>
        </p:nvGrpSpPr>
        <p:grpSpPr>
          <a:xfrm>
            <a:off x="10487627" y="2294109"/>
            <a:ext cx="1719436" cy="1189218"/>
            <a:chOff x="2191413" y="1613537"/>
            <a:chExt cx="1719436" cy="1189218"/>
          </a:xfrm>
        </p:grpSpPr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38903487-7389-FB93-1282-AA303A25D21E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94D64426-C9C6-8226-4600-CE0FD493A3DA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00C4E319-93C9-6686-7DB8-0B4416D73071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91" name="TextBox 90">
            <a:extLst>
              <a:ext uri="{FF2B5EF4-FFF2-40B4-BE49-F238E27FC236}">
                <a16:creationId xmlns:a16="http://schemas.microsoft.com/office/drawing/2014/main" id="{567812AB-B240-D411-60F4-1A77D57FF30D}"/>
              </a:ext>
            </a:extLst>
          </p:cNvPr>
          <p:cNvSpPr txBox="1"/>
          <p:nvPr/>
        </p:nvSpPr>
        <p:spPr>
          <a:xfrm>
            <a:off x="11903201" y="3138256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grpSp>
        <p:nvGrpSpPr>
          <p:cNvPr id="96" name="그룹 95">
            <a:extLst>
              <a:ext uri="{FF2B5EF4-FFF2-40B4-BE49-F238E27FC236}">
                <a16:creationId xmlns:a16="http://schemas.microsoft.com/office/drawing/2014/main" id="{C4A1414C-D1AE-8AEF-D4C6-D6A246725103}"/>
              </a:ext>
            </a:extLst>
          </p:cNvPr>
          <p:cNvGrpSpPr/>
          <p:nvPr/>
        </p:nvGrpSpPr>
        <p:grpSpPr>
          <a:xfrm>
            <a:off x="10549597" y="2055149"/>
            <a:ext cx="415498" cy="207749"/>
            <a:chOff x="5585876" y="994409"/>
            <a:chExt cx="415498" cy="207749"/>
          </a:xfrm>
        </p:grpSpPr>
        <p:sp>
          <p:nvSpPr>
            <p:cNvPr id="97" name="사각형: 둥근 모서리 96">
              <a:extLst>
                <a:ext uri="{FF2B5EF4-FFF2-40B4-BE49-F238E27FC236}">
                  <a16:creationId xmlns:a16="http://schemas.microsoft.com/office/drawing/2014/main" id="{60A768AF-ECD7-BBB3-D56D-C1E282DACCC9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FE794864-D30D-B914-5696-3CC90C6209F0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sp>
        <p:nvSpPr>
          <p:cNvPr id="100" name="TextBox 99">
            <a:extLst>
              <a:ext uri="{FF2B5EF4-FFF2-40B4-BE49-F238E27FC236}">
                <a16:creationId xmlns:a16="http://schemas.microsoft.com/office/drawing/2014/main" id="{2C2E00AE-4D70-510A-79A2-9F69E144120F}"/>
              </a:ext>
            </a:extLst>
          </p:cNvPr>
          <p:cNvSpPr txBox="1"/>
          <p:nvPr/>
        </p:nvSpPr>
        <p:spPr>
          <a:xfrm>
            <a:off x="406208" y="163275"/>
            <a:ext cx="26500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rgbClr val="0070C0"/>
                </a:solidFill>
                <a:latin typeface="+mn-ea"/>
              </a:rPr>
              <a:t>여성청소년 생리대 지원 상품 출력 케이스</a:t>
            </a:r>
            <a:endParaRPr lang="en-US" altLang="ko-KR" sz="1200" b="1" dirty="0">
              <a:solidFill>
                <a:srgbClr val="0070C0"/>
              </a:solidFill>
              <a:latin typeface="+mn-ea"/>
            </a:endParaRPr>
          </a:p>
        </p:txBody>
      </p:sp>
      <p:pic>
        <p:nvPicPr>
          <p:cNvPr id="102" name="그림 101">
            <a:extLst>
              <a:ext uri="{FF2B5EF4-FFF2-40B4-BE49-F238E27FC236}">
                <a16:creationId xmlns:a16="http://schemas.microsoft.com/office/drawing/2014/main" id="{52FAD939-7123-FD54-195C-C16BE6CBE1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391" y="1121135"/>
            <a:ext cx="981612" cy="895575"/>
          </a:xfrm>
          <a:prstGeom prst="rect">
            <a:avLst/>
          </a:prstGeom>
        </p:spPr>
      </p:pic>
      <p:sp>
        <p:nvSpPr>
          <p:cNvPr id="104" name="TextBox 103">
            <a:extLst>
              <a:ext uri="{FF2B5EF4-FFF2-40B4-BE49-F238E27FC236}">
                <a16:creationId xmlns:a16="http://schemas.microsoft.com/office/drawing/2014/main" id="{F2E74185-877C-A97A-C639-551415D8AE14}"/>
              </a:ext>
            </a:extLst>
          </p:cNvPr>
          <p:cNvSpPr txBox="1"/>
          <p:nvPr/>
        </p:nvSpPr>
        <p:spPr>
          <a:xfrm>
            <a:off x="1320854" y="2340873"/>
            <a:ext cx="82331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196401" rtl="0" eaLnBrk="1" fontAlgn="t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#</a:t>
            </a:r>
            <a:r>
              <a:rPr kumimoji="0" lang="ko-KR" altLang="en-US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유기농 </a:t>
            </a:r>
            <a:r>
              <a:rPr kumimoji="0" lang="en-US" altLang="ko-KR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#</a:t>
            </a:r>
            <a:r>
              <a:rPr kumimoji="0" lang="ko-KR" altLang="en-US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친환경</a:t>
            </a:r>
            <a:endParaRPr kumimoji="0" lang="ko-KR" altLang="ko-KR" sz="800" b="1" i="0" u="none" strike="noStrike" kern="1200" cap="none" spc="-150" normalizeH="0" baseline="0" noProof="0" dirty="0">
              <a:ln>
                <a:noFill/>
              </a:ln>
              <a:solidFill>
                <a:srgbClr val="34A44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06" name="그림 105">
            <a:extLst>
              <a:ext uri="{FF2B5EF4-FFF2-40B4-BE49-F238E27FC236}">
                <a16:creationId xmlns:a16="http://schemas.microsoft.com/office/drawing/2014/main" id="{B54CF58A-4AA7-C121-8248-03C169460B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7383" y="1137550"/>
            <a:ext cx="981612" cy="895575"/>
          </a:xfrm>
          <a:prstGeom prst="rect">
            <a:avLst/>
          </a:prstGeom>
        </p:spPr>
      </p:pic>
      <p:pic>
        <p:nvPicPr>
          <p:cNvPr id="108" name="그림 107">
            <a:extLst>
              <a:ext uri="{FF2B5EF4-FFF2-40B4-BE49-F238E27FC236}">
                <a16:creationId xmlns:a16="http://schemas.microsoft.com/office/drawing/2014/main" id="{D54CDCE2-1403-5ABE-DCF5-0439A949B5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1662" y="1120483"/>
            <a:ext cx="981612" cy="895575"/>
          </a:xfrm>
          <a:prstGeom prst="rect">
            <a:avLst/>
          </a:prstGeom>
        </p:spPr>
      </p:pic>
      <p:pic>
        <p:nvPicPr>
          <p:cNvPr id="110" name="그림 109">
            <a:extLst>
              <a:ext uri="{FF2B5EF4-FFF2-40B4-BE49-F238E27FC236}">
                <a16:creationId xmlns:a16="http://schemas.microsoft.com/office/drawing/2014/main" id="{686FC20B-F2C4-197A-425E-9248CB2B6F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7593" y="1137550"/>
            <a:ext cx="981612" cy="895575"/>
          </a:xfrm>
          <a:prstGeom prst="rect">
            <a:avLst/>
          </a:prstGeom>
        </p:spPr>
      </p:pic>
      <p:pic>
        <p:nvPicPr>
          <p:cNvPr id="112" name="그림 111">
            <a:extLst>
              <a:ext uri="{FF2B5EF4-FFF2-40B4-BE49-F238E27FC236}">
                <a16:creationId xmlns:a16="http://schemas.microsoft.com/office/drawing/2014/main" id="{D3840085-1E3A-B1D9-ABC8-5D92402413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1551" y="1137550"/>
            <a:ext cx="981612" cy="895575"/>
          </a:xfrm>
          <a:prstGeom prst="rect">
            <a:avLst/>
          </a:prstGeom>
        </p:spPr>
      </p:pic>
      <p:pic>
        <p:nvPicPr>
          <p:cNvPr id="114" name="그림 113">
            <a:extLst>
              <a:ext uri="{FF2B5EF4-FFF2-40B4-BE49-F238E27FC236}">
                <a16:creationId xmlns:a16="http://schemas.microsoft.com/office/drawing/2014/main" id="{309266AD-ECB5-97B3-ED89-7D246C13D1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6248" y="1120483"/>
            <a:ext cx="981612" cy="895575"/>
          </a:xfrm>
          <a:prstGeom prst="rect">
            <a:avLst/>
          </a:prstGeom>
        </p:spPr>
      </p:pic>
      <p:sp>
        <p:nvSpPr>
          <p:cNvPr id="116" name="TextBox 115">
            <a:extLst>
              <a:ext uri="{FF2B5EF4-FFF2-40B4-BE49-F238E27FC236}">
                <a16:creationId xmlns:a16="http://schemas.microsoft.com/office/drawing/2014/main" id="{CDD512C3-8B43-DB8C-F491-1037D23E4097}"/>
              </a:ext>
            </a:extLst>
          </p:cNvPr>
          <p:cNvSpPr txBox="1"/>
          <p:nvPr/>
        </p:nvSpPr>
        <p:spPr>
          <a:xfrm>
            <a:off x="3377235" y="2340873"/>
            <a:ext cx="82331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196401" rtl="0" eaLnBrk="1" fontAlgn="t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#</a:t>
            </a:r>
            <a:r>
              <a:rPr kumimoji="0" lang="ko-KR" altLang="en-US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유기농 </a:t>
            </a:r>
            <a:r>
              <a:rPr kumimoji="0" lang="en-US" altLang="ko-KR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#</a:t>
            </a:r>
            <a:r>
              <a:rPr kumimoji="0" lang="ko-KR" altLang="en-US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친환경</a:t>
            </a:r>
            <a:endParaRPr kumimoji="0" lang="ko-KR" altLang="ko-KR" sz="800" b="1" i="0" u="none" strike="noStrike" kern="1200" cap="none" spc="-150" normalizeH="0" baseline="0" noProof="0" dirty="0">
              <a:ln>
                <a:noFill/>
              </a:ln>
              <a:solidFill>
                <a:srgbClr val="34A44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ECE068D1-C432-1E35-F9B9-FAAB763AA1A2}"/>
              </a:ext>
            </a:extLst>
          </p:cNvPr>
          <p:cNvSpPr txBox="1"/>
          <p:nvPr/>
        </p:nvSpPr>
        <p:spPr>
          <a:xfrm>
            <a:off x="5373704" y="2338027"/>
            <a:ext cx="82331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1196401" rtl="0" eaLnBrk="1" fontAlgn="t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#</a:t>
            </a:r>
            <a:r>
              <a:rPr kumimoji="0" lang="ko-KR" altLang="en-US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유기농</a:t>
            </a:r>
            <a:endParaRPr kumimoji="0" lang="ko-KR" altLang="ko-KR" sz="800" b="1" i="0" u="none" strike="noStrike" kern="1200" cap="none" spc="-150" normalizeH="0" baseline="0" noProof="0" dirty="0">
              <a:ln>
                <a:noFill/>
              </a:ln>
              <a:solidFill>
                <a:srgbClr val="34A44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7EC159DB-E4B5-A59A-639F-5822840CED11}"/>
              </a:ext>
            </a:extLst>
          </p:cNvPr>
          <p:cNvSpPr txBox="1"/>
          <p:nvPr/>
        </p:nvSpPr>
        <p:spPr>
          <a:xfrm>
            <a:off x="7420652" y="2338027"/>
            <a:ext cx="82331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1196401" rtl="0" eaLnBrk="1" fontAlgn="t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#</a:t>
            </a:r>
            <a:r>
              <a:rPr kumimoji="0" lang="ko-KR" altLang="en-US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친</a:t>
            </a:r>
            <a:r>
              <a:rPr lang="ko-KR" altLang="en-US" sz="800" b="1" spc="-150" dirty="0">
                <a:solidFill>
                  <a:srgbClr val="34A4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환경</a:t>
            </a:r>
            <a:endParaRPr kumimoji="0" lang="ko-KR" altLang="ko-KR" sz="800" b="1" i="0" u="none" strike="noStrike" kern="1200" cap="none" spc="-150" normalizeH="0" baseline="0" noProof="0" dirty="0">
              <a:ln>
                <a:noFill/>
              </a:ln>
              <a:solidFill>
                <a:srgbClr val="34A44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하트 12">
            <a:extLst>
              <a:ext uri="{FF2B5EF4-FFF2-40B4-BE49-F238E27FC236}">
                <a16:creationId xmlns:a16="http://schemas.microsoft.com/office/drawing/2014/main" id="{5764D119-BB7F-3FB2-90D4-79FF57941325}"/>
              </a:ext>
            </a:extLst>
          </p:cNvPr>
          <p:cNvSpPr/>
          <p:nvPr/>
        </p:nvSpPr>
        <p:spPr>
          <a:xfrm>
            <a:off x="1817385" y="823430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5" name="하트 34">
            <a:extLst>
              <a:ext uri="{FF2B5EF4-FFF2-40B4-BE49-F238E27FC236}">
                <a16:creationId xmlns:a16="http://schemas.microsoft.com/office/drawing/2014/main" id="{C76E372F-9046-9B92-E35F-53632394C638}"/>
              </a:ext>
            </a:extLst>
          </p:cNvPr>
          <p:cNvSpPr/>
          <p:nvPr/>
        </p:nvSpPr>
        <p:spPr>
          <a:xfrm>
            <a:off x="3812493" y="823430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2" name="하트 51">
            <a:extLst>
              <a:ext uri="{FF2B5EF4-FFF2-40B4-BE49-F238E27FC236}">
                <a16:creationId xmlns:a16="http://schemas.microsoft.com/office/drawing/2014/main" id="{4CE55A02-B983-38BF-E496-3A3837C97974}"/>
              </a:ext>
            </a:extLst>
          </p:cNvPr>
          <p:cNvSpPr/>
          <p:nvPr/>
        </p:nvSpPr>
        <p:spPr>
          <a:xfrm>
            <a:off x="5854099" y="823430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2" name="하트 71">
            <a:extLst>
              <a:ext uri="{FF2B5EF4-FFF2-40B4-BE49-F238E27FC236}">
                <a16:creationId xmlns:a16="http://schemas.microsoft.com/office/drawing/2014/main" id="{239E598A-B91F-311E-7764-AF61B8D89820}"/>
              </a:ext>
            </a:extLst>
          </p:cNvPr>
          <p:cNvSpPr/>
          <p:nvPr/>
        </p:nvSpPr>
        <p:spPr>
          <a:xfrm>
            <a:off x="7864652" y="821710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9" name="하트 98">
            <a:extLst>
              <a:ext uri="{FF2B5EF4-FFF2-40B4-BE49-F238E27FC236}">
                <a16:creationId xmlns:a16="http://schemas.microsoft.com/office/drawing/2014/main" id="{1EBBBED1-C46D-D0B7-998C-4FFAD862D154}"/>
              </a:ext>
            </a:extLst>
          </p:cNvPr>
          <p:cNvSpPr/>
          <p:nvPr/>
        </p:nvSpPr>
        <p:spPr>
          <a:xfrm>
            <a:off x="9819832" y="819392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3" name="하트 102">
            <a:extLst>
              <a:ext uri="{FF2B5EF4-FFF2-40B4-BE49-F238E27FC236}">
                <a16:creationId xmlns:a16="http://schemas.microsoft.com/office/drawing/2014/main" id="{9E47E139-58A9-CCE7-5DDD-22F95DF12F00}"/>
              </a:ext>
            </a:extLst>
          </p:cNvPr>
          <p:cNvSpPr/>
          <p:nvPr/>
        </p:nvSpPr>
        <p:spPr>
          <a:xfrm>
            <a:off x="11761910" y="819392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8" name="사각형: 둥근 모서리 137">
            <a:extLst>
              <a:ext uri="{FF2B5EF4-FFF2-40B4-BE49-F238E27FC236}">
                <a16:creationId xmlns:a16="http://schemas.microsoft.com/office/drawing/2014/main" id="{5EC7F7D0-EAAF-25E8-5600-145AFA854059}"/>
              </a:ext>
            </a:extLst>
          </p:cNvPr>
          <p:cNvSpPr/>
          <p:nvPr/>
        </p:nvSpPr>
        <p:spPr>
          <a:xfrm>
            <a:off x="563397" y="3467706"/>
            <a:ext cx="1560387" cy="2130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sp>
        <p:nvSpPr>
          <p:cNvPr id="140" name="사각형: 둥근 모서리 139">
            <a:extLst>
              <a:ext uri="{FF2B5EF4-FFF2-40B4-BE49-F238E27FC236}">
                <a16:creationId xmlns:a16="http://schemas.microsoft.com/office/drawing/2014/main" id="{5D70EFD9-042F-563F-D9BF-C6F528B64818}"/>
              </a:ext>
            </a:extLst>
          </p:cNvPr>
          <p:cNvSpPr/>
          <p:nvPr/>
        </p:nvSpPr>
        <p:spPr>
          <a:xfrm>
            <a:off x="2587996" y="3467706"/>
            <a:ext cx="1560387" cy="2130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sp>
        <p:nvSpPr>
          <p:cNvPr id="142" name="사각형: 둥근 모서리 141">
            <a:extLst>
              <a:ext uri="{FF2B5EF4-FFF2-40B4-BE49-F238E27FC236}">
                <a16:creationId xmlns:a16="http://schemas.microsoft.com/office/drawing/2014/main" id="{751AB049-8B0F-0A8F-58E6-C5F657D25685}"/>
              </a:ext>
            </a:extLst>
          </p:cNvPr>
          <p:cNvSpPr/>
          <p:nvPr/>
        </p:nvSpPr>
        <p:spPr>
          <a:xfrm>
            <a:off x="4636635" y="3450639"/>
            <a:ext cx="1560387" cy="2130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sp>
        <p:nvSpPr>
          <p:cNvPr id="144" name="사각형: 둥근 모서리 143">
            <a:extLst>
              <a:ext uri="{FF2B5EF4-FFF2-40B4-BE49-F238E27FC236}">
                <a16:creationId xmlns:a16="http://schemas.microsoft.com/office/drawing/2014/main" id="{0A3B9F59-B412-71FA-5B2A-B01F180A1203}"/>
              </a:ext>
            </a:extLst>
          </p:cNvPr>
          <p:cNvSpPr/>
          <p:nvPr/>
        </p:nvSpPr>
        <p:spPr>
          <a:xfrm>
            <a:off x="6652339" y="3467706"/>
            <a:ext cx="1560387" cy="2130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sp>
        <p:nvSpPr>
          <p:cNvPr id="146" name="사각형: 둥근 모서리 145">
            <a:extLst>
              <a:ext uri="{FF2B5EF4-FFF2-40B4-BE49-F238E27FC236}">
                <a16:creationId xmlns:a16="http://schemas.microsoft.com/office/drawing/2014/main" id="{36649B6B-23CD-261F-0FE0-1370B82F3C51}"/>
              </a:ext>
            </a:extLst>
          </p:cNvPr>
          <p:cNvSpPr/>
          <p:nvPr/>
        </p:nvSpPr>
        <p:spPr>
          <a:xfrm>
            <a:off x="8602164" y="3470097"/>
            <a:ext cx="1560387" cy="2130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sp>
        <p:nvSpPr>
          <p:cNvPr id="148" name="사각형: 둥근 모서리 147">
            <a:extLst>
              <a:ext uri="{FF2B5EF4-FFF2-40B4-BE49-F238E27FC236}">
                <a16:creationId xmlns:a16="http://schemas.microsoft.com/office/drawing/2014/main" id="{3B4F52AE-C297-255D-D75A-935D361D1F1A}"/>
              </a:ext>
            </a:extLst>
          </p:cNvPr>
          <p:cNvSpPr/>
          <p:nvPr/>
        </p:nvSpPr>
        <p:spPr>
          <a:xfrm>
            <a:off x="10549597" y="3470032"/>
            <a:ext cx="1560387" cy="2130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pic>
        <p:nvPicPr>
          <p:cNvPr id="150" name="그림 149">
            <a:extLst>
              <a:ext uri="{FF2B5EF4-FFF2-40B4-BE49-F238E27FC236}">
                <a16:creationId xmlns:a16="http://schemas.microsoft.com/office/drawing/2014/main" id="{CE150F78-2FF3-26DB-1E45-1A47FA1BB0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871" y="3482048"/>
            <a:ext cx="182273" cy="165261"/>
          </a:xfrm>
          <a:prstGeom prst="rect">
            <a:avLst/>
          </a:prstGeom>
        </p:spPr>
      </p:pic>
      <p:pic>
        <p:nvPicPr>
          <p:cNvPr id="152" name="그림 151">
            <a:extLst>
              <a:ext uri="{FF2B5EF4-FFF2-40B4-BE49-F238E27FC236}">
                <a16:creationId xmlns:a16="http://schemas.microsoft.com/office/drawing/2014/main" id="{53010AF0-B1AB-205E-B269-BFD2C7B6B7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1176" y="3491613"/>
            <a:ext cx="182273" cy="165261"/>
          </a:xfrm>
          <a:prstGeom prst="rect">
            <a:avLst/>
          </a:prstGeom>
        </p:spPr>
      </p:pic>
      <p:pic>
        <p:nvPicPr>
          <p:cNvPr id="154" name="그림 153">
            <a:extLst>
              <a:ext uri="{FF2B5EF4-FFF2-40B4-BE49-F238E27FC236}">
                <a16:creationId xmlns:a16="http://schemas.microsoft.com/office/drawing/2014/main" id="{5090C279-6115-44AF-AAB7-04A172A525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7556" y="3482048"/>
            <a:ext cx="182273" cy="165261"/>
          </a:xfrm>
          <a:prstGeom prst="rect">
            <a:avLst/>
          </a:prstGeom>
        </p:spPr>
      </p:pic>
      <p:pic>
        <p:nvPicPr>
          <p:cNvPr id="156" name="그림 155">
            <a:extLst>
              <a:ext uri="{FF2B5EF4-FFF2-40B4-BE49-F238E27FC236}">
                <a16:creationId xmlns:a16="http://schemas.microsoft.com/office/drawing/2014/main" id="{D909D4AD-70DD-25FF-955D-D51CE11209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9126" y="3482048"/>
            <a:ext cx="182273" cy="165261"/>
          </a:xfrm>
          <a:prstGeom prst="rect">
            <a:avLst/>
          </a:prstGeom>
        </p:spPr>
      </p:pic>
      <p:pic>
        <p:nvPicPr>
          <p:cNvPr id="158" name="그림 157">
            <a:extLst>
              <a:ext uri="{FF2B5EF4-FFF2-40B4-BE49-F238E27FC236}">
                <a16:creationId xmlns:a16="http://schemas.microsoft.com/office/drawing/2014/main" id="{4995FBDF-4EB3-4B05-EBBB-CD0A2666CF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6017" y="3490131"/>
            <a:ext cx="182273" cy="165261"/>
          </a:xfrm>
          <a:prstGeom prst="rect">
            <a:avLst/>
          </a:prstGeom>
        </p:spPr>
      </p:pic>
      <p:pic>
        <p:nvPicPr>
          <p:cNvPr id="160" name="그림 159">
            <a:extLst>
              <a:ext uri="{FF2B5EF4-FFF2-40B4-BE49-F238E27FC236}">
                <a16:creationId xmlns:a16="http://schemas.microsoft.com/office/drawing/2014/main" id="{49680482-9168-E0FE-23BA-E93EE72DCD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7473" y="3490131"/>
            <a:ext cx="182273" cy="165261"/>
          </a:xfrm>
          <a:prstGeom prst="rect">
            <a:avLst/>
          </a:prstGeom>
        </p:spPr>
      </p:pic>
      <p:sp>
        <p:nvSpPr>
          <p:cNvPr id="162" name="직사각형 161">
            <a:extLst>
              <a:ext uri="{FF2B5EF4-FFF2-40B4-BE49-F238E27FC236}">
                <a16:creationId xmlns:a16="http://schemas.microsoft.com/office/drawing/2014/main" id="{25FF1A9F-BADB-A693-D1F0-EC4D031CA748}"/>
              </a:ext>
            </a:extLst>
          </p:cNvPr>
          <p:cNvSpPr/>
          <p:nvPr/>
        </p:nvSpPr>
        <p:spPr bwMode="auto">
          <a:xfrm>
            <a:off x="12961937" y="0"/>
            <a:ext cx="2808063" cy="594726"/>
          </a:xfrm>
          <a:prstGeom prst="rect">
            <a:avLst/>
          </a:prstGeom>
          <a:solidFill>
            <a:srgbClr val="1F497D">
              <a:lumMod val="20000"/>
              <a:lumOff val="8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7/8 0.05v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7/7 </a:t>
            </a:r>
            <a:r>
              <a:rPr kumimoji="1" lang="ko-KR" altLang="en-US" sz="800" b="1" kern="0" spc="-15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트라이언소프트</a:t>
            </a:r>
            <a:r>
              <a:rPr kumimoji="1" lang="ko-KR" altLang="en-US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추가요청사항 반영</a:t>
            </a:r>
            <a:r>
              <a:rPr kumimoji="1" lang="en-US" altLang="ko-KR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kumimoji="1" lang="ko-KR" altLang="en-US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권용현</a:t>
            </a:r>
            <a:r>
              <a:rPr kumimoji="1" lang="en-US" altLang="ko-KR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C,</a:t>
            </a:r>
            <a:r>
              <a:rPr kumimoji="1" lang="ko-KR" altLang="en-US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조상희</a:t>
            </a:r>
            <a:r>
              <a:rPr kumimoji="1" lang="en-US" altLang="ko-KR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B)</a:t>
            </a:r>
          </a:p>
          <a:p>
            <a:pPr marL="171450" marR="0" lvl="0" indent="-17145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kumimoji="1" lang="ko-KR" altLang="en-US" sz="800" i="0" u="none" strike="noStrike" kern="0" cap="none" spc="-15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찜하기</a:t>
            </a:r>
            <a:r>
              <a:rPr kumimoji="1" lang="ko-KR" altLang="en-US" sz="800" i="0" u="none" strike="noStrike" kern="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기능 추가</a:t>
            </a:r>
            <a:endParaRPr kumimoji="1" lang="en-US" altLang="ko-KR" sz="800" i="0" u="none" strike="noStrike" kern="0" cap="none" spc="-1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marR="0" lvl="0" indent="-17145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kumimoji="1" lang="ko-KR" altLang="en-US" sz="800" kern="0" spc="-15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바로구매</a:t>
            </a:r>
            <a:r>
              <a:rPr kumimoji="1" lang="ko-KR" altLang="en-US" sz="800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버튼 삭제 </a:t>
            </a:r>
            <a:endParaRPr kumimoji="1" lang="ko-KR" altLang="en-US" sz="800" i="0" u="none" strike="noStrike" kern="0" cap="none" spc="-1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832741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32CBBA-875A-2BF3-12B2-8EF6BA002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9BB2380-848C-E8A2-C9A5-E69D6FCCDFA4}"/>
              </a:ext>
            </a:extLst>
          </p:cNvPr>
          <p:cNvSpPr txBox="1"/>
          <p:nvPr/>
        </p:nvSpPr>
        <p:spPr>
          <a:xfrm>
            <a:off x="288281" y="190942"/>
            <a:ext cx="19800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u"/>
            </a:pPr>
            <a:r>
              <a:rPr lang="ko-KR" altLang="en-US" sz="1200" b="1" spc="-15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디바이스 별 메인 영역 정의</a:t>
            </a:r>
            <a:endParaRPr lang="en-US" altLang="ko-KR" sz="1200" b="1" spc="-150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1B4CA0D-0E1B-5075-8121-4379A7FEF147}"/>
              </a:ext>
            </a:extLst>
          </p:cNvPr>
          <p:cNvSpPr/>
          <p:nvPr/>
        </p:nvSpPr>
        <p:spPr>
          <a:xfrm>
            <a:off x="432297" y="755973"/>
            <a:ext cx="4536504" cy="610892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BBF37BD-60D0-7C94-F3BD-B42795F27B20}"/>
              </a:ext>
            </a:extLst>
          </p:cNvPr>
          <p:cNvSpPr/>
          <p:nvPr/>
        </p:nvSpPr>
        <p:spPr>
          <a:xfrm>
            <a:off x="5654961" y="1261864"/>
            <a:ext cx="3043412" cy="4990013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3BE94E7-3EC8-1CAF-2550-FEC5E09735DA}"/>
              </a:ext>
            </a:extLst>
          </p:cNvPr>
          <p:cNvSpPr/>
          <p:nvPr/>
        </p:nvSpPr>
        <p:spPr>
          <a:xfrm>
            <a:off x="9374735" y="1260029"/>
            <a:ext cx="2090148" cy="5580509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3058C59-A3C8-903B-2CF3-461F09C62FA8}"/>
              </a:ext>
            </a:extLst>
          </p:cNvPr>
          <p:cNvSpPr/>
          <p:nvPr/>
        </p:nvSpPr>
        <p:spPr>
          <a:xfrm>
            <a:off x="432297" y="755974"/>
            <a:ext cx="4536504" cy="276999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GNB</a:t>
            </a:r>
            <a:endParaRPr lang="ko-KR" altLang="en-US" sz="1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C9E80EA-A675-BD93-BA5B-CFA1FEEBF534}"/>
              </a:ext>
            </a:extLst>
          </p:cNvPr>
          <p:cNvSpPr/>
          <p:nvPr/>
        </p:nvSpPr>
        <p:spPr>
          <a:xfrm>
            <a:off x="432297" y="1127409"/>
            <a:ext cx="4536504" cy="1068725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상단 롤링 배너</a:t>
            </a:r>
          </a:p>
        </p:txBody>
      </p:sp>
      <p:sp>
        <p:nvSpPr>
          <p:cNvPr id="15" name="순서도: 연결자 14">
            <a:extLst>
              <a:ext uri="{FF2B5EF4-FFF2-40B4-BE49-F238E27FC236}">
                <a16:creationId xmlns:a16="http://schemas.microsoft.com/office/drawing/2014/main" id="{D74FF9EE-F22B-C17A-5D04-E78A87C3BDC7}"/>
              </a:ext>
            </a:extLst>
          </p:cNvPr>
          <p:cNvSpPr/>
          <p:nvPr/>
        </p:nvSpPr>
        <p:spPr>
          <a:xfrm>
            <a:off x="1162890" y="2396571"/>
            <a:ext cx="384340" cy="38434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9" name="순서도: 연결자 18">
            <a:extLst>
              <a:ext uri="{FF2B5EF4-FFF2-40B4-BE49-F238E27FC236}">
                <a16:creationId xmlns:a16="http://schemas.microsoft.com/office/drawing/2014/main" id="{D673BB3A-59A5-5E48-AB15-96F7DC7D51BA}"/>
              </a:ext>
            </a:extLst>
          </p:cNvPr>
          <p:cNvSpPr/>
          <p:nvPr/>
        </p:nvSpPr>
        <p:spPr>
          <a:xfrm>
            <a:off x="1830128" y="2396571"/>
            <a:ext cx="384340" cy="38434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1" name="순서도: 연결자 20">
            <a:extLst>
              <a:ext uri="{FF2B5EF4-FFF2-40B4-BE49-F238E27FC236}">
                <a16:creationId xmlns:a16="http://schemas.microsoft.com/office/drawing/2014/main" id="{022A679D-EB63-1410-F10B-D30C77E395A7}"/>
              </a:ext>
            </a:extLst>
          </p:cNvPr>
          <p:cNvSpPr/>
          <p:nvPr/>
        </p:nvSpPr>
        <p:spPr>
          <a:xfrm>
            <a:off x="2497367" y="2396571"/>
            <a:ext cx="384340" cy="38434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3" name="순서도: 연결자 22">
            <a:extLst>
              <a:ext uri="{FF2B5EF4-FFF2-40B4-BE49-F238E27FC236}">
                <a16:creationId xmlns:a16="http://schemas.microsoft.com/office/drawing/2014/main" id="{E7CC6D08-127F-8AD8-BF94-F4AB6BB2FC13}"/>
              </a:ext>
            </a:extLst>
          </p:cNvPr>
          <p:cNvSpPr/>
          <p:nvPr/>
        </p:nvSpPr>
        <p:spPr>
          <a:xfrm>
            <a:off x="3147477" y="2396571"/>
            <a:ext cx="384340" cy="38434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5" name="순서도: 연결자 24">
            <a:extLst>
              <a:ext uri="{FF2B5EF4-FFF2-40B4-BE49-F238E27FC236}">
                <a16:creationId xmlns:a16="http://schemas.microsoft.com/office/drawing/2014/main" id="{9BA7FBE8-0ACC-A5F5-3A18-A7E64A3368F6}"/>
              </a:ext>
            </a:extLst>
          </p:cNvPr>
          <p:cNvSpPr/>
          <p:nvPr/>
        </p:nvSpPr>
        <p:spPr>
          <a:xfrm>
            <a:off x="3817811" y="2396571"/>
            <a:ext cx="384340" cy="38434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1366E1F-338A-B24E-F3D7-68CA3BAEE9BB}"/>
              </a:ext>
            </a:extLst>
          </p:cNvPr>
          <p:cNvSpPr txBox="1"/>
          <p:nvPr/>
        </p:nvSpPr>
        <p:spPr>
          <a:xfrm>
            <a:off x="1118457" y="2796798"/>
            <a:ext cx="47320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380FC47-BB60-26C8-BD3C-4E50D2D1568E}"/>
              </a:ext>
            </a:extLst>
          </p:cNvPr>
          <p:cNvSpPr txBox="1"/>
          <p:nvPr/>
        </p:nvSpPr>
        <p:spPr>
          <a:xfrm>
            <a:off x="1770448" y="2796798"/>
            <a:ext cx="47320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기획전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5F2B9F7-09CF-AD15-740B-AD21C14599B0}"/>
              </a:ext>
            </a:extLst>
          </p:cNvPr>
          <p:cNvSpPr txBox="1"/>
          <p:nvPr/>
        </p:nvSpPr>
        <p:spPr>
          <a:xfrm>
            <a:off x="2359018" y="2784371"/>
            <a:ext cx="66556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육아라이프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0B67A00-D769-4909-9405-B5AAB69605C4}"/>
              </a:ext>
            </a:extLst>
          </p:cNvPr>
          <p:cNvSpPr txBox="1"/>
          <p:nvPr/>
        </p:nvSpPr>
        <p:spPr>
          <a:xfrm>
            <a:off x="3024585" y="2784371"/>
            <a:ext cx="59022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여성 케어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B113D84-FA09-B4A9-2632-1E5D6AAC49A1}"/>
              </a:ext>
            </a:extLst>
          </p:cNvPr>
          <p:cNvSpPr txBox="1"/>
          <p:nvPr/>
        </p:nvSpPr>
        <p:spPr>
          <a:xfrm>
            <a:off x="3672657" y="2790955"/>
            <a:ext cx="59022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생활 지원</a:t>
            </a:r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639D104D-41BA-2950-F3D5-D8C459F91B33}"/>
              </a:ext>
            </a:extLst>
          </p:cNvPr>
          <p:cNvGrpSpPr/>
          <p:nvPr/>
        </p:nvGrpSpPr>
        <p:grpSpPr>
          <a:xfrm>
            <a:off x="2186364" y="3091522"/>
            <a:ext cx="1107996" cy="256740"/>
            <a:chOff x="2633068" y="3728198"/>
            <a:chExt cx="1107996" cy="256740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53FB0319-6CEF-CE8B-23AB-DC04153180C6}"/>
                </a:ext>
              </a:extLst>
            </p:cNvPr>
            <p:cNvSpPr txBox="1"/>
            <p:nvPr/>
          </p:nvSpPr>
          <p:spPr>
            <a:xfrm>
              <a:off x="2633068" y="3728198"/>
              <a:ext cx="11079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바우처별 인기 상품</a:t>
              </a:r>
            </a:p>
          </p:txBody>
        </p:sp>
        <p:sp>
          <p:nvSpPr>
            <p:cNvPr id="40" name="사각형: 둥근 모서리 39">
              <a:extLst>
                <a:ext uri="{FF2B5EF4-FFF2-40B4-BE49-F238E27FC236}">
                  <a16:creationId xmlns:a16="http://schemas.microsoft.com/office/drawing/2014/main" id="{5E6E8E30-4045-FE4A-B805-369F6829E7A4}"/>
                </a:ext>
              </a:extLst>
            </p:cNvPr>
            <p:cNvSpPr/>
            <p:nvPr/>
          </p:nvSpPr>
          <p:spPr>
            <a:xfrm>
              <a:off x="2751209" y="3912930"/>
              <a:ext cx="864096" cy="72008"/>
            </a:xfrm>
            <a:prstGeom prst="roundRect">
              <a:avLst/>
            </a:prstGeom>
            <a:solidFill>
              <a:srgbClr val="0070C0">
                <a:alpha val="30000"/>
              </a:srgbClr>
            </a:solidFill>
            <a:ln w="3175">
              <a:solidFill>
                <a:srgbClr val="0070C0">
                  <a:alpha val="3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2E3836AF-20F0-079A-CEAB-1B09886C14FB}"/>
              </a:ext>
            </a:extLst>
          </p:cNvPr>
          <p:cNvSpPr/>
          <p:nvPr/>
        </p:nvSpPr>
        <p:spPr>
          <a:xfrm>
            <a:off x="936353" y="3438399"/>
            <a:ext cx="836499" cy="4480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bg1">
                    <a:lumMod val="50000"/>
                  </a:schemeClr>
                </a:solidFill>
              </a:rPr>
              <a:t>상품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B064810E-631D-2668-DBEE-EB90B99CEF5D}"/>
              </a:ext>
            </a:extLst>
          </p:cNvPr>
          <p:cNvSpPr/>
          <p:nvPr/>
        </p:nvSpPr>
        <p:spPr>
          <a:xfrm>
            <a:off x="1846145" y="3445994"/>
            <a:ext cx="836499" cy="4480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E3AD4406-5356-289F-24F7-0A08064CAFD0}"/>
              </a:ext>
            </a:extLst>
          </p:cNvPr>
          <p:cNvSpPr/>
          <p:nvPr/>
        </p:nvSpPr>
        <p:spPr>
          <a:xfrm>
            <a:off x="2755937" y="3438399"/>
            <a:ext cx="836499" cy="4480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16D0B9C9-144C-1031-77CF-2853E08EADE9}"/>
              </a:ext>
            </a:extLst>
          </p:cNvPr>
          <p:cNvSpPr/>
          <p:nvPr/>
        </p:nvSpPr>
        <p:spPr>
          <a:xfrm>
            <a:off x="3648526" y="3439345"/>
            <a:ext cx="836499" cy="4480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899FAD0B-301D-372A-EB6C-A0861670C439}"/>
              </a:ext>
            </a:extLst>
          </p:cNvPr>
          <p:cNvSpPr/>
          <p:nvPr/>
        </p:nvSpPr>
        <p:spPr>
          <a:xfrm>
            <a:off x="936353" y="3972772"/>
            <a:ext cx="836499" cy="4480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1E604393-4F76-F815-DD4E-0882E11A1896}"/>
              </a:ext>
            </a:extLst>
          </p:cNvPr>
          <p:cNvSpPr/>
          <p:nvPr/>
        </p:nvSpPr>
        <p:spPr>
          <a:xfrm>
            <a:off x="1846145" y="3980367"/>
            <a:ext cx="836499" cy="4480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FEC54427-13FA-00DC-DDF6-9C133BEF38CE}"/>
              </a:ext>
            </a:extLst>
          </p:cNvPr>
          <p:cNvSpPr/>
          <p:nvPr/>
        </p:nvSpPr>
        <p:spPr>
          <a:xfrm>
            <a:off x="2755937" y="3972772"/>
            <a:ext cx="836499" cy="4480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1EAE06DF-06E0-4B67-225C-938777510801}"/>
              </a:ext>
            </a:extLst>
          </p:cNvPr>
          <p:cNvSpPr/>
          <p:nvPr/>
        </p:nvSpPr>
        <p:spPr>
          <a:xfrm>
            <a:off x="3648526" y="3973718"/>
            <a:ext cx="836499" cy="4480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D268F88-DAE9-4BF7-874F-2F76E843CF2B}"/>
              </a:ext>
            </a:extLst>
          </p:cNvPr>
          <p:cNvSpPr txBox="1"/>
          <p:nvPr/>
        </p:nvSpPr>
        <p:spPr>
          <a:xfrm>
            <a:off x="862429" y="3243654"/>
            <a:ext cx="73129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바우처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유형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B03CD23-2995-10EF-84BA-12FF17506B1C}"/>
              </a:ext>
            </a:extLst>
          </p:cNvPr>
          <p:cNvSpPr txBox="1"/>
          <p:nvPr/>
        </p:nvSpPr>
        <p:spPr>
          <a:xfrm>
            <a:off x="841285" y="4485582"/>
            <a:ext cx="73129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바우처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유형</a:t>
            </a: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647C6DE4-A4DA-6BA5-DCAA-4CE564A740E4}"/>
              </a:ext>
            </a:extLst>
          </p:cNvPr>
          <p:cNvSpPr/>
          <p:nvPr/>
        </p:nvSpPr>
        <p:spPr>
          <a:xfrm>
            <a:off x="938518" y="4696901"/>
            <a:ext cx="836499" cy="4480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C7BB9094-D9C1-2D81-7EE7-550ACFB0064D}"/>
              </a:ext>
            </a:extLst>
          </p:cNvPr>
          <p:cNvSpPr/>
          <p:nvPr/>
        </p:nvSpPr>
        <p:spPr>
          <a:xfrm>
            <a:off x="1848310" y="4704496"/>
            <a:ext cx="836499" cy="4480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A5442792-990D-47F6-D456-56CF53116738}"/>
              </a:ext>
            </a:extLst>
          </p:cNvPr>
          <p:cNvSpPr/>
          <p:nvPr/>
        </p:nvSpPr>
        <p:spPr>
          <a:xfrm>
            <a:off x="2758102" y="4696901"/>
            <a:ext cx="836499" cy="4480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359A4948-F6BC-9B1D-ADDB-C94B33B95CA8}"/>
              </a:ext>
            </a:extLst>
          </p:cNvPr>
          <p:cNvSpPr/>
          <p:nvPr/>
        </p:nvSpPr>
        <p:spPr>
          <a:xfrm>
            <a:off x="3650691" y="4697847"/>
            <a:ext cx="836499" cy="4480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1ECBEBA4-4CD4-0FC6-C7F9-9E7146D54CD7}"/>
              </a:ext>
            </a:extLst>
          </p:cNvPr>
          <p:cNvSpPr/>
          <p:nvPr/>
        </p:nvSpPr>
        <p:spPr>
          <a:xfrm>
            <a:off x="938518" y="5231274"/>
            <a:ext cx="836499" cy="4480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4497C149-3EFA-2F9D-686A-4A378FBBFA8C}"/>
              </a:ext>
            </a:extLst>
          </p:cNvPr>
          <p:cNvSpPr/>
          <p:nvPr/>
        </p:nvSpPr>
        <p:spPr>
          <a:xfrm>
            <a:off x="1848310" y="5238869"/>
            <a:ext cx="836499" cy="4480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72C8C6ED-9E96-FABA-4D14-F3FDE26BCE3A}"/>
              </a:ext>
            </a:extLst>
          </p:cNvPr>
          <p:cNvSpPr/>
          <p:nvPr/>
        </p:nvSpPr>
        <p:spPr>
          <a:xfrm>
            <a:off x="2758102" y="5231274"/>
            <a:ext cx="836499" cy="4480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5FEBD785-26BE-F7DE-5B16-2C3105D9D446}"/>
              </a:ext>
            </a:extLst>
          </p:cNvPr>
          <p:cNvSpPr/>
          <p:nvPr/>
        </p:nvSpPr>
        <p:spPr>
          <a:xfrm>
            <a:off x="3650691" y="5232220"/>
            <a:ext cx="836499" cy="4480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764A5176-6768-2C9B-EB65-0514888DD023}"/>
              </a:ext>
            </a:extLst>
          </p:cNvPr>
          <p:cNvSpPr/>
          <p:nvPr/>
        </p:nvSpPr>
        <p:spPr>
          <a:xfrm>
            <a:off x="908099" y="5927592"/>
            <a:ext cx="3576926" cy="15697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자주 찾는 문의</a:t>
            </a: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F9F07E31-0E73-6CA4-DC29-6824D931B345}"/>
              </a:ext>
            </a:extLst>
          </p:cNvPr>
          <p:cNvSpPr/>
          <p:nvPr/>
        </p:nvSpPr>
        <p:spPr>
          <a:xfrm>
            <a:off x="908099" y="6218248"/>
            <a:ext cx="3576926" cy="15697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공지사항</a:t>
            </a:r>
          </a:p>
        </p:txBody>
      </p: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CBCFF988-ABD9-D5EC-FC41-841D95922D57}"/>
              </a:ext>
            </a:extLst>
          </p:cNvPr>
          <p:cNvSpPr/>
          <p:nvPr/>
        </p:nvSpPr>
        <p:spPr>
          <a:xfrm>
            <a:off x="426005" y="6516614"/>
            <a:ext cx="4536504" cy="348282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  <a:latin typeface="+mn-ea"/>
              </a:rPr>
              <a:t>푸터</a:t>
            </a:r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 영역</a:t>
            </a:r>
          </a:p>
        </p:txBody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3E35138E-F716-0EAD-327A-5AC9C73C148A}"/>
              </a:ext>
            </a:extLst>
          </p:cNvPr>
          <p:cNvSpPr/>
          <p:nvPr/>
        </p:nvSpPr>
        <p:spPr>
          <a:xfrm>
            <a:off x="5654961" y="1261864"/>
            <a:ext cx="3043412" cy="162853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GNB</a:t>
            </a:r>
            <a:endParaRPr lang="ko-KR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A8A4CAB2-35F4-B786-D3A7-0C49D048B6A8}"/>
              </a:ext>
            </a:extLst>
          </p:cNvPr>
          <p:cNvSpPr/>
          <p:nvPr/>
        </p:nvSpPr>
        <p:spPr>
          <a:xfrm>
            <a:off x="5654961" y="1553932"/>
            <a:ext cx="3043412" cy="662873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상단 롤링 배너</a:t>
            </a:r>
          </a:p>
        </p:txBody>
      </p:sp>
      <p:sp>
        <p:nvSpPr>
          <p:cNvPr id="104" name="순서도: 연결자 103">
            <a:extLst>
              <a:ext uri="{FF2B5EF4-FFF2-40B4-BE49-F238E27FC236}">
                <a16:creationId xmlns:a16="http://schemas.microsoft.com/office/drawing/2014/main" id="{0703B52E-34A2-0A97-CAEB-7EB45DECF3BD}"/>
              </a:ext>
            </a:extLst>
          </p:cNvPr>
          <p:cNvSpPr/>
          <p:nvPr/>
        </p:nvSpPr>
        <p:spPr>
          <a:xfrm>
            <a:off x="6073653" y="2288813"/>
            <a:ext cx="312332" cy="297531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6" name="순서도: 연결자 105">
            <a:extLst>
              <a:ext uri="{FF2B5EF4-FFF2-40B4-BE49-F238E27FC236}">
                <a16:creationId xmlns:a16="http://schemas.microsoft.com/office/drawing/2014/main" id="{32158846-AEF6-0F72-531B-9385BFD5E1F9}"/>
              </a:ext>
            </a:extLst>
          </p:cNvPr>
          <p:cNvSpPr/>
          <p:nvPr/>
        </p:nvSpPr>
        <p:spPr>
          <a:xfrm>
            <a:off x="6552977" y="2288813"/>
            <a:ext cx="312332" cy="297531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8" name="순서도: 연결자 107">
            <a:extLst>
              <a:ext uri="{FF2B5EF4-FFF2-40B4-BE49-F238E27FC236}">
                <a16:creationId xmlns:a16="http://schemas.microsoft.com/office/drawing/2014/main" id="{8384ADDE-3E1B-8FED-7091-2440C689536C}"/>
              </a:ext>
            </a:extLst>
          </p:cNvPr>
          <p:cNvSpPr/>
          <p:nvPr/>
        </p:nvSpPr>
        <p:spPr>
          <a:xfrm>
            <a:off x="7008433" y="2288813"/>
            <a:ext cx="312332" cy="297531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0" name="순서도: 연결자 109">
            <a:extLst>
              <a:ext uri="{FF2B5EF4-FFF2-40B4-BE49-F238E27FC236}">
                <a16:creationId xmlns:a16="http://schemas.microsoft.com/office/drawing/2014/main" id="{EF4AC49C-268D-907C-7215-215C15DE6462}"/>
              </a:ext>
            </a:extLst>
          </p:cNvPr>
          <p:cNvSpPr/>
          <p:nvPr/>
        </p:nvSpPr>
        <p:spPr>
          <a:xfrm>
            <a:off x="7489081" y="2288813"/>
            <a:ext cx="312332" cy="297531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2" name="순서도: 연결자 111">
            <a:extLst>
              <a:ext uri="{FF2B5EF4-FFF2-40B4-BE49-F238E27FC236}">
                <a16:creationId xmlns:a16="http://schemas.microsoft.com/office/drawing/2014/main" id="{636C590D-602E-2A10-C2ED-A1C04AB2041A}"/>
              </a:ext>
            </a:extLst>
          </p:cNvPr>
          <p:cNvSpPr/>
          <p:nvPr/>
        </p:nvSpPr>
        <p:spPr>
          <a:xfrm>
            <a:off x="7968837" y="2288813"/>
            <a:ext cx="312332" cy="297531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0B4A1256-71E0-9432-DD4E-6F584C3BB1CA}"/>
              </a:ext>
            </a:extLst>
          </p:cNvPr>
          <p:cNvSpPr txBox="1"/>
          <p:nvPr/>
        </p:nvSpPr>
        <p:spPr>
          <a:xfrm>
            <a:off x="6013837" y="2614574"/>
            <a:ext cx="3962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B8FAAB75-5DD8-CDF5-0026-68A1AF836E93}"/>
              </a:ext>
            </a:extLst>
          </p:cNvPr>
          <p:cNvSpPr txBox="1"/>
          <p:nvPr/>
        </p:nvSpPr>
        <p:spPr>
          <a:xfrm>
            <a:off x="6508854" y="2614574"/>
            <a:ext cx="3962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기획전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82C6E049-F4EB-F4F6-E6A5-D857E2A742BA}"/>
              </a:ext>
            </a:extLst>
          </p:cNvPr>
          <p:cNvSpPr txBox="1"/>
          <p:nvPr/>
        </p:nvSpPr>
        <p:spPr>
          <a:xfrm>
            <a:off x="6920297" y="2618330"/>
            <a:ext cx="53732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육아라이프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0989B04D-576D-9707-86B3-11695FF07BC4}"/>
              </a:ext>
            </a:extLst>
          </p:cNvPr>
          <p:cNvSpPr txBox="1"/>
          <p:nvPr/>
        </p:nvSpPr>
        <p:spPr>
          <a:xfrm>
            <a:off x="7434436" y="2614574"/>
            <a:ext cx="47961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여성 케어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1386D74A-37E7-0158-57DD-E1A70A13BC65}"/>
              </a:ext>
            </a:extLst>
          </p:cNvPr>
          <p:cNvSpPr txBox="1"/>
          <p:nvPr/>
        </p:nvSpPr>
        <p:spPr>
          <a:xfrm>
            <a:off x="7885194" y="2614574"/>
            <a:ext cx="47961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생활 지원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F1F82046-6B0B-923C-052D-D1897A5978F0}"/>
              </a:ext>
            </a:extLst>
          </p:cNvPr>
          <p:cNvSpPr txBox="1"/>
          <p:nvPr/>
        </p:nvSpPr>
        <p:spPr>
          <a:xfrm>
            <a:off x="6706985" y="2891859"/>
            <a:ext cx="88678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바우처별 인기 상품</a:t>
            </a:r>
          </a:p>
        </p:txBody>
      </p:sp>
      <p:sp>
        <p:nvSpPr>
          <p:cNvPr id="126" name="직사각형 125">
            <a:extLst>
              <a:ext uri="{FF2B5EF4-FFF2-40B4-BE49-F238E27FC236}">
                <a16:creationId xmlns:a16="http://schemas.microsoft.com/office/drawing/2014/main" id="{BD407738-60E7-1152-DC57-377B4F5D3A76}"/>
              </a:ext>
            </a:extLst>
          </p:cNvPr>
          <p:cNvSpPr/>
          <p:nvPr/>
        </p:nvSpPr>
        <p:spPr>
          <a:xfrm>
            <a:off x="5673732" y="3149097"/>
            <a:ext cx="720080" cy="3856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8" name="직사각형 127">
            <a:extLst>
              <a:ext uri="{FF2B5EF4-FFF2-40B4-BE49-F238E27FC236}">
                <a16:creationId xmlns:a16="http://schemas.microsoft.com/office/drawing/2014/main" id="{C85F44B7-9970-3ED6-1D56-BF4B08FE619C}"/>
              </a:ext>
            </a:extLst>
          </p:cNvPr>
          <p:cNvSpPr/>
          <p:nvPr/>
        </p:nvSpPr>
        <p:spPr>
          <a:xfrm>
            <a:off x="6422721" y="3151147"/>
            <a:ext cx="720080" cy="3856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0" name="직사각형 129">
            <a:extLst>
              <a:ext uri="{FF2B5EF4-FFF2-40B4-BE49-F238E27FC236}">
                <a16:creationId xmlns:a16="http://schemas.microsoft.com/office/drawing/2014/main" id="{FF95F0FE-A90D-F05F-2EBC-22A84C76C618}"/>
              </a:ext>
            </a:extLst>
          </p:cNvPr>
          <p:cNvSpPr/>
          <p:nvPr/>
        </p:nvSpPr>
        <p:spPr>
          <a:xfrm>
            <a:off x="7183363" y="3151147"/>
            <a:ext cx="720080" cy="3856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2" name="직사각형 131">
            <a:extLst>
              <a:ext uri="{FF2B5EF4-FFF2-40B4-BE49-F238E27FC236}">
                <a16:creationId xmlns:a16="http://schemas.microsoft.com/office/drawing/2014/main" id="{73B6B8A0-0CB4-78AE-4126-3845885F8DF4}"/>
              </a:ext>
            </a:extLst>
          </p:cNvPr>
          <p:cNvSpPr/>
          <p:nvPr/>
        </p:nvSpPr>
        <p:spPr>
          <a:xfrm>
            <a:off x="7940763" y="3151147"/>
            <a:ext cx="720080" cy="3856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4" name="직사각형 133">
            <a:extLst>
              <a:ext uri="{FF2B5EF4-FFF2-40B4-BE49-F238E27FC236}">
                <a16:creationId xmlns:a16="http://schemas.microsoft.com/office/drawing/2014/main" id="{1D86CBC0-9319-28C3-ADC2-657D2C8391DC}"/>
              </a:ext>
            </a:extLst>
          </p:cNvPr>
          <p:cNvSpPr/>
          <p:nvPr/>
        </p:nvSpPr>
        <p:spPr>
          <a:xfrm>
            <a:off x="5673732" y="3593664"/>
            <a:ext cx="720080" cy="3856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6" name="직사각형 135">
            <a:extLst>
              <a:ext uri="{FF2B5EF4-FFF2-40B4-BE49-F238E27FC236}">
                <a16:creationId xmlns:a16="http://schemas.microsoft.com/office/drawing/2014/main" id="{1600FF4A-FA3C-CC65-0D80-254424B86C88}"/>
              </a:ext>
            </a:extLst>
          </p:cNvPr>
          <p:cNvSpPr/>
          <p:nvPr/>
        </p:nvSpPr>
        <p:spPr>
          <a:xfrm>
            <a:off x="6422721" y="3595714"/>
            <a:ext cx="720080" cy="3856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8" name="직사각형 137">
            <a:extLst>
              <a:ext uri="{FF2B5EF4-FFF2-40B4-BE49-F238E27FC236}">
                <a16:creationId xmlns:a16="http://schemas.microsoft.com/office/drawing/2014/main" id="{76B37DD3-8911-9B9D-D2B2-8E43074C0F0B}"/>
              </a:ext>
            </a:extLst>
          </p:cNvPr>
          <p:cNvSpPr/>
          <p:nvPr/>
        </p:nvSpPr>
        <p:spPr>
          <a:xfrm>
            <a:off x="7183363" y="3595714"/>
            <a:ext cx="720080" cy="3856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0" name="직사각형 139">
            <a:extLst>
              <a:ext uri="{FF2B5EF4-FFF2-40B4-BE49-F238E27FC236}">
                <a16:creationId xmlns:a16="http://schemas.microsoft.com/office/drawing/2014/main" id="{753BEF13-FA78-1A6E-9E99-FF5562A2ABCE}"/>
              </a:ext>
            </a:extLst>
          </p:cNvPr>
          <p:cNvSpPr/>
          <p:nvPr/>
        </p:nvSpPr>
        <p:spPr>
          <a:xfrm>
            <a:off x="7940763" y="3595714"/>
            <a:ext cx="720080" cy="3856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2" name="사각형: 둥근 모서리 141">
            <a:extLst>
              <a:ext uri="{FF2B5EF4-FFF2-40B4-BE49-F238E27FC236}">
                <a16:creationId xmlns:a16="http://schemas.microsoft.com/office/drawing/2014/main" id="{E24D36AB-1671-80E9-87A5-0CE049374D7F}"/>
              </a:ext>
            </a:extLst>
          </p:cNvPr>
          <p:cNvSpPr/>
          <p:nvPr/>
        </p:nvSpPr>
        <p:spPr>
          <a:xfrm>
            <a:off x="6718327" y="3022830"/>
            <a:ext cx="864096" cy="72008"/>
          </a:xfrm>
          <a:prstGeom prst="roundRect">
            <a:avLst/>
          </a:prstGeom>
          <a:solidFill>
            <a:srgbClr val="0070C0">
              <a:alpha val="30000"/>
            </a:srgbClr>
          </a:solidFill>
          <a:ln w="3175">
            <a:solidFill>
              <a:srgbClr val="0070C0">
                <a:alpha val="3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97CF257B-5538-82C7-B789-E6E9CBBB4D32}"/>
              </a:ext>
            </a:extLst>
          </p:cNvPr>
          <p:cNvSpPr txBox="1"/>
          <p:nvPr/>
        </p:nvSpPr>
        <p:spPr>
          <a:xfrm>
            <a:off x="5605857" y="2968178"/>
            <a:ext cx="65594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바우처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유형</a:t>
            </a:r>
          </a:p>
        </p:txBody>
      </p:sp>
      <p:sp>
        <p:nvSpPr>
          <p:cNvPr id="146" name="직사각형 145">
            <a:extLst>
              <a:ext uri="{FF2B5EF4-FFF2-40B4-BE49-F238E27FC236}">
                <a16:creationId xmlns:a16="http://schemas.microsoft.com/office/drawing/2014/main" id="{D876BF9F-EF12-14FC-739F-9D6C3717B429}"/>
              </a:ext>
            </a:extLst>
          </p:cNvPr>
          <p:cNvSpPr/>
          <p:nvPr/>
        </p:nvSpPr>
        <p:spPr>
          <a:xfrm>
            <a:off x="5673732" y="4193439"/>
            <a:ext cx="720080" cy="3856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8" name="직사각형 147">
            <a:extLst>
              <a:ext uri="{FF2B5EF4-FFF2-40B4-BE49-F238E27FC236}">
                <a16:creationId xmlns:a16="http://schemas.microsoft.com/office/drawing/2014/main" id="{6D1574F9-EBD0-EBD6-A8BB-362AE274A0F9}"/>
              </a:ext>
            </a:extLst>
          </p:cNvPr>
          <p:cNvSpPr/>
          <p:nvPr/>
        </p:nvSpPr>
        <p:spPr>
          <a:xfrm>
            <a:off x="6422721" y="4195489"/>
            <a:ext cx="720080" cy="3856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0" name="직사각형 149">
            <a:extLst>
              <a:ext uri="{FF2B5EF4-FFF2-40B4-BE49-F238E27FC236}">
                <a16:creationId xmlns:a16="http://schemas.microsoft.com/office/drawing/2014/main" id="{B5870B35-49EF-9305-C20E-78061E0B7BDE}"/>
              </a:ext>
            </a:extLst>
          </p:cNvPr>
          <p:cNvSpPr/>
          <p:nvPr/>
        </p:nvSpPr>
        <p:spPr>
          <a:xfrm>
            <a:off x="7183363" y="4195489"/>
            <a:ext cx="720080" cy="3856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2" name="직사각형 151">
            <a:extLst>
              <a:ext uri="{FF2B5EF4-FFF2-40B4-BE49-F238E27FC236}">
                <a16:creationId xmlns:a16="http://schemas.microsoft.com/office/drawing/2014/main" id="{9AF63FCE-AC4F-DA13-DC5E-67E1CD793442}"/>
              </a:ext>
            </a:extLst>
          </p:cNvPr>
          <p:cNvSpPr/>
          <p:nvPr/>
        </p:nvSpPr>
        <p:spPr>
          <a:xfrm>
            <a:off x="7940763" y="4195489"/>
            <a:ext cx="720080" cy="3856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4" name="직사각형 153">
            <a:extLst>
              <a:ext uri="{FF2B5EF4-FFF2-40B4-BE49-F238E27FC236}">
                <a16:creationId xmlns:a16="http://schemas.microsoft.com/office/drawing/2014/main" id="{CCBEA0A4-35E2-4FB9-E0E1-C400F47A3D5A}"/>
              </a:ext>
            </a:extLst>
          </p:cNvPr>
          <p:cNvSpPr/>
          <p:nvPr/>
        </p:nvSpPr>
        <p:spPr>
          <a:xfrm>
            <a:off x="5673732" y="4638006"/>
            <a:ext cx="720080" cy="3856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6" name="직사각형 155">
            <a:extLst>
              <a:ext uri="{FF2B5EF4-FFF2-40B4-BE49-F238E27FC236}">
                <a16:creationId xmlns:a16="http://schemas.microsoft.com/office/drawing/2014/main" id="{3F9B5404-761D-236A-541E-FBFB174D80A3}"/>
              </a:ext>
            </a:extLst>
          </p:cNvPr>
          <p:cNvSpPr/>
          <p:nvPr/>
        </p:nvSpPr>
        <p:spPr>
          <a:xfrm>
            <a:off x="6422721" y="4640056"/>
            <a:ext cx="720080" cy="3856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8" name="직사각형 157">
            <a:extLst>
              <a:ext uri="{FF2B5EF4-FFF2-40B4-BE49-F238E27FC236}">
                <a16:creationId xmlns:a16="http://schemas.microsoft.com/office/drawing/2014/main" id="{9AA01FAD-EB25-C4C7-286A-AFDD10147941}"/>
              </a:ext>
            </a:extLst>
          </p:cNvPr>
          <p:cNvSpPr/>
          <p:nvPr/>
        </p:nvSpPr>
        <p:spPr>
          <a:xfrm>
            <a:off x="7183363" y="4640056"/>
            <a:ext cx="720080" cy="3856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60" name="직사각형 159">
            <a:extLst>
              <a:ext uri="{FF2B5EF4-FFF2-40B4-BE49-F238E27FC236}">
                <a16:creationId xmlns:a16="http://schemas.microsoft.com/office/drawing/2014/main" id="{6D7644FC-87C4-8E5D-B69F-5F7EB53548F9}"/>
              </a:ext>
            </a:extLst>
          </p:cNvPr>
          <p:cNvSpPr/>
          <p:nvPr/>
        </p:nvSpPr>
        <p:spPr>
          <a:xfrm>
            <a:off x="7940763" y="4640056"/>
            <a:ext cx="720080" cy="3856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F9C1DDC7-1DB8-28DE-CDBE-63A6BF63F918}"/>
              </a:ext>
            </a:extLst>
          </p:cNvPr>
          <p:cNvSpPr txBox="1"/>
          <p:nvPr/>
        </p:nvSpPr>
        <p:spPr>
          <a:xfrm>
            <a:off x="5605857" y="4012520"/>
            <a:ext cx="65594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바우처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유형</a:t>
            </a:r>
          </a:p>
        </p:txBody>
      </p:sp>
      <p:sp>
        <p:nvSpPr>
          <p:cNvPr id="164" name="직사각형 163">
            <a:extLst>
              <a:ext uri="{FF2B5EF4-FFF2-40B4-BE49-F238E27FC236}">
                <a16:creationId xmlns:a16="http://schemas.microsoft.com/office/drawing/2014/main" id="{A3B1355F-FBBF-FF58-2349-0BE5574FDEA7}"/>
              </a:ext>
            </a:extLst>
          </p:cNvPr>
          <p:cNvSpPr/>
          <p:nvPr/>
        </p:nvSpPr>
        <p:spPr>
          <a:xfrm>
            <a:off x="5654961" y="5436493"/>
            <a:ext cx="3043412" cy="18096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자주 찾는 문의</a:t>
            </a:r>
          </a:p>
        </p:txBody>
      </p:sp>
      <p:sp>
        <p:nvSpPr>
          <p:cNvPr id="166" name="직사각형 165">
            <a:extLst>
              <a:ext uri="{FF2B5EF4-FFF2-40B4-BE49-F238E27FC236}">
                <a16:creationId xmlns:a16="http://schemas.microsoft.com/office/drawing/2014/main" id="{659F6AA9-99A5-8DDD-2FD3-F3D0E5B49301}"/>
              </a:ext>
            </a:extLst>
          </p:cNvPr>
          <p:cNvSpPr/>
          <p:nvPr/>
        </p:nvSpPr>
        <p:spPr>
          <a:xfrm>
            <a:off x="5654961" y="5668047"/>
            <a:ext cx="3043412" cy="18096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공지사항</a:t>
            </a:r>
          </a:p>
        </p:txBody>
      </p:sp>
      <p:sp>
        <p:nvSpPr>
          <p:cNvPr id="168" name="직사각형 167">
            <a:extLst>
              <a:ext uri="{FF2B5EF4-FFF2-40B4-BE49-F238E27FC236}">
                <a16:creationId xmlns:a16="http://schemas.microsoft.com/office/drawing/2014/main" id="{AB2B9733-198A-6BEA-2D90-034DE0236C3E}"/>
              </a:ext>
            </a:extLst>
          </p:cNvPr>
          <p:cNvSpPr/>
          <p:nvPr/>
        </p:nvSpPr>
        <p:spPr>
          <a:xfrm>
            <a:off x="5655650" y="5900971"/>
            <a:ext cx="3042723" cy="348282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  <a:latin typeface="+mn-ea"/>
              </a:rPr>
              <a:t>푸터</a:t>
            </a:r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 영역</a:t>
            </a:r>
          </a:p>
        </p:txBody>
      </p:sp>
      <p:sp>
        <p:nvSpPr>
          <p:cNvPr id="170" name="직사각형 169">
            <a:extLst>
              <a:ext uri="{FF2B5EF4-FFF2-40B4-BE49-F238E27FC236}">
                <a16:creationId xmlns:a16="http://schemas.microsoft.com/office/drawing/2014/main" id="{50472136-1B35-0C1F-BA78-2B8B536FCE3E}"/>
              </a:ext>
            </a:extLst>
          </p:cNvPr>
          <p:cNvSpPr/>
          <p:nvPr/>
        </p:nvSpPr>
        <p:spPr>
          <a:xfrm>
            <a:off x="9374735" y="1260030"/>
            <a:ext cx="2090148" cy="144016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GNB</a:t>
            </a:r>
            <a:endParaRPr lang="ko-KR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72" name="직사각형 171">
            <a:extLst>
              <a:ext uri="{FF2B5EF4-FFF2-40B4-BE49-F238E27FC236}">
                <a16:creationId xmlns:a16="http://schemas.microsoft.com/office/drawing/2014/main" id="{15A7FB54-0B3C-AE7F-2311-C761C43EECA2}"/>
              </a:ext>
            </a:extLst>
          </p:cNvPr>
          <p:cNvSpPr/>
          <p:nvPr/>
        </p:nvSpPr>
        <p:spPr>
          <a:xfrm>
            <a:off x="9374735" y="1552097"/>
            <a:ext cx="2090148" cy="662873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상단 롤링 배너</a:t>
            </a:r>
          </a:p>
        </p:txBody>
      </p:sp>
      <p:sp>
        <p:nvSpPr>
          <p:cNvPr id="174" name="순서도: 연결자 173">
            <a:extLst>
              <a:ext uri="{FF2B5EF4-FFF2-40B4-BE49-F238E27FC236}">
                <a16:creationId xmlns:a16="http://schemas.microsoft.com/office/drawing/2014/main" id="{ADADDB1B-2924-0170-AA04-CE740888C790}"/>
              </a:ext>
            </a:extLst>
          </p:cNvPr>
          <p:cNvSpPr/>
          <p:nvPr/>
        </p:nvSpPr>
        <p:spPr>
          <a:xfrm>
            <a:off x="9475805" y="2314633"/>
            <a:ext cx="312332" cy="297531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76" name="순서도: 연결자 175">
            <a:extLst>
              <a:ext uri="{FF2B5EF4-FFF2-40B4-BE49-F238E27FC236}">
                <a16:creationId xmlns:a16="http://schemas.microsoft.com/office/drawing/2014/main" id="{1B340A54-06AD-313F-3E6F-F3821BA1ABB9}"/>
              </a:ext>
            </a:extLst>
          </p:cNvPr>
          <p:cNvSpPr/>
          <p:nvPr/>
        </p:nvSpPr>
        <p:spPr>
          <a:xfrm>
            <a:off x="9866871" y="2314633"/>
            <a:ext cx="312332" cy="297531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78" name="순서도: 연결자 177">
            <a:extLst>
              <a:ext uri="{FF2B5EF4-FFF2-40B4-BE49-F238E27FC236}">
                <a16:creationId xmlns:a16="http://schemas.microsoft.com/office/drawing/2014/main" id="{4E1F2242-EE9F-51E0-8069-19326BAF78F8}"/>
              </a:ext>
            </a:extLst>
          </p:cNvPr>
          <p:cNvSpPr/>
          <p:nvPr/>
        </p:nvSpPr>
        <p:spPr>
          <a:xfrm>
            <a:off x="10266569" y="2314633"/>
            <a:ext cx="312332" cy="297531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0" name="순서도: 연결자 179">
            <a:extLst>
              <a:ext uri="{FF2B5EF4-FFF2-40B4-BE49-F238E27FC236}">
                <a16:creationId xmlns:a16="http://schemas.microsoft.com/office/drawing/2014/main" id="{5C6CED37-26A1-4454-FD88-B56F9EC801BB}"/>
              </a:ext>
            </a:extLst>
          </p:cNvPr>
          <p:cNvSpPr/>
          <p:nvPr/>
        </p:nvSpPr>
        <p:spPr>
          <a:xfrm>
            <a:off x="10675209" y="2314633"/>
            <a:ext cx="312332" cy="297531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2" name="순서도: 연결자 181">
            <a:extLst>
              <a:ext uri="{FF2B5EF4-FFF2-40B4-BE49-F238E27FC236}">
                <a16:creationId xmlns:a16="http://schemas.microsoft.com/office/drawing/2014/main" id="{13DD0278-0EF8-6869-1395-0D4F6B515858}"/>
              </a:ext>
            </a:extLst>
          </p:cNvPr>
          <p:cNvSpPr/>
          <p:nvPr/>
        </p:nvSpPr>
        <p:spPr>
          <a:xfrm>
            <a:off x="11082957" y="2314633"/>
            <a:ext cx="312332" cy="297531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9F881B2C-F01B-7418-32A5-C78E347D6D34}"/>
              </a:ext>
            </a:extLst>
          </p:cNvPr>
          <p:cNvSpPr txBox="1"/>
          <p:nvPr/>
        </p:nvSpPr>
        <p:spPr>
          <a:xfrm>
            <a:off x="9415989" y="2640394"/>
            <a:ext cx="3962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</a:t>
            </a: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5E785FAA-2D8A-3CAE-196D-8129B8E7053C}"/>
              </a:ext>
            </a:extLst>
          </p:cNvPr>
          <p:cNvSpPr txBox="1"/>
          <p:nvPr/>
        </p:nvSpPr>
        <p:spPr>
          <a:xfrm>
            <a:off x="9811815" y="2640394"/>
            <a:ext cx="3962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기획전</a:t>
            </a: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74DB9DF3-926A-DFFE-9C5C-582EA89337F9}"/>
              </a:ext>
            </a:extLst>
          </p:cNvPr>
          <p:cNvSpPr txBox="1"/>
          <p:nvPr/>
        </p:nvSpPr>
        <p:spPr>
          <a:xfrm>
            <a:off x="10149517" y="2644150"/>
            <a:ext cx="53732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육아라이프</a:t>
            </a: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79C1908A-EBE9-682A-8F5B-1A2C25F721E3}"/>
              </a:ext>
            </a:extLst>
          </p:cNvPr>
          <p:cNvSpPr txBox="1"/>
          <p:nvPr/>
        </p:nvSpPr>
        <p:spPr>
          <a:xfrm>
            <a:off x="10620564" y="2640394"/>
            <a:ext cx="47961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여성 케어</a:t>
            </a: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9E5036A3-1C7C-942A-E0B9-1998048A37E5}"/>
              </a:ext>
            </a:extLst>
          </p:cNvPr>
          <p:cNvSpPr txBox="1"/>
          <p:nvPr/>
        </p:nvSpPr>
        <p:spPr>
          <a:xfrm>
            <a:off x="10999314" y="2640394"/>
            <a:ext cx="47961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생활 지원</a:t>
            </a: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79E885AF-F074-982E-8EAA-9F5331377B06}"/>
              </a:ext>
            </a:extLst>
          </p:cNvPr>
          <p:cNvSpPr txBox="1"/>
          <p:nvPr/>
        </p:nvSpPr>
        <p:spPr>
          <a:xfrm>
            <a:off x="9939439" y="2844205"/>
            <a:ext cx="88678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바우처별 인기 상품</a:t>
            </a:r>
          </a:p>
        </p:txBody>
      </p:sp>
      <p:sp>
        <p:nvSpPr>
          <p:cNvPr id="196" name="직사각형 195">
            <a:extLst>
              <a:ext uri="{FF2B5EF4-FFF2-40B4-BE49-F238E27FC236}">
                <a16:creationId xmlns:a16="http://schemas.microsoft.com/office/drawing/2014/main" id="{31F3D8CA-B68D-3781-DA00-6D24FD62A090}"/>
              </a:ext>
            </a:extLst>
          </p:cNvPr>
          <p:cNvSpPr/>
          <p:nvPr/>
        </p:nvSpPr>
        <p:spPr>
          <a:xfrm>
            <a:off x="9691618" y="3283852"/>
            <a:ext cx="720080" cy="2411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98" name="직사각형 197">
            <a:extLst>
              <a:ext uri="{FF2B5EF4-FFF2-40B4-BE49-F238E27FC236}">
                <a16:creationId xmlns:a16="http://schemas.microsoft.com/office/drawing/2014/main" id="{A973844B-6F8B-91DD-FC29-B4AEF71D2682}"/>
              </a:ext>
            </a:extLst>
          </p:cNvPr>
          <p:cNvSpPr/>
          <p:nvPr/>
        </p:nvSpPr>
        <p:spPr>
          <a:xfrm>
            <a:off x="10440607" y="3285902"/>
            <a:ext cx="720080" cy="2411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0" name="사각형: 둥근 모서리 199">
            <a:extLst>
              <a:ext uri="{FF2B5EF4-FFF2-40B4-BE49-F238E27FC236}">
                <a16:creationId xmlns:a16="http://schemas.microsoft.com/office/drawing/2014/main" id="{7A8E135C-FDBF-C14A-779F-14FD7268BF1E}"/>
              </a:ext>
            </a:extLst>
          </p:cNvPr>
          <p:cNvSpPr/>
          <p:nvPr/>
        </p:nvSpPr>
        <p:spPr>
          <a:xfrm>
            <a:off x="9950781" y="2975176"/>
            <a:ext cx="864096" cy="72008"/>
          </a:xfrm>
          <a:prstGeom prst="roundRect">
            <a:avLst/>
          </a:prstGeom>
          <a:solidFill>
            <a:srgbClr val="0070C0">
              <a:alpha val="30000"/>
            </a:srgbClr>
          </a:solidFill>
          <a:ln w="3175">
            <a:solidFill>
              <a:srgbClr val="0070C0">
                <a:alpha val="3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B96303DE-4E98-2943-B08D-D6995B6C4010}"/>
              </a:ext>
            </a:extLst>
          </p:cNvPr>
          <p:cNvSpPr txBox="1"/>
          <p:nvPr/>
        </p:nvSpPr>
        <p:spPr>
          <a:xfrm>
            <a:off x="9623743" y="3102933"/>
            <a:ext cx="65594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바우처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유형</a:t>
            </a:r>
          </a:p>
        </p:txBody>
      </p:sp>
      <p:sp>
        <p:nvSpPr>
          <p:cNvPr id="204" name="직사각형 203">
            <a:extLst>
              <a:ext uri="{FF2B5EF4-FFF2-40B4-BE49-F238E27FC236}">
                <a16:creationId xmlns:a16="http://schemas.microsoft.com/office/drawing/2014/main" id="{1E8E6EEE-0B99-1502-C1DD-48A225213A27}"/>
              </a:ext>
            </a:extLst>
          </p:cNvPr>
          <p:cNvSpPr/>
          <p:nvPr/>
        </p:nvSpPr>
        <p:spPr>
          <a:xfrm>
            <a:off x="9688617" y="3568262"/>
            <a:ext cx="720080" cy="2411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6" name="직사각형 205">
            <a:extLst>
              <a:ext uri="{FF2B5EF4-FFF2-40B4-BE49-F238E27FC236}">
                <a16:creationId xmlns:a16="http://schemas.microsoft.com/office/drawing/2014/main" id="{3F1BEF0E-A432-0D16-E6A0-91FE409974F9}"/>
              </a:ext>
            </a:extLst>
          </p:cNvPr>
          <p:cNvSpPr/>
          <p:nvPr/>
        </p:nvSpPr>
        <p:spPr>
          <a:xfrm>
            <a:off x="10442075" y="3564285"/>
            <a:ext cx="720080" cy="2411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8" name="직사각형 207">
            <a:extLst>
              <a:ext uri="{FF2B5EF4-FFF2-40B4-BE49-F238E27FC236}">
                <a16:creationId xmlns:a16="http://schemas.microsoft.com/office/drawing/2014/main" id="{F0812641-5234-507E-EDF6-D1D1FA3D3DC2}"/>
              </a:ext>
            </a:extLst>
          </p:cNvPr>
          <p:cNvSpPr/>
          <p:nvPr/>
        </p:nvSpPr>
        <p:spPr>
          <a:xfrm>
            <a:off x="9688658" y="3852317"/>
            <a:ext cx="717365" cy="2411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10" name="직사각형 209">
            <a:extLst>
              <a:ext uri="{FF2B5EF4-FFF2-40B4-BE49-F238E27FC236}">
                <a16:creationId xmlns:a16="http://schemas.microsoft.com/office/drawing/2014/main" id="{DEE44CE5-77F3-A216-0CBE-628805022E48}"/>
              </a:ext>
            </a:extLst>
          </p:cNvPr>
          <p:cNvSpPr/>
          <p:nvPr/>
        </p:nvSpPr>
        <p:spPr>
          <a:xfrm>
            <a:off x="10434933" y="3854367"/>
            <a:ext cx="720080" cy="2411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12" name="직사각형 211">
            <a:extLst>
              <a:ext uri="{FF2B5EF4-FFF2-40B4-BE49-F238E27FC236}">
                <a16:creationId xmlns:a16="http://schemas.microsoft.com/office/drawing/2014/main" id="{1F4B388F-C056-E473-B149-BFC63E064053}"/>
              </a:ext>
            </a:extLst>
          </p:cNvPr>
          <p:cNvSpPr/>
          <p:nvPr/>
        </p:nvSpPr>
        <p:spPr>
          <a:xfrm>
            <a:off x="9688659" y="4144326"/>
            <a:ext cx="714364" cy="2411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14" name="직사각형 213">
            <a:extLst>
              <a:ext uri="{FF2B5EF4-FFF2-40B4-BE49-F238E27FC236}">
                <a16:creationId xmlns:a16="http://schemas.microsoft.com/office/drawing/2014/main" id="{60C73D29-A76B-E6C1-DA84-D05C9A45F933}"/>
              </a:ext>
            </a:extLst>
          </p:cNvPr>
          <p:cNvSpPr/>
          <p:nvPr/>
        </p:nvSpPr>
        <p:spPr>
          <a:xfrm>
            <a:off x="10436401" y="4140349"/>
            <a:ext cx="720080" cy="2411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16" name="직사각형 215">
            <a:extLst>
              <a:ext uri="{FF2B5EF4-FFF2-40B4-BE49-F238E27FC236}">
                <a16:creationId xmlns:a16="http://schemas.microsoft.com/office/drawing/2014/main" id="{1D70F215-CDE1-8596-7B6D-999049808ADE}"/>
              </a:ext>
            </a:extLst>
          </p:cNvPr>
          <p:cNvSpPr/>
          <p:nvPr/>
        </p:nvSpPr>
        <p:spPr>
          <a:xfrm>
            <a:off x="9374735" y="6404148"/>
            <a:ext cx="2090148" cy="184473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  <a:latin typeface="+mn-ea"/>
              </a:rPr>
              <a:t>푸터</a:t>
            </a:r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 영역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A272F3A4-4781-03FC-4379-761A404DC2A8}"/>
              </a:ext>
            </a:extLst>
          </p:cNvPr>
          <p:cNvSpPr txBox="1"/>
          <p:nvPr/>
        </p:nvSpPr>
        <p:spPr>
          <a:xfrm>
            <a:off x="9591875" y="4441993"/>
            <a:ext cx="65594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바우처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유형</a:t>
            </a:r>
          </a:p>
        </p:txBody>
      </p:sp>
      <p:sp>
        <p:nvSpPr>
          <p:cNvPr id="236" name="직사각형 235">
            <a:extLst>
              <a:ext uri="{FF2B5EF4-FFF2-40B4-BE49-F238E27FC236}">
                <a16:creationId xmlns:a16="http://schemas.microsoft.com/office/drawing/2014/main" id="{2A2AF0BE-5FD2-548E-9904-CFAF2E4A29F7}"/>
              </a:ext>
            </a:extLst>
          </p:cNvPr>
          <p:cNvSpPr/>
          <p:nvPr/>
        </p:nvSpPr>
        <p:spPr>
          <a:xfrm>
            <a:off x="9374735" y="5978437"/>
            <a:ext cx="2090148" cy="18096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자주 찾는 문의</a:t>
            </a:r>
          </a:p>
        </p:txBody>
      </p:sp>
      <p:sp>
        <p:nvSpPr>
          <p:cNvPr id="238" name="직사각형 237">
            <a:extLst>
              <a:ext uri="{FF2B5EF4-FFF2-40B4-BE49-F238E27FC236}">
                <a16:creationId xmlns:a16="http://schemas.microsoft.com/office/drawing/2014/main" id="{00DA4575-C57A-12F5-02E6-D270CE411479}"/>
              </a:ext>
            </a:extLst>
          </p:cNvPr>
          <p:cNvSpPr/>
          <p:nvPr/>
        </p:nvSpPr>
        <p:spPr>
          <a:xfrm>
            <a:off x="9376849" y="6188122"/>
            <a:ext cx="2090148" cy="18096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공지사항</a:t>
            </a:r>
          </a:p>
        </p:txBody>
      </p:sp>
      <p:sp>
        <p:nvSpPr>
          <p:cNvPr id="240" name="직사각형 239">
            <a:extLst>
              <a:ext uri="{FF2B5EF4-FFF2-40B4-BE49-F238E27FC236}">
                <a16:creationId xmlns:a16="http://schemas.microsoft.com/office/drawing/2014/main" id="{A4D0E9FD-C79D-5B86-8275-FE43FDDF1846}"/>
              </a:ext>
            </a:extLst>
          </p:cNvPr>
          <p:cNvSpPr/>
          <p:nvPr/>
        </p:nvSpPr>
        <p:spPr>
          <a:xfrm>
            <a:off x="9374735" y="6660629"/>
            <a:ext cx="2090148" cy="14401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  <a:latin typeface="+mn-ea"/>
              </a:rPr>
              <a:t>하단 고정 탭 바 영역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717828F-0689-B4A7-948F-A7FFA913A39B}"/>
              </a:ext>
            </a:extLst>
          </p:cNvPr>
          <p:cNvSpPr/>
          <p:nvPr/>
        </p:nvSpPr>
        <p:spPr>
          <a:xfrm>
            <a:off x="9688659" y="4644885"/>
            <a:ext cx="720080" cy="2411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5EB6E27-A696-F8AA-3BC1-F9729635D061}"/>
              </a:ext>
            </a:extLst>
          </p:cNvPr>
          <p:cNvSpPr/>
          <p:nvPr/>
        </p:nvSpPr>
        <p:spPr>
          <a:xfrm>
            <a:off x="10437648" y="4646935"/>
            <a:ext cx="720080" cy="2411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EDED035-D9FF-E5EE-0C8F-ACB19362B51A}"/>
              </a:ext>
            </a:extLst>
          </p:cNvPr>
          <p:cNvSpPr/>
          <p:nvPr/>
        </p:nvSpPr>
        <p:spPr>
          <a:xfrm>
            <a:off x="9685658" y="4929295"/>
            <a:ext cx="720080" cy="2411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C5E08A7-5EAE-4E1E-8AE5-5E7BA85D672B}"/>
              </a:ext>
            </a:extLst>
          </p:cNvPr>
          <p:cNvSpPr/>
          <p:nvPr/>
        </p:nvSpPr>
        <p:spPr>
          <a:xfrm>
            <a:off x="10439116" y="4925318"/>
            <a:ext cx="720080" cy="2411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28DBCAB-C84F-5C44-24C5-1CA384FF4131}"/>
              </a:ext>
            </a:extLst>
          </p:cNvPr>
          <p:cNvSpPr/>
          <p:nvPr/>
        </p:nvSpPr>
        <p:spPr>
          <a:xfrm>
            <a:off x="9685699" y="5213350"/>
            <a:ext cx="717365" cy="2411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986BAA7-3CAF-971D-FD95-C494171853E4}"/>
              </a:ext>
            </a:extLst>
          </p:cNvPr>
          <p:cNvSpPr/>
          <p:nvPr/>
        </p:nvSpPr>
        <p:spPr>
          <a:xfrm>
            <a:off x="10431974" y="5215400"/>
            <a:ext cx="720080" cy="2411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5F7B2311-3D5E-9D45-3C2B-A8B767089539}"/>
              </a:ext>
            </a:extLst>
          </p:cNvPr>
          <p:cNvSpPr/>
          <p:nvPr/>
        </p:nvSpPr>
        <p:spPr>
          <a:xfrm>
            <a:off x="9685700" y="5505359"/>
            <a:ext cx="714364" cy="2411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9D4C5C30-C0DF-F9CF-F819-C9FBE56889ED}"/>
              </a:ext>
            </a:extLst>
          </p:cNvPr>
          <p:cNvSpPr/>
          <p:nvPr/>
        </p:nvSpPr>
        <p:spPr>
          <a:xfrm>
            <a:off x="10433442" y="5501382"/>
            <a:ext cx="720080" cy="2411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EFF6DB8-1423-E007-DB84-1DB472325B83}"/>
              </a:ext>
            </a:extLst>
          </p:cNvPr>
          <p:cNvSpPr txBox="1"/>
          <p:nvPr/>
        </p:nvSpPr>
        <p:spPr>
          <a:xfrm>
            <a:off x="331194" y="518652"/>
            <a:ext cx="370614" cy="2289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PC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C6F53E-D426-ADCF-5568-7ACC5E29AD05}"/>
              </a:ext>
            </a:extLst>
          </p:cNvPr>
          <p:cNvSpPr txBox="1"/>
          <p:nvPr/>
        </p:nvSpPr>
        <p:spPr>
          <a:xfrm>
            <a:off x="5605857" y="964372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태블릿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4DA7F25-86BD-A44F-FBE6-D118B256C3B2}"/>
              </a:ext>
            </a:extLst>
          </p:cNvPr>
          <p:cNvSpPr txBox="1"/>
          <p:nvPr/>
        </p:nvSpPr>
        <p:spPr>
          <a:xfrm>
            <a:off x="9291022" y="983030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모바일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3513F95E-70F0-9168-C535-8D81718BA4D8}"/>
              </a:ext>
            </a:extLst>
          </p:cNvPr>
          <p:cNvSpPr/>
          <p:nvPr/>
        </p:nvSpPr>
        <p:spPr>
          <a:xfrm>
            <a:off x="4668383" y="3209977"/>
            <a:ext cx="427764" cy="1553762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C0C51E1-803C-517C-702E-4E3BEF2BB67A}"/>
              </a:ext>
            </a:extLst>
          </p:cNvPr>
          <p:cNvSpPr txBox="1"/>
          <p:nvPr/>
        </p:nvSpPr>
        <p:spPr>
          <a:xfrm>
            <a:off x="4588165" y="3246987"/>
            <a:ext cx="562975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최근 본 상품</a:t>
            </a:r>
          </a:p>
        </p:txBody>
      </p:sp>
      <p:sp>
        <p:nvSpPr>
          <p:cNvPr id="32" name="순서도: 연결자 31">
            <a:extLst>
              <a:ext uri="{FF2B5EF4-FFF2-40B4-BE49-F238E27FC236}">
                <a16:creationId xmlns:a16="http://schemas.microsoft.com/office/drawing/2014/main" id="{0604FE5D-6304-C02B-091F-E71F95054014}"/>
              </a:ext>
            </a:extLst>
          </p:cNvPr>
          <p:cNvSpPr/>
          <p:nvPr/>
        </p:nvSpPr>
        <p:spPr>
          <a:xfrm>
            <a:off x="4698174" y="3474486"/>
            <a:ext cx="384340" cy="38434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5" name="순서도: 연결자 34">
            <a:extLst>
              <a:ext uri="{FF2B5EF4-FFF2-40B4-BE49-F238E27FC236}">
                <a16:creationId xmlns:a16="http://schemas.microsoft.com/office/drawing/2014/main" id="{B2FDEB7C-585F-1FE2-D0E5-522D71A2F966}"/>
              </a:ext>
            </a:extLst>
          </p:cNvPr>
          <p:cNvSpPr/>
          <p:nvPr/>
        </p:nvSpPr>
        <p:spPr>
          <a:xfrm>
            <a:off x="4690095" y="3880433"/>
            <a:ext cx="384340" cy="38434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1" name="순서도: 연결자 40">
            <a:extLst>
              <a:ext uri="{FF2B5EF4-FFF2-40B4-BE49-F238E27FC236}">
                <a16:creationId xmlns:a16="http://schemas.microsoft.com/office/drawing/2014/main" id="{4238DA5E-8D67-CCAB-1B73-962EB1A03D07}"/>
              </a:ext>
            </a:extLst>
          </p:cNvPr>
          <p:cNvSpPr/>
          <p:nvPr/>
        </p:nvSpPr>
        <p:spPr>
          <a:xfrm>
            <a:off x="4690095" y="4294663"/>
            <a:ext cx="384340" cy="38434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3" name="순서도: 연결자 52">
            <a:extLst>
              <a:ext uri="{FF2B5EF4-FFF2-40B4-BE49-F238E27FC236}">
                <a16:creationId xmlns:a16="http://schemas.microsoft.com/office/drawing/2014/main" id="{B2E76ECE-1750-4CEA-E13D-7F53F482899E}"/>
              </a:ext>
            </a:extLst>
          </p:cNvPr>
          <p:cNvSpPr/>
          <p:nvPr/>
        </p:nvSpPr>
        <p:spPr>
          <a:xfrm>
            <a:off x="4698174" y="4785346"/>
            <a:ext cx="384340" cy="384340"/>
          </a:xfrm>
          <a:prstGeom prst="flowChartConnector">
            <a:avLst/>
          </a:prstGeom>
          <a:solidFill>
            <a:srgbClr val="0070C0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</a:rPr>
              <a:t>^</a:t>
            </a:r>
          </a:p>
          <a:p>
            <a:pPr algn="ctr"/>
            <a:r>
              <a:rPr lang="en-US" altLang="ko-KR" sz="700" dirty="0">
                <a:solidFill>
                  <a:schemeClr val="bg1"/>
                </a:solidFill>
              </a:rPr>
              <a:t>TOP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57" name="순서도: 연결자 56">
            <a:extLst>
              <a:ext uri="{FF2B5EF4-FFF2-40B4-BE49-F238E27FC236}">
                <a16:creationId xmlns:a16="http://schemas.microsoft.com/office/drawing/2014/main" id="{14232DE3-5C84-DC30-C119-77A246869B6F}"/>
              </a:ext>
            </a:extLst>
          </p:cNvPr>
          <p:cNvSpPr/>
          <p:nvPr/>
        </p:nvSpPr>
        <p:spPr>
          <a:xfrm>
            <a:off x="8424086" y="5472026"/>
            <a:ext cx="384340" cy="384340"/>
          </a:xfrm>
          <a:prstGeom prst="flowChartConnector">
            <a:avLst/>
          </a:prstGeom>
          <a:solidFill>
            <a:srgbClr val="0070C0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</a:rPr>
              <a:t>^</a:t>
            </a:r>
          </a:p>
          <a:p>
            <a:pPr algn="ctr"/>
            <a:r>
              <a:rPr lang="en-US" altLang="ko-KR" sz="700" dirty="0">
                <a:solidFill>
                  <a:schemeClr val="bg1"/>
                </a:solidFill>
              </a:rPr>
              <a:t>TOP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61" name="순서도: 연결자 60">
            <a:extLst>
              <a:ext uri="{FF2B5EF4-FFF2-40B4-BE49-F238E27FC236}">
                <a16:creationId xmlns:a16="http://schemas.microsoft.com/office/drawing/2014/main" id="{1F59C4F8-3134-D426-75E4-AA5B7E2A0AB5}"/>
              </a:ext>
            </a:extLst>
          </p:cNvPr>
          <p:cNvSpPr/>
          <p:nvPr/>
        </p:nvSpPr>
        <p:spPr>
          <a:xfrm>
            <a:off x="11233497" y="6218248"/>
            <a:ext cx="384340" cy="384340"/>
          </a:xfrm>
          <a:prstGeom prst="flowChartConnector">
            <a:avLst/>
          </a:prstGeom>
          <a:solidFill>
            <a:srgbClr val="0070C0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</a:rPr>
              <a:t>^</a:t>
            </a:r>
          </a:p>
          <a:p>
            <a:pPr algn="ctr"/>
            <a:r>
              <a:rPr lang="en-US" altLang="ko-KR" sz="700" dirty="0">
                <a:solidFill>
                  <a:schemeClr val="bg1"/>
                </a:solidFill>
              </a:rPr>
              <a:t>TOP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25292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09498" y="2700189"/>
            <a:ext cx="17652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3600" u="sng" spc="-150" dirty="0">
                <a:latin typeface="맑은 고딕" panose="020B0503020000020004" pitchFamily="50" charset="-127"/>
              </a:rPr>
              <a:t>PC_</a:t>
            </a:r>
            <a:r>
              <a:rPr lang="ko-KR" altLang="en-US" sz="3600" u="sng" spc="-150" dirty="0">
                <a:latin typeface="맑은 고딕" panose="020B0503020000020004" pitchFamily="50" charset="-127"/>
              </a:rPr>
              <a:t>메인</a:t>
            </a:r>
            <a:endParaRPr lang="en-US" altLang="ko-KR" sz="3600" u="sng" spc="-150" dirty="0"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723148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CACC7CFE-0A62-C5C0-E454-804EF106127D}"/>
              </a:ext>
            </a:extLst>
          </p:cNvPr>
          <p:cNvSpPr/>
          <p:nvPr/>
        </p:nvSpPr>
        <p:spPr>
          <a:xfrm>
            <a:off x="144265" y="1024369"/>
            <a:ext cx="9793088" cy="18002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307907" y="78285"/>
            <a:ext cx="37702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메인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302717" y="330494"/>
            <a:ext cx="171874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https://www.vouchermall.co.kr/main/main.do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7921129" y="58428"/>
            <a:ext cx="95090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CH-U-MA-00</a:t>
            </a:r>
            <a:endParaRPr lang="ko-KR" altLang="en-US" sz="1000" dirty="0"/>
          </a:p>
        </p:txBody>
      </p:sp>
      <p:sp>
        <p:nvSpPr>
          <p:cNvPr id="5" name="TextBox 4"/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2026.06.22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고풀잎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8" name="Group 59">
            <a:extLst>
              <a:ext uri="{FF2B5EF4-FFF2-40B4-BE49-F238E27FC236}">
                <a16:creationId xmlns:a16="http://schemas.microsoft.com/office/drawing/2014/main" id="{421252A2-A094-4A35-8DFE-E06C6C044F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7207804"/>
              </p:ext>
            </p:extLst>
          </p:nvPr>
        </p:nvGraphicFramePr>
        <p:xfrm>
          <a:off x="10128399" y="623854"/>
          <a:ext cx="2850436" cy="5781485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GNB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영역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마우스 오버 시 하단 메뉴 레이어 열림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검색 아이콘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검색어 입력 후 클릭 시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, 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공통검색 결과 화면 연결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800" b="0" u="none" kern="0" spc="0" baseline="0" dirty="0">
                          <a:solidFill>
                            <a:schemeClr val="tx1"/>
                          </a:solidFill>
                          <a:latin typeface="+mn-ea"/>
                        </a:rPr>
                        <a:t>CH-U-SE-00-00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My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 아이콘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로그인 전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, -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로그인 화면으로 연결 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kern="0" spc="0" baseline="0" dirty="0">
                          <a:solidFill>
                            <a:schemeClr val="tx1"/>
                          </a:solidFill>
                          <a:latin typeface="+mn-ea"/>
                        </a:rPr>
                        <a:t>     CH-U-LO-01-01</a:t>
                      </a: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로그인 후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–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내 정보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화면으로 연결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kern="0" spc="0" baseline="0" dirty="0">
                          <a:solidFill>
                            <a:schemeClr val="tx1"/>
                          </a:solidFill>
                          <a:latin typeface="+mn-ea"/>
                        </a:rPr>
                        <a:t>     CH-U-MY-01-01</a:t>
                      </a: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장바구니 아이콘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장바구니  목록 화면으로 연결  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800" b="0" u="none" kern="0" spc="0" baseline="0" dirty="0">
                          <a:solidFill>
                            <a:schemeClr val="tx1"/>
                          </a:solidFill>
                          <a:latin typeface="+mn-ea"/>
                        </a:rPr>
                        <a:t>CH-U-CA-01-01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3-1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이벤트</a:t>
                      </a: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/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기획전 상단 배너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타이틀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+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이벤트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/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기획전 기간 출력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3-2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배너 롤링 버튼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클릭 시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,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좌 우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배너 롤링 기능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3-3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배너 노출 순서 출력</a:t>
                      </a:r>
                      <a:endParaRPr lang="en-US" altLang="ko-KR" sz="800" b="0" u="none" kern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썸네일 </a:t>
                      </a: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+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텍스트 배너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클릭 시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2depth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해당 화면으로 이동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바우처 별 인기 상품 목록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바우처 유형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1 :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기저귀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/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조제분유 지원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바우처 유형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2 :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여성청소년 생리 용품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썸네일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+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브랜드명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+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상품명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+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용량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+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가격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할인태그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/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사은품태그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/</a:t>
                      </a:r>
                      <a:r>
                        <a:rPr lang="ko-KR" altLang="en-US" sz="800" b="0" u="none" kern="0" spc="-150" baseline="0" dirty="0" err="1">
                          <a:solidFill>
                            <a:schemeClr val="tx1"/>
                          </a:solidFill>
                          <a:latin typeface="+mn-ea"/>
                        </a:rPr>
                        <a:t>찜하기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기능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유기농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,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친환경 태그</a:t>
                      </a:r>
                      <a:r>
                        <a:rPr lang="en-US" altLang="ko-KR" sz="800" b="0" u="none" kern="0" spc="-150" baseline="0" dirty="0">
                          <a:solidFill>
                            <a:srgbClr val="C00000"/>
                          </a:solidFill>
                          <a:latin typeface="+mn-ea"/>
                        </a:rPr>
                        <a:t>(</a:t>
                      </a:r>
                      <a:r>
                        <a:rPr lang="ko-KR" altLang="en-US" sz="800" b="0" u="none" kern="0" spc="-150" baseline="0" dirty="0">
                          <a:solidFill>
                            <a:srgbClr val="C00000"/>
                          </a:solidFill>
                          <a:latin typeface="+mn-ea"/>
                        </a:rPr>
                        <a:t>생리대제품에만 출력</a:t>
                      </a:r>
                      <a:r>
                        <a:rPr lang="en-US" altLang="ko-KR" sz="800" b="0" u="none" kern="0" spc="-150" baseline="0" dirty="0">
                          <a:solidFill>
                            <a:srgbClr val="C00000"/>
                          </a:solidFill>
                          <a:latin typeface="+mn-ea"/>
                        </a:rPr>
                        <a:t>)</a:t>
                      </a: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장바구니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담기 버튼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구매 가능한 바우처 </a:t>
                      </a:r>
                      <a:r>
                        <a:rPr lang="en-US" altLang="ko-KR" sz="800" b="0" u="none" kern="0" spc="-150" baseline="0" dirty="0">
                          <a:solidFill>
                            <a:srgbClr val="C00000"/>
                          </a:solidFill>
                          <a:latin typeface="+mn-ea"/>
                        </a:rPr>
                        <a:t>(</a:t>
                      </a:r>
                      <a:r>
                        <a:rPr lang="ko-KR" altLang="en-US" sz="800" b="0" u="none" kern="0" spc="-150" baseline="0" dirty="0">
                          <a:solidFill>
                            <a:srgbClr val="C00000"/>
                          </a:solidFill>
                          <a:latin typeface="+mn-ea"/>
                        </a:rPr>
                        <a:t>추후 복수 바우처 노출 가능성 있음</a:t>
                      </a:r>
                      <a:r>
                        <a:rPr lang="en-US" altLang="ko-KR" sz="800" b="0" u="none" kern="0" spc="-150" baseline="0" dirty="0">
                          <a:solidFill>
                            <a:srgbClr val="C00000"/>
                          </a:solidFill>
                          <a:latin typeface="+mn-ea"/>
                        </a:rPr>
                        <a:t>)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6-1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최근 본 상품 </a:t>
                      </a: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(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최대 </a:t>
                      </a: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3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개 출력</a:t>
                      </a: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)</a:t>
                      </a: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클릭 시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해당 상품 페이지 이동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6-2 TOP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네비게이션 버튼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클릭 시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화면 스크롤 업 기능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</a:tbl>
          </a:graphicData>
        </a:graphic>
      </p:graphicFrame>
      <p:pic>
        <p:nvPicPr>
          <p:cNvPr id="16" name="그림 15">
            <a:extLst>
              <a:ext uri="{FF2B5EF4-FFF2-40B4-BE49-F238E27FC236}">
                <a16:creationId xmlns:a16="http://schemas.microsoft.com/office/drawing/2014/main" id="{B7BE8EC0-3898-90B6-4ECD-C2608456B0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4315" y="763750"/>
            <a:ext cx="629913" cy="211961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3D9F0C2F-D3A2-C1CE-1750-18666A87EC58}"/>
              </a:ext>
            </a:extLst>
          </p:cNvPr>
          <p:cNvSpPr txBox="1"/>
          <p:nvPr/>
        </p:nvSpPr>
        <p:spPr>
          <a:xfrm>
            <a:off x="1656859" y="1550238"/>
            <a:ext cx="6840334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500" spc="-15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                                            &gt;</a:t>
            </a:r>
            <a:endParaRPr lang="ko-KR" altLang="en-US" sz="3500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4171984F-A27A-6317-DA6F-CACEECF00B9D}"/>
              </a:ext>
            </a:extLst>
          </p:cNvPr>
          <p:cNvGrpSpPr/>
          <p:nvPr/>
        </p:nvGrpSpPr>
        <p:grpSpPr>
          <a:xfrm>
            <a:off x="3609976" y="3013420"/>
            <a:ext cx="2940828" cy="652736"/>
            <a:chOff x="3609976" y="3013420"/>
            <a:chExt cx="2940828" cy="652736"/>
          </a:xfrm>
        </p:grpSpPr>
        <p:sp>
          <p:nvSpPr>
            <p:cNvPr id="42" name="순서도: 연결자 41">
              <a:extLst>
                <a:ext uri="{FF2B5EF4-FFF2-40B4-BE49-F238E27FC236}">
                  <a16:creationId xmlns:a16="http://schemas.microsoft.com/office/drawing/2014/main" id="{DC6CE3FA-9F61-8E28-246F-C742FCC9C42A}"/>
                </a:ext>
              </a:extLst>
            </p:cNvPr>
            <p:cNvSpPr/>
            <p:nvPr/>
          </p:nvSpPr>
          <p:spPr>
            <a:xfrm>
              <a:off x="3669051" y="3013421"/>
              <a:ext cx="384340" cy="384340"/>
            </a:xfrm>
            <a:prstGeom prst="flowChartConnector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4" name="순서도: 연결자 43">
              <a:extLst>
                <a:ext uri="{FF2B5EF4-FFF2-40B4-BE49-F238E27FC236}">
                  <a16:creationId xmlns:a16="http://schemas.microsoft.com/office/drawing/2014/main" id="{0AF9242D-2BD3-CADB-97A2-7528D63D64A0}"/>
                </a:ext>
              </a:extLst>
            </p:cNvPr>
            <p:cNvSpPr/>
            <p:nvPr/>
          </p:nvSpPr>
          <p:spPr>
            <a:xfrm>
              <a:off x="4259433" y="3013420"/>
              <a:ext cx="384340" cy="384340"/>
            </a:xfrm>
            <a:prstGeom prst="flowChartConnector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6" name="순서도: 연결자 45">
              <a:extLst>
                <a:ext uri="{FF2B5EF4-FFF2-40B4-BE49-F238E27FC236}">
                  <a16:creationId xmlns:a16="http://schemas.microsoft.com/office/drawing/2014/main" id="{3133BF8F-6427-CBDC-5F0A-25F2232EB9FB}"/>
                </a:ext>
              </a:extLst>
            </p:cNvPr>
            <p:cNvSpPr/>
            <p:nvPr/>
          </p:nvSpPr>
          <p:spPr>
            <a:xfrm>
              <a:off x="4862830" y="3013420"/>
              <a:ext cx="384340" cy="384340"/>
            </a:xfrm>
            <a:prstGeom prst="flowChartConnector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8" name="순서도: 연결자 47">
              <a:extLst>
                <a:ext uri="{FF2B5EF4-FFF2-40B4-BE49-F238E27FC236}">
                  <a16:creationId xmlns:a16="http://schemas.microsoft.com/office/drawing/2014/main" id="{D5C43B88-682B-CB25-84A8-8DD3300C3EA0}"/>
                </a:ext>
              </a:extLst>
            </p:cNvPr>
            <p:cNvSpPr/>
            <p:nvPr/>
          </p:nvSpPr>
          <p:spPr>
            <a:xfrm>
              <a:off x="5451163" y="3013420"/>
              <a:ext cx="384340" cy="384340"/>
            </a:xfrm>
            <a:prstGeom prst="flowChartConnector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50" name="순서도: 연결자 49">
              <a:extLst>
                <a:ext uri="{FF2B5EF4-FFF2-40B4-BE49-F238E27FC236}">
                  <a16:creationId xmlns:a16="http://schemas.microsoft.com/office/drawing/2014/main" id="{0D7EFB19-2FA2-1941-B1E4-52C7321E603D}"/>
                </a:ext>
              </a:extLst>
            </p:cNvPr>
            <p:cNvSpPr/>
            <p:nvPr/>
          </p:nvSpPr>
          <p:spPr>
            <a:xfrm>
              <a:off x="6039497" y="3013420"/>
              <a:ext cx="384340" cy="384340"/>
            </a:xfrm>
            <a:prstGeom prst="flowChartConnector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341C2199-4DF9-80DC-7FAE-C857621C9DA6}"/>
                </a:ext>
              </a:extLst>
            </p:cNvPr>
            <p:cNvSpPr txBox="1"/>
            <p:nvPr/>
          </p:nvSpPr>
          <p:spPr>
            <a:xfrm>
              <a:off x="3609976" y="3433072"/>
              <a:ext cx="47320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이벤트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D9DBB4EA-BF01-9AD8-5B14-1E277D9905BB}"/>
                </a:ext>
              </a:extLst>
            </p:cNvPr>
            <p:cNvSpPr txBox="1"/>
            <p:nvPr/>
          </p:nvSpPr>
          <p:spPr>
            <a:xfrm>
              <a:off x="4215000" y="3435324"/>
              <a:ext cx="47320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기획전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54F0A8DD-081F-D49A-4182-7CED657060A0}"/>
                </a:ext>
              </a:extLst>
            </p:cNvPr>
            <p:cNvSpPr txBox="1"/>
            <p:nvPr/>
          </p:nvSpPr>
          <p:spPr>
            <a:xfrm>
              <a:off x="4731672" y="3425343"/>
              <a:ext cx="665567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육아라이프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80954D54-E19E-6418-831F-312CFBD0D4B1}"/>
                </a:ext>
              </a:extLst>
            </p:cNvPr>
            <p:cNvSpPr txBox="1"/>
            <p:nvPr/>
          </p:nvSpPr>
          <p:spPr>
            <a:xfrm>
              <a:off x="5376702" y="3425343"/>
              <a:ext cx="59022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여성 케어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A0E4D58B-3711-5276-D47A-5C889C02EAFB}"/>
                </a:ext>
              </a:extLst>
            </p:cNvPr>
            <p:cNvSpPr txBox="1"/>
            <p:nvPr/>
          </p:nvSpPr>
          <p:spPr>
            <a:xfrm>
              <a:off x="5960578" y="3425343"/>
              <a:ext cx="59022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생활 지원</a:t>
              </a:r>
            </a:p>
          </p:txBody>
        </p:sp>
      </p:grpSp>
      <p:grpSp>
        <p:nvGrpSpPr>
          <p:cNvPr id="106" name="그룹 105">
            <a:extLst>
              <a:ext uri="{FF2B5EF4-FFF2-40B4-BE49-F238E27FC236}">
                <a16:creationId xmlns:a16="http://schemas.microsoft.com/office/drawing/2014/main" id="{3BAB1303-1B81-FA66-90B0-BB5CFF34EEBB}"/>
              </a:ext>
            </a:extLst>
          </p:cNvPr>
          <p:cNvGrpSpPr/>
          <p:nvPr/>
        </p:nvGrpSpPr>
        <p:grpSpPr>
          <a:xfrm>
            <a:off x="4373504" y="3777770"/>
            <a:ext cx="1332416" cy="276999"/>
            <a:chOff x="2633068" y="3728198"/>
            <a:chExt cx="1332416" cy="276999"/>
          </a:xfrm>
        </p:grpSpPr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79772119-D5DB-6C02-F472-571FD4CDD2CE}"/>
                </a:ext>
              </a:extLst>
            </p:cNvPr>
            <p:cNvSpPr txBox="1"/>
            <p:nvPr/>
          </p:nvSpPr>
          <p:spPr>
            <a:xfrm>
              <a:off x="2633068" y="3728198"/>
              <a:ext cx="133241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바우처별 인기 상품</a:t>
              </a:r>
            </a:p>
          </p:txBody>
        </p:sp>
        <p:sp>
          <p:nvSpPr>
            <p:cNvPr id="67" name="사각형: 둥근 모서리 66">
              <a:extLst>
                <a:ext uri="{FF2B5EF4-FFF2-40B4-BE49-F238E27FC236}">
                  <a16:creationId xmlns:a16="http://schemas.microsoft.com/office/drawing/2014/main" id="{657DD8DA-B66C-4B77-8998-ACB41070CDF7}"/>
                </a:ext>
              </a:extLst>
            </p:cNvPr>
            <p:cNvSpPr/>
            <p:nvPr/>
          </p:nvSpPr>
          <p:spPr>
            <a:xfrm>
              <a:off x="2880570" y="3886745"/>
              <a:ext cx="864096" cy="72008"/>
            </a:xfrm>
            <a:prstGeom prst="roundRect">
              <a:avLst/>
            </a:prstGeom>
            <a:solidFill>
              <a:srgbClr val="0070C0">
                <a:alpha val="30000"/>
              </a:srgbClr>
            </a:solidFill>
            <a:ln w="3175">
              <a:solidFill>
                <a:srgbClr val="0070C0">
                  <a:alpha val="3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5FF0A07D-F8D6-E617-379B-07A1A3E685B6}"/>
              </a:ext>
            </a:extLst>
          </p:cNvPr>
          <p:cNvSpPr/>
          <p:nvPr/>
        </p:nvSpPr>
        <p:spPr>
          <a:xfrm>
            <a:off x="2257677" y="4245439"/>
            <a:ext cx="1311496" cy="97219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5C373DA-BE17-BCC5-B608-A8FAF98E48D3}"/>
              </a:ext>
            </a:extLst>
          </p:cNvPr>
          <p:cNvSpPr txBox="1"/>
          <p:nvPr/>
        </p:nvSpPr>
        <p:spPr>
          <a:xfrm>
            <a:off x="2160489" y="4042204"/>
            <a:ext cx="12167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b="1" spc="-150" dirty="0">
                <a:latin typeface="+mn-ea"/>
              </a:rPr>
              <a:t>기저귀</a:t>
            </a:r>
            <a:r>
              <a:rPr lang="en-US" altLang="ko-KR" sz="800" b="1" spc="-150" dirty="0">
                <a:latin typeface="+mn-ea"/>
              </a:rPr>
              <a:t>/</a:t>
            </a:r>
            <a:r>
              <a:rPr lang="ko-KR" altLang="en-US" sz="800" b="1" spc="-150" dirty="0">
                <a:latin typeface="+mn-ea"/>
              </a:rPr>
              <a:t>조제분유 지원</a:t>
            </a:r>
            <a:endParaRPr lang="en-US" altLang="ko-KR" sz="800" b="1" spc="-150" dirty="0">
              <a:latin typeface="+mn-ea"/>
            </a:endParaRP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8C3CB826-5CD4-A539-4F2B-75093E592C7B}"/>
              </a:ext>
            </a:extLst>
          </p:cNvPr>
          <p:cNvSpPr/>
          <p:nvPr/>
        </p:nvSpPr>
        <p:spPr>
          <a:xfrm>
            <a:off x="3760435" y="4245439"/>
            <a:ext cx="1311496" cy="97219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C96CE5AD-10FC-8054-AEFE-936FA0A2A417}"/>
              </a:ext>
            </a:extLst>
          </p:cNvPr>
          <p:cNvSpPr/>
          <p:nvPr/>
        </p:nvSpPr>
        <p:spPr>
          <a:xfrm>
            <a:off x="5231873" y="4249786"/>
            <a:ext cx="1310400" cy="97219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117B6FE8-A090-1881-D016-8379187C8272}"/>
              </a:ext>
            </a:extLst>
          </p:cNvPr>
          <p:cNvSpPr txBox="1"/>
          <p:nvPr/>
        </p:nvSpPr>
        <p:spPr>
          <a:xfrm>
            <a:off x="2178386" y="5221982"/>
            <a:ext cx="1537570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buNone/>
            </a:pPr>
            <a:r>
              <a:rPr lang="ko-KR" altLang="ko-KR" sz="800" b="0" i="0" dirty="0">
                <a:solidFill>
                  <a:srgbClr val="333333"/>
                </a:solidFill>
                <a:effectLst/>
                <a:latin typeface="+mn-ea"/>
              </a:rPr>
              <a:t>[</a:t>
            </a:r>
            <a:r>
              <a:rPr lang="ko-KR" altLang="ko-KR" sz="800" b="0" i="0" dirty="0" err="1">
                <a:solidFill>
                  <a:srgbClr val="333333"/>
                </a:solidFill>
                <a:effectLst/>
                <a:latin typeface="+mn-ea"/>
              </a:rPr>
              <a:t>마미포코</a:t>
            </a:r>
            <a:r>
              <a:rPr lang="ko-KR" altLang="ko-KR" sz="800" b="0" i="0" dirty="0">
                <a:solidFill>
                  <a:srgbClr val="333333"/>
                </a:solidFill>
                <a:effectLst/>
                <a:latin typeface="+mn-ea"/>
              </a:rPr>
              <a:t>] </a:t>
            </a:r>
            <a:endParaRPr lang="en-US" altLang="ko-KR" sz="800" b="0" i="0" dirty="0">
              <a:solidFill>
                <a:srgbClr val="333333"/>
              </a:solidFill>
              <a:effectLst/>
              <a:latin typeface="+mn-ea"/>
            </a:endParaRPr>
          </a:p>
          <a:p>
            <a:pPr algn="l" fontAlgn="t">
              <a:buNone/>
            </a:pPr>
            <a:r>
              <a:rPr lang="ko-KR" altLang="ko-KR" sz="800" b="0" i="0" spc="-150" dirty="0" err="1">
                <a:solidFill>
                  <a:srgbClr val="333333"/>
                </a:solidFill>
                <a:effectLst/>
                <a:latin typeface="+mn-ea"/>
              </a:rPr>
              <a:t>슈퍼컴포트팬티</a:t>
            </a:r>
            <a:r>
              <a:rPr lang="ko-KR" altLang="ko-KR" sz="800" b="0" i="0" spc="-150" dirty="0">
                <a:solidFill>
                  <a:srgbClr val="333333"/>
                </a:solidFill>
                <a:effectLst/>
                <a:latin typeface="+mn-ea"/>
              </a:rPr>
              <a:t> 특대형 여아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 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전용</a:t>
            </a:r>
            <a:endParaRPr lang="en-US" altLang="ko-KR" sz="800" b="0" i="0" spc="-150" dirty="0">
              <a:solidFill>
                <a:srgbClr val="333333"/>
              </a:solidFill>
              <a:effectLst/>
              <a:latin typeface="+mn-ea"/>
            </a:endParaRPr>
          </a:p>
          <a:p>
            <a:pPr algn="l" fontAlgn="t">
              <a:buNone/>
            </a:pP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상품명은 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2</a:t>
            </a:r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줄까지나옵니다</a:t>
            </a:r>
            <a:r>
              <a:rPr lang="en-US" altLang="ko-KR" sz="800" b="0" i="0" spc="-150" dirty="0">
                <a:solidFill>
                  <a:srgbClr val="333333"/>
                </a:solidFill>
                <a:effectLst/>
                <a:latin typeface="+mn-ea"/>
              </a:rPr>
              <a:t>.</a:t>
            </a:r>
            <a:r>
              <a:rPr lang="ko-KR" altLang="ko-KR" sz="800" b="0" i="0" spc="-150" dirty="0">
                <a:solidFill>
                  <a:srgbClr val="333333"/>
                </a:solidFill>
                <a:effectLst/>
                <a:latin typeface="+mn-ea"/>
              </a:rPr>
              <a:t> </a:t>
            </a:r>
            <a:r>
              <a:rPr lang="en-US" altLang="ko-KR" sz="800" b="0" i="0" spc="-150" dirty="0">
                <a:solidFill>
                  <a:srgbClr val="333333"/>
                </a:solidFill>
                <a:effectLst/>
                <a:latin typeface="+mn-ea"/>
              </a:rPr>
              <a:t>…………….</a:t>
            </a:r>
            <a:endParaRPr lang="en-US" altLang="ko-KR" sz="800" spc="-150" dirty="0">
              <a:solidFill>
                <a:srgbClr val="333333"/>
              </a:solidFill>
              <a:latin typeface="+mn-ea"/>
            </a:endParaRPr>
          </a:p>
          <a:p>
            <a:pPr algn="l" fontAlgn="t">
              <a:buNone/>
            </a:pPr>
            <a:endParaRPr lang="en-US" altLang="ko-KR" sz="500" b="0" i="0" spc="-150" dirty="0">
              <a:solidFill>
                <a:srgbClr val="333333"/>
              </a:solidFill>
              <a:effectLst/>
              <a:latin typeface="+mn-ea"/>
            </a:endParaRPr>
          </a:p>
          <a:p>
            <a:pPr algn="l" fontAlgn="t">
              <a:buNone/>
            </a:pPr>
            <a:r>
              <a:rPr lang="ko-KR" altLang="ko-KR" sz="800" b="0" i="0" spc="-150" dirty="0">
                <a:solidFill>
                  <a:srgbClr val="333333"/>
                </a:solidFill>
                <a:effectLst/>
                <a:latin typeface="+mn-ea"/>
              </a:rPr>
              <a:t>36P </a:t>
            </a:r>
            <a:r>
              <a:rPr lang="ko-KR" altLang="ko-KR" sz="800" b="0" i="0" spc="-150" dirty="0" err="1">
                <a:solidFill>
                  <a:srgbClr val="333333"/>
                </a:solidFill>
                <a:effectLst/>
                <a:latin typeface="+mn-ea"/>
              </a:rPr>
              <a:t>x</a:t>
            </a:r>
            <a:r>
              <a:rPr lang="ko-KR" altLang="ko-KR" sz="800" b="0" i="0" spc="-150" dirty="0">
                <a:solidFill>
                  <a:srgbClr val="333333"/>
                </a:solidFill>
                <a:effectLst/>
                <a:latin typeface="+mn-ea"/>
              </a:rPr>
              <a:t> 3팩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0A1D67-703F-9239-2E96-B09A19DFC703}"/>
              </a:ext>
            </a:extLst>
          </p:cNvPr>
          <p:cNvSpPr txBox="1"/>
          <p:nvPr/>
        </p:nvSpPr>
        <p:spPr>
          <a:xfrm>
            <a:off x="2926712" y="5770817"/>
            <a:ext cx="78827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900" b="1" i="0" dirty="0">
                <a:solidFill>
                  <a:srgbClr val="333333"/>
                </a:solidFill>
                <a:effectLst/>
                <a:latin typeface="+mn-ea"/>
              </a:rPr>
              <a:t>32,500</a:t>
            </a:r>
            <a:r>
              <a:rPr lang="ko-KR" altLang="en-US" sz="900" b="1" i="0" dirty="0">
                <a:solidFill>
                  <a:srgbClr val="333333"/>
                </a:solidFill>
                <a:effectLst/>
                <a:latin typeface="+mn-ea"/>
              </a:rPr>
              <a:t>원</a:t>
            </a:r>
            <a:endParaRPr lang="ko-KR" altLang="ko-KR" sz="900" b="1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283467D-0E57-072A-83E2-30C0BB80FAEF}"/>
              </a:ext>
            </a:extLst>
          </p:cNvPr>
          <p:cNvSpPr txBox="1"/>
          <p:nvPr/>
        </p:nvSpPr>
        <p:spPr>
          <a:xfrm>
            <a:off x="3710210" y="5205970"/>
            <a:ext cx="1537570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fontAlgn="t">
              <a:buNone/>
              <a:defRPr sz="800" b="0" i="0">
                <a:solidFill>
                  <a:srgbClr val="333333"/>
                </a:solidFill>
                <a:effectLst/>
                <a:latin typeface="+mn-ea"/>
              </a:defRPr>
            </a:lvl1pPr>
          </a:lstStyle>
          <a:p>
            <a:r>
              <a:rPr lang="ko-KR" altLang="ko-KR" spc="-150" dirty="0"/>
              <a:t>[</a:t>
            </a:r>
            <a:r>
              <a:rPr lang="ko-KR" altLang="en-US" spc="-150" dirty="0"/>
              <a:t>임페리얼</a:t>
            </a:r>
            <a:r>
              <a:rPr lang="ko-KR" altLang="ko-KR" spc="-150" dirty="0"/>
              <a:t>] </a:t>
            </a:r>
            <a:endParaRPr lang="en-US" altLang="ko-KR" spc="-150" dirty="0"/>
          </a:p>
          <a:p>
            <a:r>
              <a:rPr lang="ko-KR" altLang="en-US" spc="-150" dirty="0"/>
              <a:t>남양 임페리얼 </a:t>
            </a:r>
            <a:r>
              <a:rPr lang="en-US" altLang="ko-KR" spc="-150" dirty="0"/>
              <a:t>XIO 4</a:t>
            </a:r>
            <a:r>
              <a:rPr lang="ko-KR" altLang="en-US" spc="-150" dirty="0"/>
              <a:t>단계</a:t>
            </a:r>
            <a:r>
              <a:rPr lang="ko-KR" altLang="ko-KR" spc="-150" dirty="0"/>
              <a:t> </a:t>
            </a:r>
            <a:endParaRPr lang="en-US" altLang="ko-KR" spc="-150" dirty="0"/>
          </a:p>
          <a:p>
            <a:endParaRPr lang="en-US" altLang="ko-KR" spc="-150" dirty="0"/>
          </a:p>
          <a:p>
            <a:endParaRPr lang="en-US" altLang="ko-KR" sz="500" spc="-150" dirty="0"/>
          </a:p>
          <a:p>
            <a:r>
              <a:rPr lang="en-US" altLang="ko-KR" spc="-150" dirty="0"/>
              <a:t>800g</a:t>
            </a:r>
            <a:r>
              <a:rPr lang="ko-KR" altLang="ko-KR" spc="-150" dirty="0"/>
              <a:t> </a:t>
            </a:r>
            <a:r>
              <a:rPr lang="ko-KR" altLang="ko-KR" spc="-150" dirty="0" err="1"/>
              <a:t>x</a:t>
            </a:r>
            <a:r>
              <a:rPr lang="ko-KR" altLang="ko-KR" spc="-150" dirty="0"/>
              <a:t> 3</a:t>
            </a:r>
            <a:r>
              <a:rPr lang="ko-KR" altLang="en-US" spc="-150" dirty="0"/>
              <a:t>캔</a:t>
            </a:r>
            <a:endParaRPr lang="ko-KR" altLang="ko-KR" spc="-15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9DF2DF7-9C00-8295-5644-225FEBCA2C8E}"/>
              </a:ext>
            </a:extLst>
          </p:cNvPr>
          <p:cNvSpPr txBox="1"/>
          <p:nvPr/>
        </p:nvSpPr>
        <p:spPr>
          <a:xfrm>
            <a:off x="3764343" y="5770115"/>
            <a:ext cx="145485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900" b="1" i="0" dirty="0">
                <a:solidFill>
                  <a:srgbClr val="333333"/>
                </a:solidFill>
                <a:effectLst/>
                <a:latin typeface="+mn-ea"/>
              </a:rPr>
              <a:t>32,500</a:t>
            </a:r>
            <a:r>
              <a:rPr lang="ko-KR" altLang="en-US" sz="900" b="1" i="0" dirty="0">
                <a:solidFill>
                  <a:srgbClr val="333333"/>
                </a:solidFill>
                <a:effectLst/>
                <a:latin typeface="+mn-ea"/>
              </a:rPr>
              <a:t>원</a:t>
            </a:r>
            <a:endParaRPr lang="ko-KR" altLang="ko-KR" sz="900" b="1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FC92849-CF9F-EE57-3597-A9D0C492728B}"/>
              </a:ext>
            </a:extLst>
          </p:cNvPr>
          <p:cNvSpPr txBox="1"/>
          <p:nvPr/>
        </p:nvSpPr>
        <p:spPr>
          <a:xfrm>
            <a:off x="5157138" y="5202987"/>
            <a:ext cx="1537570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fontAlgn="t">
              <a:buNone/>
              <a:defRPr sz="800" b="0" i="0" spc="-150">
                <a:solidFill>
                  <a:srgbClr val="333333"/>
                </a:solidFill>
                <a:effectLst/>
                <a:latin typeface="+mn-ea"/>
              </a:defRPr>
            </a:lvl1pPr>
          </a:lstStyle>
          <a:p>
            <a:r>
              <a:rPr lang="ko-KR" altLang="ko-KR" dirty="0"/>
              <a:t>[</a:t>
            </a:r>
            <a:r>
              <a:rPr lang="ko-KR" altLang="en-US" dirty="0" err="1"/>
              <a:t>오브맘</a:t>
            </a:r>
            <a:r>
              <a:rPr lang="ko-KR" altLang="ko-KR" dirty="0"/>
              <a:t>] </a:t>
            </a:r>
            <a:endParaRPr lang="en-US" altLang="ko-KR" dirty="0"/>
          </a:p>
          <a:p>
            <a:r>
              <a:rPr lang="ko-KR" altLang="en-US" dirty="0"/>
              <a:t>알프스 청정 프리미엄 </a:t>
            </a:r>
            <a:r>
              <a:rPr lang="ko-KR" altLang="en-US" dirty="0" err="1"/>
              <a:t>오브맘</a:t>
            </a:r>
            <a:r>
              <a:rPr lang="en-US" altLang="ko-KR" dirty="0"/>
              <a:t>..</a:t>
            </a:r>
            <a:r>
              <a:rPr lang="ko-KR" altLang="en-US" dirty="0"/>
              <a:t> </a:t>
            </a:r>
            <a:r>
              <a:rPr lang="en-US" altLang="ko-KR" dirty="0"/>
              <a:t>..</a:t>
            </a:r>
          </a:p>
          <a:p>
            <a:endParaRPr lang="en-US" altLang="ko-KR" dirty="0"/>
          </a:p>
          <a:p>
            <a:endParaRPr lang="en-US" altLang="ko-KR" sz="500" dirty="0"/>
          </a:p>
          <a:p>
            <a:r>
              <a:rPr lang="en-US" altLang="ko-KR" dirty="0"/>
              <a:t>2,3</a:t>
            </a:r>
            <a:r>
              <a:rPr lang="ko-KR" altLang="en-US" dirty="0"/>
              <a:t>단계 </a:t>
            </a:r>
            <a:r>
              <a:rPr lang="en-US" altLang="ko-KR" dirty="0"/>
              <a:t>200ml X 24</a:t>
            </a:r>
            <a:r>
              <a:rPr lang="ko-KR" altLang="en-US" dirty="0"/>
              <a:t>입</a:t>
            </a:r>
            <a:endParaRPr lang="ko-KR" altLang="ko-KR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A8122FA-A79A-42FF-CDDE-E50A91878CA9}"/>
              </a:ext>
            </a:extLst>
          </p:cNvPr>
          <p:cNvSpPr txBox="1"/>
          <p:nvPr/>
        </p:nvSpPr>
        <p:spPr>
          <a:xfrm>
            <a:off x="5348056" y="5780420"/>
            <a:ext cx="13104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900" b="1" dirty="0">
                <a:solidFill>
                  <a:srgbClr val="333333"/>
                </a:solidFill>
                <a:latin typeface="+mn-ea"/>
              </a:rPr>
              <a:t>4</a:t>
            </a:r>
            <a:r>
              <a:rPr lang="en-US" altLang="ko-KR" sz="900" b="1" i="0" dirty="0">
                <a:solidFill>
                  <a:srgbClr val="333333"/>
                </a:solidFill>
                <a:effectLst/>
                <a:latin typeface="+mn-ea"/>
              </a:rPr>
              <a:t>2,000</a:t>
            </a:r>
            <a:r>
              <a:rPr lang="ko-KR" altLang="en-US" sz="900" b="1" i="0" dirty="0">
                <a:solidFill>
                  <a:srgbClr val="333333"/>
                </a:solidFill>
                <a:effectLst/>
                <a:latin typeface="+mn-ea"/>
              </a:rPr>
              <a:t>원</a:t>
            </a:r>
            <a:endParaRPr lang="ko-KR" altLang="ko-KR" sz="900" b="1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D4D3557-01AB-B9F8-C2B8-B56631673B2C}"/>
              </a:ext>
            </a:extLst>
          </p:cNvPr>
          <p:cNvSpPr txBox="1"/>
          <p:nvPr/>
        </p:nvSpPr>
        <p:spPr>
          <a:xfrm>
            <a:off x="3010882" y="755973"/>
            <a:ext cx="123783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    상품     커뮤니티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72BDC60-FDA7-F965-47C3-F5526A68BC5F}"/>
              </a:ext>
            </a:extLst>
          </p:cNvPr>
          <p:cNvSpPr/>
          <p:nvPr/>
        </p:nvSpPr>
        <p:spPr>
          <a:xfrm>
            <a:off x="6537625" y="1277423"/>
            <a:ext cx="1311496" cy="1235932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9F47972F-3F6E-3DF0-03B5-8309308CB9B2}"/>
              </a:ext>
            </a:extLst>
          </p:cNvPr>
          <p:cNvGrpSpPr/>
          <p:nvPr/>
        </p:nvGrpSpPr>
        <p:grpSpPr>
          <a:xfrm>
            <a:off x="7602714" y="795356"/>
            <a:ext cx="390426" cy="172355"/>
            <a:chOff x="6548585" y="711082"/>
            <a:chExt cx="652464" cy="288032"/>
          </a:xfrm>
        </p:grpSpPr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242F3121-5CAD-5650-05AF-DE3D2ADED71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929443" y="711082"/>
              <a:ext cx="271606" cy="264061"/>
            </a:xfrm>
            <a:prstGeom prst="rect">
              <a:avLst/>
            </a:prstGeom>
          </p:spPr>
        </p:pic>
        <p:pic>
          <p:nvPicPr>
            <p:cNvPr id="33" name="그림 32">
              <a:extLst>
                <a:ext uri="{FF2B5EF4-FFF2-40B4-BE49-F238E27FC236}">
                  <a16:creationId xmlns:a16="http://schemas.microsoft.com/office/drawing/2014/main" id="{AFCEB1B9-8607-8D72-5743-1C1FA5DB49E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7124" t="19832" r="40203" b="17169"/>
            <a:stretch>
              <a:fillRect/>
            </a:stretch>
          </p:blipFill>
          <p:spPr>
            <a:xfrm>
              <a:off x="6548593" y="711082"/>
              <a:ext cx="384412" cy="288032"/>
            </a:xfrm>
            <a:prstGeom prst="rect">
              <a:avLst/>
            </a:prstGeom>
          </p:spPr>
        </p:pic>
      </p:grpSp>
      <p:grpSp>
        <p:nvGrpSpPr>
          <p:cNvPr id="91" name="그룹 90">
            <a:extLst>
              <a:ext uri="{FF2B5EF4-FFF2-40B4-BE49-F238E27FC236}">
                <a16:creationId xmlns:a16="http://schemas.microsoft.com/office/drawing/2014/main" id="{817C30B5-996D-0CAC-D001-B7D00A3D9472}"/>
              </a:ext>
            </a:extLst>
          </p:cNvPr>
          <p:cNvGrpSpPr/>
          <p:nvPr/>
        </p:nvGrpSpPr>
        <p:grpSpPr>
          <a:xfrm>
            <a:off x="2322697" y="1272085"/>
            <a:ext cx="2146797" cy="623304"/>
            <a:chOff x="2317948" y="1250966"/>
            <a:chExt cx="2146797" cy="623304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A4C1347-5AF5-59B9-F5FC-09CFD169BD70}"/>
                </a:ext>
              </a:extLst>
            </p:cNvPr>
            <p:cNvSpPr txBox="1"/>
            <p:nvPr/>
          </p:nvSpPr>
          <p:spPr>
            <a:xfrm>
              <a:off x="2317948" y="1250966"/>
              <a:ext cx="137409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무더위 이겨내기</a:t>
              </a:r>
              <a:r>
                <a:rPr lang="en-US" altLang="ko-KR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!</a:t>
              </a:r>
            </a:p>
            <a:p>
              <a:r>
                <a:rPr lang="ko-KR" altLang="en-US" sz="1200" b="1" spc="-15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팸퍼스</a:t>
              </a:r>
              <a:r>
                <a:rPr lang="ko-KR" altLang="en-US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BEST </a:t>
              </a:r>
              <a:r>
                <a:rPr lang="ko-KR" altLang="en-US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기획전</a:t>
              </a:r>
              <a:r>
                <a:rPr lang="en-US" altLang="ko-KR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!</a:t>
              </a:r>
              <a:endPara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6A0581CF-6D18-34D5-0A6D-2328CDB1ACEA}"/>
                </a:ext>
              </a:extLst>
            </p:cNvPr>
            <p:cNvSpPr txBox="1"/>
            <p:nvPr/>
          </p:nvSpPr>
          <p:spPr>
            <a:xfrm>
              <a:off x="2343005" y="1658826"/>
              <a:ext cx="2121740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800" dirty="0"/>
                <a:t>2026.06.22 ~ 2026.06.28</a:t>
              </a:r>
              <a:endParaRPr lang="ko-KR" altLang="en-US" sz="800" dirty="0"/>
            </a:p>
          </p:txBody>
        </p:sp>
      </p:grp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D8C2C4BF-CBC8-F773-AA8C-1C164F526653}"/>
              </a:ext>
            </a:extLst>
          </p:cNvPr>
          <p:cNvSpPr/>
          <p:nvPr/>
        </p:nvSpPr>
        <p:spPr>
          <a:xfrm>
            <a:off x="6702215" y="4245439"/>
            <a:ext cx="1310400" cy="97219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23A5B75-4292-A9D1-3FA7-40112FFF0448}"/>
              </a:ext>
            </a:extLst>
          </p:cNvPr>
          <p:cNvSpPr txBox="1"/>
          <p:nvPr/>
        </p:nvSpPr>
        <p:spPr>
          <a:xfrm>
            <a:off x="6627480" y="5198640"/>
            <a:ext cx="1537570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fontAlgn="t">
              <a:buNone/>
              <a:defRPr sz="800" b="0" i="0" spc="-150">
                <a:solidFill>
                  <a:srgbClr val="333333"/>
                </a:solidFill>
                <a:effectLst/>
                <a:latin typeface="+mn-ea"/>
              </a:defRPr>
            </a:lvl1pPr>
          </a:lstStyle>
          <a:p>
            <a:r>
              <a:rPr lang="ko-KR" altLang="ko-KR" dirty="0"/>
              <a:t>[</a:t>
            </a:r>
            <a:r>
              <a:rPr lang="ko-KR" altLang="en-US" dirty="0" err="1"/>
              <a:t>유한킴벌리</a:t>
            </a:r>
            <a:r>
              <a:rPr lang="ko-KR" altLang="ko-KR" dirty="0"/>
              <a:t>] </a:t>
            </a:r>
            <a:endParaRPr lang="en-US" altLang="ko-KR" dirty="0"/>
          </a:p>
          <a:p>
            <a:r>
              <a:rPr lang="ko-KR" altLang="en-US" dirty="0" err="1"/>
              <a:t>하기스</a:t>
            </a:r>
            <a:r>
              <a:rPr lang="ko-KR" altLang="en-US" dirty="0"/>
              <a:t> </a:t>
            </a:r>
            <a:r>
              <a:rPr lang="ko-KR" altLang="en-US" dirty="0" err="1"/>
              <a:t>맥스드라이</a:t>
            </a:r>
            <a:r>
              <a:rPr lang="ko-KR" altLang="en-US" dirty="0"/>
              <a:t> </a:t>
            </a:r>
            <a:r>
              <a:rPr lang="en-US" altLang="ko-KR" dirty="0"/>
              <a:t>2025 6</a:t>
            </a:r>
            <a:r>
              <a:rPr lang="ko-KR" altLang="en-US" dirty="0"/>
              <a:t>단계</a:t>
            </a:r>
            <a:r>
              <a:rPr lang="en-US" altLang="ko-KR" dirty="0"/>
              <a:t>...</a:t>
            </a:r>
          </a:p>
          <a:p>
            <a:r>
              <a:rPr lang="ko-KR" altLang="en-US" dirty="0"/>
              <a:t>팬티형</a:t>
            </a:r>
            <a:r>
              <a:rPr lang="en-US" altLang="ko-KR" dirty="0"/>
              <a:t> </a:t>
            </a:r>
            <a:r>
              <a:rPr lang="ko-KR" altLang="en-US" dirty="0"/>
              <a:t>여아 </a:t>
            </a:r>
            <a:endParaRPr lang="en-US" altLang="ko-KR" dirty="0"/>
          </a:p>
          <a:p>
            <a:endParaRPr lang="en-US" altLang="ko-KR" sz="500" dirty="0"/>
          </a:p>
          <a:p>
            <a:r>
              <a:rPr lang="en-US" altLang="ko-KR" dirty="0"/>
              <a:t>38</a:t>
            </a:r>
            <a:r>
              <a:rPr lang="ko-KR" altLang="en-US" dirty="0"/>
              <a:t>매 </a:t>
            </a:r>
            <a:r>
              <a:rPr lang="en-US" altLang="ko-KR" dirty="0"/>
              <a:t>X2</a:t>
            </a:r>
            <a:r>
              <a:rPr lang="ko-KR" altLang="en-US" dirty="0"/>
              <a:t>팩 </a:t>
            </a:r>
            <a:r>
              <a:rPr lang="en-US" altLang="ko-KR" dirty="0"/>
              <a:t>KA30…</a:t>
            </a:r>
            <a:endParaRPr lang="ko-KR" altLang="ko-KR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BE6D3991-E3A3-94A4-2AE6-1655E0B3A168}"/>
              </a:ext>
            </a:extLst>
          </p:cNvPr>
          <p:cNvSpPr txBox="1"/>
          <p:nvPr/>
        </p:nvSpPr>
        <p:spPr>
          <a:xfrm>
            <a:off x="6810770" y="5766242"/>
            <a:ext cx="13104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900" b="1" i="0" dirty="0">
                <a:solidFill>
                  <a:srgbClr val="333333"/>
                </a:solidFill>
                <a:effectLst/>
                <a:latin typeface="+mn-ea"/>
              </a:rPr>
              <a:t>7</a:t>
            </a:r>
            <a:r>
              <a:rPr lang="en-US" altLang="ko-KR" sz="900" b="1" dirty="0">
                <a:solidFill>
                  <a:srgbClr val="333333"/>
                </a:solidFill>
                <a:latin typeface="+mn-ea"/>
              </a:rPr>
              <a:t>3</a:t>
            </a:r>
            <a:r>
              <a:rPr lang="en-US" altLang="ko-KR" sz="900" b="1" i="0" dirty="0">
                <a:solidFill>
                  <a:srgbClr val="333333"/>
                </a:solidFill>
                <a:effectLst/>
                <a:latin typeface="+mn-ea"/>
              </a:rPr>
              <a:t>,900</a:t>
            </a:r>
            <a:r>
              <a:rPr lang="ko-KR" altLang="en-US" sz="900" b="1" i="0" dirty="0">
                <a:solidFill>
                  <a:srgbClr val="333333"/>
                </a:solidFill>
                <a:effectLst/>
                <a:latin typeface="+mn-ea"/>
              </a:rPr>
              <a:t>원</a:t>
            </a:r>
            <a:endParaRPr lang="ko-KR" altLang="ko-KR" sz="900" b="1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sp>
        <p:nvSpPr>
          <p:cNvPr id="92" name="사각형: 둥근 모서리 91">
            <a:extLst>
              <a:ext uri="{FF2B5EF4-FFF2-40B4-BE49-F238E27FC236}">
                <a16:creationId xmlns:a16="http://schemas.microsoft.com/office/drawing/2014/main" id="{10287A4D-2D57-0E06-E313-AB722B782A0E}"/>
              </a:ext>
            </a:extLst>
          </p:cNvPr>
          <p:cNvSpPr/>
          <p:nvPr/>
        </p:nvSpPr>
        <p:spPr>
          <a:xfrm>
            <a:off x="4855064" y="2593424"/>
            <a:ext cx="542175" cy="156819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dirty="0">
                <a:solidFill>
                  <a:schemeClr val="bg1"/>
                </a:solidFill>
              </a:rPr>
              <a:t>1/5</a:t>
            </a:r>
            <a:endParaRPr lang="ko-KR" altLang="en-US" sz="800" dirty="0">
              <a:solidFill>
                <a:schemeClr val="bg1"/>
              </a:solidFill>
            </a:endParaRPr>
          </a:p>
        </p:txBody>
      </p:sp>
      <p:sp>
        <p:nvSpPr>
          <p:cNvPr id="111" name="모서리가 둥근 직사각형 114">
            <a:extLst>
              <a:ext uri="{FF2B5EF4-FFF2-40B4-BE49-F238E27FC236}">
                <a16:creationId xmlns:a16="http://schemas.microsoft.com/office/drawing/2014/main" id="{6222F394-12CC-8749-FA1C-1DE9F31E87EB}"/>
              </a:ext>
            </a:extLst>
          </p:cNvPr>
          <p:cNvSpPr/>
          <p:nvPr/>
        </p:nvSpPr>
        <p:spPr>
          <a:xfrm>
            <a:off x="4142644" y="70714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13" name="모서리가 둥근 직사각형 114">
            <a:extLst>
              <a:ext uri="{FF2B5EF4-FFF2-40B4-BE49-F238E27FC236}">
                <a16:creationId xmlns:a16="http://schemas.microsoft.com/office/drawing/2014/main" id="{1C4E4D2A-58B4-1553-9E3F-696DA6471311}"/>
              </a:ext>
            </a:extLst>
          </p:cNvPr>
          <p:cNvSpPr/>
          <p:nvPr/>
        </p:nvSpPr>
        <p:spPr>
          <a:xfrm>
            <a:off x="8056140" y="72687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15" name="모서리가 둥근 직사각형 114">
            <a:extLst>
              <a:ext uri="{FF2B5EF4-FFF2-40B4-BE49-F238E27FC236}">
                <a16:creationId xmlns:a16="http://schemas.microsoft.com/office/drawing/2014/main" id="{09571FBE-C0EB-6004-FA62-F8E646FE07CB}"/>
              </a:ext>
            </a:extLst>
          </p:cNvPr>
          <p:cNvSpPr/>
          <p:nvPr/>
        </p:nvSpPr>
        <p:spPr>
          <a:xfrm>
            <a:off x="3760435" y="135890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17" name="모서리가 둥근 직사각형 114">
            <a:extLst>
              <a:ext uri="{FF2B5EF4-FFF2-40B4-BE49-F238E27FC236}">
                <a16:creationId xmlns:a16="http://schemas.microsoft.com/office/drawing/2014/main" id="{4AD54769-0E40-5902-F0FC-FDCC93D8F107}"/>
              </a:ext>
            </a:extLst>
          </p:cNvPr>
          <p:cNvSpPr/>
          <p:nvPr/>
        </p:nvSpPr>
        <p:spPr>
          <a:xfrm>
            <a:off x="8234954" y="165460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19" name="모서리가 둥근 직사각형 114">
            <a:extLst>
              <a:ext uri="{FF2B5EF4-FFF2-40B4-BE49-F238E27FC236}">
                <a16:creationId xmlns:a16="http://schemas.microsoft.com/office/drawing/2014/main" id="{4B44B924-7AAA-03BA-E115-0C92C5D42FFC}"/>
              </a:ext>
            </a:extLst>
          </p:cNvPr>
          <p:cNvSpPr/>
          <p:nvPr/>
        </p:nvSpPr>
        <p:spPr>
          <a:xfrm>
            <a:off x="5397239" y="241851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3-3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21" name="모서리가 둥근 직사각형 114">
            <a:extLst>
              <a:ext uri="{FF2B5EF4-FFF2-40B4-BE49-F238E27FC236}">
                <a16:creationId xmlns:a16="http://schemas.microsoft.com/office/drawing/2014/main" id="{316F46E8-A091-869F-65D1-A351CD18D89F}"/>
              </a:ext>
            </a:extLst>
          </p:cNvPr>
          <p:cNvSpPr/>
          <p:nvPr/>
        </p:nvSpPr>
        <p:spPr>
          <a:xfrm>
            <a:off x="6444101" y="289837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22" name="오른쪽 대괄호 121">
            <a:extLst>
              <a:ext uri="{FF2B5EF4-FFF2-40B4-BE49-F238E27FC236}">
                <a16:creationId xmlns:a16="http://schemas.microsoft.com/office/drawing/2014/main" id="{F8708500-E58A-085F-D675-9330440D33A4}"/>
              </a:ext>
            </a:extLst>
          </p:cNvPr>
          <p:cNvSpPr/>
          <p:nvPr/>
        </p:nvSpPr>
        <p:spPr>
          <a:xfrm flipH="1">
            <a:off x="1684932" y="4257648"/>
            <a:ext cx="378719" cy="1728754"/>
          </a:xfrm>
          <a:prstGeom prst="rightBracket">
            <a:avLst/>
          </a:prstGeom>
          <a:ln w="6350">
            <a:solidFill>
              <a:srgbClr val="234DD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CC1B465A-2CE0-4A11-FA0F-088E5E11D836}"/>
              </a:ext>
            </a:extLst>
          </p:cNvPr>
          <p:cNvSpPr/>
          <p:nvPr/>
        </p:nvSpPr>
        <p:spPr>
          <a:xfrm>
            <a:off x="76605" y="6461748"/>
            <a:ext cx="9990652" cy="209842"/>
          </a:xfrm>
          <a:prstGeom prst="rect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dirty="0">
                <a:solidFill>
                  <a:schemeClr val="bg1"/>
                </a:solidFill>
                <a:latin typeface="+mn-ea"/>
              </a:rPr>
              <a:t>▼</a:t>
            </a:r>
            <a:r>
              <a:rPr lang="ko-KR" altLang="en-US" sz="900" dirty="0">
                <a:solidFill>
                  <a:schemeClr val="bg1"/>
                </a:solidFill>
                <a:latin typeface="+mn-ea"/>
                <a:ea typeface="+mn-ea"/>
              </a:rPr>
              <a:t> 다음 페이지에서 이어짐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13D60E26-6EA8-8E1D-1386-2C796A5165D8}"/>
              </a:ext>
            </a:extLst>
          </p:cNvPr>
          <p:cNvSpPr txBox="1"/>
          <p:nvPr/>
        </p:nvSpPr>
        <p:spPr>
          <a:xfrm>
            <a:off x="187354" y="4643891"/>
            <a:ext cx="176490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buNone/>
            </a:pPr>
            <a:r>
              <a:rPr lang="ko-KR" altLang="en-US" sz="1000" b="0" i="1" spc="-150" dirty="0">
                <a:solidFill>
                  <a:srgbClr val="234DD3"/>
                </a:solidFill>
                <a:effectLst/>
                <a:latin typeface="+mn-ea"/>
              </a:rPr>
              <a:t>기저귀</a:t>
            </a:r>
            <a:r>
              <a:rPr lang="en-US" altLang="ko-KR" sz="1000" b="0" i="1" spc="-150" dirty="0">
                <a:solidFill>
                  <a:srgbClr val="234DD3"/>
                </a:solidFill>
                <a:effectLst/>
                <a:latin typeface="+mn-ea"/>
              </a:rPr>
              <a:t>/</a:t>
            </a:r>
            <a:r>
              <a:rPr lang="ko-KR" altLang="en-US" sz="1000" b="0" i="1" spc="-150" dirty="0">
                <a:solidFill>
                  <a:srgbClr val="234DD3"/>
                </a:solidFill>
                <a:effectLst/>
                <a:latin typeface="+mn-ea"/>
              </a:rPr>
              <a:t>조제분유 지원 바우처</a:t>
            </a:r>
            <a:endParaRPr lang="en-US" altLang="ko-KR" sz="1000" i="1" spc="-150" dirty="0">
              <a:solidFill>
                <a:srgbClr val="234DD3"/>
              </a:solidFill>
              <a:latin typeface="+mn-ea"/>
            </a:endParaRPr>
          </a:p>
          <a:p>
            <a:pPr algn="l" fontAlgn="t">
              <a:buNone/>
            </a:pPr>
            <a:endParaRPr lang="en-US" altLang="ko-KR" sz="1000" b="0" i="1" spc="-150" dirty="0">
              <a:solidFill>
                <a:srgbClr val="234DD3"/>
              </a:solidFill>
              <a:effectLst/>
              <a:latin typeface="+mn-ea"/>
            </a:endParaRPr>
          </a:p>
          <a:p>
            <a:pPr algn="l" fontAlgn="t">
              <a:buNone/>
            </a:pPr>
            <a:r>
              <a:rPr lang="ko-KR" altLang="en-US" sz="1000" i="1" spc="-150" dirty="0">
                <a:solidFill>
                  <a:srgbClr val="234DD3"/>
                </a:solidFill>
                <a:latin typeface="+mn-ea"/>
              </a:rPr>
              <a:t>인기 상품 데이터 출력</a:t>
            </a:r>
            <a:endParaRPr lang="ko-KR" altLang="ko-KR" sz="1000" b="0" i="1" spc="-150" dirty="0">
              <a:solidFill>
                <a:srgbClr val="234DD3"/>
              </a:solidFill>
              <a:effectLst/>
              <a:latin typeface="+mn-ea"/>
            </a:endParaRPr>
          </a:p>
        </p:txBody>
      </p:sp>
      <p:cxnSp>
        <p:nvCxnSpPr>
          <p:cNvPr id="130" name="직선 화살표 연결선 129">
            <a:extLst>
              <a:ext uri="{FF2B5EF4-FFF2-40B4-BE49-F238E27FC236}">
                <a16:creationId xmlns:a16="http://schemas.microsoft.com/office/drawing/2014/main" id="{CE09D381-9F0B-D70B-C698-F08E4B671975}"/>
              </a:ext>
            </a:extLst>
          </p:cNvPr>
          <p:cNvCxnSpPr>
            <a:cxnSpLocks/>
            <a:endCxn id="131" idx="2"/>
          </p:cNvCxnSpPr>
          <p:nvPr/>
        </p:nvCxnSpPr>
        <p:spPr>
          <a:xfrm flipV="1">
            <a:off x="8047761" y="5033957"/>
            <a:ext cx="483402" cy="42496"/>
          </a:xfrm>
          <a:prstGeom prst="straightConnector1">
            <a:avLst/>
          </a:prstGeom>
          <a:ln w="3175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TextBox 130">
            <a:extLst>
              <a:ext uri="{FF2B5EF4-FFF2-40B4-BE49-F238E27FC236}">
                <a16:creationId xmlns:a16="http://schemas.microsoft.com/office/drawing/2014/main" id="{9CD5B241-EBC2-F76D-8324-86D9E3CC8148}"/>
              </a:ext>
            </a:extLst>
          </p:cNvPr>
          <p:cNvSpPr txBox="1"/>
          <p:nvPr/>
        </p:nvSpPr>
        <p:spPr>
          <a:xfrm>
            <a:off x="7953120" y="4803125"/>
            <a:ext cx="115608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바우처별 </a:t>
            </a:r>
            <a:r>
              <a:rPr lang="en-US" altLang="ko-KR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4X2 </a:t>
            </a: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줄씩 출력</a:t>
            </a:r>
          </a:p>
        </p:txBody>
      </p:sp>
      <p:sp>
        <p:nvSpPr>
          <p:cNvPr id="132" name="사각형: 둥근 모서리 131">
            <a:extLst>
              <a:ext uri="{FF2B5EF4-FFF2-40B4-BE49-F238E27FC236}">
                <a16:creationId xmlns:a16="http://schemas.microsoft.com/office/drawing/2014/main" id="{296F1770-802A-F809-7994-13B5299A46F6}"/>
              </a:ext>
            </a:extLst>
          </p:cNvPr>
          <p:cNvSpPr/>
          <p:nvPr/>
        </p:nvSpPr>
        <p:spPr>
          <a:xfrm>
            <a:off x="9526604" y="2936629"/>
            <a:ext cx="427764" cy="1553762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B10D9D99-6680-9A1A-3608-3AA6DB76FC1C}"/>
              </a:ext>
            </a:extLst>
          </p:cNvPr>
          <p:cNvSpPr txBox="1"/>
          <p:nvPr/>
        </p:nvSpPr>
        <p:spPr>
          <a:xfrm>
            <a:off x="9446386" y="2973639"/>
            <a:ext cx="562975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최근 본 상품</a:t>
            </a:r>
          </a:p>
        </p:txBody>
      </p:sp>
      <p:sp>
        <p:nvSpPr>
          <p:cNvPr id="160" name="순서도: 연결자 159">
            <a:extLst>
              <a:ext uri="{FF2B5EF4-FFF2-40B4-BE49-F238E27FC236}">
                <a16:creationId xmlns:a16="http://schemas.microsoft.com/office/drawing/2014/main" id="{FB73EAB2-2F0A-E618-751A-9AC7C4AFAB79}"/>
              </a:ext>
            </a:extLst>
          </p:cNvPr>
          <p:cNvSpPr/>
          <p:nvPr/>
        </p:nvSpPr>
        <p:spPr>
          <a:xfrm>
            <a:off x="9556395" y="3201138"/>
            <a:ext cx="384340" cy="38434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2" name="순서도: 연결자 161">
            <a:extLst>
              <a:ext uri="{FF2B5EF4-FFF2-40B4-BE49-F238E27FC236}">
                <a16:creationId xmlns:a16="http://schemas.microsoft.com/office/drawing/2014/main" id="{45F6BB5D-5943-DBF4-CC2F-C510B762A0F6}"/>
              </a:ext>
            </a:extLst>
          </p:cNvPr>
          <p:cNvSpPr/>
          <p:nvPr/>
        </p:nvSpPr>
        <p:spPr>
          <a:xfrm>
            <a:off x="9548316" y="3607085"/>
            <a:ext cx="384340" cy="38434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4" name="순서도: 연결자 163">
            <a:extLst>
              <a:ext uri="{FF2B5EF4-FFF2-40B4-BE49-F238E27FC236}">
                <a16:creationId xmlns:a16="http://schemas.microsoft.com/office/drawing/2014/main" id="{A3B78153-120F-C913-ABF7-6A6DA954B1CD}"/>
              </a:ext>
            </a:extLst>
          </p:cNvPr>
          <p:cNvSpPr/>
          <p:nvPr/>
        </p:nvSpPr>
        <p:spPr>
          <a:xfrm>
            <a:off x="9548316" y="4021315"/>
            <a:ext cx="384340" cy="38434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6" name="모서리가 둥근 직사각형 114">
            <a:extLst>
              <a:ext uri="{FF2B5EF4-FFF2-40B4-BE49-F238E27FC236}">
                <a16:creationId xmlns:a16="http://schemas.microsoft.com/office/drawing/2014/main" id="{9F76854F-8413-D029-82B5-74F7436990C7}"/>
              </a:ext>
            </a:extLst>
          </p:cNvPr>
          <p:cNvSpPr/>
          <p:nvPr/>
        </p:nvSpPr>
        <p:spPr>
          <a:xfrm>
            <a:off x="9732207" y="284353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6-1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68" name="모서리가 둥근 직사각형 114">
            <a:extLst>
              <a:ext uri="{FF2B5EF4-FFF2-40B4-BE49-F238E27FC236}">
                <a16:creationId xmlns:a16="http://schemas.microsoft.com/office/drawing/2014/main" id="{7E6EE2F0-DD5C-4C3D-E07D-DF216A913BC9}"/>
              </a:ext>
            </a:extLst>
          </p:cNvPr>
          <p:cNvSpPr/>
          <p:nvPr/>
        </p:nvSpPr>
        <p:spPr>
          <a:xfrm>
            <a:off x="9843288" y="441780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6-2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70" name="순서도: 연결자 169">
            <a:extLst>
              <a:ext uri="{FF2B5EF4-FFF2-40B4-BE49-F238E27FC236}">
                <a16:creationId xmlns:a16="http://schemas.microsoft.com/office/drawing/2014/main" id="{3A41AFF2-C079-3E5C-1276-0D0616ADE654}"/>
              </a:ext>
            </a:extLst>
          </p:cNvPr>
          <p:cNvSpPr/>
          <p:nvPr/>
        </p:nvSpPr>
        <p:spPr>
          <a:xfrm>
            <a:off x="9556395" y="4511998"/>
            <a:ext cx="384340" cy="384340"/>
          </a:xfrm>
          <a:prstGeom prst="flowChartConnector">
            <a:avLst/>
          </a:prstGeom>
          <a:solidFill>
            <a:srgbClr val="0070C0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</a:rPr>
              <a:t>^</a:t>
            </a:r>
          </a:p>
          <a:p>
            <a:pPr algn="ctr"/>
            <a:r>
              <a:rPr lang="en-US" altLang="ko-KR" sz="700" dirty="0">
                <a:solidFill>
                  <a:schemeClr val="bg1"/>
                </a:solidFill>
              </a:rPr>
              <a:t>TOP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7614E536-F37B-C6CC-7E1E-E74AC6A51E81}"/>
              </a:ext>
            </a:extLst>
          </p:cNvPr>
          <p:cNvCxnSpPr>
            <a:cxnSpLocks/>
          </p:cNvCxnSpPr>
          <p:nvPr/>
        </p:nvCxnSpPr>
        <p:spPr>
          <a:xfrm>
            <a:off x="288281" y="640272"/>
            <a:ext cx="0" cy="384097"/>
          </a:xfrm>
          <a:prstGeom prst="straightConnector1">
            <a:avLst/>
          </a:prstGeom>
          <a:ln w="3175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C6BB384C-2946-C1CD-DBBB-48B9C8FDBCB8}"/>
              </a:ext>
            </a:extLst>
          </p:cNvPr>
          <p:cNvSpPr txBox="1"/>
          <p:nvPr/>
        </p:nvSpPr>
        <p:spPr>
          <a:xfrm>
            <a:off x="288281" y="668625"/>
            <a:ext cx="1388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화면 스크롤 다운 시</a:t>
            </a:r>
            <a:r>
              <a:rPr lang="en-US" altLang="ko-KR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</a:p>
          <a:p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해당 영역 항시 </a:t>
            </a:r>
            <a:r>
              <a:rPr lang="en-US" altLang="ko-KR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TOP</a:t>
            </a: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으로 고정</a:t>
            </a: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A4B23A4D-0CE8-2478-EB7B-3693AA6B3045}"/>
              </a:ext>
            </a:extLst>
          </p:cNvPr>
          <p:cNvSpPr/>
          <p:nvPr/>
        </p:nvSpPr>
        <p:spPr>
          <a:xfrm>
            <a:off x="6480969" y="761871"/>
            <a:ext cx="1097843" cy="230833"/>
          </a:xfrm>
          <a:prstGeom prst="round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lang="ko-KR" alt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611F2CE-D9E1-168E-08A4-4DDFA2CA62DB}"/>
              </a:ext>
            </a:extLst>
          </p:cNvPr>
          <p:cNvSpPr txBox="1"/>
          <p:nvPr/>
        </p:nvSpPr>
        <p:spPr>
          <a:xfrm>
            <a:off x="6455708" y="754466"/>
            <a:ext cx="53572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bg1">
                    <a:lumMod val="6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검색</a:t>
            </a:r>
          </a:p>
        </p:txBody>
      </p:sp>
      <p:pic>
        <p:nvPicPr>
          <p:cNvPr id="45" name="그림 44">
            <a:extLst>
              <a:ext uri="{FF2B5EF4-FFF2-40B4-BE49-F238E27FC236}">
                <a16:creationId xmlns:a16="http://schemas.microsoft.com/office/drawing/2014/main" id="{7F3660DD-9F7C-567F-01DD-6378EC701A2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9832" r="76394" b="17169"/>
          <a:stretch>
            <a:fillRect/>
          </a:stretch>
        </p:blipFill>
        <p:spPr>
          <a:xfrm>
            <a:off x="7339320" y="781154"/>
            <a:ext cx="239492" cy="172355"/>
          </a:xfrm>
          <a:prstGeom prst="rect">
            <a:avLst/>
          </a:prstGeom>
        </p:spPr>
      </p:pic>
      <p:sp>
        <p:nvSpPr>
          <p:cNvPr id="36" name="직사각형 35">
            <a:extLst>
              <a:ext uri="{FF2B5EF4-FFF2-40B4-BE49-F238E27FC236}">
                <a16:creationId xmlns:a16="http://schemas.microsoft.com/office/drawing/2014/main" id="{4C2F7E52-EF92-236D-942B-CAF0647F9453}"/>
              </a:ext>
            </a:extLst>
          </p:cNvPr>
          <p:cNvSpPr/>
          <p:nvPr/>
        </p:nvSpPr>
        <p:spPr>
          <a:xfrm>
            <a:off x="2257677" y="6232862"/>
            <a:ext cx="1355696" cy="18814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9CDBD03A-324B-EB77-4094-1F77E0CD351F}"/>
              </a:ext>
            </a:extLst>
          </p:cNvPr>
          <p:cNvSpPr/>
          <p:nvPr/>
        </p:nvSpPr>
        <p:spPr>
          <a:xfrm>
            <a:off x="6697845" y="6206348"/>
            <a:ext cx="1310400" cy="18814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01054066-5677-658F-A23A-197EF83B4040}"/>
              </a:ext>
            </a:extLst>
          </p:cNvPr>
          <p:cNvSpPr/>
          <p:nvPr/>
        </p:nvSpPr>
        <p:spPr>
          <a:xfrm>
            <a:off x="3731350" y="6232862"/>
            <a:ext cx="1355696" cy="18814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B225A6EB-2C3F-F2B1-AC2A-EFA669BCEE45}"/>
              </a:ext>
            </a:extLst>
          </p:cNvPr>
          <p:cNvSpPr/>
          <p:nvPr/>
        </p:nvSpPr>
        <p:spPr>
          <a:xfrm>
            <a:off x="5231500" y="6221131"/>
            <a:ext cx="1355696" cy="18814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07843B4A-D65C-9D74-983C-271313344D4C}"/>
              </a:ext>
            </a:extLst>
          </p:cNvPr>
          <p:cNvGrpSpPr/>
          <p:nvPr/>
        </p:nvGrpSpPr>
        <p:grpSpPr>
          <a:xfrm>
            <a:off x="2282010" y="4269170"/>
            <a:ext cx="482570" cy="207749"/>
            <a:chOff x="5613970" y="995901"/>
            <a:chExt cx="482570" cy="207749"/>
          </a:xfrm>
        </p:grpSpPr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id="{912BFF61-0D3A-75F5-7B16-D19ABA36F3FD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788F644E-1CBA-A185-FEA9-3A8F42E0F9A5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BBABD4AE-0267-1033-7E73-BA2506507A9A}"/>
              </a:ext>
            </a:extLst>
          </p:cNvPr>
          <p:cNvGrpSpPr/>
          <p:nvPr/>
        </p:nvGrpSpPr>
        <p:grpSpPr>
          <a:xfrm>
            <a:off x="2621288" y="4267057"/>
            <a:ext cx="415498" cy="207749"/>
            <a:chOff x="5585876" y="994409"/>
            <a:chExt cx="415498" cy="207749"/>
          </a:xfrm>
        </p:grpSpPr>
        <p:sp>
          <p:nvSpPr>
            <p:cNvPr id="62" name="사각형: 둥근 모서리 61">
              <a:extLst>
                <a:ext uri="{FF2B5EF4-FFF2-40B4-BE49-F238E27FC236}">
                  <a16:creationId xmlns:a16="http://schemas.microsoft.com/office/drawing/2014/main" id="{5176E257-385F-48D6-EC3F-5FCDE4C9BE6A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3435B5DE-230D-EEEC-DA66-914AD357A618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sp>
        <p:nvSpPr>
          <p:cNvPr id="81" name="TextBox 80">
            <a:extLst>
              <a:ext uri="{FF2B5EF4-FFF2-40B4-BE49-F238E27FC236}">
                <a16:creationId xmlns:a16="http://schemas.microsoft.com/office/drawing/2014/main" id="{39431939-2E25-B6CC-5B4E-6995894BCF60}"/>
              </a:ext>
            </a:extLst>
          </p:cNvPr>
          <p:cNvSpPr txBox="1"/>
          <p:nvPr/>
        </p:nvSpPr>
        <p:spPr>
          <a:xfrm>
            <a:off x="2628700" y="5804014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5F8105BD-38FD-FA9C-8A5E-3AED91126156}"/>
              </a:ext>
            </a:extLst>
          </p:cNvPr>
          <p:cNvCxnSpPr>
            <a:cxnSpLocks/>
          </p:cNvCxnSpPr>
          <p:nvPr/>
        </p:nvCxnSpPr>
        <p:spPr>
          <a:xfrm rot="-900000">
            <a:off x="2744616" y="5839973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extBox 88">
            <a:extLst>
              <a:ext uri="{FF2B5EF4-FFF2-40B4-BE49-F238E27FC236}">
                <a16:creationId xmlns:a16="http://schemas.microsoft.com/office/drawing/2014/main" id="{6B369282-3D98-D489-6B7E-90DFDDA4503C}"/>
              </a:ext>
            </a:extLst>
          </p:cNvPr>
          <p:cNvSpPr txBox="1"/>
          <p:nvPr/>
        </p:nvSpPr>
        <p:spPr>
          <a:xfrm>
            <a:off x="2275000" y="5984537"/>
            <a:ext cx="650738" cy="184666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z="600" spc="-120" dirty="0">
                <a:solidFill>
                  <a:srgbClr val="0070C0"/>
                </a:solidFill>
              </a:rPr>
              <a:t>기저귀</a:t>
            </a:r>
            <a:r>
              <a:rPr lang="en-US" altLang="ko-KR" sz="600" spc="-120" dirty="0">
                <a:solidFill>
                  <a:srgbClr val="0070C0"/>
                </a:solidFill>
              </a:rPr>
              <a:t>/</a:t>
            </a:r>
            <a:r>
              <a:rPr lang="ko-KR" altLang="en-US" sz="600" spc="-120" dirty="0">
                <a:solidFill>
                  <a:srgbClr val="0070C0"/>
                </a:solidFill>
              </a:rPr>
              <a:t>분유 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9BAE426D-1DF6-1736-4A4F-9F24A7577F64}"/>
              </a:ext>
            </a:extLst>
          </p:cNvPr>
          <p:cNvSpPr txBox="1"/>
          <p:nvPr/>
        </p:nvSpPr>
        <p:spPr>
          <a:xfrm>
            <a:off x="3765445" y="5991890"/>
            <a:ext cx="650738" cy="184666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z="600" spc="-120" dirty="0">
                <a:solidFill>
                  <a:srgbClr val="0070C0"/>
                </a:solidFill>
              </a:rPr>
              <a:t>기저귀</a:t>
            </a:r>
            <a:r>
              <a:rPr lang="en-US" altLang="ko-KR" sz="600" spc="-120" dirty="0">
                <a:solidFill>
                  <a:srgbClr val="0070C0"/>
                </a:solidFill>
              </a:rPr>
              <a:t>/</a:t>
            </a:r>
            <a:r>
              <a:rPr lang="ko-KR" altLang="en-US" sz="600" spc="-120" dirty="0">
                <a:solidFill>
                  <a:srgbClr val="0070C0"/>
                </a:solidFill>
              </a:rPr>
              <a:t>분유 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5F31CD18-9DF6-4C25-F803-00C88405BC1E}"/>
              </a:ext>
            </a:extLst>
          </p:cNvPr>
          <p:cNvSpPr txBox="1"/>
          <p:nvPr/>
        </p:nvSpPr>
        <p:spPr>
          <a:xfrm>
            <a:off x="5255890" y="5980940"/>
            <a:ext cx="650738" cy="184666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z="600" spc="-120" dirty="0">
                <a:solidFill>
                  <a:srgbClr val="0070C0"/>
                </a:solidFill>
              </a:rPr>
              <a:t>기저귀</a:t>
            </a:r>
            <a:r>
              <a:rPr lang="en-US" altLang="ko-KR" sz="600" spc="-120" dirty="0">
                <a:solidFill>
                  <a:srgbClr val="0070C0"/>
                </a:solidFill>
              </a:rPr>
              <a:t>/</a:t>
            </a:r>
            <a:r>
              <a:rPr lang="ko-KR" altLang="en-US" sz="600" spc="-120" dirty="0">
                <a:solidFill>
                  <a:srgbClr val="0070C0"/>
                </a:solidFill>
              </a:rPr>
              <a:t>분유 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C2AC2E6E-49AA-D82C-0794-C2F71981116A}"/>
              </a:ext>
            </a:extLst>
          </p:cNvPr>
          <p:cNvSpPr txBox="1"/>
          <p:nvPr/>
        </p:nvSpPr>
        <p:spPr>
          <a:xfrm>
            <a:off x="6716065" y="5980940"/>
            <a:ext cx="650738" cy="184666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z="600" spc="-120" dirty="0">
                <a:solidFill>
                  <a:srgbClr val="0070C0"/>
                </a:solidFill>
              </a:rPr>
              <a:t>기저귀</a:t>
            </a:r>
            <a:r>
              <a:rPr lang="en-US" altLang="ko-KR" sz="600" spc="-120" dirty="0">
                <a:solidFill>
                  <a:srgbClr val="0070C0"/>
                </a:solidFill>
              </a:rPr>
              <a:t>/</a:t>
            </a:r>
            <a:r>
              <a:rPr lang="ko-KR" altLang="en-US" sz="600" spc="-120" dirty="0">
                <a:solidFill>
                  <a:srgbClr val="0070C0"/>
                </a:solidFill>
              </a:rPr>
              <a:t>분유 </a:t>
            </a:r>
          </a:p>
        </p:txBody>
      </p:sp>
      <p:grpSp>
        <p:nvGrpSpPr>
          <p:cNvPr id="103" name="그룹 102">
            <a:extLst>
              <a:ext uri="{FF2B5EF4-FFF2-40B4-BE49-F238E27FC236}">
                <a16:creationId xmlns:a16="http://schemas.microsoft.com/office/drawing/2014/main" id="{A93EE076-D7D9-31A0-A35D-1E0BCD30BBC9}"/>
              </a:ext>
            </a:extLst>
          </p:cNvPr>
          <p:cNvGrpSpPr/>
          <p:nvPr/>
        </p:nvGrpSpPr>
        <p:grpSpPr>
          <a:xfrm>
            <a:off x="5272431" y="4260856"/>
            <a:ext cx="482570" cy="207749"/>
            <a:chOff x="5613970" y="995901"/>
            <a:chExt cx="482570" cy="207749"/>
          </a:xfrm>
        </p:grpSpPr>
        <p:sp>
          <p:nvSpPr>
            <p:cNvPr id="109" name="사각형: 둥근 모서리 108">
              <a:extLst>
                <a:ext uri="{FF2B5EF4-FFF2-40B4-BE49-F238E27FC236}">
                  <a16:creationId xmlns:a16="http://schemas.microsoft.com/office/drawing/2014/main" id="{B861790A-C5C7-4C56-0786-33BCFB73379F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CB13A2B6-CE73-35EA-AE4D-0BC46BC4874B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sp>
        <p:nvSpPr>
          <p:cNvPr id="112" name="TextBox 111">
            <a:extLst>
              <a:ext uri="{FF2B5EF4-FFF2-40B4-BE49-F238E27FC236}">
                <a16:creationId xmlns:a16="http://schemas.microsoft.com/office/drawing/2014/main" id="{365A041A-5BBE-D95A-2C55-B3DC94242716}"/>
              </a:ext>
            </a:extLst>
          </p:cNvPr>
          <p:cNvSpPr txBox="1"/>
          <p:nvPr/>
        </p:nvSpPr>
        <p:spPr>
          <a:xfrm>
            <a:off x="5543219" y="5797930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5</a:t>
            </a: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5,000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114" name="직선 연결선 113">
            <a:extLst>
              <a:ext uri="{FF2B5EF4-FFF2-40B4-BE49-F238E27FC236}">
                <a16:creationId xmlns:a16="http://schemas.microsoft.com/office/drawing/2014/main" id="{FBF4BD87-9D76-6C09-74E3-51B7146A54A2}"/>
              </a:ext>
            </a:extLst>
          </p:cNvPr>
          <p:cNvCxnSpPr>
            <a:cxnSpLocks/>
          </p:cNvCxnSpPr>
          <p:nvPr/>
        </p:nvCxnSpPr>
        <p:spPr>
          <a:xfrm rot="-900000">
            <a:off x="5659135" y="5833889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0" name="그룹 119">
            <a:extLst>
              <a:ext uri="{FF2B5EF4-FFF2-40B4-BE49-F238E27FC236}">
                <a16:creationId xmlns:a16="http://schemas.microsoft.com/office/drawing/2014/main" id="{1AE6F149-9CEB-C3EF-9586-7C7F8F3C6514}"/>
              </a:ext>
            </a:extLst>
          </p:cNvPr>
          <p:cNvGrpSpPr/>
          <p:nvPr/>
        </p:nvGrpSpPr>
        <p:grpSpPr>
          <a:xfrm>
            <a:off x="6702215" y="4255508"/>
            <a:ext cx="415498" cy="207749"/>
            <a:chOff x="5585876" y="994409"/>
            <a:chExt cx="415498" cy="207749"/>
          </a:xfrm>
        </p:grpSpPr>
        <p:sp>
          <p:nvSpPr>
            <p:cNvPr id="123" name="사각형: 둥근 모서리 122">
              <a:extLst>
                <a:ext uri="{FF2B5EF4-FFF2-40B4-BE49-F238E27FC236}">
                  <a16:creationId xmlns:a16="http://schemas.microsoft.com/office/drawing/2014/main" id="{4E266FD2-53C4-C5D5-5246-53D1833414F1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FEBF088A-CC09-5CBB-4EDE-A87BE6F61FC6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sp>
        <p:nvSpPr>
          <p:cNvPr id="17" name="모서리가 둥근 직사각형 114">
            <a:extLst>
              <a:ext uri="{FF2B5EF4-FFF2-40B4-BE49-F238E27FC236}">
                <a16:creationId xmlns:a16="http://schemas.microsoft.com/office/drawing/2014/main" id="{96D9AB64-F038-65D7-0C7F-D3076CF5F545}"/>
              </a:ext>
            </a:extLst>
          </p:cNvPr>
          <p:cNvSpPr/>
          <p:nvPr/>
        </p:nvSpPr>
        <p:spPr>
          <a:xfrm>
            <a:off x="7741869" y="4110632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6" name="하트 25">
            <a:extLst>
              <a:ext uri="{FF2B5EF4-FFF2-40B4-BE49-F238E27FC236}">
                <a16:creationId xmlns:a16="http://schemas.microsoft.com/office/drawing/2014/main" id="{A8CEE1AA-2A3B-DE33-43AB-CF10D3B8D750}"/>
              </a:ext>
            </a:extLst>
          </p:cNvPr>
          <p:cNvSpPr/>
          <p:nvPr/>
        </p:nvSpPr>
        <p:spPr>
          <a:xfrm>
            <a:off x="3352430" y="4277432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5" name="하트 34">
            <a:extLst>
              <a:ext uri="{FF2B5EF4-FFF2-40B4-BE49-F238E27FC236}">
                <a16:creationId xmlns:a16="http://schemas.microsoft.com/office/drawing/2014/main" id="{99F73818-3999-0025-2519-64E61D6D27A5}"/>
              </a:ext>
            </a:extLst>
          </p:cNvPr>
          <p:cNvSpPr/>
          <p:nvPr/>
        </p:nvSpPr>
        <p:spPr>
          <a:xfrm>
            <a:off x="6291853" y="4277432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7" name="하트 36">
            <a:extLst>
              <a:ext uri="{FF2B5EF4-FFF2-40B4-BE49-F238E27FC236}">
                <a16:creationId xmlns:a16="http://schemas.microsoft.com/office/drawing/2014/main" id="{3060EB38-9602-2E8D-FA59-CF21D3C99697}"/>
              </a:ext>
            </a:extLst>
          </p:cNvPr>
          <p:cNvSpPr/>
          <p:nvPr/>
        </p:nvSpPr>
        <p:spPr>
          <a:xfrm>
            <a:off x="4837005" y="4277432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0" name="하트 89">
            <a:extLst>
              <a:ext uri="{FF2B5EF4-FFF2-40B4-BE49-F238E27FC236}">
                <a16:creationId xmlns:a16="http://schemas.microsoft.com/office/drawing/2014/main" id="{253DEF8C-B149-2704-3F1C-FA86C22F7BD6}"/>
              </a:ext>
            </a:extLst>
          </p:cNvPr>
          <p:cNvSpPr/>
          <p:nvPr/>
        </p:nvSpPr>
        <p:spPr>
          <a:xfrm>
            <a:off x="7787092" y="4279653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95" name="그림 94">
            <a:extLst>
              <a:ext uri="{FF2B5EF4-FFF2-40B4-BE49-F238E27FC236}">
                <a16:creationId xmlns:a16="http://schemas.microsoft.com/office/drawing/2014/main" id="{ED0E5C22-FA14-B55F-7D72-6F91F70029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92860" y="6243551"/>
            <a:ext cx="159684" cy="144780"/>
          </a:xfrm>
          <a:prstGeom prst="rect">
            <a:avLst/>
          </a:prstGeom>
        </p:spPr>
      </p:pic>
      <p:pic>
        <p:nvPicPr>
          <p:cNvPr id="98" name="그림 97">
            <a:extLst>
              <a:ext uri="{FF2B5EF4-FFF2-40B4-BE49-F238E27FC236}">
                <a16:creationId xmlns:a16="http://schemas.microsoft.com/office/drawing/2014/main" id="{AD50C38B-C75D-42C2-EDAD-B19FA7EADB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64949" y="6254544"/>
            <a:ext cx="159684" cy="144780"/>
          </a:xfrm>
          <a:prstGeom prst="rect">
            <a:avLst/>
          </a:prstGeom>
        </p:spPr>
      </p:pic>
      <p:pic>
        <p:nvPicPr>
          <p:cNvPr id="100" name="그림 99">
            <a:extLst>
              <a:ext uri="{FF2B5EF4-FFF2-40B4-BE49-F238E27FC236}">
                <a16:creationId xmlns:a16="http://schemas.microsoft.com/office/drawing/2014/main" id="{054C2297-8E70-04B1-5C55-4A7842AC2A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47789" y="6242813"/>
            <a:ext cx="159684" cy="144780"/>
          </a:xfrm>
          <a:prstGeom prst="rect">
            <a:avLst/>
          </a:prstGeom>
        </p:spPr>
      </p:pic>
      <p:pic>
        <p:nvPicPr>
          <p:cNvPr id="104" name="그림 103">
            <a:extLst>
              <a:ext uri="{FF2B5EF4-FFF2-40B4-BE49-F238E27FC236}">
                <a16:creationId xmlns:a16="http://schemas.microsoft.com/office/drawing/2014/main" id="{36490DA5-2027-7D2A-042C-4AC44AE807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2607" y="6228030"/>
            <a:ext cx="159684" cy="144780"/>
          </a:xfrm>
          <a:prstGeom prst="rect">
            <a:avLst/>
          </a:prstGeom>
        </p:spPr>
      </p:pic>
      <p:sp>
        <p:nvSpPr>
          <p:cNvPr id="116" name="직사각형 115">
            <a:extLst>
              <a:ext uri="{FF2B5EF4-FFF2-40B4-BE49-F238E27FC236}">
                <a16:creationId xmlns:a16="http://schemas.microsoft.com/office/drawing/2014/main" id="{623612FB-7788-0C55-6A28-4F620BD9C4CE}"/>
              </a:ext>
            </a:extLst>
          </p:cNvPr>
          <p:cNvSpPr/>
          <p:nvPr/>
        </p:nvSpPr>
        <p:spPr bwMode="auto">
          <a:xfrm>
            <a:off x="12961937" y="0"/>
            <a:ext cx="2808063" cy="594726"/>
          </a:xfrm>
          <a:prstGeom prst="rect">
            <a:avLst/>
          </a:prstGeom>
          <a:solidFill>
            <a:srgbClr val="1F497D">
              <a:lumMod val="20000"/>
              <a:lumOff val="8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7/8 0.05v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7/7 </a:t>
            </a:r>
            <a:r>
              <a:rPr kumimoji="1" lang="ko-KR" altLang="en-US" sz="800" b="1" kern="0" spc="-15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트라이언소프트</a:t>
            </a:r>
            <a:r>
              <a:rPr kumimoji="1" lang="ko-KR" altLang="en-US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추가요청사항 반영</a:t>
            </a:r>
            <a:r>
              <a:rPr kumimoji="1" lang="en-US" altLang="ko-KR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kumimoji="1" lang="ko-KR" altLang="en-US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권용현</a:t>
            </a:r>
            <a:r>
              <a:rPr kumimoji="1" lang="en-US" altLang="ko-KR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C,</a:t>
            </a:r>
            <a:r>
              <a:rPr kumimoji="1" lang="ko-KR" altLang="en-US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조상희</a:t>
            </a:r>
            <a:r>
              <a:rPr kumimoji="1" lang="en-US" altLang="ko-KR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B)</a:t>
            </a:r>
          </a:p>
          <a:p>
            <a:pPr marL="171450" marR="0" lvl="0" indent="-17145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kumimoji="1" lang="ko-KR" altLang="en-US" sz="800" i="0" u="none" strike="noStrike" kern="0" cap="none" spc="-15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찜하기</a:t>
            </a:r>
            <a:r>
              <a:rPr kumimoji="1" lang="ko-KR" altLang="en-US" sz="800" i="0" u="none" strike="noStrike" kern="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기능 추가</a:t>
            </a:r>
            <a:endParaRPr kumimoji="1" lang="en-US" altLang="ko-KR" sz="800" i="0" u="none" strike="noStrike" kern="0" cap="none" spc="-1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marR="0" lvl="0" indent="-17145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kumimoji="1" lang="ko-KR" altLang="en-US" sz="800" kern="0" spc="-15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바로구매</a:t>
            </a:r>
            <a:r>
              <a:rPr kumimoji="1" lang="ko-KR" altLang="en-US" sz="800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버튼 삭제 </a:t>
            </a:r>
            <a:endParaRPr kumimoji="1" lang="ko-KR" altLang="en-US" sz="800" i="0" u="none" strike="noStrike" kern="0" cap="none" spc="-1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012994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E5462291-CA88-2129-4C35-22C4456D01FE}"/>
              </a:ext>
            </a:extLst>
          </p:cNvPr>
          <p:cNvSpPr txBox="1"/>
          <p:nvPr/>
        </p:nvSpPr>
        <p:spPr>
          <a:xfrm>
            <a:off x="2163097" y="1526484"/>
            <a:ext cx="15375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fontAlgn="t">
              <a:buNone/>
              <a:defRPr sz="800" b="0" i="0">
                <a:solidFill>
                  <a:srgbClr val="333333"/>
                </a:solidFill>
                <a:effectLst/>
                <a:latin typeface="+mn-ea"/>
              </a:defRPr>
            </a:lvl1pPr>
          </a:lstStyle>
          <a:p>
            <a:r>
              <a:rPr lang="ko-KR" altLang="ko-KR" spc="-150" dirty="0"/>
              <a:t>[</a:t>
            </a:r>
            <a:r>
              <a:rPr lang="ko-KR" altLang="en-US" spc="-150" dirty="0"/>
              <a:t>깨끗한나라</a:t>
            </a:r>
            <a:r>
              <a:rPr lang="ko-KR" altLang="ko-KR" spc="-150" dirty="0"/>
              <a:t>] </a:t>
            </a:r>
            <a:endParaRPr lang="en-US" altLang="ko-KR" spc="-150" dirty="0"/>
          </a:p>
          <a:p>
            <a:r>
              <a:rPr lang="ko-KR" altLang="en-US" spc="-150" dirty="0"/>
              <a:t>프리미엄급 </a:t>
            </a:r>
            <a:r>
              <a:rPr lang="ko-KR" altLang="en-US" spc="-150" dirty="0" err="1"/>
              <a:t>디어스킨</a:t>
            </a:r>
            <a:r>
              <a:rPr lang="ko-KR" altLang="en-US" spc="-150" dirty="0"/>
              <a:t> </a:t>
            </a:r>
            <a:r>
              <a:rPr lang="ko-KR" altLang="en-US" spc="-150" dirty="0" err="1"/>
              <a:t>리얼</a:t>
            </a:r>
            <a:r>
              <a:rPr lang="ko-KR" altLang="en-US" spc="-150" dirty="0"/>
              <a:t> </a:t>
            </a:r>
            <a:r>
              <a:rPr lang="ko-KR" altLang="en-US" spc="-150" dirty="0" err="1"/>
              <a:t>모딜</a:t>
            </a:r>
            <a:r>
              <a:rPr lang="ko-KR" altLang="en-US" spc="-150" dirty="0"/>
              <a:t> 중형</a:t>
            </a:r>
            <a:r>
              <a:rPr lang="ko-KR" altLang="ko-KR" spc="-150" dirty="0"/>
              <a:t> </a:t>
            </a:r>
            <a:endParaRPr lang="en-US" altLang="ko-KR" spc="-150" dirty="0"/>
          </a:p>
          <a:p>
            <a:endParaRPr lang="en-US" altLang="ko-KR" dirty="0"/>
          </a:p>
          <a:p>
            <a:r>
              <a:rPr lang="en-US" altLang="ko-KR" dirty="0"/>
              <a:t>32P(16+16)</a:t>
            </a:r>
            <a:endParaRPr lang="ko-KR" altLang="ko-KR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B83E81B-2D01-F901-88DD-E66F50613B51}"/>
              </a:ext>
            </a:extLst>
          </p:cNvPr>
          <p:cNvSpPr txBox="1"/>
          <p:nvPr/>
        </p:nvSpPr>
        <p:spPr>
          <a:xfrm>
            <a:off x="2325340" y="2024733"/>
            <a:ext cx="13400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900" b="1" dirty="0">
                <a:solidFill>
                  <a:srgbClr val="333333"/>
                </a:solidFill>
                <a:latin typeface="+mn-ea"/>
              </a:rPr>
              <a:t>8,9</a:t>
            </a:r>
            <a:r>
              <a:rPr lang="en-US" altLang="ko-KR" sz="900" b="1" i="0" dirty="0">
                <a:solidFill>
                  <a:srgbClr val="333333"/>
                </a:solidFill>
                <a:effectLst/>
                <a:latin typeface="+mn-ea"/>
              </a:rPr>
              <a:t>00</a:t>
            </a:r>
            <a:r>
              <a:rPr lang="ko-KR" altLang="en-US" sz="900" b="1" i="0" dirty="0">
                <a:solidFill>
                  <a:srgbClr val="333333"/>
                </a:solidFill>
                <a:effectLst/>
                <a:latin typeface="+mn-ea"/>
              </a:rPr>
              <a:t>원</a:t>
            </a:r>
            <a:endParaRPr lang="ko-KR" altLang="ko-KR" sz="900" b="1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9F1B27-FF6F-7DB0-FF12-447AF8FBB056}"/>
              </a:ext>
            </a:extLst>
          </p:cNvPr>
          <p:cNvSpPr txBox="1"/>
          <p:nvPr/>
        </p:nvSpPr>
        <p:spPr>
          <a:xfrm>
            <a:off x="3694122" y="1568187"/>
            <a:ext cx="15375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fontAlgn="t">
              <a:buNone/>
              <a:defRPr sz="800" b="0" i="0">
                <a:solidFill>
                  <a:srgbClr val="333333"/>
                </a:solidFill>
                <a:effectLst/>
                <a:latin typeface="+mn-ea"/>
              </a:defRPr>
            </a:lvl1pPr>
          </a:lstStyle>
          <a:p>
            <a:r>
              <a:rPr lang="ko-KR" altLang="ko-KR" spc="-150" dirty="0"/>
              <a:t>[</a:t>
            </a:r>
            <a:r>
              <a:rPr lang="ko-KR" altLang="en-US" spc="-150" dirty="0" err="1"/>
              <a:t>바디피트</a:t>
            </a:r>
            <a:r>
              <a:rPr lang="ko-KR" altLang="ko-KR" spc="-150" dirty="0"/>
              <a:t>] </a:t>
            </a:r>
            <a:endParaRPr lang="en-US" altLang="ko-KR" spc="-150" dirty="0"/>
          </a:p>
          <a:p>
            <a:r>
              <a:rPr lang="ko-KR" altLang="en-US" spc="-150" dirty="0"/>
              <a:t>천연코튼 </a:t>
            </a:r>
            <a:r>
              <a:rPr lang="ko-KR" altLang="en-US" spc="-150" dirty="0" err="1"/>
              <a:t>팬티라이너</a:t>
            </a:r>
            <a:r>
              <a:rPr lang="ko-KR" altLang="en-US" spc="-150" dirty="0"/>
              <a:t> 일반 </a:t>
            </a:r>
            <a:r>
              <a:rPr lang="ko-KR" altLang="en-US" spc="-150" dirty="0" err="1"/>
              <a:t>무향</a:t>
            </a:r>
            <a:r>
              <a:rPr lang="ko-KR" altLang="ko-KR" spc="-150" dirty="0"/>
              <a:t> </a:t>
            </a:r>
            <a:endParaRPr lang="en-US" altLang="ko-KR" spc="-150" dirty="0"/>
          </a:p>
          <a:p>
            <a:endParaRPr lang="en-US" altLang="ko-KR" dirty="0"/>
          </a:p>
          <a:p>
            <a:r>
              <a:rPr lang="en-US" altLang="ko-KR" dirty="0"/>
              <a:t>120p(40Px3)</a:t>
            </a:r>
            <a:endParaRPr lang="ko-KR" altLang="ko-KR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1D547BB-F7DF-083C-50BF-53B7EBB77B22}"/>
              </a:ext>
            </a:extLst>
          </p:cNvPr>
          <p:cNvSpPr txBox="1"/>
          <p:nvPr/>
        </p:nvSpPr>
        <p:spPr>
          <a:xfrm>
            <a:off x="3738754" y="2040317"/>
            <a:ext cx="145485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900" b="1" dirty="0">
                <a:solidFill>
                  <a:srgbClr val="333333"/>
                </a:solidFill>
                <a:latin typeface="+mn-ea"/>
              </a:rPr>
              <a:t>10</a:t>
            </a:r>
            <a:r>
              <a:rPr lang="en-US" altLang="ko-KR" sz="900" b="1" i="0" dirty="0">
                <a:solidFill>
                  <a:srgbClr val="333333"/>
                </a:solidFill>
                <a:effectLst/>
                <a:latin typeface="+mn-ea"/>
              </a:rPr>
              <a:t>,400</a:t>
            </a:r>
            <a:r>
              <a:rPr lang="ko-KR" altLang="en-US" sz="900" b="1" i="0" dirty="0">
                <a:solidFill>
                  <a:srgbClr val="333333"/>
                </a:solidFill>
                <a:effectLst/>
                <a:latin typeface="+mn-ea"/>
              </a:rPr>
              <a:t>원</a:t>
            </a:r>
            <a:endParaRPr lang="ko-KR" altLang="ko-KR" sz="900" b="1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4AD9C9E-2DCF-23B3-2D16-44FB838D00D0}"/>
              </a:ext>
            </a:extLst>
          </p:cNvPr>
          <p:cNvSpPr txBox="1"/>
          <p:nvPr/>
        </p:nvSpPr>
        <p:spPr>
          <a:xfrm>
            <a:off x="5125099" y="1576292"/>
            <a:ext cx="1537570" cy="592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buNone/>
            </a:pPr>
            <a:r>
              <a:rPr lang="ko-KR" altLang="ko-KR" sz="750" b="0" i="0" spc="-150" dirty="0">
                <a:solidFill>
                  <a:srgbClr val="333333"/>
                </a:solidFill>
                <a:effectLst/>
                <a:latin typeface="+mn-ea"/>
              </a:rPr>
              <a:t>[</a:t>
            </a:r>
            <a:r>
              <a:rPr lang="ko-KR" altLang="en-US" sz="750" spc="-150" dirty="0" err="1">
                <a:solidFill>
                  <a:srgbClr val="333333"/>
                </a:solidFill>
                <a:latin typeface="+mn-ea"/>
              </a:rPr>
              <a:t>좋은느낌</a:t>
            </a:r>
            <a:r>
              <a:rPr lang="ko-KR" altLang="ko-KR" sz="750" b="0" i="0" spc="-150" dirty="0">
                <a:solidFill>
                  <a:srgbClr val="333333"/>
                </a:solidFill>
                <a:effectLst/>
                <a:latin typeface="+mn-ea"/>
              </a:rPr>
              <a:t>] </a:t>
            </a:r>
            <a:endParaRPr lang="en-US" altLang="ko-KR" sz="750" b="0" i="0" spc="-150" dirty="0">
              <a:solidFill>
                <a:srgbClr val="333333"/>
              </a:solidFill>
              <a:effectLst/>
              <a:latin typeface="+mn-ea"/>
            </a:endParaRPr>
          </a:p>
          <a:p>
            <a:pPr algn="l" fontAlgn="t">
              <a:buNone/>
            </a:pPr>
            <a:r>
              <a:rPr lang="ko-KR" altLang="en-US" sz="800" b="0" i="0" spc="-150" dirty="0" err="1">
                <a:solidFill>
                  <a:srgbClr val="333333"/>
                </a:solidFill>
                <a:effectLst/>
                <a:latin typeface="+mn-ea"/>
              </a:rPr>
              <a:t>좋은느낌</a:t>
            </a:r>
            <a:r>
              <a:rPr lang="ko-KR" altLang="en-US" sz="800" b="0" i="0" spc="-150" dirty="0">
                <a:solidFill>
                  <a:srgbClr val="333333"/>
                </a:solidFill>
                <a:effectLst/>
                <a:latin typeface="+mn-ea"/>
              </a:rPr>
              <a:t> 순수 울트라 날개 대형 </a:t>
            </a:r>
            <a:endParaRPr lang="en-US" altLang="ko-KR" sz="800" b="0" i="0" spc="-150" dirty="0">
              <a:solidFill>
                <a:srgbClr val="333333"/>
              </a:solidFill>
              <a:effectLst/>
              <a:latin typeface="+mn-ea"/>
            </a:endParaRPr>
          </a:p>
          <a:p>
            <a:pPr algn="l" fontAlgn="t">
              <a:buNone/>
            </a:pPr>
            <a:endParaRPr lang="en-US" altLang="ko-KR" sz="900" b="0" i="0" spc="-150" dirty="0">
              <a:solidFill>
                <a:srgbClr val="333333"/>
              </a:solidFill>
              <a:effectLst/>
              <a:latin typeface="+mn-ea"/>
            </a:endParaRPr>
          </a:p>
          <a:p>
            <a:pPr algn="l" fontAlgn="t">
              <a:buNone/>
            </a:pPr>
            <a:r>
              <a:rPr lang="en-US" altLang="ko-KR" sz="800" b="0" i="0" spc="-150" dirty="0">
                <a:solidFill>
                  <a:srgbClr val="333333"/>
                </a:solidFill>
                <a:effectLst/>
                <a:latin typeface="+mn-ea"/>
              </a:rPr>
              <a:t>16</a:t>
            </a:r>
            <a:r>
              <a:rPr lang="ko-KR" altLang="en-US" sz="800" b="0" i="0" spc="-150" dirty="0">
                <a:solidFill>
                  <a:srgbClr val="333333"/>
                </a:solidFill>
                <a:effectLst/>
                <a:latin typeface="+mn-ea"/>
              </a:rPr>
              <a:t>매</a:t>
            </a:r>
            <a:r>
              <a:rPr lang="en-US" altLang="ko-KR" sz="800" b="0" i="0" spc="-150" dirty="0">
                <a:solidFill>
                  <a:srgbClr val="333333"/>
                </a:solidFill>
                <a:effectLst/>
                <a:latin typeface="+mn-ea"/>
              </a:rPr>
              <a:t>X 2</a:t>
            </a:r>
            <a:r>
              <a:rPr lang="ko-KR" altLang="en-US" sz="800" b="0" i="0" spc="-150" dirty="0">
                <a:solidFill>
                  <a:srgbClr val="333333"/>
                </a:solidFill>
                <a:effectLst/>
                <a:latin typeface="+mn-ea"/>
              </a:rPr>
              <a:t>팩</a:t>
            </a:r>
            <a:r>
              <a:rPr lang="en-US" altLang="ko-KR" sz="800" b="0" i="0" spc="-150" dirty="0">
                <a:solidFill>
                  <a:srgbClr val="333333"/>
                </a:solidFill>
                <a:effectLst/>
                <a:latin typeface="+mn-ea"/>
              </a:rPr>
              <a:t>(EA)</a:t>
            </a:r>
            <a:endParaRPr lang="ko-KR" altLang="ko-KR" sz="800" b="0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9C5C054-672D-3974-CB11-C506AD21299D}"/>
              </a:ext>
            </a:extLst>
          </p:cNvPr>
          <p:cNvSpPr txBox="1"/>
          <p:nvPr/>
        </p:nvSpPr>
        <p:spPr>
          <a:xfrm>
            <a:off x="5315989" y="2001763"/>
            <a:ext cx="13104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900" b="1" dirty="0">
                <a:solidFill>
                  <a:srgbClr val="333333"/>
                </a:solidFill>
                <a:latin typeface="+mn-ea"/>
              </a:rPr>
              <a:t>7</a:t>
            </a:r>
            <a:r>
              <a:rPr lang="en-US" altLang="ko-KR" sz="900" b="1" i="0" dirty="0">
                <a:solidFill>
                  <a:srgbClr val="333333"/>
                </a:solidFill>
                <a:effectLst/>
                <a:latin typeface="+mn-ea"/>
              </a:rPr>
              <a:t>,000</a:t>
            </a:r>
            <a:r>
              <a:rPr lang="ko-KR" altLang="en-US" sz="900" b="1" i="0" dirty="0">
                <a:solidFill>
                  <a:srgbClr val="333333"/>
                </a:solidFill>
                <a:effectLst/>
                <a:latin typeface="+mn-ea"/>
              </a:rPr>
              <a:t>원</a:t>
            </a:r>
            <a:endParaRPr lang="ko-KR" altLang="ko-KR" sz="900" b="1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8C2CFCFB-2BFA-07B5-F92D-D9911574CC5B}"/>
              </a:ext>
            </a:extLst>
          </p:cNvPr>
          <p:cNvSpPr/>
          <p:nvPr/>
        </p:nvSpPr>
        <p:spPr>
          <a:xfrm>
            <a:off x="86325" y="5621051"/>
            <a:ext cx="9972000" cy="1111585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24D9D687-C5A4-7C4C-5FFC-5649B24A7933}"/>
              </a:ext>
            </a:extLst>
          </p:cNvPr>
          <p:cNvSpPr/>
          <p:nvPr/>
        </p:nvSpPr>
        <p:spPr>
          <a:xfrm>
            <a:off x="2876893" y="4660346"/>
            <a:ext cx="4466809" cy="810177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434B346-6572-173B-0ED6-0FC2CD8D34B8}"/>
              </a:ext>
            </a:extLst>
          </p:cNvPr>
          <p:cNvSpPr txBox="1"/>
          <p:nvPr/>
        </p:nvSpPr>
        <p:spPr>
          <a:xfrm>
            <a:off x="2760964" y="4389960"/>
            <a:ext cx="7232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공지사항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6AF3440-1750-04BD-FB4C-A9C443CD6F5A}"/>
              </a:ext>
            </a:extLst>
          </p:cNvPr>
          <p:cNvSpPr txBox="1"/>
          <p:nvPr/>
        </p:nvSpPr>
        <p:spPr>
          <a:xfrm>
            <a:off x="2876895" y="4754371"/>
            <a:ext cx="230425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옵튜코리아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 </a:t>
            </a:r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하기스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박스 기획전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6815326-E713-99C4-3EDA-F7CDBD57C9BA}"/>
              </a:ext>
            </a:extLst>
          </p:cNvPr>
          <p:cNvSpPr txBox="1"/>
          <p:nvPr/>
        </p:nvSpPr>
        <p:spPr>
          <a:xfrm>
            <a:off x="6422507" y="4754371"/>
            <a:ext cx="78855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2026-06-11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90E0B53-5828-E364-696B-8E1BDC1EC5D8}"/>
              </a:ext>
            </a:extLst>
          </p:cNvPr>
          <p:cNvSpPr txBox="1"/>
          <p:nvPr/>
        </p:nvSpPr>
        <p:spPr>
          <a:xfrm>
            <a:off x="2876895" y="4971398"/>
            <a:ext cx="283372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올푸름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X </a:t>
            </a:r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킨도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&amp;</a:t>
            </a:r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마미포코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기획전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72D8A57-C80B-B920-B289-C38460BB31CD}"/>
              </a:ext>
            </a:extLst>
          </p:cNvPr>
          <p:cNvSpPr txBox="1"/>
          <p:nvPr/>
        </p:nvSpPr>
        <p:spPr>
          <a:xfrm>
            <a:off x="6422507" y="4971398"/>
            <a:ext cx="78855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2026-06-10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F85EB10-CC19-310B-0A35-38DAE61A115D}"/>
              </a:ext>
            </a:extLst>
          </p:cNvPr>
          <p:cNvSpPr txBox="1"/>
          <p:nvPr/>
        </p:nvSpPr>
        <p:spPr>
          <a:xfrm>
            <a:off x="2876894" y="5190815"/>
            <a:ext cx="317202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대디포베베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X </a:t>
            </a:r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로맘스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기획전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B860F87-A13A-5A46-7929-334A94DD92EF}"/>
              </a:ext>
            </a:extLst>
          </p:cNvPr>
          <p:cNvSpPr txBox="1"/>
          <p:nvPr/>
        </p:nvSpPr>
        <p:spPr>
          <a:xfrm>
            <a:off x="6422507" y="5190815"/>
            <a:ext cx="78855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2026-06-09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8C61ADB-E371-D0A4-9473-6222762E98B8}"/>
              </a:ext>
            </a:extLst>
          </p:cNvPr>
          <p:cNvSpPr txBox="1"/>
          <p:nvPr/>
        </p:nvSpPr>
        <p:spPr>
          <a:xfrm>
            <a:off x="6700969" y="4440487"/>
            <a:ext cx="67197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바로가기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endParaRPr lang="ko-KR" altLang="en-US" sz="900" u="sng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67F40953-CCC3-9DFE-22F2-AA9AEBF1A05E}"/>
              </a:ext>
            </a:extLst>
          </p:cNvPr>
          <p:cNvSpPr/>
          <p:nvPr/>
        </p:nvSpPr>
        <p:spPr>
          <a:xfrm>
            <a:off x="2859626" y="3482892"/>
            <a:ext cx="4484077" cy="83550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988A388-9A90-8601-387B-F16ED6056BAD}"/>
              </a:ext>
            </a:extLst>
          </p:cNvPr>
          <p:cNvSpPr txBox="1"/>
          <p:nvPr/>
        </p:nvSpPr>
        <p:spPr>
          <a:xfrm>
            <a:off x="2760964" y="3204746"/>
            <a:ext cx="10631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자주 찾는 문의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F7AA817-9A6A-33E9-71D5-271E5DEF46E3}"/>
              </a:ext>
            </a:extLst>
          </p:cNvPr>
          <p:cNvSpPr txBox="1"/>
          <p:nvPr/>
        </p:nvSpPr>
        <p:spPr>
          <a:xfrm>
            <a:off x="6671724" y="3233699"/>
            <a:ext cx="67197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바로가기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endParaRPr lang="ko-KR" altLang="en-US" sz="900" u="sng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2C2C4D3-D62E-F245-3B68-C980CF80E642}"/>
              </a:ext>
            </a:extLst>
          </p:cNvPr>
          <p:cNvSpPr txBox="1"/>
          <p:nvPr/>
        </p:nvSpPr>
        <p:spPr>
          <a:xfrm>
            <a:off x="2860421" y="3560711"/>
            <a:ext cx="437987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회원가입</a:t>
            </a:r>
            <a:r>
              <a:rPr lang="en-US" altLang="ko-KR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이용안내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                        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지원대상자가 자녀일 경우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자녀명으로 </a:t>
            </a:r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가입해야하나요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900" u="sng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934652D-A3AA-72CD-9A08-7A55316EB332}"/>
              </a:ext>
            </a:extLst>
          </p:cNvPr>
          <p:cNvSpPr txBox="1"/>
          <p:nvPr/>
        </p:nvSpPr>
        <p:spPr>
          <a:xfrm>
            <a:off x="2860422" y="3784772"/>
            <a:ext cx="435063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주문</a:t>
            </a:r>
            <a:r>
              <a:rPr lang="en-US" altLang="ko-KR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결제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                                                                                     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결제수단에는 어떤 것들이 있나요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900" u="sng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F0A75E4-A2EB-5C2A-F41D-C49ABCF49DC6}"/>
              </a:ext>
            </a:extLst>
          </p:cNvPr>
          <p:cNvSpPr txBox="1"/>
          <p:nvPr/>
        </p:nvSpPr>
        <p:spPr>
          <a:xfrm>
            <a:off x="2860420" y="4011223"/>
            <a:ext cx="444245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주문</a:t>
            </a:r>
            <a:r>
              <a:rPr lang="en-US" altLang="ko-KR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결제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                                                   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지원물품이 다른 바우처를 한번에 결제할 수 있나요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900" u="sng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EA4AE8-D7D6-98DE-89CB-144E07C6C012}"/>
              </a:ext>
            </a:extLst>
          </p:cNvPr>
          <p:cNvSpPr txBox="1"/>
          <p:nvPr/>
        </p:nvSpPr>
        <p:spPr>
          <a:xfrm>
            <a:off x="5303572" y="5811246"/>
            <a:ext cx="2736304" cy="6456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고객센터 </a:t>
            </a:r>
            <a:r>
              <a:rPr lang="en-US" altLang="ko-K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1833-8546</a:t>
            </a:r>
            <a:r>
              <a:rPr lang="en-US" altLang="ko-KR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</a:p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운영시간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09:00 ~ 18:00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주말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공휴일 휴무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점심시간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11:30 ~ 13:00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0899AA7-D86A-2BC1-42F8-608E27481D43}"/>
              </a:ext>
            </a:extLst>
          </p:cNvPr>
          <p:cNvSpPr txBox="1"/>
          <p:nvPr/>
        </p:nvSpPr>
        <p:spPr>
          <a:xfrm>
            <a:off x="7272186" y="5796533"/>
            <a:ext cx="2665167" cy="807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b="1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트라이언</a:t>
            </a:r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소프트㈜</a:t>
            </a:r>
            <a:endParaRPr lang="en-US" altLang="ko-KR" sz="800" b="1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대표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8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한창실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주소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서울 강남구 강남대로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566 </a:t>
            </a:r>
            <a:r>
              <a:rPr lang="ko-KR" altLang="en-US" sz="8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신영와코루빌딩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5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층</a:t>
            </a:r>
          </a:p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사업자등록번호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: 206-81-18204</a:t>
            </a:r>
          </a:p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통신판매업신고번호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: 2018-</a:t>
            </a:r>
            <a:r>
              <a:rPr lang="ko-KR" altLang="en-US" sz="8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서울강남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-04509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호</a:t>
            </a:r>
            <a:endParaRPr lang="en-US" altLang="ko-KR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2125447-C2DC-4236-D6C2-E63EA3F82B17}"/>
              </a:ext>
            </a:extLst>
          </p:cNvPr>
          <p:cNvSpPr txBox="1"/>
          <p:nvPr/>
        </p:nvSpPr>
        <p:spPr>
          <a:xfrm>
            <a:off x="4064323" y="5811246"/>
            <a:ext cx="1239249" cy="622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사용자 정보 확인</a:t>
            </a:r>
            <a:endParaRPr lang="en-US" altLang="ko-KR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이용약관</a:t>
            </a:r>
            <a:endParaRPr lang="en-US" altLang="ko-KR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b="1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개인정보 처리 방침</a:t>
            </a:r>
            <a:endParaRPr lang="ko-KR" altLang="en-US" sz="800" b="1" dirty="0">
              <a:solidFill>
                <a:srgbClr val="234DD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E77A4A3A-DDF5-1F04-D239-6671F785C02F}"/>
              </a:ext>
            </a:extLst>
          </p:cNvPr>
          <p:cNvSpPr/>
          <p:nvPr/>
        </p:nvSpPr>
        <p:spPr>
          <a:xfrm>
            <a:off x="2257677" y="557274"/>
            <a:ext cx="1311496" cy="97219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222661E2-BD74-B6A8-7786-BC93911F1B44}"/>
              </a:ext>
            </a:extLst>
          </p:cNvPr>
          <p:cNvSpPr/>
          <p:nvPr/>
        </p:nvSpPr>
        <p:spPr>
          <a:xfrm>
            <a:off x="3760435" y="557274"/>
            <a:ext cx="1311496" cy="97219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8AC4D671-851B-D61B-990D-126679A29B73}"/>
              </a:ext>
            </a:extLst>
          </p:cNvPr>
          <p:cNvSpPr/>
          <p:nvPr/>
        </p:nvSpPr>
        <p:spPr>
          <a:xfrm>
            <a:off x="5231873" y="561621"/>
            <a:ext cx="1310400" cy="97219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06FC3552-4A79-5354-1C2D-16B12651F7D0}"/>
              </a:ext>
            </a:extLst>
          </p:cNvPr>
          <p:cNvSpPr/>
          <p:nvPr/>
        </p:nvSpPr>
        <p:spPr>
          <a:xfrm>
            <a:off x="6702215" y="557274"/>
            <a:ext cx="1310400" cy="97219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E7986C8-D963-9F0E-CC9B-EE513AFF7B81}"/>
              </a:ext>
            </a:extLst>
          </p:cNvPr>
          <p:cNvSpPr txBox="1"/>
          <p:nvPr/>
        </p:nvSpPr>
        <p:spPr>
          <a:xfrm>
            <a:off x="6616805" y="1574834"/>
            <a:ext cx="1666888" cy="592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buNone/>
            </a:pPr>
            <a:r>
              <a:rPr lang="ko-KR" altLang="ko-KR" sz="750" b="0" i="0" spc="-150" dirty="0">
                <a:solidFill>
                  <a:srgbClr val="333333"/>
                </a:solidFill>
                <a:effectLst/>
                <a:latin typeface="+mn-ea"/>
              </a:rPr>
              <a:t>[</a:t>
            </a:r>
            <a:r>
              <a:rPr lang="ko-KR" altLang="en-US" sz="750" b="0" i="0" spc="-150" dirty="0" err="1">
                <a:solidFill>
                  <a:srgbClr val="333333"/>
                </a:solidFill>
                <a:effectLst/>
                <a:latin typeface="+mn-ea"/>
              </a:rPr>
              <a:t>유한킴벌리</a:t>
            </a:r>
            <a:r>
              <a:rPr lang="ko-KR" altLang="ko-KR" sz="750" b="0" i="0" spc="-150" dirty="0">
                <a:solidFill>
                  <a:srgbClr val="333333"/>
                </a:solidFill>
                <a:effectLst/>
                <a:latin typeface="+mn-ea"/>
              </a:rPr>
              <a:t>] </a:t>
            </a:r>
            <a:endParaRPr lang="en-US" altLang="ko-KR" sz="750" b="0" i="0" spc="-150" dirty="0">
              <a:solidFill>
                <a:srgbClr val="333333"/>
              </a:solidFill>
              <a:effectLst/>
              <a:latin typeface="+mn-ea"/>
            </a:endParaRPr>
          </a:p>
          <a:p>
            <a:pPr algn="l" fontAlgn="t">
              <a:buNone/>
            </a:pPr>
            <a:r>
              <a:rPr lang="ko-KR" altLang="en-US" sz="800" b="0" i="0" spc="-150" dirty="0">
                <a:solidFill>
                  <a:srgbClr val="333333"/>
                </a:solidFill>
                <a:effectLst/>
                <a:latin typeface="+mn-ea"/>
              </a:rPr>
              <a:t>화이트 </a:t>
            </a:r>
            <a:r>
              <a:rPr lang="ko-KR" altLang="en-US" sz="800" b="0" i="0" spc="-150" dirty="0" err="1">
                <a:solidFill>
                  <a:srgbClr val="333333"/>
                </a:solidFill>
                <a:effectLst/>
                <a:latin typeface="+mn-ea"/>
              </a:rPr>
              <a:t>제로필</a:t>
            </a:r>
            <a:r>
              <a:rPr lang="ko-KR" altLang="en-US" sz="800" b="0" i="0" spc="-150" dirty="0">
                <a:solidFill>
                  <a:srgbClr val="333333"/>
                </a:solidFill>
                <a:effectLst/>
                <a:latin typeface="+mn-ea"/>
              </a:rPr>
              <a:t> 활동성 생리대 대형</a:t>
            </a:r>
            <a:endParaRPr lang="en-US" altLang="ko-KR" sz="800" b="0" i="0" spc="-150" dirty="0">
              <a:solidFill>
                <a:srgbClr val="333333"/>
              </a:solidFill>
              <a:effectLst/>
              <a:latin typeface="+mn-ea"/>
            </a:endParaRPr>
          </a:p>
          <a:p>
            <a:pPr algn="l" fontAlgn="t">
              <a:buNone/>
            </a:pPr>
            <a:endParaRPr lang="en-US" altLang="ko-KR" sz="900" spc="-150" dirty="0">
              <a:solidFill>
                <a:srgbClr val="333333"/>
              </a:solidFill>
              <a:latin typeface="+mn-ea"/>
            </a:endParaRPr>
          </a:p>
          <a:p>
            <a:pPr algn="l" fontAlgn="t">
              <a:buNone/>
            </a:pPr>
            <a:r>
              <a:rPr lang="en-US" altLang="ko-KR" sz="800" b="0" i="0" spc="-150" dirty="0">
                <a:solidFill>
                  <a:srgbClr val="333333"/>
                </a:solidFill>
                <a:effectLst/>
                <a:latin typeface="+mn-ea"/>
              </a:rPr>
              <a:t>14</a:t>
            </a:r>
            <a:r>
              <a:rPr lang="ko-KR" altLang="en-US" sz="800" b="0" i="0" spc="-150" dirty="0">
                <a:solidFill>
                  <a:srgbClr val="333333"/>
                </a:solidFill>
                <a:effectLst/>
                <a:latin typeface="+mn-ea"/>
              </a:rPr>
              <a:t>매</a:t>
            </a:r>
            <a:r>
              <a:rPr lang="en-US" altLang="ko-KR" sz="800" b="0" i="0" spc="-150" dirty="0">
                <a:solidFill>
                  <a:srgbClr val="333333"/>
                </a:solidFill>
                <a:effectLst/>
                <a:latin typeface="+mn-ea"/>
              </a:rPr>
              <a:t>X 3</a:t>
            </a:r>
            <a:r>
              <a:rPr lang="ko-KR" altLang="en-US" sz="800" b="0" i="0" spc="-150" dirty="0">
                <a:solidFill>
                  <a:srgbClr val="333333"/>
                </a:solidFill>
                <a:effectLst/>
                <a:latin typeface="+mn-ea"/>
              </a:rPr>
              <a:t>팩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 JF20</a:t>
            </a:r>
            <a:endParaRPr lang="ko-KR" altLang="ko-KR" sz="800" b="0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DBF62BC-1EDD-33C2-B3DC-08E2B06C6300}"/>
              </a:ext>
            </a:extLst>
          </p:cNvPr>
          <p:cNvSpPr txBox="1"/>
          <p:nvPr/>
        </p:nvSpPr>
        <p:spPr>
          <a:xfrm>
            <a:off x="6807696" y="2000305"/>
            <a:ext cx="13104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900" b="1" i="0" dirty="0">
                <a:solidFill>
                  <a:srgbClr val="333333"/>
                </a:solidFill>
                <a:effectLst/>
                <a:latin typeface="+mn-ea"/>
              </a:rPr>
              <a:t>12,900</a:t>
            </a:r>
            <a:r>
              <a:rPr lang="ko-KR" altLang="en-US" sz="900" b="1" i="0" dirty="0">
                <a:solidFill>
                  <a:srgbClr val="333333"/>
                </a:solidFill>
                <a:effectLst/>
                <a:latin typeface="+mn-ea"/>
              </a:rPr>
              <a:t>원</a:t>
            </a:r>
            <a:endParaRPr lang="ko-KR" altLang="ko-KR" sz="900" b="1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sp>
        <p:nvSpPr>
          <p:cNvPr id="76" name="오른쪽 대괄호 75">
            <a:extLst>
              <a:ext uri="{FF2B5EF4-FFF2-40B4-BE49-F238E27FC236}">
                <a16:creationId xmlns:a16="http://schemas.microsoft.com/office/drawing/2014/main" id="{1415872F-4F5B-473D-E514-D5BF6038A8CF}"/>
              </a:ext>
            </a:extLst>
          </p:cNvPr>
          <p:cNvSpPr/>
          <p:nvPr/>
        </p:nvSpPr>
        <p:spPr>
          <a:xfrm flipH="1">
            <a:off x="1646804" y="491675"/>
            <a:ext cx="366398" cy="1800199"/>
          </a:xfrm>
          <a:prstGeom prst="rightBracket">
            <a:avLst/>
          </a:prstGeom>
          <a:ln w="6350">
            <a:solidFill>
              <a:srgbClr val="234DD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BB365C97-DD71-9577-4DA5-D4501C047166}"/>
              </a:ext>
            </a:extLst>
          </p:cNvPr>
          <p:cNvSpPr txBox="1"/>
          <p:nvPr/>
        </p:nvSpPr>
        <p:spPr>
          <a:xfrm>
            <a:off x="256910" y="870942"/>
            <a:ext cx="176490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buNone/>
            </a:pPr>
            <a:r>
              <a:rPr lang="ko-KR" altLang="en-US" sz="1000" b="0" i="1" spc="-150" dirty="0">
                <a:solidFill>
                  <a:srgbClr val="234DD3"/>
                </a:solidFill>
                <a:effectLst/>
                <a:latin typeface="+mn-ea"/>
              </a:rPr>
              <a:t>여성청소년 생리용품</a:t>
            </a:r>
            <a:endParaRPr lang="en-US" altLang="ko-KR" sz="1000" b="0" i="1" spc="-150" dirty="0">
              <a:solidFill>
                <a:srgbClr val="234DD3"/>
              </a:solidFill>
              <a:effectLst/>
              <a:latin typeface="+mn-ea"/>
            </a:endParaRPr>
          </a:p>
          <a:p>
            <a:pPr algn="l" fontAlgn="t">
              <a:buNone/>
            </a:pPr>
            <a:endParaRPr lang="en-US" altLang="ko-KR" sz="1000" b="0" i="1" spc="-150" dirty="0">
              <a:solidFill>
                <a:srgbClr val="234DD3"/>
              </a:solidFill>
              <a:effectLst/>
              <a:latin typeface="+mn-ea"/>
            </a:endParaRPr>
          </a:p>
          <a:p>
            <a:pPr algn="l" fontAlgn="t">
              <a:buNone/>
            </a:pPr>
            <a:r>
              <a:rPr lang="ko-KR" altLang="en-US" sz="1000" i="1" spc="-150" dirty="0">
                <a:solidFill>
                  <a:srgbClr val="234DD3"/>
                </a:solidFill>
                <a:latin typeface="+mn-ea"/>
              </a:rPr>
              <a:t>인기 상품 데이터 출력</a:t>
            </a:r>
            <a:endParaRPr lang="ko-KR" altLang="ko-KR" sz="1000" b="0" i="1" spc="-150" dirty="0">
              <a:solidFill>
                <a:srgbClr val="234DD3"/>
              </a:solidFill>
              <a:effectLst/>
              <a:latin typeface="+mn-ea"/>
            </a:endParaRPr>
          </a:p>
        </p:txBody>
      </p:sp>
      <p:graphicFrame>
        <p:nvGraphicFramePr>
          <p:cNvPr id="80" name="Group 59">
            <a:extLst>
              <a:ext uri="{FF2B5EF4-FFF2-40B4-BE49-F238E27FC236}">
                <a16:creationId xmlns:a16="http://schemas.microsoft.com/office/drawing/2014/main" id="{9590C666-1F01-4CD1-1B45-0860B8A724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8658641"/>
              </p:ext>
            </p:extLst>
          </p:nvPr>
        </p:nvGraphicFramePr>
        <p:xfrm>
          <a:off x="10153377" y="623854"/>
          <a:ext cx="2825458" cy="5213638"/>
        </p:xfrm>
        <a:graphic>
          <a:graphicData uri="http://schemas.openxmlformats.org/drawingml/2006/table">
            <a:tbl>
              <a:tblPr/>
              <a:tblGrid>
                <a:gridCol w="3389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7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7-1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자주 찾는 문의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관리자에서 설정한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FAQ 3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개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카테고리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+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제목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&gt;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 상세 페이지 연결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7-2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바로가기 링크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자주 찾는 문의  화면 연결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CH-U-CO-02-01-01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8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8-1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공지사항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관리자에서 설정한 최신 공지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3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개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제목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+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등록 일자  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제목 클릭 시 상세페이지 연결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8-2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바로가기 링크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공지사항  목록 연결 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CH-U-CO-01-01</a:t>
                      </a: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none" kern="0" spc="-150" baseline="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9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9-1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사용자 정보 확인 텍스트 링크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 사용자 정보 확인 팝업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CH-U-VE-01-01-01p</a:t>
                      </a: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9-2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이용약관 텍스트 링크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 이용약관 팝업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CH-U-TE-01-01-01p</a:t>
                      </a: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9-3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개인정보 처리 방침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 개인정보 처리방침 팝업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CH-U-PP-01-01-01p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57905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82" name="모서리가 둥근 직사각형 114">
            <a:extLst>
              <a:ext uri="{FF2B5EF4-FFF2-40B4-BE49-F238E27FC236}">
                <a16:creationId xmlns:a16="http://schemas.microsoft.com/office/drawing/2014/main" id="{6982DFD9-FCEB-55FE-43C2-A6F896C814E1}"/>
              </a:ext>
            </a:extLst>
          </p:cNvPr>
          <p:cNvSpPr/>
          <p:nvPr/>
        </p:nvSpPr>
        <p:spPr>
          <a:xfrm>
            <a:off x="7124275" y="3573498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7-1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84" name="모서리가 둥근 직사각형 114">
            <a:extLst>
              <a:ext uri="{FF2B5EF4-FFF2-40B4-BE49-F238E27FC236}">
                <a16:creationId xmlns:a16="http://schemas.microsoft.com/office/drawing/2014/main" id="{D2ECACAF-23D1-DEFC-BB15-F3F0D8371381}"/>
              </a:ext>
            </a:extLst>
          </p:cNvPr>
          <p:cNvSpPr/>
          <p:nvPr/>
        </p:nvSpPr>
        <p:spPr>
          <a:xfrm>
            <a:off x="7178534" y="310676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7-2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86" name="모서리가 둥근 직사각형 114">
            <a:extLst>
              <a:ext uri="{FF2B5EF4-FFF2-40B4-BE49-F238E27FC236}">
                <a16:creationId xmlns:a16="http://schemas.microsoft.com/office/drawing/2014/main" id="{AA7446D7-64C3-1A49-1A4A-5B2C86BB00BD}"/>
              </a:ext>
            </a:extLst>
          </p:cNvPr>
          <p:cNvSpPr/>
          <p:nvPr/>
        </p:nvSpPr>
        <p:spPr>
          <a:xfrm>
            <a:off x="4370147" y="4704218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8-1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88" name="모서리가 둥근 직사각형 114">
            <a:extLst>
              <a:ext uri="{FF2B5EF4-FFF2-40B4-BE49-F238E27FC236}">
                <a16:creationId xmlns:a16="http://schemas.microsoft.com/office/drawing/2014/main" id="{19C2828F-A246-4BB5-093C-90BB5BF77D92}"/>
              </a:ext>
            </a:extLst>
          </p:cNvPr>
          <p:cNvSpPr/>
          <p:nvPr/>
        </p:nvSpPr>
        <p:spPr>
          <a:xfrm>
            <a:off x="7236892" y="437712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8-2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90" name="모서리가 둥근 직사각형 114">
            <a:extLst>
              <a:ext uri="{FF2B5EF4-FFF2-40B4-BE49-F238E27FC236}">
                <a16:creationId xmlns:a16="http://schemas.microsoft.com/office/drawing/2014/main" id="{30D7A2FE-2BBA-D5E9-0EBC-2985EB270896}"/>
              </a:ext>
            </a:extLst>
          </p:cNvPr>
          <p:cNvSpPr/>
          <p:nvPr/>
        </p:nvSpPr>
        <p:spPr>
          <a:xfrm>
            <a:off x="4677979" y="5739238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9-1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93" name="모서리가 둥근 직사각형 114">
            <a:extLst>
              <a:ext uri="{FF2B5EF4-FFF2-40B4-BE49-F238E27FC236}">
                <a16:creationId xmlns:a16="http://schemas.microsoft.com/office/drawing/2014/main" id="{89DBE219-7FC6-6125-2F1F-E8A2BD985FA1}"/>
              </a:ext>
            </a:extLst>
          </p:cNvPr>
          <p:cNvSpPr/>
          <p:nvPr/>
        </p:nvSpPr>
        <p:spPr>
          <a:xfrm>
            <a:off x="4635998" y="6022078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9-2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95" name="모서리가 둥근 직사각형 114">
            <a:extLst>
              <a:ext uri="{FF2B5EF4-FFF2-40B4-BE49-F238E27FC236}">
                <a16:creationId xmlns:a16="http://schemas.microsoft.com/office/drawing/2014/main" id="{F9A4E636-6493-1138-CB16-CECBA88808C1}"/>
              </a:ext>
            </a:extLst>
          </p:cNvPr>
          <p:cNvSpPr/>
          <p:nvPr/>
        </p:nvSpPr>
        <p:spPr>
          <a:xfrm>
            <a:off x="4902765" y="628977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9-3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cxnSp>
        <p:nvCxnSpPr>
          <p:cNvPr id="96" name="직선 화살표 연결선 95">
            <a:extLst>
              <a:ext uri="{FF2B5EF4-FFF2-40B4-BE49-F238E27FC236}">
                <a16:creationId xmlns:a16="http://schemas.microsoft.com/office/drawing/2014/main" id="{0234ED54-0DFF-0035-72A1-196FD8B8CA5E}"/>
              </a:ext>
            </a:extLst>
          </p:cNvPr>
          <p:cNvCxnSpPr/>
          <p:nvPr/>
        </p:nvCxnSpPr>
        <p:spPr>
          <a:xfrm>
            <a:off x="8046770" y="1075782"/>
            <a:ext cx="1169512" cy="0"/>
          </a:xfrm>
          <a:prstGeom prst="straightConnector1">
            <a:avLst/>
          </a:prstGeom>
          <a:ln w="3175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3EFD6EEF-AC05-4B3D-EB87-F96AB613338F}"/>
              </a:ext>
            </a:extLst>
          </p:cNvPr>
          <p:cNvSpPr txBox="1"/>
          <p:nvPr/>
        </p:nvSpPr>
        <p:spPr>
          <a:xfrm>
            <a:off x="8761430" y="738818"/>
            <a:ext cx="115608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바우처별 </a:t>
            </a:r>
            <a:r>
              <a:rPr lang="en-US" altLang="ko-KR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4X2 </a:t>
            </a: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줄씩 출력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18D1DA-EC3F-FFD0-907B-6214A65A3D0C}"/>
              </a:ext>
            </a:extLst>
          </p:cNvPr>
          <p:cNvSpPr txBox="1"/>
          <p:nvPr/>
        </p:nvSpPr>
        <p:spPr>
          <a:xfrm>
            <a:off x="2161538" y="323925"/>
            <a:ext cx="12167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b="1" spc="-150" dirty="0">
                <a:latin typeface="+mn-ea"/>
              </a:rPr>
              <a:t>여성청소년 생리용품</a:t>
            </a:r>
            <a:endParaRPr lang="en-US" altLang="ko-KR" sz="800" b="1" spc="-150" dirty="0">
              <a:latin typeface="+mn-ea"/>
            </a:endParaRPr>
          </a:p>
        </p:txBody>
      </p: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37B310AA-28BC-6A88-31C7-7F09B47124A2}"/>
              </a:ext>
            </a:extLst>
          </p:cNvPr>
          <p:cNvGrpSpPr/>
          <p:nvPr/>
        </p:nvGrpSpPr>
        <p:grpSpPr>
          <a:xfrm>
            <a:off x="2635379" y="591865"/>
            <a:ext cx="415498" cy="207749"/>
            <a:chOff x="5588056" y="998808"/>
            <a:chExt cx="415498" cy="207749"/>
          </a:xfrm>
        </p:grpSpPr>
        <p:sp>
          <p:nvSpPr>
            <p:cNvPr id="83" name="사각형: 둥근 모서리 82">
              <a:extLst>
                <a:ext uri="{FF2B5EF4-FFF2-40B4-BE49-F238E27FC236}">
                  <a16:creationId xmlns:a16="http://schemas.microsoft.com/office/drawing/2014/main" id="{DBE2ACED-7D99-0806-A814-EA370BB4F37C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rgbClr val="34A44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253FA189-2C4E-3360-D65D-215E0ECF9BCA}"/>
                </a:ext>
              </a:extLst>
            </p:cNvPr>
            <p:cNvSpPr txBox="1"/>
            <p:nvPr/>
          </p:nvSpPr>
          <p:spPr>
            <a:xfrm>
              <a:off x="5588056" y="998808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rgbClr val="34A44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친환경</a:t>
              </a:r>
            </a:p>
          </p:txBody>
        </p:sp>
      </p:grpSp>
      <p:grpSp>
        <p:nvGrpSpPr>
          <p:cNvPr id="87" name="그룹 86">
            <a:extLst>
              <a:ext uri="{FF2B5EF4-FFF2-40B4-BE49-F238E27FC236}">
                <a16:creationId xmlns:a16="http://schemas.microsoft.com/office/drawing/2014/main" id="{AFEDBA7C-888D-D458-1943-4A0309E4A968}"/>
              </a:ext>
            </a:extLst>
          </p:cNvPr>
          <p:cNvGrpSpPr/>
          <p:nvPr/>
        </p:nvGrpSpPr>
        <p:grpSpPr>
          <a:xfrm>
            <a:off x="2257417" y="588500"/>
            <a:ext cx="482570" cy="207749"/>
            <a:chOff x="5583273" y="998808"/>
            <a:chExt cx="482570" cy="207749"/>
          </a:xfrm>
        </p:grpSpPr>
        <p:sp>
          <p:nvSpPr>
            <p:cNvPr id="89" name="사각형: 둥근 모서리 88">
              <a:extLst>
                <a:ext uri="{FF2B5EF4-FFF2-40B4-BE49-F238E27FC236}">
                  <a16:creationId xmlns:a16="http://schemas.microsoft.com/office/drawing/2014/main" id="{28BC83B7-2156-0760-720B-A2A505B57469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rgbClr val="34A44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D12B9888-AC7F-2638-EE01-4BE030DB88BD}"/>
                </a:ext>
              </a:extLst>
            </p:cNvPr>
            <p:cNvSpPr txBox="1"/>
            <p:nvPr/>
          </p:nvSpPr>
          <p:spPr>
            <a:xfrm>
              <a:off x="5583273" y="998808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rgbClr val="34A44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유기농</a:t>
              </a:r>
            </a:p>
          </p:txBody>
        </p:sp>
      </p:grpSp>
      <p:sp>
        <p:nvSpPr>
          <p:cNvPr id="99" name="TextBox 98">
            <a:extLst>
              <a:ext uri="{FF2B5EF4-FFF2-40B4-BE49-F238E27FC236}">
                <a16:creationId xmlns:a16="http://schemas.microsoft.com/office/drawing/2014/main" id="{16D4D822-7E26-567E-19A7-28E371102C36}"/>
              </a:ext>
            </a:extLst>
          </p:cNvPr>
          <p:cNvSpPr txBox="1"/>
          <p:nvPr/>
        </p:nvSpPr>
        <p:spPr>
          <a:xfrm>
            <a:off x="2208961" y="2287734"/>
            <a:ext cx="723275" cy="184666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solidFill>
              <a:srgbClr val="7030A0"/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z="600" spc="-120" dirty="0">
                <a:solidFill>
                  <a:srgbClr val="7030A0"/>
                </a:solidFill>
              </a:rPr>
              <a:t>여성청소년 생리대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B9190458-1544-2172-10F4-82FBE122254B}"/>
              </a:ext>
            </a:extLst>
          </p:cNvPr>
          <p:cNvSpPr txBox="1"/>
          <p:nvPr/>
        </p:nvSpPr>
        <p:spPr>
          <a:xfrm>
            <a:off x="3749258" y="2287734"/>
            <a:ext cx="723275" cy="184666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solidFill>
              <a:srgbClr val="7030A0"/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z="600" spc="-120" dirty="0">
                <a:solidFill>
                  <a:srgbClr val="7030A0"/>
                </a:solidFill>
              </a:rPr>
              <a:t>여성청소년 생리대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37B5392E-E809-0065-B142-DF7729FE302C}"/>
              </a:ext>
            </a:extLst>
          </p:cNvPr>
          <p:cNvSpPr txBox="1"/>
          <p:nvPr/>
        </p:nvSpPr>
        <p:spPr>
          <a:xfrm>
            <a:off x="5241213" y="2302779"/>
            <a:ext cx="723275" cy="184666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solidFill>
              <a:srgbClr val="7030A0"/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z="600" spc="-120" dirty="0">
                <a:solidFill>
                  <a:srgbClr val="7030A0"/>
                </a:solidFill>
              </a:rPr>
              <a:t>여성청소년 생리대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EF234727-65D3-2864-A4DB-088430FEED04}"/>
              </a:ext>
            </a:extLst>
          </p:cNvPr>
          <p:cNvSpPr txBox="1"/>
          <p:nvPr/>
        </p:nvSpPr>
        <p:spPr>
          <a:xfrm>
            <a:off x="6709873" y="2298736"/>
            <a:ext cx="723275" cy="184666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solidFill>
              <a:srgbClr val="7030A0"/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z="600" spc="-120" dirty="0">
                <a:solidFill>
                  <a:srgbClr val="7030A0"/>
                </a:solidFill>
              </a:rPr>
              <a:t>여성청소년 생리대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88682F96-79C1-7D15-6C4E-4F4F39D07065}"/>
              </a:ext>
            </a:extLst>
          </p:cNvPr>
          <p:cNvSpPr txBox="1"/>
          <p:nvPr/>
        </p:nvSpPr>
        <p:spPr>
          <a:xfrm>
            <a:off x="4098680" y="2074519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15,800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108" name="직선 연결선 107">
            <a:extLst>
              <a:ext uri="{FF2B5EF4-FFF2-40B4-BE49-F238E27FC236}">
                <a16:creationId xmlns:a16="http://schemas.microsoft.com/office/drawing/2014/main" id="{8EADFCB3-57F5-09A3-81EB-D696CC6848F3}"/>
              </a:ext>
            </a:extLst>
          </p:cNvPr>
          <p:cNvCxnSpPr>
            <a:cxnSpLocks/>
          </p:cNvCxnSpPr>
          <p:nvPr/>
        </p:nvCxnSpPr>
        <p:spPr>
          <a:xfrm rot="-900000">
            <a:off x="4258761" y="2122841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1" name="그룹 110">
            <a:extLst>
              <a:ext uri="{FF2B5EF4-FFF2-40B4-BE49-F238E27FC236}">
                <a16:creationId xmlns:a16="http://schemas.microsoft.com/office/drawing/2014/main" id="{82913EDF-D536-E1E0-E519-3BB548EB1027}"/>
              </a:ext>
            </a:extLst>
          </p:cNvPr>
          <p:cNvGrpSpPr/>
          <p:nvPr/>
        </p:nvGrpSpPr>
        <p:grpSpPr>
          <a:xfrm>
            <a:off x="3811189" y="588500"/>
            <a:ext cx="482570" cy="207749"/>
            <a:chOff x="5613970" y="995901"/>
            <a:chExt cx="482570" cy="207749"/>
          </a:xfrm>
        </p:grpSpPr>
        <p:sp>
          <p:nvSpPr>
            <p:cNvPr id="112" name="사각형: 둥근 모서리 111">
              <a:extLst>
                <a:ext uri="{FF2B5EF4-FFF2-40B4-BE49-F238E27FC236}">
                  <a16:creationId xmlns:a16="http://schemas.microsoft.com/office/drawing/2014/main" id="{B48C89A3-056F-8982-B53A-0CAF97C6B84F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1FC2E6BC-44DC-2274-A831-2EAA7C72C01D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grpSp>
        <p:nvGrpSpPr>
          <p:cNvPr id="114" name="그룹 113">
            <a:extLst>
              <a:ext uri="{FF2B5EF4-FFF2-40B4-BE49-F238E27FC236}">
                <a16:creationId xmlns:a16="http://schemas.microsoft.com/office/drawing/2014/main" id="{012DB432-928C-C6FF-DD91-E2B822724CF9}"/>
              </a:ext>
            </a:extLst>
          </p:cNvPr>
          <p:cNvGrpSpPr/>
          <p:nvPr/>
        </p:nvGrpSpPr>
        <p:grpSpPr>
          <a:xfrm>
            <a:off x="6719273" y="568263"/>
            <a:ext cx="415498" cy="207749"/>
            <a:chOff x="5585876" y="994409"/>
            <a:chExt cx="415498" cy="207749"/>
          </a:xfrm>
        </p:grpSpPr>
        <p:sp>
          <p:nvSpPr>
            <p:cNvPr id="115" name="사각형: 둥근 모서리 114">
              <a:extLst>
                <a:ext uri="{FF2B5EF4-FFF2-40B4-BE49-F238E27FC236}">
                  <a16:creationId xmlns:a16="http://schemas.microsoft.com/office/drawing/2014/main" id="{F1C12BD6-8724-B860-ADD2-09E8F3753E38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EF3CD757-89BA-6B05-ED10-7DB5F9F91F87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sp>
        <p:nvSpPr>
          <p:cNvPr id="3" name="직사각형 2">
            <a:extLst>
              <a:ext uri="{FF2B5EF4-FFF2-40B4-BE49-F238E27FC236}">
                <a16:creationId xmlns:a16="http://schemas.microsoft.com/office/drawing/2014/main" id="{279CAB41-A781-B53E-2A50-1E33DC65CBEF}"/>
              </a:ext>
            </a:extLst>
          </p:cNvPr>
          <p:cNvSpPr/>
          <p:nvPr/>
        </p:nvSpPr>
        <p:spPr>
          <a:xfrm>
            <a:off x="2195584" y="2520787"/>
            <a:ext cx="1355696" cy="18814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69111F8-6CAE-6284-0F29-6E011910008D}"/>
              </a:ext>
            </a:extLst>
          </p:cNvPr>
          <p:cNvSpPr/>
          <p:nvPr/>
        </p:nvSpPr>
        <p:spPr>
          <a:xfrm>
            <a:off x="6709873" y="2500881"/>
            <a:ext cx="1310400" cy="18814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FFD70D1-EDBE-FAD5-EC4B-F6E6A860B222}"/>
              </a:ext>
            </a:extLst>
          </p:cNvPr>
          <p:cNvSpPr/>
          <p:nvPr/>
        </p:nvSpPr>
        <p:spPr>
          <a:xfrm>
            <a:off x="3714215" y="2502114"/>
            <a:ext cx="1355696" cy="18814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66B4BEB9-A46D-39D2-887B-1AA921CA0682}"/>
              </a:ext>
            </a:extLst>
          </p:cNvPr>
          <p:cNvSpPr/>
          <p:nvPr/>
        </p:nvSpPr>
        <p:spPr>
          <a:xfrm>
            <a:off x="5232297" y="2493511"/>
            <a:ext cx="1355696" cy="18814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sp>
        <p:nvSpPr>
          <p:cNvPr id="24" name="하트 23">
            <a:extLst>
              <a:ext uri="{FF2B5EF4-FFF2-40B4-BE49-F238E27FC236}">
                <a16:creationId xmlns:a16="http://schemas.microsoft.com/office/drawing/2014/main" id="{8B04279D-90C3-70F6-4DA1-B3E4530AAF15}"/>
              </a:ext>
            </a:extLst>
          </p:cNvPr>
          <p:cNvSpPr/>
          <p:nvPr/>
        </p:nvSpPr>
        <p:spPr>
          <a:xfrm>
            <a:off x="3331876" y="606242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9" name="하트 58">
            <a:extLst>
              <a:ext uri="{FF2B5EF4-FFF2-40B4-BE49-F238E27FC236}">
                <a16:creationId xmlns:a16="http://schemas.microsoft.com/office/drawing/2014/main" id="{B050F556-6B2F-FC82-A09F-C75AA10255E0}"/>
              </a:ext>
            </a:extLst>
          </p:cNvPr>
          <p:cNvSpPr/>
          <p:nvPr/>
        </p:nvSpPr>
        <p:spPr>
          <a:xfrm>
            <a:off x="6271299" y="606242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4" name="하트 63">
            <a:extLst>
              <a:ext uri="{FF2B5EF4-FFF2-40B4-BE49-F238E27FC236}">
                <a16:creationId xmlns:a16="http://schemas.microsoft.com/office/drawing/2014/main" id="{E598680C-9ED8-3D8F-7A02-07BC49176A68}"/>
              </a:ext>
            </a:extLst>
          </p:cNvPr>
          <p:cNvSpPr/>
          <p:nvPr/>
        </p:nvSpPr>
        <p:spPr>
          <a:xfrm>
            <a:off x="4816451" y="606242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7" name="하트 66">
            <a:extLst>
              <a:ext uri="{FF2B5EF4-FFF2-40B4-BE49-F238E27FC236}">
                <a16:creationId xmlns:a16="http://schemas.microsoft.com/office/drawing/2014/main" id="{7381EF72-0308-A6C2-3DF9-35E160C8DA67}"/>
              </a:ext>
            </a:extLst>
          </p:cNvPr>
          <p:cNvSpPr/>
          <p:nvPr/>
        </p:nvSpPr>
        <p:spPr>
          <a:xfrm>
            <a:off x="7766538" y="608463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69" name="그림 68">
            <a:extLst>
              <a:ext uri="{FF2B5EF4-FFF2-40B4-BE49-F238E27FC236}">
                <a16:creationId xmlns:a16="http://schemas.microsoft.com/office/drawing/2014/main" id="{D2367D29-A695-42A8-A933-5F2240B6F1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4606" y="2540244"/>
            <a:ext cx="159684" cy="144780"/>
          </a:xfrm>
          <a:prstGeom prst="rect">
            <a:avLst/>
          </a:prstGeom>
        </p:spPr>
      </p:pic>
      <p:pic>
        <p:nvPicPr>
          <p:cNvPr id="77" name="그림 76">
            <a:extLst>
              <a:ext uri="{FF2B5EF4-FFF2-40B4-BE49-F238E27FC236}">
                <a16:creationId xmlns:a16="http://schemas.microsoft.com/office/drawing/2014/main" id="{C3B8A44E-A9A1-FB0B-F4E1-DE0EEF0639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1735" y="2504394"/>
            <a:ext cx="159684" cy="144780"/>
          </a:xfrm>
          <a:prstGeom prst="rect">
            <a:avLst/>
          </a:prstGeom>
        </p:spPr>
      </p:pic>
      <p:pic>
        <p:nvPicPr>
          <p:cNvPr id="92" name="그림 91">
            <a:extLst>
              <a:ext uri="{FF2B5EF4-FFF2-40B4-BE49-F238E27FC236}">
                <a16:creationId xmlns:a16="http://schemas.microsoft.com/office/drawing/2014/main" id="{08A6D16E-2E08-BD78-0F48-D5DDD89CB1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5971" y="2511403"/>
            <a:ext cx="159684" cy="144780"/>
          </a:xfrm>
          <a:prstGeom prst="rect">
            <a:avLst/>
          </a:prstGeom>
        </p:spPr>
      </p:pic>
      <p:pic>
        <p:nvPicPr>
          <p:cNvPr id="98" name="그림 97">
            <a:extLst>
              <a:ext uri="{FF2B5EF4-FFF2-40B4-BE49-F238E27FC236}">
                <a16:creationId xmlns:a16="http://schemas.microsoft.com/office/drawing/2014/main" id="{D36290A9-25C9-3058-CD2A-64D66A1893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2542" y="2524237"/>
            <a:ext cx="159684" cy="144780"/>
          </a:xfrm>
          <a:prstGeom prst="rect">
            <a:avLst/>
          </a:prstGeom>
        </p:spPr>
      </p:pic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FEBDBD0D-D590-7C99-CC0B-87C0640A185E}"/>
              </a:ext>
            </a:extLst>
          </p:cNvPr>
          <p:cNvSpPr/>
          <p:nvPr/>
        </p:nvSpPr>
        <p:spPr bwMode="auto">
          <a:xfrm>
            <a:off x="12961937" y="0"/>
            <a:ext cx="2808063" cy="594726"/>
          </a:xfrm>
          <a:prstGeom prst="rect">
            <a:avLst/>
          </a:prstGeom>
          <a:solidFill>
            <a:srgbClr val="1F497D">
              <a:lumMod val="20000"/>
              <a:lumOff val="8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7/8 0.05v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7/7 </a:t>
            </a:r>
            <a:r>
              <a:rPr kumimoji="1" lang="ko-KR" altLang="en-US" sz="800" b="1" kern="0" spc="-15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트라이언소프트</a:t>
            </a:r>
            <a:r>
              <a:rPr kumimoji="1" lang="ko-KR" altLang="en-US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추가요청사항 반영</a:t>
            </a:r>
            <a:r>
              <a:rPr kumimoji="1" lang="en-US" altLang="ko-KR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kumimoji="1" lang="ko-KR" altLang="en-US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권용현</a:t>
            </a:r>
            <a:r>
              <a:rPr kumimoji="1" lang="en-US" altLang="ko-KR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C,</a:t>
            </a:r>
            <a:r>
              <a:rPr kumimoji="1" lang="ko-KR" altLang="en-US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조상희</a:t>
            </a:r>
            <a:r>
              <a:rPr kumimoji="1" lang="en-US" altLang="ko-KR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B)</a:t>
            </a:r>
          </a:p>
          <a:p>
            <a:pPr marL="171450" marR="0" lvl="0" indent="-17145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kumimoji="1" lang="ko-KR" altLang="en-US" sz="800" i="0" u="none" strike="noStrike" kern="0" cap="none" spc="-15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찜하기</a:t>
            </a:r>
            <a:r>
              <a:rPr kumimoji="1" lang="ko-KR" altLang="en-US" sz="800" i="0" u="none" strike="noStrike" kern="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기능 추가</a:t>
            </a:r>
            <a:endParaRPr kumimoji="1" lang="en-US" altLang="ko-KR" sz="800" i="0" u="none" strike="noStrike" kern="0" cap="none" spc="-1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marR="0" lvl="0" indent="-17145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kumimoji="1" lang="ko-KR" altLang="en-US" sz="800" kern="0" spc="-15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바로구매</a:t>
            </a:r>
            <a:r>
              <a:rPr kumimoji="1" lang="ko-KR" altLang="en-US" sz="800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버튼 삭제 </a:t>
            </a:r>
            <a:endParaRPr kumimoji="1" lang="ko-KR" altLang="en-US" sz="800" i="0" u="none" strike="noStrike" kern="0" cap="none" spc="-1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994697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573D34-4610-E2C2-71D5-47C651032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C848782-E7EC-6DBF-A4AF-4794B1EDF57B}"/>
              </a:ext>
            </a:extLst>
          </p:cNvPr>
          <p:cNvSpPr txBox="1"/>
          <p:nvPr/>
        </p:nvSpPr>
        <p:spPr>
          <a:xfrm>
            <a:off x="5222374" y="2700189"/>
            <a:ext cx="25394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3600" u="sng" spc="-150" dirty="0">
                <a:latin typeface="맑은 고딕" panose="020B0503020000020004" pitchFamily="50" charset="-127"/>
              </a:rPr>
              <a:t>모바일 메인</a:t>
            </a:r>
            <a:endParaRPr lang="en-US" altLang="ko-KR" sz="3600" u="sng" spc="-150" dirty="0"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769937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D6393D-963A-8643-3A62-E917380FC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직사각형 97">
            <a:extLst>
              <a:ext uri="{FF2B5EF4-FFF2-40B4-BE49-F238E27FC236}">
                <a16:creationId xmlns:a16="http://schemas.microsoft.com/office/drawing/2014/main" id="{EFD64BD5-30F2-64F1-1E6B-292EC0B4BD0E}"/>
              </a:ext>
            </a:extLst>
          </p:cNvPr>
          <p:cNvSpPr/>
          <p:nvPr/>
        </p:nvSpPr>
        <p:spPr>
          <a:xfrm>
            <a:off x="66745" y="6241103"/>
            <a:ext cx="9935983" cy="55352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E4E0826-9918-A97F-B782-4134B51E787E}"/>
              </a:ext>
            </a:extLst>
          </p:cNvPr>
          <p:cNvSpPr/>
          <p:nvPr/>
        </p:nvSpPr>
        <p:spPr>
          <a:xfrm>
            <a:off x="214340" y="1024369"/>
            <a:ext cx="3050484" cy="18002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170439E-D820-1FD9-991D-A115B5C62002}"/>
              </a:ext>
            </a:extLst>
          </p:cNvPr>
          <p:cNvSpPr txBox="1"/>
          <p:nvPr/>
        </p:nvSpPr>
        <p:spPr>
          <a:xfrm>
            <a:off x="1307907" y="78285"/>
            <a:ext cx="37702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메인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175937-DB4E-CC8D-F12F-BE6794599C86}"/>
              </a:ext>
            </a:extLst>
          </p:cNvPr>
          <p:cNvSpPr txBox="1"/>
          <p:nvPr/>
        </p:nvSpPr>
        <p:spPr>
          <a:xfrm>
            <a:off x="1302717" y="330494"/>
            <a:ext cx="37702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메인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27DC329-674B-082C-226C-7B4E8694DCBE}"/>
              </a:ext>
            </a:extLst>
          </p:cNvPr>
          <p:cNvSpPr/>
          <p:nvPr/>
        </p:nvSpPr>
        <p:spPr>
          <a:xfrm>
            <a:off x="7921129" y="58428"/>
            <a:ext cx="95090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CH-U-MA-00</a:t>
            </a:r>
            <a:endParaRPr lang="ko-KR" altLang="en-US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C43121-62F1-2AC1-71C2-4A37227327A5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2026.06.22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5A7825-168D-95CB-7DB8-99D04F8BA064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고풀잎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1793FF70-3350-0F3D-D337-B19C8CACEC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097" y="763750"/>
            <a:ext cx="629913" cy="211961"/>
          </a:xfrm>
          <a:prstGeom prst="rect">
            <a:avLst/>
          </a:prstGeom>
        </p:spPr>
      </p:pic>
      <p:grpSp>
        <p:nvGrpSpPr>
          <p:cNvPr id="82" name="그룹 81">
            <a:extLst>
              <a:ext uri="{FF2B5EF4-FFF2-40B4-BE49-F238E27FC236}">
                <a16:creationId xmlns:a16="http://schemas.microsoft.com/office/drawing/2014/main" id="{82328122-8BBC-2E85-06F0-0A724689DA9F}"/>
              </a:ext>
            </a:extLst>
          </p:cNvPr>
          <p:cNvGrpSpPr/>
          <p:nvPr/>
        </p:nvGrpSpPr>
        <p:grpSpPr>
          <a:xfrm>
            <a:off x="214614" y="3013420"/>
            <a:ext cx="2940828" cy="652736"/>
            <a:chOff x="3609976" y="3013420"/>
            <a:chExt cx="2940828" cy="652736"/>
          </a:xfrm>
        </p:grpSpPr>
        <p:sp>
          <p:nvSpPr>
            <p:cNvPr id="42" name="순서도: 연결자 41">
              <a:extLst>
                <a:ext uri="{FF2B5EF4-FFF2-40B4-BE49-F238E27FC236}">
                  <a16:creationId xmlns:a16="http://schemas.microsoft.com/office/drawing/2014/main" id="{8CDEAF1F-33A2-957C-255E-C35835C87AD5}"/>
                </a:ext>
              </a:extLst>
            </p:cNvPr>
            <p:cNvSpPr/>
            <p:nvPr/>
          </p:nvSpPr>
          <p:spPr>
            <a:xfrm>
              <a:off x="3669051" y="3013421"/>
              <a:ext cx="384340" cy="384340"/>
            </a:xfrm>
            <a:prstGeom prst="flowChartConnector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4" name="순서도: 연결자 43">
              <a:extLst>
                <a:ext uri="{FF2B5EF4-FFF2-40B4-BE49-F238E27FC236}">
                  <a16:creationId xmlns:a16="http://schemas.microsoft.com/office/drawing/2014/main" id="{7264E44E-AF35-F3E5-1B87-9120E5B41A87}"/>
                </a:ext>
              </a:extLst>
            </p:cNvPr>
            <p:cNvSpPr/>
            <p:nvPr/>
          </p:nvSpPr>
          <p:spPr>
            <a:xfrm>
              <a:off x="4259433" y="3013420"/>
              <a:ext cx="384340" cy="384340"/>
            </a:xfrm>
            <a:prstGeom prst="flowChartConnector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6" name="순서도: 연결자 45">
              <a:extLst>
                <a:ext uri="{FF2B5EF4-FFF2-40B4-BE49-F238E27FC236}">
                  <a16:creationId xmlns:a16="http://schemas.microsoft.com/office/drawing/2014/main" id="{60285E73-D2D9-FF0E-96E5-F02560FE66D6}"/>
                </a:ext>
              </a:extLst>
            </p:cNvPr>
            <p:cNvSpPr/>
            <p:nvPr/>
          </p:nvSpPr>
          <p:spPr>
            <a:xfrm>
              <a:off x="4862830" y="3013420"/>
              <a:ext cx="384340" cy="384340"/>
            </a:xfrm>
            <a:prstGeom prst="flowChartConnector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8" name="순서도: 연결자 47">
              <a:extLst>
                <a:ext uri="{FF2B5EF4-FFF2-40B4-BE49-F238E27FC236}">
                  <a16:creationId xmlns:a16="http://schemas.microsoft.com/office/drawing/2014/main" id="{F3B14CDC-BAD9-EC4F-C3AD-67BABB127138}"/>
                </a:ext>
              </a:extLst>
            </p:cNvPr>
            <p:cNvSpPr/>
            <p:nvPr/>
          </p:nvSpPr>
          <p:spPr>
            <a:xfrm>
              <a:off x="5451163" y="3013420"/>
              <a:ext cx="384340" cy="384340"/>
            </a:xfrm>
            <a:prstGeom prst="flowChartConnector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50" name="순서도: 연결자 49">
              <a:extLst>
                <a:ext uri="{FF2B5EF4-FFF2-40B4-BE49-F238E27FC236}">
                  <a16:creationId xmlns:a16="http://schemas.microsoft.com/office/drawing/2014/main" id="{371DE261-89FE-94C6-B4BE-F0E992D8F93D}"/>
                </a:ext>
              </a:extLst>
            </p:cNvPr>
            <p:cNvSpPr/>
            <p:nvPr/>
          </p:nvSpPr>
          <p:spPr>
            <a:xfrm>
              <a:off x="6039497" y="3013420"/>
              <a:ext cx="384340" cy="384340"/>
            </a:xfrm>
            <a:prstGeom prst="flowChartConnector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8AB2872C-66EC-0C43-FEF2-7ACFBBF252D7}"/>
                </a:ext>
              </a:extLst>
            </p:cNvPr>
            <p:cNvSpPr txBox="1"/>
            <p:nvPr/>
          </p:nvSpPr>
          <p:spPr>
            <a:xfrm>
              <a:off x="3609976" y="3433072"/>
              <a:ext cx="47320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이벤트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46D42674-2B01-603E-C428-A6D22B02F63C}"/>
                </a:ext>
              </a:extLst>
            </p:cNvPr>
            <p:cNvSpPr txBox="1"/>
            <p:nvPr/>
          </p:nvSpPr>
          <p:spPr>
            <a:xfrm>
              <a:off x="4215000" y="3435324"/>
              <a:ext cx="47320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기획전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1C519423-7D9D-50D0-F058-026902A1307B}"/>
                </a:ext>
              </a:extLst>
            </p:cNvPr>
            <p:cNvSpPr txBox="1"/>
            <p:nvPr/>
          </p:nvSpPr>
          <p:spPr>
            <a:xfrm>
              <a:off x="4731672" y="3425343"/>
              <a:ext cx="665567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육아라이프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DD163820-4120-2872-B533-11F87AB9F959}"/>
                </a:ext>
              </a:extLst>
            </p:cNvPr>
            <p:cNvSpPr txBox="1"/>
            <p:nvPr/>
          </p:nvSpPr>
          <p:spPr>
            <a:xfrm>
              <a:off x="5376702" y="3425343"/>
              <a:ext cx="59022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여성 케어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61B53479-B9D0-E7F4-227A-C785E0A15060}"/>
                </a:ext>
              </a:extLst>
            </p:cNvPr>
            <p:cNvSpPr txBox="1"/>
            <p:nvPr/>
          </p:nvSpPr>
          <p:spPr>
            <a:xfrm>
              <a:off x="5960578" y="3425343"/>
              <a:ext cx="59022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생활 지원</a:t>
              </a:r>
            </a:p>
          </p:txBody>
        </p:sp>
      </p:grpSp>
      <p:grpSp>
        <p:nvGrpSpPr>
          <p:cNvPr id="106" name="그룹 105">
            <a:extLst>
              <a:ext uri="{FF2B5EF4-FFF2-40B4-BE49-F238E27FC236}">
                <a16:creationId xmlns:a16="http://schemas.microsoft.com/office/drawing/2014/main" id="{59B85186-3E33-8C0C-243D-EF6D6D8E7D03}"/>
              </a:ext>
            </a:extLst>
          </p:cNvPr>
          <p:cNvGrpSpPr/>
          <p:nvPr/>
        </p:nvGrpSpPr>
        <p:grpSpPr>
          <a:xfrm>
            <a:off x="978142" y="3777770"/>
            <a:ext cx="1332416" cy="276999"/>
            <a:chOff x="2633068" y="3728198"/>
            <a:chExt cx="1332416" cy="276999"/>
          </a:xfrm>
        </p:grpSpPr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44A6B761-DD66-9B53-3EA3-F0D1850B7251}"/>
                </a:ext>
              </a:extLst>
            </p:cNvPr>
            <p:cNvSpPr txBox="1"/>
            <p:nvPr/>
          </p:nvSpPr>
          <p:spPr>
            <a:xfrm>
              <a:off x="2633068" y="3728198"/>
              <a:ext cx="133241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바우처별 인기 상품</a:t>
              </a:r>
            </a:p>
          </p:txBody>
        </p:sp>
        <p:sp>
          <p:nvSpPr>
            <p:cNvPr id="67" name="사각형: 둥근 모서리 66">
              <a:extLst>
                <a:ext uri="{FF2B5EF4-FFF2-40B4-BE49-F238E27FC236}">
                  <a16:creationId xmlns:a16="http://schemas.microsoft.com/office/drawing/2014/main" id="{5A1059D6-BACA-BEDF-9715-3694A8224B04}"/>
                </a:ext>
              </a:extLst>
            </p:cNvPr>
            <p:cNvSpPr/>
            <p:nvPr/>
          </p:nvSpPr>
          <p:spPr>
            <a:xfrm>
              <a:off x="2880570" y="3886745"/>
              <a:ext cx="864096" cy="72008"/>
            </a:xfrm>
            <a:prstGeom prst="roundRect">
              <a:avLst/>
            </a:prstGeom>
            <a:solidFill>
              <a:srgbClr val="0070C0">
                <a:alpha val="30000"/>
              </a:srgbClr>
            </a:solidFill>
            <a:ln w="3175">
              <a:solidFill>
                <a:srgbClr val="0070C0">
                  <a:alpha val="3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40C59C78-7022-22CF-7C4B-31112AB01A56}"/>
              </a:ext>
            </a:extLst>
          </p:cNvPr>
          <p:cNvSpPr/>
          <p:nvPr/>
        </p:nvSpPr>
        <p:spPr>
          <a:xfrm>
            <a:off x="311528" y="4245439"/>
            <a:ext cx="1311496" cy="97219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E3DA61E-CE4B-6DD2-1E1F-CBBE870ED3B9}"/>
              </a:ext>
            </a:extLst>
          </p:cNvPr>
          <p:cNvSpPr txBox="1"/>
          <p:nvPr/>
        </p:nvSpPr>
        <p:spPr>
          <a:xfrm>
            <a:off x="214340" y="4042204"/>
            <a:ext cx="12167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b="1" spc="-150" dirty="0">
                <a:latin typeface="+mn-ea"/>
              </a:rPr>
              <a:t>기저귀</a:t>
            </a:r>
            <a:r>
              <a:rPr lang="en-US" altLang="ko-KR" sz="800" b="1" spc="-150" dirty="0">
                <a:latin typeface="+mn-ea"/>
              </a:rPr>
              <a:t>/</a:t>
            </a:r>
            <a:r>
              <a:rPr lang="ko-KR" altLang="en-US" sz="800" b="1" spc="-150" dirty="0">
                <a:latin typeface="+mn-ea"/>
              </a:rPr>
              <a:t>조제분유 지원</a:t>
            </a:r>
            <a:endParaRPr lang="en-US" altLang="ko-KR" sz="800" b="1" spc="-150" dirty="0">
              <a:latin typeface="+mn-ea"/>
            </a:endParaRP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ADAF431E-99BF-236D-DF06-189B84D72210}"/>
              </a:ext>
            </a:extLst>
          </p:cNvPr>
          <p:cNvSpPr/>
          <p:nvPr/>
        </p:nvSpPr>
        <p:spPr>
          <a:xfrm>
            <a:off x="1814286" y="4245439"/>
            <a:ext cx="1311496" cy="97219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800524FD-0FBF-F8A7-A5B9-ED7B5AC13202}"/>
              </a:ext>
            </a:extLst>
          </p:cNvPr>
          <p:cNvSpPr txBox="1"/>
          <p:nvPr/>
        </p:nvSpPr>
        <p:spPr>
          <a:xfrm>
            <a:off x="232237" y="5221982"/>
            <a:ext cx="15375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buNone/>
            </a:pPr>
            <a:r>
              <a:rPr lang="ko-KR" altLang="ko-KR" sz="700" b="0" i="0" dirty="0">
                <a:solidFill>
                  <a:srgbClr val="333333"/>
                </a:solidFill>
                <a:effectLst/>
                <a:latin typeface="+mn-ea"/>
              </a:rPr>
              <a:t>[</a:t>
            </a:r>
            <a:r>
              <a:rPr lang="ko-KR" altLang="ko-KR" sz="700" b="0" i="0" dirty="0" err="1">
                <a:solidFill>
                  <a:srgbClr val="333333"/>
                </a:solidFill>
                <a:effectLst/>
                <a:latin typeface="+mn-ea"/>
              </a:rPr>
              <a:t>마미포코</a:t>
            </a:r>
            <a:r>
              <a:rPr lang="ko-KR" altLang="ko-KR" sz="700" b="0" i="0" dirty="0">
                <a:solidFill>
                  <a:srgbClr val="333333"/>
                </a:solidFill>
                <a:effectLst/>
                <a:latin typeface="+mn-ea"/>
              </a:rPr>
              <a:t>] </a:t>
            </a:r>
            <a:endParaRPr lang="en-US" altLang="ko-KR" sz="700" b="0" i="0" dirty="0">
              <a:solidFill>
                <a:srgbClr val="333333"/>
              </a:solidFill>
              <a:effectLst/>
              <a:latin typeface="+mn-ea"/>
            </a:endParaRPr>
          </a:p>
          <a:p>
            <a:pPr algn="l" fontAlgn="t">
              <a:buNone/>
            </a:pPr>
            <a:r>
              <a:rPr lang="ko-KR" altLang="ko-KR" sz="800" b="0" i="0" spc="-150" dirty="0" err="1">
                <a:solidFill>
                  <a:srgbClr val="333333"/>
                </a:solidFill>
                <a:effectLst/>
                <a:latin typeface="+mn-ea"/>
              </a:rPr>
              <a:t>슈퍼컴포트팬티</a:t>
            </a:r>
            <a:r>
              <a:rPr lang="ko-KR" altLang="ko-KR" sz="800" b="0" i="0" spc="-150" dirty="0">
                <a:solidFill>
                  <a:srgbClr val="333333"/>
                </a:solidFill>
                <a:effectLst/>
                <a:latin typeface="+mn-ea"/>
              </a:rPr>
              <a:t> 특대형 여아</a:t>
            </a:r>
            <a:r>
              <a:rPr lang="en-US" altLang="ko-KR" sz="800" b="0" i="0" spc="-150" dirty="0">
                <a:solidFill>
                  <a:srgbClr val="333333"/>
                </a:solidFill>
                <a:effectLst/>
                <a:latin typeface="+mn-ea"/>
              </a:rPr>
              <a:t>…..</a:t>
            </a:r>
            <a:r>
              <a:rPr lang="ko-KR" altLang="ko-KR" sz="800" b="0" i="0" spc="-150" dirty="0">
                <a:solidFill>
                  <a:srgbClr val="333333"/>
                </a:solidFill>
                <a:effectLst/>
                <a:latin typeface="+mn-ea"/>
              </a:rPr>
              <a:t> </a:t>
            </a:r>
            <a:endParaRPr lang="en-US" altLang="ko-KR" sz="800" b="0" i="0" spc="-150" dirty="0">
              <a:solidFill>
                <a:srgbClr val="333333"/>
              </a:solidFill>
              <a:effectLst/>
              <a:latin typeface="+mn-ea"/>
            </a:endParaRPr>
          </a:p>
          <a:p>
            <a:pPr algn="l" fontAlgn="t">
              <a:buNone/>
            </a:pPr>
            <a:endParaRPr lang="en-US" altLang="ko-KR" sz="800" b="0" i="0" spc="-150" dirty="0">
              <a:solidFill>
                <a:srgbClr val="333333"/>
              </a:solidFill>
              <a:effectLst/>
              <a:latin typeface="+mn-ea"/>
            </a:endParaRPr>
          </a:p>
          <a:p>
            <a:pPr algn="l" fontAlgn="t">
              <a:buNone/>
            </a:pPr>
            <a:r>
              <a:rPr lang="ko-KR" altLang="ko-KR" sz="800" b="0" i="0" spc="-150" dirty="0">
                <a:solidFill>
                  <a:srgbClr val="333333"/>
                </a:solidFill>
                <a:effectLst/>
                <a:latin typeface="+mn-ea"/>
              </a:rPr>
              <a:t>36P </a:t>
            </a:r>
            <a:r>
              <a:rPr lang="ko-KR" altLang="ko-KR" sz="800" b="0" i="0" spc="-150" dirty="0" err="1">
                <a:solidFill>
                  <a:srgbClr val="333333"/>
                </a:solidFill>
                <a:effectLst/>
                <a:latin typeface="+mn-ea"/>
              </a:rPr>
              <a:t>x</a:t>
            </a:r>
            <a:r>
              <a:rPr lang="ko-KR" altLang="ko-KR" sz="800" b="0" i="0" spc="-150" dirty="0">
                <a:solidFill>
                  <a:srgbClr val="333333"/>
                </a:solidFill>
                <a:effectLst/>
                <a:latin typeface="+mn-ea"/>
              </a:rPr>
              <a:t> 3팩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1BC61F-B520-2C2E-FA16-8E7E84FFE5B9}"/>
              </a:ext>
            </a:extLst>
          </p:cNvPr>
          <p:cNvSpPr txBox="1"/>
          <p:nvPr/>
        </p:nvSpPr>
        <p:spPr>
          <a:xfrm>
            <a:off x="396726" y="5665589"/>
            <a:ext cx="13400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900" b="1" i="0" dirty="0">
                <a:solidFill>
                  <a:srgbClr val="333333"/>
                </a:solidFill>
                <a:effectLst/>
                <a:latin typeface="+mn-ea"/>
              </a:rPr>
              <a:t>32,500</a:t>
            </a:r>
            <a:r>
              <a:rPr lang="ko-KR" altLang="en-US" sz="900" b="1" i="0" dirty="0">
                <a:solidFill>
                  <a:srgbClr val="333333"/>
                </a:solidFill>
                <a:effectLst/>
                <a:latin typeface="+mn-ea"/>
              </a:rPr>
              <a:t>원</a:t>
            </a:r>
            <a:endParaRPr lang="ko-KR" altLang="ko-KR" sz="900" b="1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647E3B5-DF90-70B1-C538-45A3F25A42F2}"/>
              </a:ext>
            </a:extLst>
          </p:cNvPr>
          <p:cNvSpPr txBox="1"/>
          <p:nvPr/>
        </p:nvSpPr>
        <p:spPr>
          <a:xfrm>
            <a:off x="1764061" y="5205970"/>
            <a:ext cx="1537570" cy="623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buNone/>
            </a:pPr>
            <a:r>
              <a:rPr lang="ko-KR" altLang="ko-KR" sz="700" b="0" i="0" dirty="0">
                <a:solidFill>
                  <a:srgbClr val="333333"/>
                </a:solidFill>
                <a:effectLst/>
                <a:latin typeface="+mn-ea"/>
              </a:rPr>
              <a:t>[</a:t>
            </a:r>
            <a:r>
              <a:rPr lang="ko-KR" altLang="en-US" sz="700" dirty="0">
                <a:solidFill>
                  <a:srgbClr val="333333"/>
                </a:solidFill>
                <a:latin typeface="+mn-ea"/>
              </a:rPr>
              <a:t>임페리얼</a:t>
            </a:r>
            <a:r>
              <a:rPr lang="ko-KR" altLang="ko-KR" sz="700" b="0" i="0" dirty="0">
                <a:solidFill>
                  <a:srgbClr val="333333"/>
                </a:solidFill>
                <a:effectLst/>
                <a:latin typeface="+mn-ea"/>
              </a:rPr>
              <a:t>] </a:t>
            </a:r>
            <a:endParaRPr lang="en-US" altLang="ko-KR" sz="700" b="0" i="0" dirty="0">
              <a:solidFill>
                <a:srgbClr val="333333"/>
              </a:solidFill>
              <a:effectLst/>
              <a:latin typeface="+mn-ea"/>
            </a:endParaRPr>
          </a:p>
          <a:p>
            <a:pPr algn="l" fontAlgn="t">
              <a:buNone/>
            </a:pPr>
            <a:r>
              <a:rPr lang="ko-KR" altLang="en-US" sz="900" spc="-150" dirty="0">
                <a:solidFill>
                  <a:srgbClr val="333333"/>
                </a:solidFill>
                <a:latin typeface="+mn-ea"/>
              </a:rPr>
              <a:t>남양 임페리얼 </a:t>
            </a:r>
            <a:r>
              <a:rPr lang="en-US" altLang="ko-KR" sz="900" spc="-150" dirty="0">
                <a:solidFill>
                  <a:srgbClr val="333333"/>
                </a:solidFill>
                <a:latin typeface="+mn-ea"/>
              </a:rPr>
              <a:t>XIO 4</a:t>
            </a:r>
            <a:r>
              <a:rPr lang="ko-KR" altLang="en-US" sz="900" spc="-150" dirty="0">
                <a:solidFill>
                  <a:srgbClr val="333333"/>
                </a:solidFill>
                <a:latin typeface="+mn-ea"/>
              </a:rPr>
              <a:t>단계</a:t>
            </a:r>
            <a:r>
              <a:rPr lang="ko-KR" altLang="ko-KR" sz="900" b="0" i="0" spc="-150" dirty="0">
                <a:solidFill>
                  <a:srgbClr val="333333"/>
                </a:solidFill>
                <a:effectLst/>
                <a:latin typeface="+mn-ea"/>
              </a:rPr>
              <a:t> </a:t>
            </a:r>
            <a:endParaRPr lang="en-US" altLang="ko-KR" sz="900" b="0" i="0" spc="-150" dirty="0">
              <a:solidFill>
                <a:srgbClr val="333333"/>
              </a:solidFill>
              <a:effectLst/>
              <a:latin typeface="+mn-ea"/>
            </a:endParaRPr>
          </a:p>
          <a:p>
            <a:pPr algn="l" fontAlgn="t">
              <a:buNone/>
            </a:pPr>
            <a:endParaRPr lang="en-US" altLang="ko-KR" sz="900" spc="-150" dirty="0">
              <a:solidFill>
                <a:srgbClr val="333333"/>
              </a:solidFill>
              <a:latin typeface="+mn-ea"/>
            </a:endParaRPr>
          </a:p>
          <a:p>
            <a:pPr algn="l" fontAlgn="t">
              <a:buNone/>
            </a:pP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800g</a:t>
            </a:r>
            <a:r>
              <a:rPr lang="ko-KR" altLang="ko-KR" sz="800" b="0" i="0" spc="-150" dirty="0">
                <a:solidFill>
                  <a:srgbClr val="333333"/>
                </a:solidFill>
                <a:effectLst/>
                <a:latin typeface="+mn-ea"/>
              </a:rPr>
              <a:t> </a:t>
            </a:r>
            <a:r>
              <a:rPr lang="ko-KR" altLang="ko-KR" sz="800" b="0" i="0" spc="-150" dirty="0" err="1">
                <a:solidFill>
                  <a:srgbClr val="333333"/>
                </a:solidFill>
                <a:effectLst/>
                <a:latin typeface="+mn-ea"/>
              </a:rPr>
              <a:t>x</a:t>
            </a:r>
            <a:r>
              <a:rPr lang="ko-KR" altLang="ko-KR" sz="800" b="0" i="0" spc="-150" dirty="0">
                <a:solidFill>
                  <a:srgbClr val="333333"/>
                </a:solidFill>
                <a:effectLst/>
                <a:latin typeface="+mn-ea"/>
              </a:rPr>
              <a:t> 3</a:t>
            </a:r>
            <a:r>
              <a:rPr lang="ko-KR" altLang="en-US" sz="800" b="0" i="0" spc="-150" dirty="0">
                <a:solidFill>
                  <a:srgbClr val="333333"/>
                </a:solidFill>
                <a:effectLst/>
                <a:latin typeface="+mn-ea"/>
              </a:rPr>
              <a:t>캔</a:t>
            </a:r>
            <a:endParaRPr lang="ko-KR" altLang="ko-KR" sz="800" b="0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53D2520-DFAD-F0C5-24F9-E65F28C2DEEE}"/>
              </a:ext>
            </a:extLst>
          </p:cNvPr>
          <p:cNvSpPr txBox="1"/>
          <p:nvPr/>
        </p:nvSpPr>
        <p:spPr>
          <a:xfrm>
            <a:off x="1809973" y="5652641"/>
            <a:ext cx="145485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900" b="1" i="0" dirty="0">
                <a:solidFill>
                  <a:srgbClr val="333333"/>
                </a:solidFill>
                <a:effectLst/>
                <a:latin typeface="+mn-ea"/>
              </a:rPr>
              <a:t>32,500</a:t>
            </a:r>
            <a:r>
              <a:rPr lang="ko-KR" altLang="en-US" sz="900" b="1" i="0" dirty="0">
                <a:solidFill>
                  <a:srgbClr val="333333"/>
                </a:solidFill>
                <a:effectLst/>
                <a:latin typeface="+mn-ea"/>
              </a:rPr>
              <a:t>원</a:t>
            </a:r>
            <a:endParaRPr lang="ko-KR" altLang="ko-KR" sz="900" b="1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211C4D3-C55D-4482-1900-C10DBD992270}"/>
              </a:ext>
            </a:extLst>
          </p:cNvPr>
          <p:cNvSpPr txBox="1"/>
          <p:nvPr/>
        </p:nvSpPr>
        <p:spPr>
          <a:xfrm>
            <a:off x="911664" y="755973"/>
            <a:ext cx="123783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    상품     커뮤니티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307AFC2-1DAB-6D31-7B1A-017D3C169EAF}"/>
              </a:ext>
            </a:extLst>
          </p:cNvPr>
          <p:cNvSpPr/>
          <p:nvPr/>
        </p:nvSpPr>
        <p:spPr>
          <a:xfrm>
            <a:off x="1910054" y="1404652"/>
            <a:ext cx="1131678" cy="106647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8D519041-E39F-3E2F-D281-C592B678B9C5}"/>
              </a:ext>
            </a:extLst>
          </p:cNvPr>
          <p:cNvGrpSpPr/>
          <p:nvPr/>
        </p:nvGrpSpPr>
        <p:grpSpPr>
          <a:xfrm>
            <a:off x="2653559" y="795356"/>
            <a:ext cx="613818" cy="172355"/>
            <a:chOff x="6582398" y="795356"/>
            <a:chExt cx="613818" cy="172355"/>
          </a:xfrm>
        </p:grpSpPr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9ACB4EA0-AAC5-B8AE-C508-FFD881966727}"/>
                </a:ext>
              </a:extLst>
            </p:cNvPr>
            <p:cNvGrpSpPr/>
            <p:nvPr/>
          </p:nvGrpSpPr>
          <p:grpSpPr>
            <a:xfrm>
              <a:off x="6805795" y="795356"/>
              <a:ext cx="390421" cy="172355"/>
              <a:chOff x="6548593" y="711082"/>
              <a:chExt cx="652456" cy="288032"/>
            </a:xfrm>
          </p:grpSpPr>
          <p:pic>
            <p:nvPicPr>
              <p:cNvPr id="18" name="그림 17">
                <a:extLst>
                  <a:ext uri="{FF2B5EF4-FFF2-40B4-BE49-F238E27FC236}">
                    <a16:creationId xmlns:a16="http://schemas.microsoft.com/office/drawing/2014/main" id="{89A6A963-68E3-1138-85E5-704287F4BA3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929443" y="711082"/>
                <a:ext cx="271606" cy="264061"/>
              </a:xfrm>
              <a:prstGeom prst="rect">
                <a:avLst/>
              </a:prstGeom>
            </p:spPr>
          </p:pic>
          <p:pic>
            <p:nvPicPr>
              <p:cNvPr id="33" name="그림 32">
                <a:extLst>
                  <a:ext uri="{FF2B5EF4-FFF2-40B4-BE49-F238E27FC236}">
                    <a16:creationId xmlns:a16="http://schemas.microsoft.com/office/drawing/2014/main" id="{B429A882-941F-D377-735C-5B702A6E9CB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37124" t="19832" r="40203" b="17169"/>
              <a:stretch>
                <a:fillRect/>
              </a:stretch>
            </p:blipFill>
            <p:spPr>
              <a:xfrm>
                <a:off x="6548593" y="711082"/>
                <a:ext cx="384412" cy="288032"/>
              </a:xfrm>
              <a:prstGeom prst="rect">
                <a:avLst/>
              </a:prstGeom>
            </p:spPr>
          </p:pic>
        </p:grpSp>
        <p:pic>
          <p:nvPicPr>
            <p:cNvPr id="31" name="그림 30">
              <a:extLst>
                <a:ext uri="{FF2B5EF4-FFF2-40B4-BE49-F238E27FC236}">
                  <a16:creationId xmlns:a16="http://schemas.microsoft.com/office/drawing/2014/main" id="{BD4FFCBD-6CA5-4723-C050-259DC18BCA4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19832" r="76394" b="17169"/>
            <a:stretch>
              <a:fillRect/>
            </a:stretch>
          </p:blipFill>
          <p:spPr>
            <a:xfrm>
              <a:off x="6582398" y="798882"/>
              <a:ext cx="232970" cy="167661"/>
            </a:xfrm>
            <a:prstGeom prst="rect">
              <a:avLst/>
            </a:prstGeom>
          </p:spPr>
        </p:pic>
      </p:grpSp>
      <p:grpSp>
        <p:nvGrpSpPr>
          <p:cNvPr id="91" name="그룹 90">
            <a:extLst>
              <a:ext uri="{FF2B5EF4-FFF2-40B4-BE49-F238E27FC236}">
                <a16:creationId xmlns:a16="http://schemas.microsoft.com/office/drawing/2014/main" id="{0ECE70F4-032F-55BF-B3DA-4B5CBD5F3B36}"/>
              </a:ext>
            </a:extLst>
          </p:cNvPr>
          <p:cNvGrpSpPr/>
          <p:nvPr/>
        </p:nvGrpSpPr>
        <p:grpSpPr>
          <a:xfrm>
            <a:off x="344914" y="1293038"/>
            <a:ext cx="2146797" cy="623304"/>
            <a:chOff x="2317948" y="1250966"/>
            <a:chExt cx="2146797" cy="623304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AAEB7A6-E06E-84BE-C6D2-0C44A6B6901C}"/>
                </a:ext>
              </a:extLst>
            </p:cNvPr>
            <p:cNvSpPr txBox="1"/>
            <p:nvPr/>
          </p:nvSpPr>
          <p:spPr>
            <a:xfrm>
              <a:off x="2317948" y="1250966"/>
              <a:ext cx="137409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무더위 이겨내기</a:t>
              </a:r>
              <a:r>
                <a:rPr lang="en-US" altLang="ko-KR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!</a:t>
              </a:r>
            </a:p>
            <a:p>
              <a:r>
                <a:rPr lang="ko-KR" altLang="en-US" sz="1200" b="1" spc="-15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팸퍼스</a:t>
              </a:r>
              <a:r>
                <a:rPr lang="ko-KR" altLang="en-US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BEST </a:t>
              </a:r>
              <a:r>
                <a:rPr lang="ko-KR" altLang="en-US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기획전</a:t>
              </a:r>
              <a:r>
                <a:rPr lang="en-US" altLang="ko-KR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!</a:t>
              </a:r>
              <a:endPara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EE8784E8-D460-33E1-0B49-3C37E921CC38}"/>
                </a:ext>
              </a:extLst>
            </p:cNvPr>
            <p:cNvSpPr txBox="1"/>
            <p:nvPr/>
          </p:nvSpPr>
          <p:spPr>
            <a:xfrm>
              <a:off x="2343005" y="1658826"/>
              <a:ext cx="2121740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800" dirty="0"/>
                <a:t>2026.06.22 ~ 2026.06.28</a:t>
              </a:r>
              <a:endParaRPr lang="ko-KR" altLang="en-US" sz="800" dirty="0"/>
            </a:p>
          </p:txBody>
        </p:sp>
      </p:grpSp>
      <p:sp>
        <p:nvSpPr>
          <p:cNvPr id="92" name="사각형: 둥근 모서리 91">
            <a:extLst>
              <a:ext uri="{FF2B5EF4-FFF2-40B4-BE49-F238E27FC236}">
                <a16:creationId xmlns:a16="http://schemas.microsoft.com/office/drawing/2014/main" id="{B1A2566B-A0A1-DE97-1BF7-94D7DF84D8A4}"/>
              </a:ext>
            </a:extLst>
          </p:cNvPr>
          <p:cNvSpPr/>
          <p:nvPr/>
        </p:nvSpPr>
        <p:spPr>
          <a:xfrm>
            <a:off x="1459702" y="2593424"/>
            <a:ext cx="542175" cy="156819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dirty="0">
                <a:solidFill>
                  <a:schemeClr val="bg1"/>
                </a:solidFill>
              </a:rPr>
              <a:t>1/5</a:t>
            </a:r>
            <a:endParaRPr lang="ko-KR" altLang="en-US" sz="800" dirty="0">
              <a:solidFill>
                <a:schemeClr val="bg1"/>
              </a:solidFill>
            </a:endParaRPr>
          </a:p>
        </p:txBody>
      </p:sp>
      <p:graphicFrame>
        <p:nvGraphicFramePr>
          <p:cNvPr id="12" name="Group 59">
            <a:extLst>
              <a:ext uri="{FF2B5EF4-FFF2-40B4-BE49-F238E27FC236}">
                <a16:creationId xmlns:a16="http://schemas.microsoft.com/office/drawing/2014/main" id="{3CC93753-B467-2573-D829-F25FBB2C10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669755"/>
              </p:ext>
            </p:extLst>
          </p:nvPr>
        </p:nvGraphicFramePr>
        <p:xfrm>
          <a:off x="10128399" y="623854"/>
          <a:ext cx="2850436" cy="3464461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2311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카테고리 아이콘</a:t>
                      </a:r>
                      <a:endParaRPr kumimoji="0" lang="en-US" altLang="ko-KR" sz="800" b="1" i="0" u="sng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클릭 시 카테고리 레이어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    CH-U-MO-CA-01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홈  아이콘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메인으로 이동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800" b="0" u="none" kern="0" spc="0" baseline="0" dirty="0">
                          <a:solidFill>
                            <a:schemeClr val="tx1"/>
                          </a:solidFill>
                          <a:latin typeface="+mn-ea"/>
                        </a:rPr>
                        <a:t>CH-U-MA-00-00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My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 아이콘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로그인 전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, -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로그인 화면으로 연결 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         </a:t>
                      </a:r>
                      <a:r>
                        <a:rPr lang="en-US" altLang="ko-KR" sz="800" b="0" u="none" kern="0" spc="0" baseline="0" dirty="0">
                          <a:solidFill>
                            <a:schemeClr val="tx1"/>
                          </a:solidFill>
                          <a:latin typeface="+mn-ea"/>
                        </a:rPr>
                        <a:t>CH-U-LO-01-01</a:t>
                      </a: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none" kern="0" spc="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로그인 후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–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내 정보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화면으로 연결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kern="0" spc="0" baseline="0" dirty="0">
                          <a:solidFill>
                            <a:schemeClr val="tx1"/>
                          </a:solidFill>
                          <a:latin typeface="+mn-ea"/>
                        </a:rPr>
                        <a:t>     CH-U-MY-01-01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최근 본 상품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클릭 시 최근 본 상품 화면이동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9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10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/>
                        <a:t>12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25" name="직사각형 24">
            <a:extLst>
              <a:ext uri="{FF2B5EF4-FFF2-40B4-BE49-F238E27FC236}">
                <a16:creationId xmlns:a16="http://schemas.microsoft.com/office/drawing/2014/main" id="{E0C30A3C-0B15-49F9-0A0D-03018C0CBC7F}"/>
              </a:ext>
            </a:extLst>
          </p:cNvPr>
          <p:cNvSpPr/>
          <p:nvPr/>
        </p:nvSpPr>
        <p:spPr>
          <a:xfrm>
            <a:off x="156400" y="683964"/>
            <a:ext cx="3159299" cy="6156573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06D1225-541D-9435-41AB-7D6430CBE2F7}"/>
              </a:ext>
            </a:extLst>
          </p:cNvPr>
          <p:cNvSpPr txBox="1"/>
          <p:nvPr/>
        </p:nvSpPr>
        <p:spPr>
          <a:xfrm>
            <a:off x="-173231" y="1635668"/>
            <a:ext cx="3915963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500" spc="-15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                      &gt;</a:t>
            </a:r>
            <a:endParaRPr lang="ko-KR" altLang="en-US" sz="3500" spc="-150" dirty="0">
              <a:solidFill>
                <a:schemeClr val="bg1">
                  <a:lumMod val="7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순서도: 천공 테이프 25">
            <a:extLst>
              <a:ext uri="{FF2B5EF4-FFF2-40B4-BE49-F238E27FC236}">
                <a16:creationId xmlns:a16="http://schemas.microsoft.com/office/drawing/2014/main" id="{AC162E59-727C-6767-AF46-AD8BD212C512}"/>
              </a:ext>
            </a:extLst>
          </p:cNvPr>
          <p:cNvSpPr/>
          <p:nvPr/>
        </p:nvSpPr>
        <p:spPr>
          <a:xfrm>
            <a:off x="156400" y="6539024"/>
            <a:ext cx="315929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636AF3B7-4268-D6FF-82E1-2F548EB28827}"/>
              </a:ext>
            </a:extLst>
          </p:cNvPr>
          <p:cNvSpPr/>
          <p:nvPr/>
        </p:nvSpPr>
        <p:spPr>
          <a:xfrm>
            <a:off x="3528641" y="683921"/>
            <a:ext cx="3159299" cy="6156573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EDDE30F6-0F31-FDC0-B31A-4CD383CA227F}"/>
              </a:ext>
            </a:extLst>
          </p:cNvPr>
          <p:cNvSpPr/>
          <p:nvPr/>
        </p:nvSpPr>
        <p:spPr>
          <a:xfrm>
            <a:off x="3697801" y="764393"/>
            <a:ext cx="1311496" cy="97219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EE08FCF4-4E7C-A77D-BF6A-D38683C004C5}"/>
              </a:ext>
            </a:extLst>
          </p:cNvPr>
          <p:cNvSpPr/>
          <p:nvPr/>
        </p:nvSpPr>
        <p:spPr>
          <a:xfrm>
            <a:off x="5200559" y="764393"/>
            <a:ext cx="1311496" cy="97219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9779BCC-AA8D-58CB-7442-A1602BD4D7FF}"/>
              </a:ext>
            </a:extLst>
          </p:cNvPr>
          <p:cNvSpPr txBox="1"/>
          <p:nvPr/>
        </p:nvSpPr>
        <p:spPr>
          <a:xfrm>
            <a:off x="3618510" y="1740936"/>
            <a:ext cx="1537570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/>
            <a:r>
              <a:rPr lang="ko-KR" altLang="ko-KR" sz="700" dirty="0">
                <a:solidFill>
                  <a:srgbClr val="333333"/>
                </a:solidFill>
                <a:latin typeface="+mn-ea"/>
              </a:rPr>
              <a:t>[</a:t>
            </a:r>
            <a:r>
              <a:rPr lang="ko-KR" altLang="en-US" sz="700" dirty="0" err="1">
                <a:solidFill>
                  <a:srgbClr val="333333"/>
                </a:solidFill>
                <a:latin typeface="+mn-ea"/>
              </a:rPr>
              <a:t>오브맘</a:t>
            </a:r>
            <a:r>
              <a:rPr lang="ko-KR" altLang="ko-KR" sz="700" dirty="0">
                <a:solidFill>
                  <a:srgbClr val="333333"/>
                </a:solidFill>
                <a:latin typeface="+mn-ea"/>
              </a:rPr>
              <a:t>] </a:t>
            </a:r>
            <a:endParaRPr lang="en-US" altLang="ko-KR" sz="700" dirty="0">
              <a:solidFill>
                <a:srgbClr val="333333"/>
              </a:solidFill>
              <a:latin typeface="+mn-ea"/>
            </a:endParaRPr>
          </a:p>
          <a:p>
            <a:pPr fontAlgn="t"/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알프스 청정 프리미엄 </a:t>
            </a:r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오브맘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..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 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..</a:t>
            </a:r>
          </a:p>
          <a:p>
            <a:pPr fontAlgn="t"/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2,3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단계 </a:t>
            </a:r>
            <a:endParaRPr lang="en-US" altLang="ko-KR" sz="800" spc="-150" dirty="0">
              <a:solidFill>
                <a:srgbClr val="333333"/>
              </a:solidFill>
              <a:latin typeface="+mn-ea"/>
            </a:endParaRPr>
          </a:p>
          <a:p>
            <a:pPr fontAlgn="t"/>
            <a:endParaRPr lang="en-US" altLang="ko-KR" sz="400" spc="-150" dirty="0">
              <a:solidFill>
                <a:srgbClr val="333333"/>
              </a:solidFill>
              <a:latin typeface="+mn-ea"/>
            </a:endParaRPr>
          </a:p>
          <a:p>
            <a:pPr fontAlgn="t"/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200ml X 24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입</a:t>
            </a:r>
            <a:endParaRPr lang="ko-KR" altLang="ko-KR" sz="800" spc="-150" dirty="0">
              <a:solidFill>
                <a:srgbClr val="333333"/>
              </a:solidFill>
              <a:latin typeface="+mn-ea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F13A2FB-BDC7-858C-5476-100EDABB53F2}"/>
              </a:ext>
            </a:extLst>
          </p:cNvPr>
          <p:cNvSpPr txBox="1"/>
          <p:nvPr/>
        </p:nvSpPr>
        <p:spPr>
          <a:xfrm>
            <a:off x="3782999" y="2184543"/>
            <a:ext cx="13400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900" b="1" dirty="0">
                <a:solidFill>
                  <a:srgbClr val="333333"/>
                </a:solidFill>
                <a:latin typeface="+mn-ea"/>
              </a:rPr>
              <a:t>42,000</a:t>
            </a:r>
            <a:r>
              <a:rPr lang="ko-KR" altLang="en-US" sz="900" b="1" dirty="0">
                <a:solidFill>
                  <a:srgbClr val="333333"/>
                </a:solidFill>
                <a:latin typeface="+mn-ea"/>
              </a:rPr>
              <a:t>원</a:t>
            </a:r>
            <a:endParaRPr lang="ko-KR" altLang="ko-KR" sz="900" b="1" spc="-150" dirty="0">
              <a:solidFill>
                <a:srgbClr val="333333"/>
              </a:solidFill>
              <a:latin typeface="+mn-ea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B4E74FC-00F1-C808-C0B6-91C8AE954A1A}"/>
              </a:ext>
            </a:extLst>
          </p:cNvPr>
          <p:cNvSpPr txBox="1"/>
          <p:nvPr/>
        </p:nvSpPr>
        <p:spPr>
          <a:xfrm>
            <a:off x="5150334" y="1724924"/>
            <a:ext cx="1537570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/>
            <a:r>
              <a:rPr lang="ko-KR" altLang="ko-KR" sz="700" dirty="0">
                <a:solidFill>
                  <a:srgbClr val="333333"/>
                </a:solidFill>
                <a:latin typeface="+mn-ea"/>
              </a:rPr>
              <a:t>[</a:t>
            </a:r>
            <a:r>
              <a:rPr lang="ko-KR" altLang="en-US" sz="700" dirty="0" err="1">
                <a:solidFill>
                  <a:srgbClr val="333333"/>
                </a:solidFill>
                <a:latin typeface="+mn-ea"/>
              </a:rPr>
              <a:t>유한킴벌리</a:t>
            </a:r>
            <a:r>
              <a:rPr lang="ko-KR" altLang="ko-KR" sz="700" dirty="0">
                <a:solidFill>
                  <a:srgbClr val="333333"/>
                </a:solidFill>
                <a:latin typeface="+mn-ea"/>
              </a:rPr>
              <a:t>] </a:t>
            </a:r>
            <a:endParaRPr lang="en-US" altLang="ko-KR" sz="700" dirty="0">
              <a:solidFill>
                <a:srgbClr val="333333"/>
              </a:solidFill>
              <a:latin typeface="+mn-ea"/>
            </a:endParaRPr>
          </a:p>
          <a:p>
            <a:pPr fontAlgn="t"/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하기스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 </a:t>
            </a:r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맥스드라이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 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2025 6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단계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...</a:t>
            </a:r>
          </a:p>
          <a:p>
            <a:pPr fontAlgn="t"/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팬티형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 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여아 </a:t>
            </a:r>
            <a:endParaRPr lang="en-US" altLang="ko-KR" sz="800" spc="-150" dirty="0">
              <a:solidFill>
                <a:srgbClr val="333333"/>
              </a:solidFill>
              <a:latin typeface="+mn-ea"/>
            </a:endParaRPr>
          </a:p>
          <a:p>
            <a:pPr fontAlgn="t"/>
            <a:endParaRPr lang="en-US" altLang="ko-KR" sz="400" spc="-150" dirty="0">
              <a:solidFill>
                <a:srgbClr val="333333"/>
              </a:solidFill>
              <a:latin typeface="+mn-ea"/>
            </a:endParaRPr>
          </a:p>
          <a:p>
            <a:pPr fontAlgn="t"/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38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매 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X2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팩 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KA30</a:t>
            </a:r>
            <a:endParaRPr lang="ko-KR" altLang="ko-KR" sz="800" spc="-150" dirty="0">
              <a:solidFill>
                <a:srgbClr val="333333"/>
              </a:solidFill>
              <a:latin typeface="+mn-ea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3DEC1B3-5D91-E0CA-2B75-0A9E067C0818}"/>
              </a:ext>
            </a:extLst>
          </p:cNvPr>
          <p:cNvSpPr txBox="1"/>
          <p:nvPr/>
        </p:nvSpPr>
        <p:spPr>
          <a:xfrm>
            <a:off x="5196246" y="2171595"/>
            <a:ext cx="145485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900" b="1" dirty="0">
                <a:solidFill>
                  <a:srgbClr val="333333"/>
                </a:solidFill>
                <a:latin typeface="+mn-ea"/>
              </a:rPr>
              <a:t>73,900</a:t>
            </a:r>
            <a:r>
              <a:rPr lang="ko-KR" altLang="en-US" sz="900" b="1" dirty="0">
                <a:solidFill>
                  <a:srgbClr val="333333"/>
                </a:solidFill>
                <a:latin typeface="+mn-ea"/>
              </a:rPr>
              <a:t>원</a:t>
            </a:r>
            <a:endParaRPr lang="ko-KR" altLang="ko-KR" sz="900" b="1" spc="-150" dirty="0">
              <a:solidFill>
                <a:srgbClr val="333333"/>
              </a:solidFill>
              <a:latin typeface="+mn-ea"/>
            </a:endParaRPr>
          </a:p>
        </p:txBody>
      </p:sp>
      <p:sp>
        <p:nvSpPr>
          <p:cNvPr id="52" name="순서도: 천공 테이프 51">
            <a:extLst>
              <a:ext uri="{FF2B5EF4-FFF2-40B4-BE49-F238E27FC236}">
                <a16:creationId xmlns:a16="http://schemas.microsoft.com/office/drawing/2014/main" id="{E40D9D31-E67D-A88E-BAA4-49183A266A97}"/>
              </a:ext>
            </a:extLst>
          </p:cNvPr>
          <p:cNvSpPr/>
          <p:nvPr/>
        </p:nvSpPr>
        <p:spPr>
          <a:xfrm>
            <a:off x="3535274" y="2877909"/>
            <a:ext cx="3159299" cy="542360"/>
          </a:xfrm>
          <a:prstGeom prst="flowChartPunchedTape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내용 중략 </a:t>
            </a:r>
            <a:r>
              <a:rPr lang="en-US" altLang="ko-KR" sz="800" dirty="0">
                <a:solidFill>
                  <a:schemeClr val="tx1"/>
                </a:solidFill>
              </a:rPr>
              <a:t>(</a:t>
            </a:r>
            <a:r>
              <a:rPr lang="ko-KR" altLang="en-US" sz="800" dirty="0">
                <a:solidFill>
                  <a:schemeClr val="tx1"/>
                </a:solidFill>
              </a:rPr>
              <a:t>바우처별 인기 상품 </a:t>
            </a:r>
            <a:r>
              <a:rPr lang="en-US" altLang="ko-KR" sz="800" dirty="0">
                <a:solidFill>
                  <a:schemeClr val="tx1"/>
                </a:solidFill>
              </a:rPr>
              <a:t>2X4</a:t>
            </a:r>
            <a:r>
              <a:rPr lang="ko-KR" altLang="en-US" sz="800" dirty="0">
                <a:solidFill>
                  <a:schemeClr val="tx1"/>
                </a:solidFill>
              </a:rPr>
              <a:t>개</a:t>
            </a:r>
            <a:r>
              <a:rPr lang="en-US" altLang="ko-KR" sz="800" dirty="0">
                <a:solidFill>
                  <a:schemeClr val="tx1"/>
                </a:solidFill>
              </a:rPr>
              <a:t> </a:t>
            </a:r>
            <a:r>
              <a:rPr lang="ko-KR" altLang="en-US" sz="800" dirty="0">
                <a:solidFill>
                  <a:schemeClr val="tx1"/>
                </a:solidFill>
              </a:rPr>
              <a:t>출력</a:t>
            </a:r>
            <a:r>
              <a:rPr lang="en-US" altLang="ko-KR" sz="800" dirty="0">
                <a:solidFill>
                  <a:schemeClr val="tx1"/>
                </a:solidFill>
              </a:rPr>
              <a:t>)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3A7523C-8735-45B0-C6E4-32093346D21E}"/>
              </a:ext>
            </a:extLst>
          </p:cNvPr>
          <p:cNvSpPr txBox="1"/>
          <p:nvPr/>
        </p:nvSpPr>
        <p:spPr>
          <a:xfrm>
            <a:off x="3596206" y="3429093"/>
            <a:ext cx="12167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b="1" spc="-150" dirty="0">
                <a:latin typeface="+mn-ea"/>
              </a:rPr>
              <a:t>여성청소년 생리용품</a:t>
            </a:r>
            <a:endParaRPr lang="en-US" altLang="ko-KR" sz="800" b="1" spc="-150" dirty="0">
              <a:latin typeface="+mn-ea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E5FA45FF-840E-48B9-7D25-5719BFEAB293}"/>
              </a:ext>
            </a:extLst>
          </p:cNvPr>
          <p:cNvSpPr/>
          <p:nvPr/>
        </p:nvSpPr>
        <p:spPr>
          <a:xfrm>
            <a:off x="3680382" y="3635828"/>
            <a:ext cx="1311496" cy="97219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B18A8EBA-6895-56E1-49DB-6D4CD7449704}"/>
              </a:ext>
            </a:extLst>
          </p:cNvPr>
          <p:cNvSpPr/>
          <p:nvPr/>
        </p:nvSpPr>
        <p:spPr>
          <a:xfrm>
            <a:off x="5183140" y="3635828"/>
            <a:ext cx="1311496" cy="97219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35DD8E4-4B41-A82A-F8E5-B3D95470A058}"/>
              </a:ext>
            </a:extLst>
          </p:cNvPr>
          <p:cNvSpPr txBox="1"/>
          <p:nvPr/>
        </p:nvSpPr>
        <p:spPr>
          <a:xfrm>
            <a:off x="3601091" y="4612371"/>
            <a:ext cx="153757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/>
            <a:r>
              <a:rPr lang="ko-KR" altLang="ko-KR" sz="700" dirty="0">
                <a:solidFill>
                  <a:srgbClr val="333333"/>
                </a:solidFill>
                <a:latin typeface="+mn-ea"/>
              </a:rPr>
              <a:t>[</a:t>
            </a:r>
            <a:r>
              <a:rPr lang="ko-KR" altLang="en-US" sz="700" dirty="0">
                <a:solidFill>
                  <a:srgbClr val="333333"/>
                </a:solidFill>
                <a:latin typeface="+mn-ea"/>
              </a:rPr>
              <a:t>깨끗한나라</a:t>
            </a:r>
            <a:r>
              <a:rPr lang="ko-KR" altLang="ko-KR" sz="700" dirty="0">
                <a:solidFill>
                  <a:srgbClr val="333333"/>
                </a:solidFill>
                <a:latin typeface="+mn-ea"/>
              </a:rPr>
              <a:t>] </a:t>
            </a:r>
            <a:endParaRPr lang="en-US" altLang="ko-KR" sz="700" dirty="0">
              <a:solidFill>
                <a:srgbClr val="333333"/>
              </a:solidFill>
              <a:latin typeface="+mn-ea"/>
            </a:endParaRPr>
          </a:p>
          <a:p>
            <a:pPr fontAlgn="t"/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프리미엄급 </a:t>
            </a:r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디어스킨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 </a:t>
            </a:r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리얼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 </a:t>
            </a:r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모딜</a:t>
            </a:r>
            <a:r>
              <a:rPr lang="ko-KR" altLang="ko-KR" sz="800" spc="-150" dirty="0">
                <a:solidFill>
                  <a:srgbClr val="333333"/>
                </a:solidFill>
                <a:latin typeface="+mn-ea"/>
              </a:rPr>
              <a:t> </a:t>
            </a:r>
            <a:endParaRPr lang="en-US" altLang="ko-KR" sz="800" spc="-150" dirty="0">
              <a:solidFill>
                <a:srgbClr val="333333"/>
              </a:solidFill>
              <a:latin typeface="+mn-ea"/>
            </a:endParaRPr>
          </a:p>
          <a:p>
            <a:pPr fontAlgn="t"/>
            <a:endParaRPr lang="en-US" altLang="ko-KR" sz="400" dirty="0">
              <a:solidFill>
                <a:srgbClr val="333333"/>
              </a:solidFill>
              <a:latin typeface="+mn-ea"/>
            </a:endParaRPr>
          </a:p>
          <a:p>
            <a:pPr fontAlgn="t"/>
            <a:r>
              <a:rPr lang="ko-KR" altLang="en-US" sz="800" dirty="0">
                <a:solidFill>
                  <a:srgbClr val="333333"/>
                </a:solidFill>
                <a:latin typeface="+mn-ea"/>
              </a:rPr>
              <a:t>중형 </a:t>
            </a:r>
            <a:r>
              <a:rPr lang="en-US" altLang="ko-KR" sz="800" dirty="0">
                <a:solidFill>
                  <a:srgbClr val="333333"/>
                </a:solidFill>
                <a:latin typeface="+mn-ea"/>
              </a:rPr>
              <a:t>32P(16+16)</a:t>
            </a:r>
            <a:endParaRPr lang="ko-KR" altLang="ko-KR" sz="800" dirty="0">
              <a:solidFill>
                <a:srgbClr val="333333"/>
              </a:solidFill>
              <a:latin typeface="+mn-ea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2704EF0-A059-F2CA-5923-38A0CD5B3CFA}"/>
              </a:ext>
            </a:extLst>
          </p:cNvPr>
          <p:cNvSpPr txBox="1"/>
          <p:nvPr/>
        </p:nvSpPr>
        <p:spPr>
          <a:xfrm>
            <a:off x="3765580" y="5055978"/>
            <a:ext cx="13400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900" b="1" dirty="0">
                <a:solidFill>
                  <a:srgbClr val="333333"/>
                </a:solidFill>
                <a:latin typeface="+mn-ea"/>
              </a:rPr>
              <a:t>8,900</a:t>
            </a:r>
            <a:r>
              <a:rPr lang="ko-KR" altLang="en-US" sz="900" b="1" dirty="0">
                <a:solidFill>
                  <a:srgbClr val="333333"/>
                </a:solidFill>
                <a:latin typeface="+mn-ea"/>
              </a:rPr>
              <a:t>원</a:t>
            </a:r>
            <a:endParaRPr lang="ko-KR" altLang="ko-KR" sz="900" b="1" spc="-150" dirty="0">
              <a:solidFill>
                <a:srgbClr val="333333"/>
              </a:solidFill>
              <a:latin typeface="+mn-ea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282F9C4-07D1-1484-52BA-9D173C2CCA18}"/>
              </a:ext>
            </a:extLst>
          </p:cNvPr>
          <p:cNvSpPr txBox="1"/>
          <p:nvPr/>
        </p:nvSpPr>
        <p:spPr>
          <a:xfrm>
            <a:off x="5132915" y="4596359"/>
            <a:ext cx="153757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/>
            <a:r>
              <a:rPr lang="ko-KR" altLang="ko-KR" sz="700" dirty="0">
                <a:solidFill>
                  <a:srgbClr val="333333"/>
                </a:solidFill>
                <a:latin typeface="+mn-ea"/>
              </a:rPr>
              <a:t>[</a:t>
            </a:r>
            <a:r>
              <a:rPr lang="ko-KR" altLang="en-US" sz="700" dirty="0" err="1">
                <a:solidFill>
                  <a:srgbClr val="333333"/>
                </a:solidFill>
                <a:latin typeface="+mn-ea"/>
              </a:rPr>
              <a:t>바디피트</a:t>
            </a:r>
            <a:r>
              <a:rPr lang="ko-KR" altLang="ko-KR" sz="700" dirty="0">
                <a:solidFill>
                  <a:srgbClr val="333333"/>
                </a:solidFill>
                <a:latin typeface="+mn-ea"/>
              </a:rPr>
              <a:t>] </a:t>
            </a:r>
            <a:endParaRPr lang="en-US" altLang="ko-KR" sz="700" dirty="0">
              <a:solidFill>
                <a:srgbClr val="333333"/>
              </a:solidFill>
              <a:latin typeface="+mn-ea"/>
            </a:endParaRPr>
          </a:p>
          <a:p>
            <a:pPr fontAlgn="t"/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천연코튼 </a:t>
            </a:r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팬티라이너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 일반 </a:t>
            </a:r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무향</a:t>
            </a:r>
            <a:r>
              <a:rPr lang="ko-KR" altLang="ko-KR" sz="800" spc="-150" dirty="0">
                <a:solidFill>
                  <a:srgbClr val="333333"/>
                </a:solidFill>
                <a:latin typeface="+mn-ea"/>
              </a:rPr>
              <a:t> </a:t>
            </a:r>
            <a:endParaRPr lang="en-US" altLang="ko-KR" sz="800" spc="-150" dirty="0">
              <a:solidFill>
                <a:srgbClr val="333333"/>
              </a:solidFill>
              <a:latin typeface="+mn-ea"/>
            </a:endParaRPr>
          </a:p>
          <a:p>
            <a:pPr fontAlgn="t"/>
            <a:endParaRPr lang="en-US" altLang="ko-KR" sz="400" dirty="0">
              <a:solidFill>
                <a:srgbClr val="333333"/>
              </a:solidFill>
              <a:latin typeface="+mn-ea"/>
            </a:endParaRPr>
          </a:p>
          <a:p>
            <a:pPr fontAlgn="t"/>
            <a:r>
              <a:rPr lang="en-US" altLang="ko-KR" sz="800" dirty="0">
                <a:solidFill>
                  <a:srgbClr val="333333"/>
                </a:solidFill>
                <a:latin typeface="+mn-ea"/>
              </a:rPr>
              <a:t>120p(40Px3)</a:t>
            </a:r>
            <a:endParaRPr lang="ko-KR" altLang="ko-KR" sz="800" dirty="0">
              <a:solidFill>
                <a:srgbClr val="333333"/>
              </a:solidFill>
              <a:latin typeface="+mn-ea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E54B3AB-0452-2C9B-959D-BCDA33AD9CD0}"/>
              </a:ext>
            </a:extLst>
          </p:cNvPr>
          <p:cNvSpPr txBox="1"/>
          <p:nvPr/>
        </p:nvSpPr>
        <p:spPr>
          <a:xfrm>
            <a:off x="5178827" y="5043030"/>
            <a:ext cx="145485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900" b="1" dirty="0">
                <a:solidFill>
                  <a:srgbClr val="333333"/>
                </a:solidFill>
                <a:latin typeface="+mn-ea"/>
              </a:rPr>
              <a:t>10,400</a:t>
            </a:r>
            <a:r>
              <a:rPr lang="ko-KR" altLang="en-US" sz="900" b="1" dirty="0">
                <a:solidFill>
                  <a:srgbClr val="333333"/>
                </a:solidFill>
                <a:latin typeface="+mn-ea"/>
              </a:rPr>
              <a:t>원</a:t>
            </a:r>
            <a:endParaRPr lang="ko-KR" altLang="ko-KR" sz="900" b="1" spc="-150" dirty="0">
              <a:solidFill>
                <a:srgbClr val="333333"/>
              </a:solidFill>
              <a:latin typeface="+mn-ea"/>
            </a:endParaRPr>
          </a:p>
        </p:txBody>
      </p:sp>
      <p:sp>
        <p:nvSpPr>
          <p:cNvPr id="118" name="순서도: 천공 테이프 117">
            <a:extLst>
              <a:ext uri="{FF2B5EF4-FFF2-40B4-BE49-F238E27FC236}">
                <a16:creationId xmlns:a16="http://schemas.microsoft.com/office/drawing/2014/main" id="{39258C50-F64F-78F8-6553-053E0AF2931E}"/>
              </a:ext>
            </a:extLst>
          </p:cNvPr>
          <p:cNvSpPr/>
          <p:nvPr/>
        </p:nvSpPr>
        <p:spPr>
          <a:xfrm>
            <a:off x="3535274" y="5683144"/>
            <a:ext cx="3159299" cy="689453"/>
          </a:xfrm>
          <a:prstGeom prst="flowChartPunchedTape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내용 중략 </a:t>
            </a:r>
            <a:r>
              <a:rPr lang="en-US" altLang="ko-KR" sz="800" dirty="0">
                <a:solidFill>
                  <a:schemeClr val="tx1"/>
                </a:solidFill>
              </a:rPr>
              <a:t>(</a:t>
            </a:r>
            <a:r>
              <a:rPr lang="ko-KR" altLang="en-US" sz="800" dirty="0">
                <a:solidFill>
                  <a:schemeClr val="tx1"/>
                </a:solidFill>
              </a:rPr>
              <a:t>바우처별 인기 상품 </a:t>
            </a:r>
            <a:r>
              <a:rPr lang="en-US" altLang="ko-KR" sz="800" dirty="0">
                <a:solidFill>
                  <a:schemeClr val="tx1"/>
                </a:solidFill>
              </a:rPr>
              <a:t>2X4</a:t>
            </a:r>
            <a:r>
              <a:rPr lang="ko-KR" altLang="en-US" sz="800" dirty="0">
                <a:solidFill>
                  <a:schemeClr val="tx1"/>
                </a:solidFill>
              </a:rPr>
              <a:t>개</a:t>
            </a:r>
            <a:r>
              <a:rPr lang="en-US" altLang="ko-KR" sz="800" dirty="0">
                <a:solidFill>
                  <a:schemeClr val="tx1"/>
                </a:solidFill>
              </a:rPr>
              <a:t> </a:t>
            </a:r>
            <a:r>
              <a:rPr lang="ko-KR" altLang="en-US" sz="800" dirty="0">
                <a:solidFill>
                  <a:schemeClr val="tx1"/>
                </a:solidFill>
              </a:rPr>
              <a:t>출력</a:t>
            </a:r>
            <a:r>
              <a:rPr lang="en-US" altLang="ko-KR" sz="800" dirty="0">
                <a:solidFill>
                  <a:schemeClr val="tx1"/>
                </a:solidFill>
              </a:rPr>
              <a:t>)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20" name="순서도: 천공 테이프 119">
            <a:extLst>
              <a:ext uri="{FF2B5EF4-FFF2-40B4-BE49-F238E27FC236}">
                <a16:creationId xmlns:a16="http://schemas.microsoft.com/office/drawing/2014/main" id="{7F9D1F33-1EF4-DBA0-EE7A-27EF1C2319C4}"/>
              </a:ext>
            </a:extLst>
          </p:cNvPr>
          <p:cNvSpPr/>
          <p:nvPr/>
        </p:nvSpPr>
        <p:spPr>
          <a:xfrm>
            <a:off x="3535273" y="6494763"/>
            <a:ext cx="315929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121" name="직사각형 120">
            <a:extLst>
              <a:ext uri="{FF2B5EF4-FFF2-40B4-BE49-F238E27FC236}">
                <a16:creationId xmlns:a16="http://schemas.microsoft.com/office/drawing/2014/main" id="{4F75AC2D-A1EE-1D73-2C32-36B558018B43}"/>
              </a:ext>
            </a:extLst>
          </p:cNvPr>
          <p:cNvSpPr/>
          <p:nvPr/>
        </p:nvSpPr>
        <p:spPr>
          <a:xfrm>
            <a:off x="6880952" y="683921"/>
            <a:ext cx="3159299" cy="5557182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51" name="직사각형 150">
            <a:extLst>
              <a:ext uri="{FF2B5EF4-FFF2-40B4-BE49-F238E27FC236}">
                <a16:creationId xmlns:a16="http://schemas.microsoft.com/office/drawing/2014/main" id="{1033AA98-AD32-971F-493B-D8A1B695EC3D}"/>
              </a:ext>
            </a:extLst>
          </p:cNvPr>
          <p:cNvSpPr/>
          <p:nvPr/>
        </p:nvSpPr>
        <p:spPr>
          <a:xfrm>
            <a:off x="11642822" y="7318873"/>
            <a:ext cx="880367" cy="810177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9" name="직사각형 168">
            <a:extLst>
              <a:ext uri="{FF2B5EF4-FFF2-40B4-BE49-F238E27FC236}">
                <a16:creationId xmlns:a16="http://schemas.microsoft.com/office/drawing/2014/main" id="{E07006A1-0082-7DCE-57AE-2A67197256C1}"/>
              </a:ext>
            </a:extLst>
          </p:cNvPr>
          <p:cNvSpPr/>
          <p:nvPr/>
        </p:nvSpPr>
        <p:spPr>
          <a:xfrm>
            <a:off x="6930150" y="997433"/>
            <a:ext cx="2902226" cy="83550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868C0929-BBFA-1F39-72C0-A4D87435425A}"/>
              </a:ext>
            </a:extLst>
          </p:cNvPr>
          <p:cNvSpPr txBox="1"/>
          <p:nvPr/>
        </p:nvSpPr>
        <p:spPr>
          <a:xfrm>
            <a:off x="6846232" y="764393"/>
            <a:ext cx="80342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자주 찾는 문의</a:t>
            </a: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28AE852C-FDBA-F490-77F5-EDA22C1BE9BF}"/>
              </a:ext>
            </a:extLst>
          </p:cNvPr>
          <p:cNvSpPr txBox="1"/>
          <p:nvPr/>
        </p:nvSpPr>
        <p:spPr>
          <a:xfrm>
            <a:off x="9288956" y="786234"/>
            <a:ext cx="67197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바로가기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endParaRPr lang="ko-KR" altLang="en-US" sz="900" u="sng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A665280E-E9A8-EAC4-049D-991CF1A9250B}"/>
              </a:ext>
            </a:extLst>
          </p:cNvPr>
          <p:cNvSpPr txBox="1"/>
          <p:nvPr/>
        </p:nvSpPr>
        <p:spPr>
          <a:xfrm>
            <a:off x="6915038" y="1044015"/>
            <a:ext cx="270131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지원대상자가 자녀일 경우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자녀명으로 </a:t>
            </a:r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가입해야하나요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900" u="sng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EE29B326-B1E7-6FDD-9639-2794FA7CC120}"/>
              </a:ext>
            </a:extLst>
          </p:cNvPr>
          <p:cNvSpPr txBox="1"/>
          <p:nvPr/>
        </p:nvSpPr>
        <p:spPr>
          <a:xfrm>
            <a:off x="6907853" y="1260029"/>
            <a:ext cx="227645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결제수단에는 어떤 것들이 있나요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900" u="sng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457FE4F5-C57B-9ABE-F225-0644AC26B464}"/>
              </a:ext>
            </a:extLst>
          </p:cNvPr>
          <p:cNvSpPr txBox="1"/>
          <p:nvPr/>
        </p:nvSpPr>
        <p:spPr>
          <a:xfrm>
            <a:off x="6907854" y="1494736"/>
            <a:ext cx="242046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지원물품이 다른 바우처를 한번에 결제할 수 있나요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900" u="sng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9" name="직사각형 188">
            <a:extLst>
              <a:ext uri="{FF2B5EF4-FFF2-40B4-BE49-F238E27FC236}">
                <a16:creationId xmlns:a16="http://schemas.microsoft.com/office/drawing/2014/main" id="{539C92DD-E806-A1E8-7886-8423291F8B6E}"/>
              </a:ext>
            </a:extLst>
          </p:cNvPr>
          <p:cNvSpPr/>
          <p:nvPr/>
        </p:nvSpPr>
        <p:spPr>
          <a:xfrm>
            <a:off x="6915038" y="2157561"/>
            <a:ext cx="2902226" cy="83550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6BAEAD7D-9BFE-E1F7-A7C8-80B7FEC31165}"/>
              </a:ext>
            </a:extLst>
          </p:cNvPr>
          <p:cNvSpPr txBox="1"/>
          <p:nvPr/>
        </p:nvSpPr>
        <p:spPr>
          <a:xfrm>
            <a:off x="6841009" y="1946840"/>
            <a:ext cx="56938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공지사항</a:t>
            </a: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CCA26644-263D-8E3B-D4DE-121A8FCFEDB3}"/>
              </a:ext>
            </a:extLst>
          </p:cNvPr>
          <p:cNvSpPr txBox="1"/>
          <p:nvPr/>
        </p:nvSpPr>
        <p:spPr>
          <a:xfrm>
            <a:off x="9273844" y="1946362"/>
            <a:ext cx="67197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바로가기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endParaRPr lang="ko-KR" altLang="en-US" sz="900" u="sng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076CFAFC-05E7-878D-BAB6-FAA76184704C}"/>
              </a:ext>
            </a:extLst>
          </p:cNvPr>
          <p:cNvSpPr txBox="1"/>
          <p:nvPr/>
        </p:nvSpPr>
        <p:spPr>
          <a:xfrm>
            <a:off x="6914644" y="2257589"/>
            <a:ext cx="16487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옵튜코리아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 </a:t>
            </a:r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하기스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박스 기획전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….</a:t>
            </a:r>
            <a:endParaRPr lang="ko-KR" altLang="en-US" sz="900" u="sng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A07982EF-1807-A600-E48A-4D7F2C93CC46}"/>
              </a:ext>
            </a:extLst>
          </p:cNvPr>
          <p:cNvSpPr txBox="1"/>
          <p:nvPr/>
        </p:nvSpPr>
        <p:spPr>
          <a:xfrm>
            <a:off x="6914644" y="2432412"/>
            <a:ext cx="202759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올푸름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X </a:t>
            </a:r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킨도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&amp;</a:t>
            </a:r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마미포코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기획전</a:t>
            </a: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DEFE88EB-98FE-B5AD-9A2B-601F7825DEDA}"/>
              </a:ext>
            </a:extLst>
          </p:cNvPr>
          <p:cNvSpPr txBox="1"/>
          <p:nvPr/>
        </p:nvSpPr>
        <p:spPr>
          <a:xfrm>
            <a:off x="6914644" y="2595557"/>
            <a:ext cx="147757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대디포베베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X </a:t>
            </a:r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로맘스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기획전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…</a:t>
            </a:r>
            <a:endParaRPr lang="ko-KR" altLang="en-US" sz="900" u="sng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D90C8EFB-FF8C-A987-FE76-9FD8B8A29107}"/>
              </a:ext>
            </a:extLst>
          </p:cNvPr>
          <p:cNvSpPr txBox="1"/>
          <p:nvPr/>
        </p:nvSpPr>
        <p:spPr>
          <a:xfrm>
            <a:off x="9007310" y="2257589"/>
            <a:ext cx="78855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2026-06-11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BE813EFD-A0E4-8CB2-39E6-CB1F6802A639}"/>
              </a:ext>
            </a:extLst>
          </p:cNvPr>
          <p:cNvSpPr txBox="1"/>
          <p:nvPr/>
        </p:nvSpPr>
        <p:spPr>
          <a:xfrm>
            <a:off x="9007310" y="2432412"/>
            <a:ext cx="78855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2026-06-10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20319AD1-EAFE-E5E6-45D7-490F73CE6F61}"/>
              </a:ext>
            </a:extLst>
          </p:cNvPr>
          <p:cNvSpPr txBox="1"/>
          <p:nvPr/>
        </p:nvSpPr>
        <p:spPr>
          <a:xfrm>
            <a:off x="9007310" y="2595557"/>
            <a:ext cx="78855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2026-06-09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95" name="직사각형 194">
            <a:extLst>
              <a:ext uri="{FF2B5EF4-FFF2-40B4-BE49-F238E27FC236}">
                <a16:creationId xmlns:a16="http://schemas.microsoft.com/office/drawing/2014/main" id="{0E7F4433-F867-1DCB-6D5C-AB509276F15A}"/>
              </a:ext>
            </a:extLst>
          </p:cNvPr>
          <p:cNvSpPr/>
          <p:nvPr/>
        </p:nvSpPr>
        <p:spPr>
          <a:xfrm>
            <a:off x="6891909" y="3203848"/>
            <a:ext cx="3077849" cy="2448793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B5508175-A27C-FB67-BD5D-2E51B0C1C23B}"/>
              </a:ext>
            </a:extLst>
          </p:cNvPr>
          <p:cNvSpPr txBox="1"/>
          <p:nvPr/>
        </p:nvSpPr>
        <p:spPr>
          <a:xfrm>
            <a:off x="6867912" y="3883226"/>
            <a:ext cx="2736304" cy="6456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고객센터 </a:t>
            </a:r>
            <a:r>
              <a:rPr lang="en-US" altLang="ko-K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1833-8546</a:t>
            </a:r>
            <a:r>
              <a:rPr lang="en-US" altLang="ko-KR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</a:p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운영시간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09:00 ~ 18:00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주말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공휴일 휴무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점심시간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11:30 ~ 13:00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48BB0D5E-852A-A8BD-B6FA-3857F42CCCE7}"/>
              </a:ext>
            </a:extLst>
          </p:cNvPr>
          <p:cNvSpPr txBox="1"/>
          <p:nvPr/>
        </p:nvSpPr>
        <p:spPr>
          <a:xfrm>
            <a:off x="6854210" y="4626207"/>
            <a:ext cx="2665167" cy="807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b="1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트라이언</a:t>
            </a:r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소프트㈜</a:t>
            </a:r>
            <a:endParaRPr lang="en-US" altLang="ko-KR" sz="800" b="1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대표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8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한창실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주소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서울 강남구 강남대로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566 </a:t>
            </a:r>
            <a:r>
              <a:rPr lang="ko-KR" altLang="en-US" sz="8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신영와코루빌딩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5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층</a:t>
            </a:r>
          </a:p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사업자등록번호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: 206-81-18204</a:t>
            </a:r>
          </a:p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통신판매업신고번호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: 2018-</a:t>
            </a:r>
            <a:r>
              <a:rPr lang="ko-KR" altLang="en-US" sz="8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서울강남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-04509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호</a:t>
            </a:r>
            <a:endParaRPr lang="en-US" altLang="ko-KR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915FFE64-E3FC-B7D6-4F52-681901FAA964}"/>
              </a:ext>
            </a:extLst>
          </p:cNvPr>
          <p:cNvSpPr txBox="1"/>
          <p:nvPr/>
        </p:nvSpPr>
        <p:spPr>
          <a:xfrm>
            <a:off x="6880952" y="3219611"/>
            <a:ext cx="1239249" cy="622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사용자 정보 확인</a:t>
            </a:r>
            <a:endParaRPr lang="en-US" altLang="ko-KR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이용약관</a:t>
            </a:r>
            <a:endParaRPr lang="en-US" altLang="ko-KR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b="1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개인정보 처리 방침</a:t>
            </a:r>
            <a:endParaRPr lang="ko-KR" altLang="en-US" sz="800" b="1" dirty="0">
              <a:solidFill>
                <a:srgbClr val="234DD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3" name="순서도: 연결자 202">
            <a:extLst>
              <a:ext uri="{FF2B5EF4-FFF2-40B4-BE49-F238E27FC236}">
                <a16:creationId xmlns:a16="http://schemas.microsoft.com/office/drawing/2014/main" id="{87EDB5D0-5F53-BA25-CBF2-9FA67444D306}"/>
              </a:ext>
            </a:extLst>
          </p:cNvPr>
          <p:cNvSpPr/>
          <p:nvPr/>
        </p:nvSpPr>
        <p:spPr>
          <a:xfrm>
            <a:off x="2893343" y="3748637"/>
            <a:ext cx="384340" cy="384340"/>
          </a:xfrm>
          <a:prstGeom prst="flowChartConnector">
            <a:avLst/>
          </a:prstGeom>
          <a:solidFill>
            <a:srgbClr val="0070C0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</a:rPr>
              <a:t>^</a:t>
            </a:r>
          </a:p>
          <a:p>
            <a:pPr algn="ctr"/>
            <a:r>
              <a:rPr lang="en-US" altLang="ko-KR" sz="700" dirty="0">
                <a:solidFill>
                  <a:schemeClr val="bg1"/>
                </a:solidFill>
              </a:rPr>
              <a:t>TOP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pic>
        <p:nvPicPr>
          <p:cNvPr id="205" name="그림 204">
            <a:extLst>
              <a:ext uri="{FF2B5EF4-FFF2-40B4-BE49-F238E27FC236}">
                <a16:creationId xmlns:a16="http://schemas.microsoft.com/office/drawing/2014/main" id="{1E3DEC12-6CA5-52C8-F1EC-77C62F09AD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9014" y="5903830"/>
            <a:ext cx="333375" cy="295275"/>
          </a:xfrm>
          <a:prstGeom prst="rect">
            <a:avLst/>
          </a:prstGeom>
        </p:spPr>
      </p:pic>
      <p:pic>
        <p:nvPicPr>
          <p:cNvPr id="207" name="그림 206">
            <a:extLst>
              <a:ext uri="{FF2B5EF4-FFF2-40B4-BE49-F238E27FC236}">
                <a16:creationId xmlns:a16="http://schemas.microsoft.com/office/drawing/2014/main" id="{991F425B-B761-2265-9388-7D9721B7F4A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15394" y="5890838"/>
            <a:ext cx="304800" cy="342900"/>
          </a:xfrm>
          <a:prstGeom prst="rect">
            <a:avLst/>
          </a:prstGeom>
        </p:spPr>
      </p:pic>
      <p:pic>
        <p:nvPicPr>
          <p:cNvPr id="211" name="그림 210">
            <a:extLst>
              <a:ext uri="{FF2B5EF4-FFF2-40B4-BE49-F238E27FC236}">
                <a16:creationId xmlns:a16="http://schemas.microsoft.com/office/drawing/2014/main" id="{93E7BFB0-F962-AEC9-61A2-73BD27BDD85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7124" t="19832" r="40203" b="17169"/>
          <a:stretch>
            <a:fillRect/>
          </a:stretch>
        </p:blipFill>
        <p:spPr>
          <a:xfrm>
            <a:off x="8808594" y="5928841"/>
            <a:ext cx="334680" cy="250770"/>
          </a:xfrm>
          <a:prstGeom prst="rect">
            <a:avLst/>
          </a:prstGeom>
        </p:spPr>
      </p:pic>
      <p:sp>
        <p:nvSpPr>
          <p:cNvPr id="215" name="순서도: 연결자 214">
            <a:extLst>
              <a:ext uri="{FF2B5EF4-FFF2-40B4-BE49-F238E27FC236}">
                <a16:creationId xmlns:a16="http://schemas.microsoft.com/office/drawing/2014/main" id="{59D17E90-F1B1-9758-1A6F-FE10EC0B2570}"/>
              </a:ext>
            </a:extLst>
          </p:cNvPr>
          <p:cNvSpPr/>
          <p:nvPr/>
        </p:nvSpPr>
        <p:spPr>
          <a:xfrm>
            <a:off x="9616351" y="5909133"/>
            <a:ext cx="276872" cy="276872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16" name="직사각형 215">
            <a:extLst>
              <a:ext uri="{FF2B5EF4-FFF2-40B4-BE49-F238E27FC236}">
                <a16:creationId xmlns:a16="http://schemas.microsoft.com/office/drawing/2014/main" id="{5A01EBD5-2940-292E-14FB-EAB2A80DB6A0}"/>
              </a:ext>
            </a:extLst>
          </p:cNvPr>
          <p:cNvSpPr/>
          <p:nvPr/>
        </p:nvSpPr>
        <p:spPr>
          <a:xfrm>
            <a:off x="6880952" y="5867907"/>
            <a:ext cx="3159299" cy="36166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18" name="모서리가 둥근 직사각형 114">
            <a:extLst>
              <a:ext uri="{FF2B5EF4-FFF2-40B4-BE49-F238E27FC236}">
                <a16:creationId xmlns:a16="http://schemas.microsoft.com/office/drawing/2014/main" id="{F9E0A309-762C-A4E4-7A52-A3DE8BC1E238}"/>
              </a:ext>
            </a:extLst>
          </p:cNvPr>
          <p:cNvSpPr/>
          <p:nvPr/>
        </p:nvSpPr>
        <p:spPr>
          <a:xfrm>
            <a:off x="7076255" y="580742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20" name="모서리가 둥근 직사각형 114">
            <a:extLst>
              <a:ext uri="{FF2B5EF4-FFF2-40B4-BE49-F238E27FC236}">
                <a16:creationId xmlns:a16="http://schemas.microsoft.com/office/drawing/2014/main" id="{E554F65B-0E2F-3F79-C29E-1E1B25ADA5E1}"/>
              </a:ext>
            </a:extLst>
          </p:cNvPr>
          <p:cNvSpPr/>
          <p:nvPr/>
        </p:nvSpPr>
        <p:spPr>
          <a:xfrm>
            <a:off x="8000751" y="5784315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22" name="모서리가 둥근 직사각형 114">
            <a:extLst>
              <a:ext uri="{FF2B5EF4-FFF2-40B4-BE49-F238E27FC236}">
                <a16:creationId xmlns:a16="http://schemas.microsoft.com/office/drawing/2014/main" id="{0A9D1E8F-9696-3E62-9B4A-57CDA7F10DB2}"/>
              </a:ext>
            </a:extLst>
          </p:cNvPr>
          <p:cNvSpPr/>
          <p:nvPr/>
        </p:nvSpPr>
        <p:spPr>
          <a:xfrm>
            <a:off x="8859026" y="579181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24" name="모서리가 둥근 직사각형 114">
            <a:extLst>
              <a:ext uri="{FF2B5EF4-FFF2-40B4-BE49-F238E27FC236}">
                <a16:creationId xmlns:a16="http://schemas.microsoft.com/office/drawing/2014/main" id="{56DB0447-A065-D35D-9F74-2C15774FF4FE}"/>
              </a:ext>
            </a:extLst>
          </p:cNvPr>
          <p:cNvSpPr/>
          <p:nvPr/>
        </p:nvSpPr>
        <p:spPr>
          <a:xfrm>
            <a:off x="9682489" y="577847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cxnSp>
        <p:nvCxnSpPr>
          <p:cNvPr id="226" name="직선 화살표 연결선 225">
            <a:extLst>
              <a:ext uri="{FF2B5EF4-FFF2-40B4-BE49-F238E27FC236}">
                <a16:creationId xmlns:a16="http://schemas.microsoft.com/office/drawing/2014/main" id="{8CB3D109-5CFB-C9D6-9D82-786C2DD4E910}"/>
              </a:ext>
            </a:extLst>
          </p:cNvPr>
          <p:cNvCxnSpPr>
            <a:stCxn id="216" idx="3"/>
          </p:cNvCxnSpPr>
          <p:nvPr/>
        </p:nvCxnSpPr>
        <p:spPr>
          <a:xfrm>
            <a:off x="10040251" y="6048738"/>
            <a:ext cx="617182" cy="21875"/>
          </a:xfrm>
          <a:prstGeom prst="straightConnector1">
            <a:avLst/>
          </a:prstGeom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7" name="TextBox 226">
            <a:extLst>
              <a:ext uri="{FF2B5EF4-FFF2-40B4-BE49-F238E27FC236}">
                <a16:creationId xmlns:a16="http://schemas.microsoft.com/office/drawing/2014/main" id="{72AEA2E1-CDD1-57ED-F3BB-73A2C1C21A24}"/>
              </a:ext>
            </a:extLst>
          </p:cNvPr>
          <p:cNvSpPr txBox="1"/>
          <p:nvPr/>
        </p:nvSpPr>
        <p:spPr>
          <a:xfrm>
            <a:off x="10688047" y="5910251"/>
            <a:ext cx="105830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하단  고정 탭 바 영역</a:t>
            </a: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7682AA7A-42E3-DAB7-4FDA-3E3D704790BC}"/>
              </a:ext>
            </a:extLst>
          </p:cNvPr>
          <p:cNvSpPr/>
          <p:nvPr/>
        </p:nvSpPr>
        <p:spPr>
          <a:xfrm>
            <a:off x="312625" y="6118077"/>
            <a:ext cx="1310399" cy="18814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EE689B44-FB17-7262-6CB0-215E2E71CA65}"/>
              </a:ext>
            </a:extLst>
          </p:cNvPr>
          <p:cNvSpPr/>
          <p:nvPr/>
        </p:nvSpPr>
        <p:spPr>
          <a:xfrm>
            <a:off x="1815383" y="6111513"/>
            <a:ext cx="1310399" cy="18814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grpSp>
        <p:nvGrpSpPr>
          <p:cNvPr id="88" name="그룹 87">
            <a:extLst>
              <a:ext uri="{FF2B5EF4-FFF2-40B4-BE49-F238E27FC236}">
                <a16:creationId xmlns:a16="http://schemas.microsoft.com/office/drawing/2014/main" id="{6EE0F128-E760-5C91-8DD6-4B9A42CBD9E4}"/>
              </a:ext>
            </a:extLst>
          </p:cNvPr>
          <p:cNvGrpSpPr/>
          <p:nvPr/>
        </p:nvGrpSpPr>
        <p:grpSpPr>
          <a:xfrm>
            <a:off x="3693489" y="2611651"/>
            <a:ext cx="1310399" cy="207749"/>
            <a:chOff x="359703" y="5197925"/>
            <a:chExt cx="1310399" cy="207749"/>
          </a:xfrm>
        </p:grpSpPr>
        <p:sp>
          <p:nvSpPr>
            <p:cNvPr id="96" name="직사각형 95">
              <a:extLst>
                <a:ext uri="{FF2B5EF4-FFF2-40B4-BE49-F238E27FC236}">
                  <a16:creationId xmlns:a16="http://schemas.microsoft.com/office/drawing/2014/main" id="{3DB7685A-4315-F6A1-378D-975DB1479E48}"/>
                </a:ext>
              </a:extLst>
            </p:cNvPr>
            <p:cNvSpPr/>
            <p:nvPr/>
          </p:nvSpPr>
          <p:spPr>
            <a:xfrm>
              <a:off x="359703" y="5207729"/>
              <a:ext cx="1310399" cy="18814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spc="-150" dirty="0">
                <a:solidFill>
                  <a:schemeClr val="tx1"/>
                </a:solidFill>
              </a:endParaRPr>
            </a:p>
          </p:txBody>
        </p:sp>
        <p:pic>
          <p:nvPicPr>
            <p:cNvPr id="90" name="그림 89">
              <a:extLst>
                <a:ext uri="{FF2B5EF4-FFF2-40B4-BE49-F238E27FC236}">
                  <a16:creationId xmlns:a16="http://schemas.microsoft.com/office/drawing/2014/main" id="{FE6918F9-CF3F-CD7B-427B-07BCD43825F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91176" y="5219168"/>
              <a:ext cx="182273" cy="165261"/>
            </a:xfrm>
            <a:prstGeom prst="rect">
              <a:avLst/>
            </a:prstGeom>
          </p:spPr>
        </p:pic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ADF8E1AB-236C-427D-378E-6485B68D7055}"/>
                </a:ext>
              </a:extLst>
            </p:cNvPr>
            <p:cNvSpPr txBox="1"/>
            <p:nvPr/>
          </p:nvSpPr>
          <p:spPr>
            <a:xfrm>
              <a:off x="887344" y="5197925"/>
              <a:ext cx="457909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buNone/>
              </a:pPr>
              <a:r>
                <a:rPr lang="ko-KR" altLang="en-US" sz="750" b="0" i="0" dirty="0">
                  <a:solidFill>
                    <a:srgbClr val="333333"/>
                  </a:solidFill>
                  <a:effectLst/>
                  <a:latin typeface="+mn-ea"/>
                </a:rPr>
                <a:t>담기</a:t>
              </a:r>
              <a:endParaRPr lang="ko-KR" altLang="ko-KR" sz="900" b="0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</p:grpSp>
      <p:grpSp>
        <p:nvGrpSpPr>
          <p:cNvPr id="100" name="그룹 99">
            <a:extLst>
              <a:ext uri="{FF2B5EF4-FFF2-40B4-BE49-F238E27FC236}">
                <a16:creationId xmlns:a16="http://schemas.microsoft.com/office/drawing/2014/main" id="{A4137476-B548-6D0E-A736-D74B09F0AE5B}"/>
              </a:ext>
            </a:extLst>
          </p:cNvPr>
          <p:cNvGrpSpPr/>
          <p:nvPr/>
        </p:nvGrpSpPr>
        <p:grpSpPr>
          <a:xfrm>
            <a:off x="5196247" y="2605087"/>
            <a:ext cx="1310399" cy="207749"/>
            <a:chOff x="359703" y="5197925"/>
            <a:chExt cx="1310399" cy="207749"/>
          </a:xfrm>
        </p:grpSpPr>
        <p:sp>
          <p:nvSpPr>
            <p:cNvPr id="105" name="직사각형 104">
              <a:extLst>
                <a:ext uri="{FF2B5EF4-FFF2-40B4-BE49-F238E27FC236}">
                  <a16:creationId xmlns:a16="http://schemas.microsoft.com/office/drawing/2014/main" id="{1931F2F3-40CD-EA4E-7BDB-6947B0B5DDCE}"/>
                </a:ext>
              </a:extLst>
            </p:cNvPr>
            <p:cNvSpPr/>
            <p:nvPr/>
          </p:nvSpPr>
          <p:spPr>
            <a:xfrm>
              <a:off x="359703" y="5207729"/>
              <a:ext cx="1310399" cy="18814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spc="-150" dirty="0">
                <a:solidFill>
                  <a:schemeClr val="tx1"/>
                </a:solidFill>
              </a:endParaRPr>
            </a:p>
          </p:txBody>
        </p:sp>
        <p:pic>
          <p:nvPicPr>
            <p:cNvPr id="103" name="그림 102">
              <a:extLst>
                <a:ext uri="{FF2B5EF4-FFF2-40B4-BE49-F238E27FC236}">
                  <a16:creationId xmlns:a16="http://schemas.microsoft.com/office/drawing/2014/main" id="{0BB88116-C99F-8176-4E24-ED576F63866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91176" y="5219168"/>
              <a:ext cx="182273" cy="165261"/>
            </a:xfrm>
            <a:prstGeom prst="rect">
              <a:avLst/>
            </a:prstGeom>
          </p:spPr>
        </p:pic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028331D5-9489-1A34-C02E-4FD7F1990174}"/>
                </a:ext>
              </a:extLst>
            </p:cNvPr>
            <p:cNvSpPr txBox="1"/>
            <p:nvPr/>
          </p:nvSpPr>
          <p:spPr>
            <a:xfrm>
              <a:off x="887344" y="5197925"/>
              <a:ext cx="457909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buNone/>
              </a:pPr>
              <a:r>
                <a:rPr lang="ko-KR" altLang="en-US" sz="750" b="0" i="0" dirty="0">
                  <a:solidFill>
                    <a:srgbClr val="333333"/>
                  </a:solidFill>
                  <a:effectLst/>
                  <a:latin typeface="+mn-ea"/>
                </a:rPr>
                <a:t>담기</a:t>
              </a:r>
              <a:endParaRPr lang="ko-KR" altLang="ko-KR" sz="900" b="0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</p:grpSp>
      <p:grpSp>
        <p:nvGrpSpPr>
          <p:cNvPr id="109" name="그룹 108">
            <a:extLst>
              <a:ext uri="{FF2B5EF4-FFF2-40B4-BE49-F238E27FC236}">
                <a16:creationId xmlns:a16="http://schemas.microsoft.com/office/drawing/2014/main" id="{9702EB23-44EE-18B2-D08F-B3B11336A43A}"/>
              </a:ext>
            </a:extLst>
          </p:cNvPr>
          <p:cNvGrpSpPr/>
          <p:nvPr/>
        </p:nvGrpSpPr>
        <p:grpSpPr>
          <a:xfrm>
            <a:off x="3658211" y="5315693"/>
            <a:ext cx="1310399" cy="207749"/>
            <a:chOff x="359703" y="5197925"/>
            <a:chExt cx="1310399" cy="207749"/>
          </a:xfrm>
        </p:grpSpPr>
        <p:sp>
          <p:nvSpPr>
            <p:cNvPr id="113" name="직사각형 112">
              <a:extLst>
                <a:ext uri="{FF2B5EF4-FFF2-40B4-BE49-F238E27FC236}">
                  <a16:creationId xmlns:a16="http://schemas.microsoft.com/office/drawing/2014/main" id="{8AD89DA0-0186-239F-4621-D37CD2C84056}"/>
                </a:ext>
              </a:extLst>
            </p:cNvPr>
            <p:cNvSpPr/>
            <p:nvPr/>
          </p:nvSpPr>
          <p:spPr>
            <a:xfrm>
              <a:off x="359703" y="5207729"/>
              <a:ext cx="1310399" cy="18814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spc="-150" dirty="0">
                <a:solidFill>
                  <a:schemeClr val="tx1"/>
                </a:solidFill>
              </a:endParaRPr>
            </a:p>
          </p:txBody>
        </p:sp>
        <p:pic>
          <p:nvPicPr>
            <p:cNvPr id="111" name="그림 110">
              <a:extLst>
                <a:ext uri="{FF2B5EF4-FFF2-40B4-BE49-F238E27FC236}">
                  <a16:creationId xmlns:a16="http://schemas.microsoft.com/office/drawing/2014/main" id="{9656A858-F79C-A5D7-2118-672204E92E7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91176" y="5219168"/>
              <a:ext cx="182273" cy="165261"/>
            </a:xfrm>
            <a:prstGeom prst="rect">
              <a:avLst/>
            </a:prstGeom>
          </p:spPr>
        </p:pic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7D7BAAA2-04EA-D990-5267-8DC88C285A99}"/>
                </a:ext>
              </a:extLst>
            </p:cNvPr>
            <p:cNvSpPr txBox="1"/>
            <p:nvPr/>
          </p:nvSpPr>
          <p:spPr>
            <a:xfrm>
              <a:off x="887344" y="5197925"/>
              <a:ext cx="457909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buNone/>
              </a:pPr>
              <a:r>
                <a:rPr lang="ko-KR" altLang="en-US" sz="750" b="0" i="0" dirty="0">
                  <a:solidFill>
                    <a:srgbClr val="333333"/>
                  </a:solidFill>
                  <a:effectLst/>
                  <a:latin typeface="+mn-ea"/>
                </a:rPr>
                <a:t>담기</a:t>
              </a:r>
              <a:endParaRPr lang="ko-KR" altLang="ko-KR" sz="900" b="0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</p:grpSp>
      <p:grpSp>
        <p:nvGrpSpPr>
          <p:cNvPr id="115" name="그룹 114">
            <a:extLst>
              <a:ext uri="{FF2B5EF4-FFF2-40B4-BE49-F238E27FC236}">
                <a16:creationId xmlns:a16="http://schemas.microsoft.com/office/drawing/2014/main" id="{843E51F6-1628-E697-0EA0-9C54143EABE8}"/>
              </a:ext>
            </a:extLst>
          </p:cNvPr>
          <p:cNvGrpSpPr/>
          <p:nvPr/>
        </p:nvGrpSpPr>
        <p:grpSpPr>
          <a:xfrm>
            <a:off x="5181346" y="5313861"/>
            <a:ext cx="1310399" cy="207749"/>
            <a:chOff x="359703" y="5197925"/>
            <a:chExt cx="1310399" cy="207749"/>
          </a:xfrm>
        </p:grpSpPr>
        <p:sp>
          <p:nvSpPr>
            <p:cNvPr id="122" name="직사각형 121">
              <a:extLst>
                <a:ext uri="{FF2B5EF4-FFF2-40B4-BE49-F238E27FC236}">
                  <a16:creationId xmlns:a16="http://schemas.microsoft.com/office/drawing/2014/main" id="{989E6B22-D819-1551-34A2-DAC9D70C476E}"/>
                </a:ext>
              </a:extLst>
            </p:cNvPr>
            <p:cNvSpPr/>
            <p:nvPr/>
          </p:nvSpPr>
          <p:spPr>
            <a:xfrm>
              <a:off x="359703" y="5207729"/>
              <a:ext cx="1310399" cy="18814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spc="-150" dirty="0">
                <a:solidFill>
                  <a:schemeClr val="tx1"/>
                </a:solidFill>
              </a:endParaRPr>
            </a:p>
          </p:txBody>
        </p:sp>
        <p:pic>
          <p:nvPicPr>
            <p:cNvPr id="117" name="그림 116">
              <a:extLst>
                <a:ext uri="{FF2B5EF4-FFF2-40B4-BE49-F238E27FC236}">
                  <a16:creationId xmlns:a16="http://schemas.microsoft.com/office/drawing/2014/main" id="{00ACA482-7306-4442-A019-05FD5605FC9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91176" y="5219168"/>
              <a:ext cx="182273" cy="165261"/>
            </a:xfrm>
            <a:prstGeom prst="rect">
              <a:avLst/>
            </a:prstGeom>
          </p:spPr>
        </p:pic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005883C8-B9C5-99B9-04F8-D35016B546BF}"/>
                </a:ext>
              </a:extLst>
            </p:cNvPr>
            <p:cNvSpPr txBox="1"/>
            <p:nvPr/>
          </p:nvSpPr>
          <p:spPr>
            <a:xfrm>
              <a:off x="887344" y="5197925"/>
              <a:ext cx="457909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buNone/>
              </a:pPr>
              <a:r>
                <a:rPr lang="ko-KR" altLang="en-US" sz="750" b="0" i="0" dirty="0">
                  <a:solidFill>
                    <a:srgbClr val="333333"/>
                  </a:solidFill>
                  <a:effectLst/>
                  <a:latin typeface="+mn-ea"/>
                </a:rPr>
                <a:t>담기</a:t>
              </a:r>
              <a:endParaRPr lang="ko-KR" altLang="ko-KR" sz="900" b="0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7F0313F8-E996-EE60-6713-BDECC8235B3F}"/>
              </a:ext>
            </a:extLst>
          </p:cNvPr>
          <p:cNvGrpSpPr/>
          <p:nvPr/>
        </p:nvGrpSpPr>
        <p:grpSpPr>
          <a:xfrm>
            <a:off x="345770" y="4299464"/>
            <a:ext cx="482570" cy="207749"/>
            <a:chOff x="5613970" y="995901"/>
            <a:chExt cx="482570" cy="207749"/>
          </a:xfrm>
        </p:grpSpPr>
        <p:sp>
          <p:nvSpPr>
            <p:cNvPr id="17" name="사각형: 둥근 모서리 16">
              <a:extLst>
                <a:ext uri="{FF2B5EF4-FFF2-40B4-BE49-F238E27FC236}">
                  <a16:creationId xmlns:a16="http://schemas.microsoft.com/office/drawing/2014/main" id="{05CEC055-E287-CB48-9E61-291C1241E867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9697CBE-C88A-61A4-5B61-15D993265872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D31E20DB-3A35-6725-C9DA-4A29684B5855}"/>
              </a:ext>
            </a:extLst>
          </p:cNvPr>
          <p:cNvGrpSpPr/>
          <p:nvPr/>
        </p:nvGrpSpPr>
        <p:grpSpPr>
          <a:xfrm>
            <a:off x="685048" y="4297351"/>
            <a:ext cx="415498" cy="207749"/>
            <a:chOff x="5585876" y="994409"/>
            <a:chExt cx="415498" cy="207749"/>
          </a:xfrm>
        </p:grpSpPr>
        <p:sp>
          <p:nvSpPr>
            <p:cNvPr id="23" name="사각형: 둥근 모서리 22">
              <a:extLst>
                <a:ext uri="{FF2B5EF4-FFF2-40B4-BE49-F238E27FC236}">
                  <a16:creationId xmlns:a16="http://schemas.microsoft.com/office/drawing/2014/main" id="{40FDC3B5-438E-8CFF-4C31-3DF34FA8997E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73D18F84-10D2-AA06-A176-07E934C1B00E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sp>
        <p:nvSpPr>
          <p:cNvPr id="80" name="TextBox 79">
            <a:extLst>
              <a:ext uri="{FF2B5EF4-FFF2-40B4-BE49-F238E27FC236}">
                <a16:creationId xmlns:a16="http://schemas.microsoft.com/office/drawing/2014/main" id="{87CB2502-3E63-293D-9D00-AEBD545D7151}"/>
              </a:ext>
            </a:extLst>
          </p:cNvPr>
          <p:cNvSpPr txBox="1"/>
          <p:nvPr/>
        </p:nvSpPr>
        <p:spPr>
          <a:xfrm>
            <a:off x="665727" y="5691785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7665773A-51D1-2431-7DDC-BFF9FFAEBEAB}"/>
              </a:ext>
            </a:extLst>
          </p:cNvPr>
          <p:cNvSpPr txBox="1"/>
          <p:nvPr/>
        </p:nvSpPr>
        <p:spPr>
          <a:xfrm>
            <a:off x="312027" y="5872308"/>
            <a:ext cx="650738" cy="184666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z="600" spc="-120" dirty="0">
                <a:solidFill>
                  <a:srgbClr val="0070C0"/>
                </a:solidFill>
              </a:rPr>
              <a:t>기저귀</a:t>
            </a:r>
            <a:r>
              <a:rPr lang="en-US" altLang="ko-KR" sz="600" spc="-120" dirty="0">
                <a:solidFill>
                  <a:srgbClr val="0070C0"/>
                </a:solidFill>
              </a:rPr>
              <a:t>/</a:t>
            </a:r>
            <a:r>
              <a:rPr lang="ko-KR" altLang="en-US" sz="600" spc="-120" dirty="0">
                <a:solidFill>
                  <a:srgbClr val="0070C0"/>
                </a:solidFill>
              </a:rPr>
              <a:t>분유 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0D6E6976-D69C-367B-FCE6-BB420A7D744E}"/>
              </a:ext>
            </a:extLst>
          </p:cNvPr>
          <p:cNvSpPr txBox="1"/>
          <p:nvPr/>
        </p:nvSpPr>
        <p:spPr>
          <a:xfrm>
            <a:off x="1824134" y="5906293"/>
            <a:ext cx="650738" cy="184666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z="600" spc="-120" dirty="0">
                <a:solidFill>
                  <a:srgbClr val="0070C0"/>
                </a:solidFill>
              </a:rPr>
              <a:t>기저귀</a:t>
            </a:r>
            <a:r>
              <a:rPr lang="en-US" altLang="ko-KR" sz="600" spc="-120" dirty="0">
                <a:solidFill>
                  <a:srgbClr val="0070C0"/>
                </a:solidFill>
              </a:rPr>
              <a:t>/</a:t>
            </a:r>
            <a:r>
              <a:rPr lang="ko-KR" altLang="en-US" sz="600" spc="-120" dirty="0">
                <a:solidFill>
                  <a:srgbClr val="0070C0"/>
                </a:solidFill>
              </a:rPr>
              <a:t>분유 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B8D7C4CE-780A-11DB-4937-0CE65A9B4081}"/>
              </a:ext>
            </a:extLst>
          </p:cNvPr>
          <p:cNvSpPr txBox="1"/>
          <p:nvPr/>
        </p:nvSpPr>
        <p:spPr>
          <a:xfrm>
            <a:off x="3684139" y="2408928"/>
            <a:ext cx="650738" cy="184666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z="600" spc="-120" dirty="0">
                <a:solidFill>
                  <a:srgbClr val="0070C0"/>
                </a:solidFill>
              </a:rPr>
              <a:t>기저귀</a:t>
            </a:r>
            <a:r>
              <a:rPr lang="en-US" altLang="ko-KR" sz="600" spc="-120" dirty="0">
                <a:solidFill>
                  <a:srgbClr val="0070C0"/>
                </a:solidFill>
              </a:rPr>
              <a:t>/</a:t>
            </a:r>
            <a:r>
              <a:rPr lang="ko-KR" altLang="en-US" sz="600" spc="-120" dirty="0">
                <a:solidFill>
                  <a:srgbClr val="0070C0"/>
                </a:solidFill>
              </a:rPr>
              <a:t>분유 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7AFD6652-AEA0-27DD-9421-237982F28E46}"/>
              </a:ext>
            </a:extLst>
          </p:cNvPr>
          <p:cNvSpPr txBox="1"/>
          <p:nvPr/>
        </p:nvSpPr>
        <p:spPr>
          <a:xfrm>
            <a:off x="5196246" y="2392232"/>
            <a:ext cx="650738" cy="184666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z="600" spc="-120" dirty="0">
                <a:solidFill>
                  <a:srgbClr val="0070C0"/>
                </a:solidFill>
              </a:rPr>
              <a:t>기저귀</a:t>
            </a:r>
            <a:r>
              <a:rPr lang="en-US" altLang="ko-KR" sz="600" spc="-120" dirty="0">
                <a:solidFill>
                  <a:srgbClr val="0070C0"/>
                </a:solidFill>
              </a:rPr>
              <a:t>/</a:t>
            </a:r>
            <a:r>
              <a:rPr lang="ko-KR" altLang="en-US" sz="600" spc="-120" dirty="0">
                <a:solidFill>
                  <a:srgbClr val="0070C0"/>
                </a:solidFill>
              </a:rPr>
              <a:t>분유 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DD7FF245-E45B-91F3-9B43-446194FE359B}"/>
              </a:ext>
            </a:extLst>
          </p:cNvPr>
          <p:cNvSpPr txBox="1"/>
          <p:nvPr/>
        </p:nvSpPr>
        <p:spPr>
          <a:xfrm>
            <a:off x="3657146" y="5141951"/>
            <a:ext cx="723275" cy="184666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solidFill>
              <a:srgbClr val="7030A0"/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z="600" spc="-120" dirty="0">
                <a:solidFill>
                  <a:srgbClr val="7030A0"/>
                </a:solidFill>
              </a:rPr>
              <a:t>여성청소년 생리대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92410B1D-56B9-012A-E47E-8566A837196D}"/>
              </a:ext>
            </a:extLst>
          </p:cNvPr>
          <p:cNvSpPr txBox="1"/>
          <p:nvPr/>
        </p:nvSpPr>
        <p:spPr>
          <a:xfrm>
            <a:off x="5182785" y="5119732"/>
            <a:ext cx="723275" cy="184666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solidFill>
              <a:srgbClr val="7030A0"/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z="600" spc="-120" dirty="0">
                <a:solidFill>
                  <a:srgbClr val="7030A0"/>
                </a:solidFill>
              </a:rPr>
              <a:t>여성청소년 생리대</a:t>
            </a:r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69BA0EDB-0CA2-CB68-0677-55303EB486B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9543" y="6139758"/>
            <a:ext cx="159684" cy="144780"/>
          </a:xfrm>
          <a:prstGeom prst="rect">
            <a:avLst/>
          </a:prstGeom>
        </p:spPr>
      </p:pic>
      <p:pic>
        <p:nvPicPr>
          <p:cNvPr id="49" name="그림 48">
            <a:extLst>
              <a:ext uri="{FF2B5EF4-FFF2-40B4-BE49-F238E27FC236}">
                <a16:creationId xmlns:a16="http://schemas.microsoft.com/office/drawing/2014/main" id="{7AFF937B-7132-DEE5-14E5-1D3DD9CABC8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11424" y="6131675"/>
            <a:ext cx="159684" cy="144780"/>
          </a:xfrm>
          <a:prstGeom prst="rect">
            <a:avLst/>
          </a:prstGeom>
        </p:spPr>
      </p:pic>
      <p:sp>
        <p:nvSpPr>
          <p:cNvPr id="78" name="하트 77">
            <a:extLst>
              <a:ext uri="{FF2B5EF4-FFF2-40B4-BE49-F238E27FC236}">
                <a16:creationId xmlns:a16="http://schemas.microsoft.com/office/drawing/2014/main" id="{1E3C0F53-6011-59E4-E657-8796CCC9EAA9}"/>
              </a:ext>
            </a:extLst>
          </p:cNvPr>
          <p:cNvSpPr/>
          <p:nvPr/>
        </p:nvSpPr>
        <p:spPr>
          <a:xfrm>
            <a:off x="4756364" y="823315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9" name="하트 78">
            <a:extLst>
              <a:ext uri="{FF2B5EF4-FFF2-40B4-BE49-F238E27FC236}">
                <a16:creationId xmlns:a16="http://schemas.microsoft.com/office/drawing/2014/main" id="{4096CDAE-C686-D68C-66C1-5C5B0B6A6D50}"/>
              </a:ext>
            </a:extLst>
          </p:cNvPr>
          <p:cNvSpPr/>
          <p:nvPr/>
        </p:nvSpPr>
        <p:spPr>
          <a:xfrm>
            <a:off x="1403688" y="4299847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1" name="하트 100">
            <a:extLst>
              <a:ext uri="{FF2B5EF4-FFF2-40B4-BE49-F238E27FC236}">
                <a16:creationId xmlns:a16="http://schemas.microsoft.com/office/drawing/2014/main" id="{AAE95CC5-AF45-CCEF-1C63-9F624834078D}"/>
              </a:ext>
            </a:extLst>
          </p:cNvPr>
          <p:cNvSpPr/>
          <p:nvPr/>
        </p:nvSpPr>
        <p:spPr>
          <a:xfrm>
            <a:off x="2877877" y="4291650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7" name="하트 126">
            <a:extLst>
              <a:ext uri="{FF2B5EF4-FFF2-40B4-BE49-F238E27FC236}">
                <a16:creationId xmlns:a16="http://schemas.microsoft.com/office/drawing/2014/main" id="{E0599009-12F0-9293-A55D-72045C91950C}"/>
              </a:ext>
            </a:extLst>
          </p:cNvPr>
          <p:cNvSpPr/>
          <p:nvPr/>
        </p:nvSpPr>
        <p:spPr>
          <a:xfrm>
            <a:off x="6299790" y="802797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1" name="하트 130">
            <a:extLst>
              <a:ext uri="{FF2B5EF4-FFF2-40B4-BE49-F238E27FC236}">
                <a16:creationId xmlns:a16="http://schemas.microsoft.com/office/drawing/2014/main" id="{CAFD726D-594E-D92D-7E31-2C14A9E60DDB}"/>
              </a:ext>
            </a:extLst>
          </p:cNvPr>
          <p:cNvSpPr/>
          <p:nvPr/>
        </p:nvSpPr>
        <p:spPr>
          <a:xfrm>
            <a:off x="4740163" y="3708941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4" name="하트 133">
            <a:extLst>
              <a:ext uri="{FF2B5EF4-FFF2-40B4-BE49-F238E27FC236}">
                <a16:creationId xmlns:a16="http://schemas.microsoft.com/office/drawing/2014/main" id="{413867A8-9D9D-2B55-7E06-173787447D05}"/>
              </a:ext>
            </a:extLst>
          </p:cNvPr>
          <p:cNvSpPr/>
          <p:nvPr/>
        </p:nvSpPr>
        <p:spPr>
          <a:xfrm>
            <a:off x="6283589" y="3688423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6" name="직사각형 135">
            <a:extLst>
              <a:ext uri="{FF2B5EF4-FFF2-40B4-BE49-F238E27FC236}">
                <a16:creationId xmlns:a16="http://schemas.microsoft.com/office/drawing/2014/main" id="{0C9DBFD2-D9FE-BFB5-B830-D2223EE3FDE6}"/>
              </a:ext>
            </a:extLst>
          </p:cNvPr>
          <p:cNvSpPr/>
          <p:nvPr/>
        </p:nvSpPr>
        <p:spPr bwMode="auto">
          <a:xfrm>
            <a:off x="12961937" y="0"/>
            <a:ext cx="2808063" cy="594726"/>
          </a:xfrm>
          <a:prstGeom prst="rect">
            <a:avLst/>
          </a:prstGeom>
          <a:solidFill>
            <a:srgbClr val="1F497D">
              <a:lumMod val="20000"/>
              <a:lumOff val="8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7/8 0.05v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7/7 </a:t>
            </a:r>
            <a:r>
              <a:rPr kumimoji="1" lang="ko-KR" altLang="en-US" sz="800" b="1" kern="0" spc="-15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트라이언소프트</a:t>
            </a:r>
            <a:r>
              <a:rPr kumimoji="1" lang="ko-KR" altLang="en-US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추가요청사항 반영</a:t>
            </a:r>
            <a:r>
              <a:rPr kumimoji="1" lang="en-US" altLang="ko-KR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kumimoji="1" lang="ko-KR" altLang="en-US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권용현</a:t>
            </a:r>
            <a:r>
              <a:rPr kumimoji="1" lang="en-US" altLang="ko-KR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C,</a:t>
            </a:r>
            <a:r>
              <a:rPr kumimoji="1" lang="ko-KR" altLang="en-US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조상희</a:t>
            </a:r>
            <a:r>
              <a:rPr kumimoji="1" lang="en-US" altLang="ko-KR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B)</a:t>
            </a:r>
          </a:p>
          <a:p>
            <a:pPr marL="171450" marR="0" lvl="0" indent="-17145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kumimoji="1" lang="ko-KR" altLang="en-US" sz="800" i="0" u="none" strike="noStrike" kern="0" cap="none" spc="-15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찜하기</a:t>
            </a:r>
            <a:r>
              <a:rPr kumimoji="1" lang="ko-KR" altLang="en-US" sz="800" i="0" u="none" strike="noStrike" kern="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기능 추가</a:t>
            </a:r>
            <a:endParaRPr kumimoji="1" lang="en-US" altLang="ko-KR" sz="800" i="0" u="none" strike="noStrike" kern="0" cap="none" spc="-1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marR="0" lvl="0" indent="-17145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kumimoji="1" lang="ko-KR" altLang="en-US" sz="800" kern="0" spc="-15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바로구매</a:t>
            </a:r>
            <a:r>
              <a:rPr kumimoji="1" lang="ko-KR" altLang="en-US" sz="800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버튼 삭제 </a:t>
            </a:r>
            <a:endParaRPr kumimoji="1" lang="ko-KR" altLang="en-US" sz="800" i="0" u="none" strike="noStrike" kern="0" cap="none" spc="-1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090405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CFB8950A-D1B6-6A58-A458-BFCA9E347DF6}"/>
              </a:ext>
            </a:extLst>
          </p:cNvPr>
          <p:cNvSpPr/>
          <p:nvPr/>
        </p:nvSpPr>
        <p:spPr>
          <a:xfrm>
            <a:off x="163054" y="652650"/>
            <a:ext cx="3437595" cy="5791955"/>
          </a:xfrm>
          <a:prstGeom prst="rect">
            <a:avLst/>
          </a:prstGeom>
          <a:solidFill>
            <a:schemeClr val="tx1">
              <a:lumMod val="95000"/>
              <a:lumOff val="5000"/>
              <a:alpha val="5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i="1" dirty="0">
                <a:solidFill>
                  <a:schemeClr val="bg1"/>
                </a:solidFill>
              </a:rPr>
              <a:t>바닥 </a:t>
            </a:r>
            <a:r>
              <a:rPr lang="ko-KR" altLang="en-US" sz="1000" i="1" dirty="0" err="1">
                <a:solidFill>
                  <a:schemeClr val="bg1"/>
                </a:solidFill>
              </a:rPr>
              <a:t>딤</a:t>
            </a:r>
            <a:r>
              <a:rPr lang="ko-KR" altLang="en-US" sz="1000" i="1" dirty="0">
                <a:solidFill>
                  <a:schemeClr val="bg1"/>
                </a:solidFill>
              </a:rPr>
              <a:t> 처리</a:t>
            </a:r>
          </a:p>
        </p:txBody>
      </p:sp>
      <p:sp>
        <p:nvSpPr>
          <p:cNvPr id="5" name="사각형: 둥근 위쪽 모서리 4">
            <a:extLst>
              <a:ext uri="{FF2B5EF4-FFF2-40B4-BE49-F238E27FC236}">
                <a16:creationId xmlns:a16="http://schemas.microsoft.com/office/drawing/2014/main" id="{4E3BFEC2-9546-612C-5429-F28884CA7B12}"/>
              </a:ext>
            </a:extLst>
          </p:cNvPr>
          <p:cNvSpPr/>
          <p:nvPr/>
        </p:nvSpPr>
        <p:spPr>
          <a:xfrm>
            <a:off x="163054" y="3924325"/>
            <a:ext cx="3437594" cy="2520280"/>
          </a:xfrm>
          <a:prstGeom prst="round2Same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62DD44-7A17-B766-50BC-1240A9D9DD09}"/>
              </a:ext>
            </a:extLst>
          </p:cNvPr>
          <p:cNvSpPr txBox="1"/>
          <p:nvPr/>
        </p:nvSpPr>
        <p:spPr>
          <a:xfrm>
            <a:off x="195171" y="6210624"/>
            <a:ext cx="9044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오늘 하루 보지 않기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F42EEF4-A34F-696C-DA88-3A2621C673B2}"/>
              </a:ext>
            </a:extLst>
          </p:cNvPr>
          <p:cNvSpPr txBox="1"/>
          <p:nvPr/>
        </p:nvSpPr>
        <p:spPr>
          <a:xfrm>
            <a:off x="3177263" y="6210624"/>
            <a:ext cx="3513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닫기</a:t>
            </a:r>
            <a:endParaRPr lang="ko-KR" altLang="en-US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EE4A514-A03D-E546-4092-953A39AA4DBA}"/>
              </a:ext>
            </a:extLst>
          </p:cNvPr>
          <p:cNvSpPr/>
          <p:nvPr/>
        </p:nvSpPr>
        <p:spPr>
          <a:xfrm>
            <a:off x="156020" y="6182488"/>
            <a:ext cx="3437594" cy="262117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105D039E-3277-660F-149B-1FE2DDFFCD2D}"/>
              </a:ext>
            </a:extLst>
          </p:cNvPr>
          <p:cNvSpPr/>
          <p:nvPr/>
        </p:nvSpPr>
        <p:spPr>
          <a:xfrm>
            <a:off x="2761801" y="4068341"/>
            <a:ext cx="542175" cy="156819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dirty="0">
                <a:solidFill>
                  <a:schemeClr val="bg1"/>
                </a:solidFill>
              </a:rPr>
              <a:t>1/5</a:t>
            </a:r>
            <a:endParaRPr lang="ko-KR" altLang="en-US" sz="800" dirty="0">
              <a:solidFill>
                <a:schemeClr val="bg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012820D-85AC-8F55-63C8-712666E0308B}"/>
              </a:ext>
            </a:extLst>
          </p:cNvPr>
          <p:cNvSpPr txBox="1"/>
          <p:nvPr/>
        </p:nvSpPr>
        <p:spPr>
          <a:xfrm>
            <a:off x="360289" y="4280494"/>
            <a:ext cx="223224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fontAlgn="t">
              <a:buNone/>
              <a:defRPr sz="800" b="0" i="0">
                <a:solidFill>
                  <a:srgbClr val="333333"/>
                </a:solidFill>
                <a:effectLst/>
                <a:latin typeface="+mn-ea"/>
              </a:defRPr>
            </a:lvl1pPr>
          </a:lstStyle>
          <a:p>
            <a:pPr>
              <a:lnSpc>
                <a:spcPct val="150000"/>
              </a:lnSpc>
            </a:pPr>
            <a:r>
              <a:rPr lang="ko-KR" altLang="en-US" sz="1200" spc="-150" dirty="0"/>
              <a:t>리베로 기저귀</a:t>
            </a:r>
            <a:r>
              <a:rPr lang="en-US" altLang="ko-KR" sz="1200" spc="-150" dirty="0"/>
              <a:t> </a:t>
            </a:r>
          </a:p>
          <a:p>
            <a:pPr>
              <a:lnSpc>
                <a:spcPct val="150000"/>
              </a:lnSpc>
            </a:pPr>
            <a:r>
              <a:rPr lang="en-US" altLang="ko-KR" sz="1200" spc="-150" dirty="0"/>
              <a:t>7</a:t>
            </a:r>
            <a:r>
              <a:rPr lang="ko-KR" altLang="en-US" sz="1200" spc="-150" dirty="0"/>
              <a:t>월 특별 기획전</a:t>
            </a:r>
            <a:endParaRPr lang="en-US" altLang="ko-KR" sz="1200" spc="-150" dirty="0"/>
          </a:p>
          <a:p>
            <a:pPr>
              <a:lnSpc>
                <a:spcPct val="150000"/>
              </a:lnSpc>
            </a:pPr>
            <a:r>
              <a:rPr lang="ko-KR" altLang="en-US" sz="1200" spc="-150" dirty="0">
                <a:solidFill>
                  <a:srgbClr val="FF0000"/>
                </a:solidFill>
              </a:rPr>
              <a:t>최대 </a:t>
            </a:r>
            <a:r>
              <a:rPr lang="en-US" altLang="ko-KR" sz="1200" spc="-150" dirty="0">
                <a:solidFill>
                  <a:srgbClr val="FF0000"/>
                </a:solidFill>
              </a:rPr>
              <a:t>35% </a:t>
            </a:r>
            <a:r>
              <a:rPr lang="ko-KR" altLang="en-US" sz="1200" spc="-150" dirty="0">
                <a:solidFill>
                  <a:srgbClr val="FF0000"/>
                </a:solidFill>
              </a:rPr>
              <a:t>할인</a:t>
            </a:r>
            <a:endParaRPr lang="ko-KR" altLang="ko-KR" sz="1200" dirty="0">
              <a:solidFill>
                <a:srgbClr val="FF0000"/>
              </a:solidFill>
            </a:endParaRP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78D5222A-2BC4-9D0E-1418-90EB8E956D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0912" y="4375014"/>
            <a:ext cx="1422063" cy="1657619"/>
          </a:xfrm>
          <a:prstGeom prst="rect">
            <a:avLst/>
          </a:prstGeom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EE65770A-A1D1-7D2D-8617-4898256E81B7}"/>
              </a:ext>
            </a:extLst>
          </p:cNvPr>
          <p:cNvSpPr/>
          <p:nvPr/>
        </p:nvSpPr>
        <p:spPr>
          <a:xfrm>
            <a:off x="444386" y="5259607"/>
            <a:ext cx="996023" cy="188144"/>
          </a:xfrm>
          <a:prstGeom prst="rect">
            <a:avLst/>
          </a:prstGeom>
          <a:solidFill>
            <a:schemeClr val="tx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</a:rPr>
              <a:t>바로 가기</a:t>
            </a: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36B41C32-84C3-55A3-55C0-BC34AC34444A}"/>
              </a:ext>
            </a:extLst>
          </p:cNvPr>
          <p:cNvCxnSpPr>
            <a:cxnSpLocks/>
          </p:cNvCxnSpPr>
          <p:nvPr/>
        </p:nvCxnSpPr>
        <p:spPr>
          <a:xfrm>
            <a:off x="333679" y="3780309"/>
            <a:ext cx="3096344" cy="0"/>
          </a:xfrm>
          <a:prstGeom prst="straightConnector1">
            <a:avLst/>
          </a:prstGeom>
          <a:ln w="63500">
            <a:solidFill>
              <a:srgbClr val="FF0000">
                <a:alpha val="30000"/>
              </a:srgb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사각형: 둥근 위쪽 모서리 23">
            <a:extLst>
              <a:ext uri="{FF2B5EF4-FFF2-40B4-BE49-F238E27FC236}">
                <a16:creationId xmlns:a16="http://schemas.microsoft.com/office/drawing/2014/main" id="{9AE5FFBB-F137-03E3-C7A4-5D4141908CE3}"/>
              </a:ext>
            </a:extLst>
          </p:cNvPr>
          <p:cNvSpPr/>
          <p:nvPr/>
        </p:nvSpPr>
        <p:spPr>
          <a:xfrm>
            <a:off x="3796975" y="3923771"/>
            <a:ext cx="3437594" cy="2520280"/>
          </a:xfrm>
          <a:prstGeom prst="round2Same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B7E9055-E005-FAE1-D879-4A38C2881AA6}"/>
              </a:ext>
            </a:extLst>
          </p:cNvPr>
          <p:cNvSpPr txBox="1"/>
          <p:nvPr/>
        </p:nvSpPr>
        <p:spPr>
          <a:xfrm>
            <a:off x="3829092" y="6210070"/>
            <a:ext cx="9044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오늘 하루 보지 않기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AE71CA4-3247-4F1A-1DE8-D59467311AE0}"/>
              </a:ext>
            </a:extLst>
          </p:cNvPr>
          <p:cNvSpPr txBox="1"/>
          <p:nvPr/>
        </p:nvSpPr>
        <p:spPr>
          <a:xfrm>
            <a:off x="6811184" y="6210070"/>
            <a:ext cx="3513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닫기</a:t>
            </a:r>
            <a:endParaRPr lang="ko-KR" altLang="en-US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4AF8D85F-A1D4-B5DF-A2D3-C1F2F4C84F0A}"/>
              </a:ext>
            </a:extLst>
          </p:cNvPr>
          <p:cNvSpPr/>
          <p:nvPr/>
        </p:nvSpPr>
        <p:spPr>
          <a:xfrm>
            <a:off x="3789941" y="6181934"/>
            <a:ext cx="3437594" cy="262117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47378515-96C7-8798-C635-28E1ACEE5592}"/>
              </a:ext>
            </a:extLst>
          </p:cNvPr>
          <p:cNvSpPr/>
          <p:nvPr/>
        </p:nvSpPr>
        <p:spPr>
          <a:xfrm>
            <a:off x="6395722" y="4067787"/>
            <a:ext cx="542175" cy="156819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dirty="0">
                <a:solidFill>
                  <a:schemeClr val="bg1"/>
                </a:solidFill>
              </a:rPr>
              <a:t>2/5</a:t>
            </a:r>
            <a:endParaRPr lang="ko-KR" altLang="en-US" sz="800" dirty="0">
              <a:solidFill>
                <a:schemeClr val="bg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552BDB9-FED3-B508-A454-678972B3C6C4}"/>
              </a:ext>
            </a:extLst>
          </p:cNvPr>
          <p:cNvSpPr txBox="1"/>
          <p:nvPr/>
        </p:nvSpPr>
        <p:spPr>
          <a:xfrm>
            <a:off x="3994210" y="4279940"/>
            <a:ext cx="223224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fontAlgn="t">
              <a:buNone/>
              <a:defRPr sz="800" b="0" i="0">
                <a:solidFill>
                  <a:srgbClr val="333333"/>
                </a:solidFill>
                <a:effectLst/>
                <a:latin typeface="+mn-ea"/>
              </a:defRPr>
            </a:lvl1pPr>
          </a:lstStyle>
          <a:p>
            <a:pPr>
              <a:lnSpc>
                <a:spcPct val="150000"/>
              </a:lnSpc>
            </a:pPr>
            <a:r>
              <a:rPr lang="ko-KR" altLang="en-US" sz="1200" spc="-150" dirty="0"/>
              <a:t>가볍게 체험하세요</a:t>
            </a:r>
            <a:r>
              <a:rPr lang="en-US" altLang="ko-KR" sz="1200" spc="-150" dirty="0"/>
              <a:t>! </a:t>
            </a:r>
          </a:p>
          <a:p>
            <a:pPr>
              <a:lnSpc>
                <a:spcPct val="150000"/>
              </a:lnSpc>
            </a:pPr>
            <a:r>
              <a:rPr lang="ko-KR" altLang="en-US" sz="1200" spc="-150" dirty="0" err="1">
                <a:solidFill>
                  <a:srgbClr val="234DD3"/>
                </a:solidFill>
              </a:rPr>
              <a:t>로맘스</a:t>
            </a:r>
            <a:r>
              <a:rPr lang="ko-KR" altLang="en-US" sz="1200" spc="-150" dirty="0">
                <a:solidFill>
                  <a:srgbClr val="234DD3"/>
                </a:solidFill>
              </a:rPr>
              <a:t> </a:t>
            </a:r>
            <a:r>
              <a:rPr lang="ko-KR" altLang="en-US" sz="1200" spc="-150" dirty="0" err="1">
                <a:solidFill>
                  <a:srgbClr val="234DD3"/>
                </a:solidFill>
              </a:rPr>
              <a:t>에어키키</a:t>
            </a:r>
            <a:endParaRPr lang="en-US" altLang="ko-KR" sz="1200" spc="-150" dirty="0">
              <a:solidFill>
                <a:srgbClr val="234DD3"/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sz="1200" spc="-150" dirty="0" err="1">
                <a:solidFill>
                  <a:srgbClr val="234DD3"/>
                </a:solidFill>
              </a:rPr>
              <a:t>풀커버</a:t>
            </a:r>
            <a:r>
              <a:rPr lang="ko-KR" altLang="en-US" sz="1200" spc="-150" dirty="0">
                <a:solidFill>
                  <a:srgbClr val="234DD3"/>
                </a:solidFill>
              </a:rPr>
              <a:t> 팬티기저귀</a:t>
            </a:r>
            <a:endParaRPr lang="en-US" altLang="ko-KR" sz="1200" spc="-150" dirty="0">
              <a:solidFill>
                <a:srgbClr val="234DD3"/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sz="1200" b="1" spc="-150" dirty="0" err="1">
                <a:solidFill>
                  <a:srgbClr val="FF0000"/>
                </a:solidFill>
              </a:rPr>
              <a:t>체험팩</a:t>
            </a:r>
            <a:r>
              <a:rPr lang="ko-KR" altLang="en-US" sz="1200" b="1" spc="-150" dirty="0">
                <a:solidFill>
                  <a:srgbClr val="FF0000"/>
                </a:solidFill>
              </a:rPr>
              <a:t> 특가</a:t>
            </a:r>
            <a:endParaRPr lang="ko-KR" altLang="ko-KR" sz="1200" b="1" dirty="0">
              <a:solidFill>
                <a:srgbClr val="FF0000"/>
              </a:solidFill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4062C846-7B88-0E33-5C74-390CF96BE53A}"/>
              </a:ext>
            </a:extLst>
          </p:cNvPr>
          <p:cNvSpPr/>
          <p:nvPr/>
        </p:nvSpPr>
        <p:spPr>
          <a:xfrm>
            <a:off x="4078307" y="5580509"/>
            <a:ext cx="996023" cy="188144"/>
          </a:xfrm>
          <a:prstGeom prst="rect">
            <a:avLst/>
          </a:prstGeom>
          <a:solidFill>
            <a:schemeClr val="tx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</a:rPr>
              <a:t>바로 가기</a:t>
            </a:r>
          </a:p>
        </p:txBody>
      </p:sp>
      <p:pic>
        <p:nvPicPr>
          <p:cNvPr id="40" name="그림 39">
            <a:extLst>
              <a:ext uri="{FF2B5EF4-FFF2-40B4-BE49-F238E27FC236}">
                <a16:creationId xmlns:a16="http://schemas.microsoft.com/office/drawing/2014/main" id="{591533FA-29C2-1D9E-6DA5-B63EF687EA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1368" y="4444451"/>
            <a:ext cx="1352239" cy="1467125"/>
          </a:xfrm>
          <a:prstGeom prst="rect">
            <a:avLst/>
          </a:prstGeom>
        </p:spPr>
      </p:pic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DBFEAC12-EED3-8996-1E57-39A3D96D4B05}"/>
              </a:ext>
            </a:extLst>
          </p:cNvPr>
          <p:cNvCxnSpPr>
            <a:cxnSpLocks/>
          </p:cNvCxnSpPr>
          <p:nvPr/>
        </p:nvCxnSpPr>
        <p:spPr>
          <a:xfrm>
            <a:off x="3865122" y="3780309"/>
            <a:ext cx="3096344" cy="0"/>
          </a:xfrm>
          <a:prstGeom prst="straightConnector1">
            <a:avLst/>
          </a:prstGeom>
          <a:ln w="63500">
            <a:solidFill>
              <a:srgbClr val="FF0000">
                <a:alpha val="30000"/>
              </a:srgb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482BF003-46C8-6E2E-120D-82BDD806A241}"/>
              </a:ext>
            </a:extLst>
          </p:cNvPr>
          <p:cNvSpPr txBox="1"/>
          <p:nvPr/>
        </p:nvSpPr>
        <p:spPr>
          <a:xfrm>
            <a:off x="1307907" y="78285"/>
            <a:ext cx="122020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메인 레이어 팝업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모바일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)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B68B9B5-EFFF-3145-179C-AC76D53041BD}"/>
              </a:ext>
            </a:extLst>
          </p:cNvPr>
          <p:cNvSpPr txBox="1"/>
          <p:nvPr/>
        </p:nvSpPr>
        <p:spPr>
          <a:xfrm>
            <a:off x="1302717" y="330494"/>
            <a:ext cx="37702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메인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3D635687-90F7-CB99-AF19-141C0F8019D1}"/>
              </a:ext>
            </a:extLst>
          </p:cNvPr>
          <p:cNvSpPr/>
          <p:nvPr/>
        </p:nvSpPr>
        <p:spPr>
          <a:xfrm>
            <a:off x="7921129" y="58428"/>
            <a:ext cx="1221809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CH-U-MA-00-01p</a:t>
            </a:r>
            <a:endParaRPr lang="ko-KR" altLang="en-US" sz="10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A454794-55A8-7139-91CD-C3FC20E655B4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2026.07.02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169D69C-4F41-DE9B-E67B-506F0DEA54B1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고풀잎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5" name="사각형: 둥근 위쪽 모서리 54">
            <a:extLst>
              <a:ext uri="{FF2B5EF4-FFF2-40B4-BE49-F238E27FC236}">
                <a16:creationId xmlns:a16="http://schemas.microsoft.com/office/drawing/2014/main" id="{4F13D1D1-6DC9-250E-45D7-BA75190D543E}"/>
              </a:ext>
            </a:extLst>
          </p:cNvPr>
          <p:cNvSpPr/>
          <p:nvPr/>
        </p:nvSpPr>
        <p:spPr>
          <a:xfrm>
            <a:off x="7381189" y="3905234"/>
            <a:ext cx="3437594" cy="2520280"/>
          </a:xfrm>
          <a:prstGeom prst="round2Same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86015BA-116A-613B-0A1A-74EF50150459}"/>
              </a:ext>
            </a:extLst>
          </p:cNvPr>
          <p:cNvSpPr txBox="1"/>
          <p:nvPr/>
        </p:nvSpPr>
        <p:spPr>
          <a:xfrm>
            <a:off x="7413306" y="6191533"/>
            <a:ext cx="9044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오늘 하루 보지 않기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3DC7D01-4565-0709-5552-98C8C56DB9C2}"/>
              </a:ext>
            </a:extLst>
          </p:cNvPr>
          <p:cNvSpPr txBox="1"/>
          <p:nvPr/>
        </p:nvSpPr>
        <p:spPr>
          <a:xfrm>
            <a:off x="10395398" y="6191533"/>
            <a:ext cx="3513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닫기</a:t>
            </a:r>
            <a:endParaRPr lang="ko-KR" altLang="en-US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41AA524D-FBFA-102F-FA89-8FB57930D19C}"/>
              </a:ext>
            </a:extLst>
          </p:cNvPr>
          <p:cNvSpPr/>
          <p:nvPr/>
        </p:nvSpPr>
        <p:spPr>
          <a:xfrm>
            <a:off x="7374155" y="6163397"/>
            <a:ext cx="3437594" cy="262117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3" name="사각형: 둥근 모서리 62">
            <a:extLst>
              <a:ext uri="{FF2B5EF4-FFF2-40B4-BE49-F238E27FC236}">
                <a16:creationId xmlns:a16="http://schemas.microsoft.com/office/drawing/2014/main" id="{B3692BE2-9D58-0DF2-BF3A-8195675FE18E}"/>
              </a:ext>
            </a:extLst>
          </p:cNvPr>
          <p:cNvSpPr/>
          <p:nvPr/>
        </p:nvSpPr>
        <p:spPr>
          <a:xfrm>
            <a:off x="9979936" y="4049250"/>
            <a:ext cx="542175" cy="156819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dirty="0">
                <a:solidFill>
                  <a:schemeClr val="bg1"/>
                </a:solidFill>
              </a:rPr>
              <a:t>2/5</a:t>
            </a:r>
            <a:endParaRPr lang="ko-KR" altLang="en-US" sz="800" dirty="0">
              <a:solidFill>
                <a:schemeClr val="bg1"/>
              </a:solidFill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9661A5B-4837-4E49-9768-9FD7C0FBDA50}"/>
              </a:ext>
            </a:extLst>
          </p:cNvPr>
          <p:cNvSpPr txBox="1"/>
          <p:nvPr/>
        </p:nvSpPr>
        <p:spPr>
          <a:xfrm>
            <a:off x="7578424" y="4261403"/>
            <a:ext cx="22322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fontAlgn="t">
              <a:buNone/>
              <a:defRPr sz="800" b="0" i="0">
                <a:solidFill>
                  <a:srgbClr val="333333"/>
                </a:solidFill>
                <a:effectLst/>
                <a:latin typeface="+mn-ea"/>
              </a:defRPr>
            </a:lvl1pPr>
          </a:lstStyle>
          <a:p>
            <a:pPr>
              <a:lnSpc>
                <a:spcPct val="150000"/>
              </a:lnSpc>
            </a:pPr>
            <a:r>
              <a:rPr lang="ko-KR" altLang="en-US" sz="1200" b="1" spc="-150" dirty="0" err="1"/>
              <a:t>비씨카드</a:t>
            </a:r>
            <a:r>
              <a:rPr lang="ko-KR" altLang="en-US" sz="1200" b="1" spc="-150" dirty="0"/>
              <a:t> 결제 수단 추가 안내</a:t>
            </a:r>
            <a:endParaRPr lang="ko-KR" altLang="ko-KR" sz="1200" b="1" dirty="0">
              <a:solidFill>
                <a:schemeClr val="tx1"/>
              </a:solidFill>
            </a:endParaRP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F4BCE097-3FDE-7BCB-C9E9-2474F44FF082}"/>
              </a:ext>
            </a:extLst>
          </p:cNvPr>
          <p:cNvSpPr/>
          <p:nvPr/>
        </p:nvSpPr>
        <p:spPr>
          <a:xfrm>
            <a:off x="7698525" y="5580509"/>
            <a:ext cx="996023" cy="188144"/>
          </a:xfrm>
          <a:prstGeom prst="rect">
            <a:avLst/>
          </a:prstGeom>
          <a:solidFill>
            <a:schemeClr val="tx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</a:rPr>
              <a:t>바로 가기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433FB5B-0368-D2CC-2A87-D57C70E03EF5}"/>
              </a:ext>
            </a:extLst>
          </p:cNvPr>
          <p:cNvSpPr txBox="1"/>
          <p:nvPr/>
        </p:nvSpPr>
        <p:spPr>
          <a:xfrm>
            <a:off x="7578424" y="4552317"/>
            <a:ext cx="23788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fontAlgn="t">
              <a:buNone/>
              <a:defRPr sz="800" b="0" i="0">
                <a:solidFill>
                  <a:srgbClr val="333333"/>
                </a:solidFill>
                <a:effectLst/>
                <a:latin typeface="+mn-ea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ko-KR" sz="1200" spc="-150" dirty="0"/>
              <a:t>22</a:t>
            </a:r>
            <a:r>
              <a:rPr lang="ko-KR" altLang="en-US" sz="1200" spc="-150" dirty="0"/>
              <a:t>년 </a:t>
            </a:r>
            <a:r>
              <a:rPr lang="en-US" altLang="ko-KR" sz="1200" spc="-150" dirty="0"/>
              <a:t>1</a:t>
            </a:r>
            <a:r>
              <a:rPr lang="ko-KR" altLang="en-US" sz="1200" spc="-150" dirty="0"/>
              <a:t>월 </a:t>
            </a:r>
            <a:r>
              <a:rPr lang="en-US" altLang="ko-KR" sz="1200" spc="-150" dirty="0"/>
              <a:t>3</a:t>
            </a:r>
            <a:r>
              <a:rPr lang="ko-KR" altLang="en-US" sz="1200" spc="-150" dirty="0"/>
              <a:t>일부터 </a:t>
            </a:r>
            <a:r>
              <a:rPr lang="ko-KR" altLang="en-US" sz="1200" spc="-150" dirty="0" err="1"/>
              <a:t>비씨카드</a:t>
            </a:r>
            <a:r>
              <a:rPr lang="ko-KR" altLang="en-US" sz="1200" spc="-150" dirty="0"/>
              <a:t> 결제 시</a:t>
            </a:r>
            <a:r>
              <a:rPr lang="en-US" altLang="ko-KR" sz="1200" spc="-150" dirty="0"/>
              <a:t> </a:t>
            </a:r>
            <a:r>
              <a:rPr lang="ko-KR" altLang="en-US" sz="1200" spc="-150" dirty="0" err="1"/>
              <a:t>전자바우처</a:t>
            </a:r>
            <a:r>
              <a:rPr lang="ko-KR" altLang="en-US" sz="1200" spc="-150" dirty="0"/>
              <a:t> 사용 가능</a:t>
            </a:r>
            <a:endParaRPr lang="en-US" altLang="ko-KR" sz="1200" spc="-150" dirty="0"/>
          </a:p>
        </p:txBody>
      </p:sp>
      <p:pic>
        <p:nvPicPr>
          <p:cNvPr id="73" name="그림 72">
            <a:extLst>
              <a:ext uri="{FF2B5EF4-FFF2-40B4-BE49-F238E27FC236}">
                <a16:creationId xmlns:a16="http://schemas.microsoft.com/office/drawing/2014/main" id="{16A9E173-AE86-1511-E4F2-DBD2DB6E8D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0238" y="4963158"/>
            <a:ext cx="1414108" cy="948418"/>
          </a:xfrm>
          <a:prstGeom prst="rect">
            <a:avLst/>
          </a:prstGeom>
        </p:spPr>
      </p:pic>
      <p:cxnSp>
        <p:nvCxnSpPr>
          <p:cNvPr id="74" name="직선 화살표 연결선 73">
            <a:extLst>
              <a:ext uri="{FF2B5EF4-FFF2-40B4-BE49-F238E27FC236}">
                <a16:creationId xmlns:a16="http://schemas.microsoft.com/office/drawing/2014/main" id="{1151E7D4-312A-BD84-312A-CB1C18D26351}"/>
              </a:ext>
            </a:extLst>
          </p:cNvPr>
          <p:cNvCxnSpPr>
            <a:cxnSpLocks/>
          </p:cNvCxnSpPr>
          <p:nvPr/>
        </p:nvCxnSpPr>
        <p:spPr>
          <a:xfrm>
            <a:off x="7474743" y="3765858"/>
            <a:ext cx="3096344" cy="0"/>
          </a:xfrm>
          <a:prstGeom prst="straightConnector1">
            <a:avLst/>
          </a:prstGeom>
          <a:ln w="63500">
            <a:solidFill>
              <a:srgbClr val="FF0000">
                <a:alpha val="30000"/>
              </a:srgb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6" name="Group 59">
            <a:extLst>
              <a:ext uri="{FF2B5EF4-FFF2-40B4-BE49-F238E27FC236}">
                <a16:creationId xmlns:a16="http://schemas.microsoft.com/office/drawing/2014/main" id="{202DECA1-1526-573A-12A8-8840BCF7BD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5887744"/>
              </p:ext>
            </p:extLst>
          </p:nvPr>
        </p:nvGraphicFramePr>
        <p:xfrm>
          <a:off x="10122181" y="653522"/>
          <a:ext cx="2760612" cy="2398205"/>
        </p:xfrm>
        <a:graphic>
          <a:graphicData uri="http://schemas.openxmlformats.org/drawingml/2006/table">
            <a:tbl>
              <a:tblPr/>
              <a:tblGrid>
                <a:gridCol w="3524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8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 gridSpan="2">
                  <a:txBody>
                    <a:bodyPr/>
                    <a:lstStyle/>
                    <a:p>
                      <a:pPr marL="0" indent="0" algn="l">
                        <a:lnSpc>
                          <a:spcPts val="12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u="sng" spc="-150" dirty="0"/>
                        <a:t> </a:t>
                      </a:r>
                      <a:r>
                        <a:rPr lang="en-US" altLang="ko-KR" sz="800" b="1" u="sng" spc="-150" dirty="0"/>
                        <a:t>*  </a:t>
                      </a:r>
                      <a:r>
                        <a:rPr lang="ko-KR" altLang="en-US" sz="800" b="1" u="sng" spc="-150" dirty="0"/>
                        <a:t>팝업 정의</a:t>
                      </a:r>
                      <a:endParaRPr lang="en-US" altLang="ko-KR" sz="800" b="1" u="sng" spc="-150" dirty="0"/>
                    </a:p>
                    <a:p>
                      <a:pPr marL="171450" indent="-171450" algn="l">
                        <a:lnSpc>
                          <a:spcPts val="12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spc="-150" baseline="0" dirty="0"/>
                        <a:t>관리자에서 등록한 이미지 배너가 </a:t>
                      </a:r>
                      <a:r>
                        <a:rPr lang="ko-KR" altLang="en-US" sz="800" spc="-150" baseline="0" dirty="0" err="1"/>
                        <a:t>롤링되는</a:t>
                      </a:r>
                      <a:r>
                        <a:rPr lang="ko-KR" altLang="en-US" sz="800" spc="-150" baseline="0" dirty="0"/>
                        <a:t> 형태</a:t>
                      </a:r>
                      <a:endParaRPr lang="en-US" altLang="ko-KR" sz="800" spc="-150" baseline="0" dirty="0"/>
                    </a:p>
                    <a:p>
                      <a:pPr marL="171450" indent="-171450" algn="l">
                        <a:lnSpc>
                          <a:spcPts val="12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spc="-150" baseline="0" dirty="0"/>
                        <a:t>자동 롤링 </a:t>
                      </a:r>
                      <a:r>
                        <a:rPr lang="en-US" altLang="ko-KR" sz="800" spc="-150" baseline="0" dirty="0"/>
                        <a:t>( 3</a:t>
                      </a:r>
                      <a:r>
                        <a:rPr lang="ko-KR" altLang="en-US" sz="800" spc="-150" baseline="0" dirty="0"/>
                        <a:t>초마다 자동 롤링</a:t>
                      </a:r>
                      <a:r>
                        <a:rPr lang="en-US" altLang="ko-KR" sz="800" spc="-150" baseline="0" dirty="0"/>
                        <a:t>, </a:t>
                      </a:r>
                      <a:r>
                        <a:rPr lang="ko-KR" altLang="en-US" sz="800" spc="-150" baseline="0" dirty="0"/>
                        <a:t>터치로 좌우 슬라이드 가능</a:t>
                      </a:r>
                      <a:r>
                        <a:rPr lang="en-US" altLang="ko-KR" sz="800" spc="-150" baseline="0" dirty="0"/>
                        <a:t>)</a:t>
                      </a:r>
                    </a:p>
                    <a:p>
                      <a:pPr marL="171450" indent="-171450" algn="l">
                        <a:lnSpc>
                          <a:spcPts val="12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spc="-150" baseline="0" dirty="0"/>
                        <a:t>클릭 시 상세 페이지로 랜딩</a:t>
                      </a:r>
                      <a:endParaRPr lang="en-US" altLang="ko-KR" sz="800" spc="-150" baseline="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ko-KR" altLang="en-US" sz="800" b="0" u="none" kern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916434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배너 개수 출력 </a:t>
                      </a:r>
                      <a:endParaRPr lang="en-US" altLang="ko-KR" sz="800" b="1" u="sng" kern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현재 화면</a:t>
                      </a:r>
                      <a:r>
                        <a:rPr lang="en-US" altLang="ko-KR" sz="800" b="0" u="none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/</a:t>
                      </a:r>
                      <a:r>
                        <a:rPr lang="ko-KR" altLang="en-US" sz="800" b="0" u="none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전체 개수</a:t>
                      </a:r>
                      <a:endParaRPr lang="en-US" altLang="ko-KR" sz="800" b="0" u="none" kern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4349443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sng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이미지 배너 영역</a:t>
                      </a:r>
                      <a:endParaRPr lang="en-US" altLang="ko-KR" sz="800" b="1" u="sng" kern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관리자에서 등록한 이미지 배너 출력</a:t>
                      </a:r>
                      <a:endParaRPr lang="en-US" altLang="ko-KR" sz="800" b="0" u="none" kern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클릭 시</a:t>
                      </a:r>
                      <a:r>
                        <a:rPr lang="en-US" altLang="ko-KR" sz="800" b="0" u="none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, </a:t>
                      </a:r>
                      <a:r>
                        <a:rPr lang="ko-KR" altLang="en-US" sz="800" b="0" u="none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상세 페이지 연결</a:t>
                      </a:r>
                      <a:endParaRPr lang="en-US" altLang="ko-KR" sz="800" b="0" u="none" kern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오늘 하루 보지 않기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선택 시  해당 일자 자정까지 해당 팝업 </a:t>
                      </a:r>
                      <a:r>
                        <a:rPr lang="ko-KR" altLang="en-US" sz="800" b="0" kern="0" spc="-150" baseline="0" dirty="0" err="1">
                          <a:solidFill>
                            <a:schemeClr val="tx1"/>
                          </a:solidFill>
                          <a:latin typeface="+mn-ea"/>
                        </a:rPr>
                        <a:t>비출력</a:t>
                      </a:r>
                      <a:endParaRPr lang="en-US" altLang="ko-KR" sz="800" b="0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6015124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닫기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선택 시 해당 팝업 닫기</a:t>
                      </a:r>
                      <a:endParaRPr lang="en-US" altLang="ko-KR" sz="800" b="0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0934945"/>
                  </a:ext>
                </a:extLst>
              </a:tr>
            </a:tbl>
          </a:graphicData>
        </a:graphic>
      </p:graphicFrame>
      <p:sp>
        <p:nvSpPr>
          <p:cNvPr id="78" name="모서리가 둥근 직사각형 114">
            <a:extLst>
              <a:ext uri="{FF2B5EF4-FFF2-40B4-BE49-F238E27FC236}">
                <a16:creationId xmlns:a16="http://schemas.microsoft.com/office/drawing/2014/main" id="{B518238E-696F-8821-0B87-9EF801B72412}"/>
              </a:ext>
            </a:extLst>
          </p:cNvPr>
          <p:cNvSpPr/>
          <p:nvPr/>
        </p:nvSpPr>
        <p:spPr>
          <a:xfrm>
            <a:off x="3212038" y="397630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80" name="모서리가 둥근 직사각형 114">
            <a:extLst>
              <a:ext uri="{FF2B5EF4-FFF2-40B4-BE49-F238E27FC236}">
                <a16:creationId xmlns:a16="http://schemas.microsoft.com/office/drawing/2014/main" id="{76456FC3-885B-A8BC-FEC5-150232C776A4}"/>
              </a:ext>
            </a:extLst>
          </p:cNvPr>
          <p:cNvSpPr/>
          <p:nvPr/>
        </p:nvSpPr>
        <p:spPr>
          <a:xfrm>
            <a:off x="352687" y="427994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82" name="모서리가 둥근 직사각형 114">
            <a:extLst>
              <a:ext uri="{FF2B5EF4-FFF2-40B4-BE49-F238E27FC236}">
                <a16:creationId xmlns:a16="http://schemas.microsoft.com/office/drawing/2014/main" id="{1C124951-6323-92AF-681E-EB597319ADFE}"/>
              </a:ext>
            </a:extLst>
          </p:cNvPr>
          <p:cNvSpPr/>
          <p:nvPr/>
        </p:nvSpPr>
        <p:spPr>
          <a:xfrm>
            <a:off x="983306" y="6109926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84" name="모서리가 둥근 직사각형 114">
            <a:extLst>
              <a:ext uri="{FF2B5EF4-FFF2-40B4-BE49-F238E27FC236}">
                <a16:creationId xmlns:a16="http://schemas.microsoft.com/office/drawing/2014/main" id="{53E93AC5-6159-9A28-22BE-165200D8BCDF}"/>
              </a:ext>
            </a:extLst>
          </p:cNvPr>
          <p:cNvSpPr/>
          <p:nvPr/>
        </p:nvSpPr>
        <p:spPr>
          <a:xfrm>
            <a:off x="3292593" y="6074942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00066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15D2CE-EA73-EAEA-0CE9-69AF6BC8C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Box 44">
            <a:extLst>
              <a:ext uri="{FF2B5EF4-FFF2-40B4-BE49-F238E27FC236}">
                <a16:creationId xmlns:a16="http://schemas.microsoft.com/office/drawing/2014/main" id="{B821A13C-D8CD-6FE3-875B-08535B9D0F31}"/>
              </a:ext>
            </a:extLst>
          </p:cNvPr>
          <p:cNvSpPr txBox="1"/>
          <p:nvPr/>
        </p:nvSpPr>
        <p:spPr>
          <a:xfrm>
            <a:off x="1307907" y="78285"/>
            <a:ext cx="103265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메인 레이어 팝업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(PC)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751271A-AAEC-9342-4069-B7F7FCE66CE1}"/>
              </a:ext>
            </a:extLst>
          </p:cNvPr>
          <p:cNvSpPr txBox="1"/>
          <p:nvPr/>
        </p:nvSpPr>
        <p:spPr>
          <a:xfrm>
            <a:off x="1302717" y="330494"/>
            <a:ext cx="37702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메인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79349737-84ED-1B07-08A1-5A22AA37594C}"/>
              </a:ext>
            </a:extLst>
          </p:cNvPr>
          <p:cNvSpPr/>
          <p:nvPr/>
        </p:nvSpPr>
        <p:spPr>
          <a:xfrm>
            <a:off x="7921129" y="58428"/>
            <a:ext cx="1221809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CH-U-MA-00-01p</a:t>
            </a:r>
            <a:endParaRPr lang="ko-KR" altLang="en-US" sz="10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E33D8D5-F569-73B4-7AE6-48DF9B77F69F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2026.07.02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7E45AE6-8828-6730-167E-E2EEF56B4E6B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고풀잎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C290411A-64EA-4431-DBD3-75240E6A332E}"/>
              </a:ext>
            </a:extLst>
          </p:cNvPr>
          <p:cNvSpPr/>
          <p:nvPr/>
        </p:nvSpPr>
        <p:spPr>
          <a:xfrm>
            <a:off x="66411" y="662110"/>
            <a:ext cx="9999718" cy="5791955"/>
          </a:xfrm>
          <a:prstGeom prst="rect">
            <a:avLst/>
          </a:prstGeom>
          <a:solidFill>
            <a:schemeClr val="tx1">
              <a:lumMod val="95000"/>
              <a:lumOff val="5000"/>
              <a:alpha val="5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i="1" dirty="0">
              <a:solidFill>
                <a:schemeClr val="bg1"/>
              </a:solidFill>
            </a:endParaRPr>
          </a:p>
        </p:txBody>
      </p:sp>
      <p:sp>
        <p:nvSpPr>
          <p:cNvPr id="90" name="사각형: 둥근 위쪽 모서리 89">
            <a:extLst>
              <a:ext uri="{FF2B5EF4-FFF2-40B4-BE49-F238E27FC236}">
                <a16:creationId xmlns:a16="http://schemas.microsoft.com/office/drawing/2014/main" id="{9F6FD013-3FDF-6886-0305-A7AF1F3E5D97}"/>
              </a:ext>
            </a:extLst>
          </p:cNvPr>
          <p:cNvSpPr/>
          <p:nvPr/>
        </p:nvSpPr>
        <p:spPr>
          <a:xfrm>
            <a:off x="3168601" y="2052117"/>
            <a:ext cx="3437594" cy="252028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F01E2BF3-F97F-85C9-7362-276C510096B0}"/>
              </a:ext>
            </a:extLst>
          </p:cNvPr>
          <p:cNvSpPr txBox="1"/>
          <p:nvPr/>
        </p:nvSpPr>
        <p:spPr>
          <a:xfrm>
            <a:off x="3200718" y="4338416"/>
            <a:ext cx="9044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오늘 하루 보지 않기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F891FD9B-C373-F4CA-C93A-5C9450FC833D}"/>
              </a:ext>
            </a:extLst>
          </p:cNvPr>
          <p:cNvSpPr txBox="1"/>
          <p:nvPr/>
        </p:nvSpPr>
        <p:spPr>
          <a:xfrm>
            <a:off x="6182810" y="4338416"/>
            <a:ext cx="3513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닫기</a:t>
            </a:r>
            <a:endParaRPr lang="ko-KR" altLang="en-US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311C6FA5-73F9-2533-479F-FDB1C98A97CF}"/>
              </a:ext>
            </a:extLst>
          </p:cNvPr>
          <p:cNvSpPr/>
          <p:nvPr/>
        </p:nvSpPr>
        <p:spPr>
          <a:xfrm>
            <a:off x="3161567" y="4310280"/>
            <a:ext cx="3437594" cy="262117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8" name="사각형: 둥근 모서리 97">
            <a:extLst>
              <a:ext uri="{FF2B5EF4-FFF2-40B4-BE49-F238E27FC236}">
                <a16:creationId xmlns:a16="http://schemas.microsoft.com/office/drawing/2014/main" id="{C0B89FB9-5A93-89E4-59B2-CC59E899A94B}"/>
              </a:ext>
            </a:extLst>
          </p:cNvPr>
          <p:cNvSpPr/>
          <p:nvPr/>
        </p:nvSpPr>
        <p:spPr>
          <a:xfrm>
            <a:off x="5767348" y="2196133"/>
            <a:ext cx="542175" cy="156819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dirty="0">
                <a:solidFill>
                  <a:schemeClr val="bg1"/>
                </a:solidFill>
              </a:rPr>
              <a:t>2/5</a:t>
            </a:r>
            <a:endParaRPr lang="ko-KR" altLang="en-US" sz="800" dirty="0">
              <a:solidFill>
                <a:schemeClr val="bg1"/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C7B994A2-264B-690D-0F44-FCF0B7070DAD}"/>
              </a:ext>
            </a:extLst>
          </p:cNvPr>
          <p:cNvSpPr txBox="1"/>
          <p:nvPr/>
        </p:nvSpPr>
        <p:spPr>
          <a:xfrm>
            <a:off x="3365836" y="2408286"/>
            <a:ext cx="223224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fontAlgn="t">
              <a:buNone/>
              <a:defRPr sz="800" b="0" i="0">
                <a:solidFill>
                  <a:srgbClr val="333333"/>
                </a:solidFill>
                <a:effectLst/>
                <a:latin typeface="+mn-ea"/>
              </a:defRPr>
            </a:lvl1pPr>
          </a:lstStyle>
          <a:p>
            <a:pPr>
              <a:lnSpc>
                <a:spcPct val="150000"/>
              </a:lnSpc>
            </a:pPr>
            <a:r>
              <a:rPr lang="ko-KR" altLang="en-US" sz="1200" spc="-150" dirty="0"/>
              <a:t>가볍게 체험하세요</a:t>
            </a:r>
            <a:r>
              <a:rPr lang="en-US" altLang="ko-KR" sz="1200" spc="-150" dirty="0"/>
              <a:t>! </a:t>
            </a:r>
          </a:p>
          <a:p>
            <a:pPr>
              <a:lnSpc>
                <a:spcPct val="150000"/>
              </a:lnSpc>
            </a:pPr>
            <a:r>
              <a:rPr lang="ko-KR" altLang="en-US" sz="1200" spc="-150" dirty="0" err="1">
                <a:solidFill>
                  <a:srgbClr val="234DD3"/>
                </a:solidFill>
              </a:rPr>
              <a:t>로맘스</a:t>
            </a:r>
            <a:r>
              <a:rPr lang="ko-KR" altLang="en-US" sz="1200" spc="-150" dirty="0">
                <a:solidFill>
                  <a:srgbClr val="234DD3"/>
                </a:solidFill>
              </a:rPr>
              <a:t> </a:t>
            </a:r>
            <a:r>
              <a:rPr lang="ko-KR" altLang="en-US" sz="1200" spc="-150" dirty="0" err="1">
                <a:solidFill>
                  <a:srgbClr val="234DD3"/>
                </a:solidFill>
              </a:rPr>
              <a:t>에어키키</a:t>
            </a:r>
            <a:endParaRPr lang="en-US" altLang="ko-KR" sz="1200" spc="-150" dirty="0">
              <a:solidFill>
                <a:srgbClr val="234DD3"/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sz="1200" spc="-150" dirty="0" err="1">
                <a:solidFill>
                  <a:srgbClr val="234DD3"/>
                </a:solidFill>
              </a:rPr>
              <a:t>풀커버</a:t>
            </a:r>
            <a:r>
              <a:rPr lang="ko-KR" altLang="en-US" sz="1200" spc="-150" dirty="0">
                <a:solidFill>
                  <a:srgbClr val="234DD3"/>
                </a:solidFill>
              </a:rPr>
              <a:t> 팬티기저귀</a:t>
            </a:r>
            <a:endParaRPr lang="en-US" altLang="ko-KR" sz="1200" spc="-150" dirty="0">
              <a:solidFill>
                <a:srgbClr val="234DD3"/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sz="1200" b="1" spc="-150" dirty="0" err="1">
                <a:solidFill>
                  <a:srgbClr val="FF0000"/>
                </a:solidFill>
              </a:rPr>
              <a:t>체험팩</a:t>
            </a:r>
            <a:r>
              <a:rPr lang="ko-KR" altLang="en-US" sz="1200" b="1" spc="-150" dirty="0">
                <a:solidFill>
                  <a:srgbClr val="FF0000"/>
                </a:solidFill>
              </a:rPr>
              <a:t> 특가</a:t>
            </a:r>
            <a:endParaRPr lang="ko-KR" altLang="ko-KR" sz="1200" b="1" dirty="0">
              <a:solidFill>
                <a:srgbClr val="FF0000"/>
              </a:solidFill>
            </a:endParaRPr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9E769774-5347-4184-46EE-8B94D2327B3B}"/>
              </a:ext>
            </a:extLst>
          </p:cNvPr>
          <p:cNvSpPr/>
          <p:nvPr/>
        </p:nvSpPr>
        <p:spPr>
          <a:xfrm>
            <a:off x="3449933" y="3708855"/>
            <a:ext cx="996023" cy="188144"/>
          </a:xfrm>
          <a:prstGeom prst="rect">
            <a:avLst/>
          </a:prstGeom>
          <a:solidFill>
            <a:schemeClr val="tx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</a:rPr>
              <a:t>바로 가기</a:t>
            </a:r>
          </a:p>
        </p:txBody>
      </p:sp>
      <p:pic>
        <p:nvPicPr>
          <p:cNvPr id="104" name="그림 103">
            <a:extLst>
              <a:ext uri="{FF2B5EF4-FFF2-40B4-BE49-F238E27FC236}">
                <a16:creationId xmlns:a16="http://schemas.microsoft.com/office/drawing/2014/main" id="{74BBE4F0-261E-CD90-F38C-BBBAC692AC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2994" y="2572797"/>
            <a:ext cx="1352239" cy="1467125"/>
          </a:xfrm>
          <a:prstGeom prst="rect">
            <a:avLst/>
          </a:prstGeom>
        </p:spPr>
      </p:pic>
      <p:cxnSp>
        <p:nvCxnSpPr>
          <p:cNvPr id="105" name="직선 화살표 연결선 104">
            <a:extLst>
              <a:ext uri="{FF2B5EF4-FFF2-40B4-BE49-F238E27FC236}">
                <a16:creationId xmlns:a16="http://schemas.microsoft.com/office/drawing/2014/main" id="{32D10556-F1A1-DFF3-5C21-90CDC8A6AA7B}"/>
              </a:ext>
            </a:extLst>
          </p:cNvPr>
          <p:cNvCxnSpPr>
            <a:cxnSpLocks/>
          </p:cNvCxnSpPr>
          <p:nvPr/>
        </p:nvCxnSpPr>
        <p:spPr>
          <a:xfrm>
            <a:off x="3312617" y="1908101"/>
            <a:ext cx="3096344" cy="0"/>
          </a:xfrm>
          <a:prstGeom prst="straightConnector1">
            <a:avLst/>
          </a:prstGeom>
          <a:ln w="63500">
            <a:solidFill>
              <a:srgbClr val="FF0000">
                <a:alpha val="30000"/>
              </a:srgb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18267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3175">
          <a:solidFill>
            <a:schemeClr val="bg1">
              <a:lumMod val="50000"/>
            </a:schemeClr>
          </a:solidFill>
        </a:ln>
      </a:spPr>
      <a:bodyPr wrap="none" rtlCol="0" anchor="ctr"/>
      <a:lstStyle>
        <a:defPPr algn="ctr">
          <a:defRPr sz="1000" dirty="0">
            <a:solidFill>
              <a:schemeClr val="bg1">
                <a:lumMod val="50000"/>
              </a:schemeClr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bg1">
              <a:lumMod val="7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900" spc="-150" dirty="0" smtClean="0">
            <a:solidFill>
              <a:schemeClr val="tx1">
                <a:lumMod val="75000"/>
                <a:lumOff val="25000"/>
              </a:schemeClr>
            </a:solidFill>
            <a:latin typeface="맑은 고딕" panose="020B0503020000020004" pitchFamily="50" charset="-127"/>
            <a:ea typeface="맑은 고딕" panose="020B0503020000020004" pitchFamily="50" charset="-127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5FC4C9E55A6BA342A7080202977ABE50" ma:contentTypeVersion="2" ma:contentTypeDescription="새 문서를 만듭니다." ma:contentTypeScope="" ma:versionID="5f0c3a76909df500a0514a0d061d1777">
  <xsd:schema xmlns:xsd="http://www.w3.org/2001/XMLSchema" xmlns:xs="http://www.w3.org/2001/XMLSchema" xmlns:p="http://schemas.microsoft.com/office/2006/metadata/properties" xmlns:ns3="c79ae3b7-9b9c-40a7-be7f-f9741b338b2e" targetNamespace="http://schemas.microsoft.com/office/2006/metadata/properties" ma:root="true" ma:fieldsID="dafcb9a81abbc5ee8269b4ad7e0634d6" ns3:_="">
    <xsd:import namespace="c79ae3b7-9b9c-40a7-be7f-f9741b338b2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9ae3b7-9b9c-40a7-be7f-f9741b338b2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3AB1250-1D00-4EEC-9ABF-992B3C3F3B59}">
  <ds:schemaRefs>
    <ds:schemaRef ds:uri="http://www.w3.org/XML/1998/namespace"/>
    <ds:schemaRef ds:uri="http://schemas.openxmlformats.org/package/2006/metadata/core-properties"/>
    <ds:schemaRef ds:uri="c79ae3b7-9b9c-40a7-be7f-f9741b338b2e"/>
    <ds:schemaRef ds:uri="http://schemas.microsoft.com/office/2006/documentManagement/types"/>
    <ds:schemaRef ds:uri="http://purl.org/dc/dcmitype/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0C9F6248-8556-459F-BA68-F2ACF0C9903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EC15724-B754-4626-A6C8-8C3D7A19CC2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79ae3b7-9b9c-40a7-be7f-f9741b338b2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12182</TotalTime>
  <Words>2958</Words>
  <Application>Microsoft Office PowerPoint</Application>
  <PresentationFormat>사용자 지정</PresentationFormat>
  <Paragraphs>944</Paragraphs>
  <Slides>19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4" baseType="lpstr">
      <vt:lpstr>나눔바른고딕OTF</vt:lpstr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yoon</dc:creator>
  <cp:lastModifiedBy>py ko</cp:lastModifiedBy>
  <cp:revision>1522</cp:revision>
  <dcterms:created xsi:type="dcterms:W3CDTF">2020-09-28T12:25:11Z</dcterms:created>
  <dcterms:modified xsi:type="dcterms:W3CDTF">2026-07-08T08:03:03Z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0x0101005FC4C9E55A6BA342A7080202977ABE50</vt:lpwstr>
  </property>
  <property fmtid="{D5CDD505-2E9C-101B-9397-08002B2CF9AE}" pid="3" name="Fasoo_Trace_ID">
    <vt:lpwstr>eyAibm9kZUNvdW50IjogMiwgIm5vZGUxIiA6IHsiZHNkIjoiMDEwMDAwMDAwMDAwMzI2NyIsImxvZ1RpbWUiOiIyMDI0LTA5LTIzVDA4OjI5OjM4WiIsInBJRCI6MSwicHJvY2Vzc0lkIjo3NzQ5MiwicHJvY2Vzc05hbWUiOiJtc2VkZ2UuZXhlIiwidHJhY2VJZCI6IjQ4M0UwNTgwMjVCRjRERUNCMUQ0MjYzRUQzRjQ2Q0NGIiwidXNlckNvZGUiOiIyMDMxMTk5NiJ9LCJub2RlMiIgOiB7ImRzZCI6IjAxMDAwMDAwMDAwMDMyNjciLCJsb2dUaW1lIjoiMjAyNC0wOS0yM1QwODoyOTozOFoiLCJwSUQiOjEsInByb2Nlc3NJZCI6Nzc0OTIsInByb2Nlc3NOYW1lIjoibXNlZGdlLmV4ZSIsInRyYWNlSWQiOiI0ODNFMDU4MDI1QkY0REVDQjFENDI2M0VEM0Y0NkNDRiIsInVzZXJDb2RlIjoiMjAzMTE5OTYifSwibm9kZTMiIDogeyJkc2QiOiIwMTAwMDAwMDAwMDAzMjY3IiwibG9nVGltZSI6IjIwMjQtMDktMjNUMDg6Mjk6MzhaIiwicElEIjoxLCJwcm9jZXNzSWQiOjc3NDkyLCJwcm9jZXNzTmFtZSI6Im1zZWRnZS5leGUiLCJ0cmFjZUlkIjoiNDgzRTA1ODAyNUJGNERFQ0IxRDQyNjNFRDNGNDZDQ0YiLCJ1c2VyQ29kZSI6IjIwMzExOTk2In0sIm5vZGU0IiA6IHsiZHNkIjoiMDEwMDAwMDAwMDAwMzI2NyIsImxvZ1RpbWUiOiIyMDI0LTA5LTIzVDA4OjI5OjM4WiIsInBJRCI6MSwicHJvY2Vzc0lkIjo3NzQ5MiwicHJvY2Vzc05hbWUiOiJtc2VkZ2UuZXhlIiwidHJhY2VJZCI6IjQ4M0UwNTgwMjVCRjRERUNCMUQ0MjYzRUQzRjQ2Q0NGIiwidXNlckNvZGUiOiIyMDMxMTk5NiJ9LCJub2RlNSIgOiB7ICJ1c2VyQ29kZSIgOiAiIiwgInRyYWNlSWQiIDogIkNENzcwMkJCNzA3MkI1Q0YwNzg4NTE3OTYxMEYxN0VBIiwgImRzZCIgOiAiMDAwMDAwMDAwMDAwMDAwMCIsICJwSUQiIDogIjIwNDgiLCAibG9nVGltZSIgOiAiMjAyNC0wOS0yM1QwODozMjozNloiIH19</vt:lpwstr>
  </property>
  <property fmtid="{D5CDD505-2E9C-101B-9397-08002B2CF9AE}" pid="4" name="FDRClass">
    <vt:lpwstr>0</vt:lpwstr>
  </property>
  <property fmtid="{D5CDD505-2E9C-101B-9397-08002B2CF9AE}" pid="5" name="FDRSet">
    <vt:lpwstr>manual</vt:lpwstr>
  </property>
</Properties>
</file>