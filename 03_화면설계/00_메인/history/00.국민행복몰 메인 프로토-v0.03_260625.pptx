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1803" r:id="rId5"/>
    <p:sldId id="624" r:id="rId6"/>
    <p:sldId id="1973" r:id="rId7"/>
    <p:sldId id="1972" r:id="rId8"/>
    <p:sldId id="1969" r:id="rId9"/>
    <p:sldId id="1971" r:id="rId10"/>
    <p:sldId id="1977" r:id="rId11"/>
    <p:sldId id="1976" r:id="rId12"/>
    <p:sldId id="1951" r:id="rId13"/>
    <p:sldId id="1952" r:id="rId14"/>
    <p:sldId id="1964" r:id="rId15"/>
    <p:sldId id="1966" r:id="rId16"/>
    <p:sldId id="1974" r:id="rId17"/>
    <p:sldId id="1988" r:id="rId18"/>
    <p:sldId id="1989" r:id="rId19"/>
    <p:sldId id="1990" r:id="rId20"/>
    <p:sldId id="1991" r:id="rId21"/>
    <p:sldId id="1982" r:id="rId22"/>
    <p:sldId id="1983" r:id="rId23"/>
    <p:sldId id="1984" r:id="rId24"/>
    <p:sldId id="1987" r:id="rId25"/>
    <p:sldId id="1979" r:id="rId26"/>
    <p:sldId id="1980" r:id="rId27"/>
    <p:sldId id="1981" r:id="rId28"/>
    <p:sldId id="1986" r:id="rId29"/>
  </p:sldIdLst>
  <p:sldSz cx="12961938" cy="6840538"/>
  <p:notesSz cx="6805613" cy="9939338"/>
  <p:defaultTextStyle>
    <a:defPPr>
      <a:defRPr lang="ko-KR"/>
    </a:defPPr>
    <a:lvl1pPr marL="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598200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1964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794601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3928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2991002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862F073-EEFB-46EA-BB38-D9B1D46EB51D}">
          <p14:sldIdLst>
            <p14:sldId id="1803"/>
            <p14:sldId id="624"/>
            <p14:sldId id="1973"/>
            <p14:sldId id="1972"/>
            <p14:sldId id="1969"/>
            <p14:sldId id="1971"/>
          </p14:sldIdLst>
        </p14:section>
        <p14:section name="메인 A타입" id="{6D90CCF4-2B3B-4522-B3DC-4E691DDC4C47}">
          <p14:sldIdLst>
            <p14:sldId id="1977"/>
            <p14:sldId id="1976"/>
            <p14:sldId id="1951"/>
            <p14:sldId id="1952"/>
            <p14:sldId id="1964"/>
            <p14:sldId id="1966"/>
            <p14:sldId id="1974"/>
          </p14:sldIdLst>
        </p14:section>
        <p14:section name="메인 B타입" id="{9DC150BB-FC12-4A1C-9A28-5C7C10766B10}">
          <p14:sldIdLst>
            <p14:sldId id="1988"/>
            <p14:sldId id="1989"/>
            <p14:sldId id="1990"/>
            <p14:sldId id="1991"/>
            <p14:sldId id="1982"/>
            <p14:sldId id="1983"/>
            <p14:sldId id="1984"/>
          </p14:sldIdLst>
        </p14:section>
        <p14:section name="메인 C타입" id="{3A20A753-87CB-40C4-8EFC-598BDE312A14}">
          <p14:sldIdLst>
            <p14:sldId id="1987"/>
            <p14:sldId id="1979"/>
            <p14:sldId id="1980"/>
            <p14:sldId id="1981"/>
            <p14:sldId id="19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14" userDrawn="1">
          <p15:clr>
            <a:srgbClr val="A4A3A4"/>
          </p15:clr>
        </p15:guide>
        <p15:guide id="4" orient="horz" pos="249">
          <p15:clr>
            <a:srgbClr val="A4A3A4"/>
          </p15:clr>
        </p15:guide>
        <p15:guide id="7" pos="7938" userDrawn="1">
          <p15:clr>
            <a:srgbClr val="A4A3A4"/>
          </p15:clr>
        </p15:guide>
        <p15:guide id="9" pos="8165" userDrawn="1">
          <p15:clr>
            <a:srgbClr val="A4A3A4"/>
          </p15:clr>
        </p15:guide>
        <p15:guide id="11" orient="horz" pos="1429" userDrawn="1">
          <p15:clr>
            <a:srgbClr val="A4A3A4"/>
          </p15:clr>
        </p15:guide>
        <p15:guide id="12" pos="7983">
          <p15:clr>
            <a:srgbClr val="A4A3A4"/>
          </p15:clr>
        </p15:guide>
        <p15:guide id="13" orient="horz" pos="3878">
          <p15:clr>
            <a:srgbClr val="A4A3A4"/>
          </p15:clr>
        </p15:guide>
        <p15:guide id="16" orient="horz" pos="22">
          <p15:clr>
            <a:srgbClr val="A4A3A4"/>
          </p15:clr>
        </p15:guide>
        <p15:guide id="17" orient="horz" pos="68" userDrawn="1">
          <p15:clr>
            <a:srgbClr val="A4A3A4"/>
          </p15:clr>
        </p15:guide>
        <p15:guide id="19" orient="horz" pos="1201">
          <p15:clr>
            <a:srgbClr val="A4A3A4"/>
          </p15:clr>
        </p15:guide>
        <p15:guide id="20" orient="horz" pos="4286" userDrawn="1">
          <p15:clr>
            <a:srgbClr val="A4A3A4"/>
          </p15:clr>
        </p15:guide>
        <p15:guide id="23" pos="5852" userDrawn="1">
          <p15:clr>
            <a:srgbClr val="A4A3A4"/>
          </p15:clr>
        </p15:guide>
        <p15:guide id="24" orient="horz" pos="1474" userDrawn="1">
          <p15:clr>
            <a:srgbClr val="A4A3A4"/>
          </p15:clr>
        </p15:guide>
        <p15:guide id="25" pos="2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nk" initials="jink" lastIdx="8" clrIdx="0">
    <p:extLst>
      <p:ext uri="{19B8F6BF-5375-455C-9EA6-DF929625EA0E}">
        <p15:presenceInfo xmlns:p15="http://schemas.microsoft.com/office/powerpoint/2012/main" userId="jink" providerId="None"/>
      </p:ext>
    </p:extLst>
  </p:cmAuthor>
  <p:cmAuthor id="2" name="yoon" initials="y" lastIdx="2" clrIdx="1">
    <p:extLst>
      <p:ext uri="{19B8F6BF-5375-455C-9EA6-DF929625EA0E}">
        <p15:presenceInfo xmlns:p15="http://schemas.microsoft.com/office/powerpoint/2012/main" userId="yoon" providerId="None"/>
      </p:ext>
    </p:extLst>
  </p:cmAuthor>
  <p:cmAuthor id="3" name="정선진" initials="정" lastIdx="6" clrIdx="2">
    <p:extLst>
      <p:ext uri="{19B8F6BF-5375-455C-9EA6-DF929625EA0E}">
        <p15:presenceInfo xmlns:p15="http://schemas.microsoft.com/office/powerpoint/2012/main" userId="S::eternal0416@knou.ac.kr::2fd7d7e9-5a49-409f-ba72-b2984fb79a4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DD3"/>
    <a:srgbClr val="00589A"/>
    <a:srgbClr val="F9B129"/>
    <a:srgbClr val="235A9A"/>
    <a:srgbClr val="34A44E"/>
    <a:srgbClr val="97C139"/>
    <a:srgbClr val="FFFFFF"/>
    <a:srgbClr val="190DB3"/>
    <a:srgbClr val="56AE52"/>
    <a:srgbClr val="342F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523254-5EB2-4850-B769-C28839106052}" v="61" dt="2020-12-08T15:21:52.290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91" autoAdjust="0"/>
  </p:normalViewPr>
  <p:slideViewPr>
    <p:cSldViewPr>
      <p:cViewPr varScale="1">
        <p:scale>
          <a:sx n="153" d="100"/>
          <a:sy n="153" d="100"/>
        </p:scale>
        <p:origin x="180" y="306"/>
      </p:cViewPr>
      <p:guideLst>
        <p:guide orient="horz" pos="4014"/>
        <p:guide orient="horz" pos="249"/>
        <p:guide pos="7938"/>
        <p:guide pos="8165"/>
        <p:guide orient="horz" pos="1429"/>
        <p:guide pos="7983"/>
        <p:guide orient="horz" pos="3878"/>
        <p:guide orient="horz" pos="22"/>
        <p:guide orient="horz" pos="68"/>
        <p:guide orient="horz" pos="1201"/>
        <p:guide orient="horz" pos="4286"/>
        <p:guide pos="5852"/>
        <p:guide orient="horz" pos="1474"/>
        <p:guide pos="2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88"/>
    </p:cViewPr>
  </p:sorterViewPr>
  <p:notesViewPr>
    <p:cSldViewPr>
      <p:cViewPr varScale="1">
        <p:scale>
          <a:sx n="77" d="100"/>
          <a:sy n="77" d="100"/>
        </p:scale>
        <p:origin x="5922" y="108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837FE978-525B-492C-A161-211F20A599B5}" type="datetimeFigureOut">
              <a:rPr lang="ko-KR" altLang="en-US" smtClean="0"/>
              <a:pPr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28588" y="746125"/>
            <a:ext cx="7062788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0" tIns="45775" rIns="91550" bIns="4577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21186"/>
            <a:ext cx="5444490" cy="4472702"/>
          </a:xfrm>
          <a:prstGeom prst="rect">
            <a:avLst/>
          </a:prstGeom>
        </p:spPr>
        <p:txBody>
          <a:bodyPr vert="horz" lIns="91550" tIns="45775" rIns="91550" bIns="45775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l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6"/>
            <a:ext cx="2949099" cy="496967"/>
          </a:xfrm>
          <a:prstGeom prst="rect">
            <a:avLst/>
          </a:prstGeom>
        </p:spPr>
        <p:txBody>
          <a:bodyPr vert="horz" lIns="91550" tIns="45775" rIns="91550" bIns="45775" rtlCol="0" anchor="b"/>
          <a:lstStyle>
            <a:lvl1pPr algn="r">
              <a:defRPr sz="1200"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E6A907CB-4D8C-4DED-9538-486F5AB24BE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179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1pPr>
    <a:lvl2pPr marL="598200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2pPr>
    <a:lvl3pPr marL="11964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3pPr>
    <a:lvl4pPr marL="1794601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4pPr>
    <a:lvl5pPr marL="2392802" algn="l" defTabSz="1196401" rtl="0" eaLnBrk="1" latinLnBrk="1" hangingPunct="1">
      <a:defRPr sz="1600" kern="1200">
        <a:solidFill>
          <a:schemeClr val="tx1"/>
        </a:solidFill>
        <a:latin typeface="나눔바른고딕OTF" panose="02020603020101020101" pitchFamily="18" charset="-127"/>
        <a:ea typeface="나눔바른고딕OTF" panose="02020603020101020101" pitchFamily="18" charset="-127"/>
        <a:cs typeface="+mn-cs"/>
      </a:defRPr>
    </a:lvl5pPr>
    <a:lvl6pPr marL="2991002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892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87403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85604" algn="l" defTabSz="1196401" rtl="0" eaLnBrk="1" latinLnBrk="1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 userDrawn="1"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Rectangle 19"/>
          <p:cNvSpPr>
            <a:spLocks noChangeArrowheads="1"/>
          </p:cNvSpPr>
          <p:nvPr userDrawn="1"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Rectangle 29"/>
          <p:cNvSpPr>
            <a:spLocks noChangeArrowheads="1"/>
          </p:cNvSpPr>
          <p:nvPr userDrawn="1"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Rectangle 52"/>
          <p:cNvSpPr>
            <a:spLocks noChangeArrowheads="1"/>
          </p:cNvSpPr>
          <p:nvPr userDrawn="1"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" name="직선 연결선 4"/>
          <p:cNvCxnSpPr>
            <a:cxnSpLocks noChangeShapeType="1"/>
          </p:cNvCxnSpPr>
          <p:nvPr userDrawn="1"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"/>
          <p:cNvCxnSpPr>
            <a:cxnSpLocks noChangeShapeType="1"/>
          </p:cNvCxnSpPr>
          <p:nvPr userDrawn="1"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Rectangle 18" descr="C:\Documents and Settings\문미영\Local Settings\Temp\hunclip1\02\huntemp.files\img0001.bmp"/>
          <p:cNvSpPr>
            <a:spLocks noChangeArrowheads="1"/>
          </p:cNvSpPr>
          <p:nvPr userDrawn="1"/>
        </p:nvSpPr>
        <p:spPr bwMode="auto">
          <a:xfrm>
            <a:off x="7777113" y="1589088"/>
            <a:ext cx="363884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r"/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국민행복몰 </a:t>
            </a:r>
            <a:r>
              <a:rPr lang="en-US" altLang="ko-KR" sz="1800" b="1" spc="-150" dirty="0">
                <a:latin typeface="맑은 고딕" pitchFamily="50" charset="-127"/>
                <a:ea typeface="맑은 고딕" pitchFamily="50" charset="-127"/>
              </a:rPr>
              <a:t>UX/UI </a:t>
            </a:r>
            <a:r>
              <a:rPr lang="ko-KR" altLang="en-US" sz="1800" b="1" spc="-150" dirty="0">
                <a:latin typeface="맑은 고딕" pitchFamily="50" charset="-127"/>
                <a:ea typeface="맑은 고딕" pitchFamily="50" charset="-127"/>
              </a:rPr>
              <a:t>리뉴얼</a:t>
            </a:r>
            <a:endParaRPr lang="ko-KR" altLang="en-US" sz="1600" b="1" spc="-1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1541463" y="504055"/>
            <a:ext cx="12961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607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상세_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54715884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099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1_상세_화면(푸터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graphicFrame>
        <p:nvGraphicFramePr>
          <p:cNvPr id="18" name="Group 56"/>
          <p:cNvGraphicFramePr>
            <a:graphicFrameLocks noGrp="1"/>
          </p:cNvGraphicFramePr>
          <p:nvPr userDrawn="1"/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화면  □팝업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5038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상세_팝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3"/>
          <p:cNvSpPr>
            <a:spLocks noChangeShapeType="1"/>
          </p:cNvSpPr>
          <p:nvPr userDrawn="1"/>
        </p:nvSpPr>
        <p:spPr bwMode="auto">
          <a:xfrm flipV="1">
            <a:off x="981076" y="298492"/>
            <a:ext cx="11898312" cy="0"/>
          </a:xfrm>
          <a:prstGeom prst="line">
            <a:avLst/>
          </a:prstGeom>
          <a:noFill/>
          <a:ln w="9525">
            <a:solidFill>
              <a:srgbClr val="DDDDDD"/>
            </a:solidFill>
            <a:round/>
            <a:headEnd/>
            <a:tailEnd/>
          </a:ln>
        </p:spPr>
        <p:txBody>
          <a:bodyPr lIns="91429" tIns="45715" rIns="91429" bIns="45715"/>
          <a:lstStyle/>
          <a:p>
            <a:endParaRPr lang="ko-KR" altLang="en-US" sz="900"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652808"/>
            <a:ext cx="9983154" cy="580038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80025A2-F119-40C2-8343-DC051F454DB1}"/>
              </a:ext>
            </a:extLst>
          </p:cNvPr>
          <p:cNvSpPr/>
          <p:nvPr userDrawn="1"/>
        </p:nvSpPr>
        <p:spPr>
          <a:xfrm>
            <a:off x="69715" y="652808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Header &amp; GNB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250DE5D-5AF8-4461-9791-2E74B4986559}"/>
              </a:ext>
            </a:extLst>
          </p:cNvPr>
          <p:cNvSpPr/>
          <p:nvPr userDrawn="1"/>
        </p:nvSpPr>
        <p:spPr>
          <a:xfrm>
            <a:off x="69715" y="6234763"/>
            <a:ext cx="9983154" cy="209842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Footer</a:t>
            </a:r>
            <a:endParaRPr lang="ko-KR" altLang="en-US" sz="900">
              <a:solidFill>
                <a:schemeClr val="tx1">
                  <a:lumMod val="85000"/>
                  <a:lumOff val="1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0" name="Group 5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92018725"/>
              </p:ext>
            </p:extLst>
          </p:nvPr>
        </p:nvGraphicFramePr>
        <p:xfrm>
          <a:off x="79679" y="65857"/>
          <a:ext cx="12830427" cy="491932"/>
        </p:xfrm>
        <a:graphic>
          <a:graphicData uri="http://schemas.openxmlformats.org/drawingml/2006/table">
            <a:tbl>
              <a:tblPr/>
              <a:tblGrid>
                <a:gridCol w="1288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8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명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39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경로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anchor="ctr" anchorCtr="1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UI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유형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□화면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■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팝업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783" marB="46783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2472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59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이어지는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4C99BEE-C43A-4E57-AD03-0CCDAB4C6F1C}"/>
              </a:ext>
            </a:extLst>
          </p:cNvPr>
          <p:cNvSpPr/>
          <p:nvPr userDrawn="1"/>
        </p:nvSpPr>
        <p:spPr>
          <a:xfrm>
            <a:off x="69715" y="179910"/>
            <a:ext cx="9983154" cy="6588732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>
              <a:solidFill>
                <a:schemeClr val="tx1">
                  <a:lumMod val="85000"/>
                  <a:lumOff val="15000"/>
                </a:schemeClr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DA4721F-D41C-4181-B653-542A2248CB4E}"/>
              </a:ext>
            </a:extLst>
          </p:cNvPr>
          <p:cNvSpPr/>
          <p:nvPr userDrawn="1"/>
        </p:nvSpPr>
        <p:spPr>
          <a:xfrm>
            <a:off x="69715" y="0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▲ 이전 페이지에서 이어짐</a:t>
            </a:r>
          </a:p>
        </p:txBody>
      </p:sp>
    </p:spTree>
    <p:extLst>
      <p:ext uri="{BB962C8B-B14F-4D97-AF65-F5344CB8AC3E}">
        <p14:creationId xmlns:p14="http://schemas.microsoft.com/office/powerpoint/2010/main" val="3055246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개정이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5715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276874" y="194453"/>
            <a:ext cx="167706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ko-KR" altLang="en-US" sz="1200" b="1" spc="-150" dirty="0">
                <a:latin typeface="맑은 고딕" pitchFamily="50" charset="-127"/>
                <a:ea typeface="+mn-ea"/>
              </a:rPr>
              <a:t>국민행복몰 </a:t>
            </a:r>
            <a:r>
              <a:rPr lang="en-US" altLang="ko-KR" sz="1200" b="1" spc="-150" dirty="0">
                <a:latin typeface="맑은 고딕" pitchFamily="50" charset="-127"/>
                <a:ea typeface="+mn-ea"/>
              </a:rPr>
              <a:t>UX/UI </a:t>
            </a:r>
            <a:r>
              <a:rPr lang="ko-KR" altLang="en-US" sz="1200" b="1" spc="-150" dirty="0">
                <a:latin typeface="맑은 고딕" pitchFamily="50" charset="-127"/>
                <a:ea typeface="+mn-ea"/>
              </a:rPr>
              <a:t>리뉴얼</a:t>
            </a:r>
            <a:endParaRPr lang="ko-KR" altLang="en-US" sz="1100" b="1" spc="-150" dirty="0">
              <a:latin typeface="맑은 고딕" pitchFamily="50" charset="-127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72006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354012" y="6372597"/>
            <a:ext cx="122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7" name="Line 52"/>
          <p:cNvSpPr>
            <a:spLocks noChangeShapeType="1"/>
          </p:cNvSpPr>
          <p:nvPr userDrawn="1"/>
        </p:nvSpPr>
        <p:spPr bwMode="auto">
          <a:xfrm flipV="1">
            <a:off x="393699" y="481013"/>
            <a:ext cx="12240000" cy="0"/>
          </a:xfrm>
          <a:prstGeom prst="line">
            <a:avLst/>
          </a:prstGeom>
          <a:noFill/>
          <a:ln w="12700" cmpd="thinThick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5976913" y="6453188"/>
            <a:ext cx="1101725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eaLnBrk="0" latinLnBrk="0" hangingPunct="0">
              <a:defRPr/>
            </a:pP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 </a:t>
            </a:r>
            <a:fld id="{3DC15D61-A2E0-43CF-8DF1-8DBB9F7A7F5C}" type="slidenum">
              <a:rPr kumimoji="0" lang="ko-KR" altLang="en-GB" sz="1000" smtClean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pPr algn="ctr" eaLnBrk="0" latinLnBrk="0" hangingPunct="0">
                <a:defRPr/>
              </a:pPr>
              <a:t>‹#›</a:t>
            </a:fld>
            <a:r>
              <a:rPr kumimoji="0" lang="ko-KR" altLang="en-GB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000" dirty="0">
                <a:solidFill>
                  <a:srgbClr val="000066"/>
                </a:solidFill>
                <a:latin typeface="맑은 고딕" pitchFamily="50" charset="-127"/>
                <a:ea typeface="맑은 고딕" pitchFamily="50" charset="-127"/>
              </a:rPr>
              <a:t>-</a:t>
            </a:r>
            <a:endParaRPr kumimoji="0" lang="en-GB" altLang="ko-KR" sz="1000" dirty="0">
              <a:solidFill>
                <a:srgbClr val="000066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496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48097" y="273940"/>
            <a:ext cx="11665745" cy="1140090"/>
          </a:xfrm>
          <a:prstGeom prst="rect">
            <a:avLst/>
          </a:prstGeom>
        </p:spPr>
        <p:txBody>
          <a:bodyPr vert="horz" lIns="119640" tIns="59820" rIns="119640" bIns="598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48097" y="1596127"/>
            <a:ext cx="11665745" cy="4514439"/>
          </a:xfrm>
          <a:prstGeom prst="rect">
            <a:avLst/>
          </a:prstGeom>
        </p:spPr>
        <p:txBody>
          <a:bodyPr vert="horz" lIns="119640" tIns="59820" rIns="119640" bIns="598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48097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3060C5D1-7B09-411C-8CF0-9B89373D44EF}" type="datetimeFigureOut">
              <a:rPr lang="ko-KR" altLang="en-US" smtClean="0"/>
              <a:pPr/>
              <a:t>2026-06-25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428664" y="6340166"/>
            <a:ext cx="4104614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89389" y="6340166"/>
            <a:ext cx="3024453" cy="364196"/>
          </a:xfrm>
          <a:prstGeom prst="rect">
            <a:avLst/>
          </a:prstGeom>
        </p:spPr>
        <p:txBody>
          <a:bodyPr vert="horz" lIns="119640" tIns="59820" rIns="119640" bIns="598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defRPr>
            </a:lvl1pPr>
          </a:lstStyle>
          <a:p>
            <a:fld id="{CB5ACB83-5835-4531-BD23-0222CD1EFBA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24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0" r:id="rId2"/>
    <p:sldLayoutId id="2147483665" r:id="rId3"/>
    <p:sldLayoutId id="2147483663" r:id="rId4"/>
    <p:sldLayoutId id="2147483662" r:id="rId5"/>
    <p:sldLayoutId id="2147483654" r:id="rId6"/>
    <p:sldLayoutId id="2147483664" r:id="rId7"/>
  </p:sldLayoutIdLst>
  <p:txStyles>
    <p:titleStyle>
      <a:lvl1pPr algn="ctr" defTabSz="1196401" rtl="0" eaLnBrk="1" latinLnBrk="1" hangingPunct="1">
        <a:spcBef>
          <a:spcPct val="0"/>
        </a:spcBef>
        <a:buNone/>
        <a:defRPr sz="58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j-cs"/>
        </a:defRPr>
      </a:lvl1pPr>
    </p:titleStyle>
    <p:bodyStyle>
      <a:lvl1pPr marL="448650" indent="-44865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1pPr>
      <a:lvl2pPr marL="972076" indent="-373875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2pPr>
      <a:lvl3pPr marL="1495501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31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3pPr>
      <a:lvl4pPr marL="20937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4pPr>
      <a:lvl5pPr marL="2691902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»"/>
        <a:defRPr sz="2600" kern="1200">
          <a:solidFill>
            <a:schemeClr val="tx1"/>
          </a:solidFill>
          <a:latin typeface="나눔바른고딕OTF" panose="02020603020101020101" pitchFamily="18" charset="-127"/>
          <a:ea typeface="나눔바른고딕OTF" panose="02020603020101020101" pitchFamily="18" charset="-127"/>
          <a:cs typeface="+mn-cs"/>
        </a:defRPr>
      </a:lvl5pPr>
      <a:lvl6pPr marL="32901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88303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865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84704" indent="-299100" algn="l" defTabSz="1196401" rtl="0" eaLnBrk="1" latinLnBrk="1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98200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964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794601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3928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1002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892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87403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785604" algn="l" defTabSz="1196401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s://mall.lottechilsung.co.kr/" TargetMode="Externa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e.hanssem.com/furnishin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cufs.ac.kr/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5186363" y="2784475"/>
            <a:ext cx="85725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-6348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Rectangle 17"/>
          <p:cNvSpPr>
            <a:spLocks noChangeArrowheads="1"/>
          </p:cNvSpPr>
          <p:nvPr/>
        </p:nvSpPr>
        <p:spPr bwMode="auto">
          <a:xfrm>
            <a:off x="5137150" y="2757488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18" descr="C:\Documents and Settings\문미영\Local Settings\Temp\hunclip1\02\huntemp.files\img0001.bmp"/>
          <p:cNvSpPr>
            <a:spLocks noChangeArrowheads="1"/>
          </p:cNvSpPr>
          <p:nvPr/>
        </p:nvSpPr>
        <p:spPr bwMode="auto">
          <a:xfrm>
            <a:off x="4248721" y="2322513"/>
            <a:ext cx="439737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lang="en-US" altLang="ko-KR" sz="3000" b="1" dirty="0"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3000" b="1" dirty="0">
                <a:latin typeface="맑은 고딕" pitchFamily="50" charset="-127"/>
                <a:ea typeface="맑은 고딕" pitchFamily="50" charset="-127"/>
              </a:rPr>
              <a:t>레이아웃</a:t>
            </a:r>
            <a:endParaRPr lang="en-US" altLang="ko-KR" sz="3000" b="1" dirty="0">
              <a:latin typeface="맑은 고딕" pitchFamily="50" charset="-127"/>
              <a:ea typeface="맑은 고딕" pitchFamily="50" charset="-127"/>
            </a:endParaRPr>
          </a:p>
          <a:p>
            <a:pPr algn="ctr"/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메인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800" b="1" dirty="0">
                <a:latin typeface="맑은 고딕" pitchFamily="50" charset="-127"/>
                <a:ea typeface="맑은 고딕" pitchFamily="50" charset="-127"/>
              </a:rPr>
              <a:t>프로토 타입 </a:t>
            </a:r>
            <a:r>
              <a:rPr lang="en-US" altLang="ko-KR" sz="1800" b="1" dirty="0">
                <a:latin typeface="맑은 고딕" pitchFamily="50" charset="-127"/>
                <a:ea typeface="맑은 고딕" pitchFamily="50" charset="-127"/>
              </a:rPr>
              <a:t>-</a:t>
            </a:r>
            <a:endParaRPr lang="ko-KR" altLang="en-US" sz="18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Rectangle 19"/>
          <p:cNvSpPr>
            <a:spLocks noChangeArrowheads="1"/>
          </p:cNvSpPr>
          <p:nvPr/>
        </p:nvSpPr>
        <p:spPr bwMode="auto">
          <a:xfrm>
            <a:off x="5137150" y="2686050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5137150" y="1928813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33"/>
          <p:cNvSpPr>
            <a:spLocks noChangeArrowheads="1"/>
          </p:cNvSpPr>
          <p:nvPr/>
        </p:nvSpPr>
        <p:spPr bwMode="auto">
          <a:xfrm>
            <a:off x="5184775" y="2667000"/>
            <a:ext cx="87313" cy="33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-6348" tIns="130134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52"/>
          <p:cNvSpPr>
            <a:spLocks noChangeArrowheads="1"/>
          </p:cNvSpPr>
          <p:nvPr/>
        </p:nvSpPr>
        <p:spPr bwMode="auto">
          <a:xfrm>
            <a:off x="5137150" y="2708275"/>
            <a:ext cx="1841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eaLnBrk="1" hangingPunct="1"/>
            <a:endParaRPr lang="ko-KR" altLang="en-US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" name="직선 연결선 4"/>
          <p:cNvCxnSpPr>
            <a:cxnSpLocks noChangeShapeType="1"/>
          </p:cNvCxnSpPr>
          <p:nvPr/>
        </p:nvCxnSpPr>
        <p:spPr bwMode="auto">
          <a:xfrm>
            <a:off x="1541463" y="20367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직선 연결선 20"/>
          <p:cNvCxnSpPr>
            <a:cxnSpLocks noChangeShapeType="1"/>
          </p:cNvCxnSpPr>
          <p:nvPr/>
        </p:nvCxnSpPr>
        <p:spPr bwMode="auto">
          <a:xfrm>
            <a:off x="1565274" y="3344863"/>
            <a:ext cx="9900000" cy="0"/>
          </a:xfrm>
          <a:prstGeom prst="line">
            <a:avLst/>
          </a:prstGeom>
          <a:noFill/>
          <a:ln w="25400" cmpd="dbl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327275"/>
              </p:ext>
            </p:extLst>
          </p:nvPr>
        </p:nvGraphicFramePr>
        <p:xfrm>
          <a:off x="7522046" y="4019550"/>
          <a:ext cx="3927475" cy="876300"/>
        </p:xfrm>
        <a:graphic>
          <a:graphicData uri="http://schemas.openxmlformats.org/drawingml/2006/table">
            <a:tbl>
              <a:tblPr/>
              <a:tblGrid>
                <a:gridCol w="1406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문서 번호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버전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0.03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제</a:t>
                      </a:r>
                      <a:r>
                        <a:rPr lang="en-US" altLang="ko-KR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·</a:t>
                      </a: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ea typeface="맑은 고딕"/>
                        </a:rPr>
                        <a:t>개정일자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E8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2026-06-25</a:t>
                      </a:r>
                      <a:endParaRPr lang="en-US" sz="1200" kern="0" spc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17912" marR="17912" marT="17923" marB="17923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188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48"/>
          <p:cNvSpPr txBox="1">
            <a:spLocks noChangeArrowheads="1"/>
          </p:cNvSpPr>
          <p:nvPr/>
        </p:nvSpPr>
        <p:spPr bwMode="auto">
          <a:xfrm>
            <a:off x="5164137" y="827981"/>
            <a:ext cx="26336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1" rIns="91424" bIns="45711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ctr"/>
            <a:r>
              <a:rPr kumimoji="0" lang="ko-KR" altLang="en-US" sz="1400" b="1" u="sng" dirty="0">
                <a:latin typeface="맑은 고딕" pitchFamily="50" charset="-127"/>
                <a:ea typeface="맑은 고딕" pitchFamily="50" charset="-127"/>
              </a:rPr>
              <a:t>개 정 이 </a:t>
            </a:r>
            <a:r>
              <a:rPr kumimoji="0" lang="ko-KR" altLang="en-US" sz="1400" b="1" u="sng" dirty="0" err="1">
                <a:latin typeface="맑은 고딕" pitchFamily="50" charset="-127"/>
                <a:ea typeface="맑은 고딕" pitchFamily="50" charset="-127"/>
              </a:rPr>
              <a:t>력</a:t>
            </a:r>
            <a:endParaRPr kumimoji="0" lang="ko-KR" altLang="en-US" sz="1400" b="1" u="sng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" name="Group 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700295"/>
              </p:ext>
            </p:extLst>
          </p:nvPr>
        </p:nvGraphicFramePr>
        <p:xfrm>
          <a:off x="360289" y="1293813"/>
          <a:ext cx="12241360" cy="3687764"/>
        </p:xfrm>
        <a:graphic>
          <a:graphicData uri="http://schemas.openxmlformats.org/drawingml/2006/table">
            <a:tbl>
              <a:tblPr/>
              <a:tblGrid>
                <a:gridCol w="10365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4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06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82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9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92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73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개정번호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개정 내역</a:t>
                      </a:r>
                      <a:r>
                        <a:rPr kumimoji="1" lang="en-US" altLang="ko-KR" sz="10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kumimoji="1" lang="ko-KR" altLang="en-US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 고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0.01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2026-06-22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최초작성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제정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38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0.02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2026-06-24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조한나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308891"/>
                  </a:ext>
                </a:extLst>
              </a:tr>
              <a:tr h="311150"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0.03</a:t>
                      </a: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2026-06-25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타입 추가</a:t>
                      </a: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1" hangingPunct="0">
                        <a:spcBef>
                          <a:spcPct val="20000"/>
                        </a:spcBef>
                        <a:defRPr kumimoji="1" sz="2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1pPr>
                      <a:lvl2pPr marL="530225" indent="-176213" algn="l" defTabSz="914400" rtl="0" eaLnBrk="0" latinLnBrk="1" hangingPunct="0">
                        <a:spcBef>
                          <a:spcPct val="20000"/>
                        </a:spcBef>
                        <a:defRPr kumimoji="1" sz="24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2pPr>
                      <a:lvl3pPr marL="900113" indent="-177800" algn="l" defTabSz="914400" rtl="0" eaLnBrk="0" latinLnBrk="1" hangingPunct="0">
                        <a:spcBef>
                          <a:spcPct val="20000"/>
                        </a:spcBef>
                        <a:defRPr kumimoji="1" sz="20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3pPr>
                      <a:lvl4pPr marL="16002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4pPr>
                      <a:lvl5pPr marL="2057400" indent="-228600" algn="l" defTabSz="914400" rtl="0" eaLnBrk="0" latinLnBrk="1" hangingPunct="0">
                        <a:spcBef>
                          <a:spcPct val="20000"/>
                        </a:spcBef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5pPr>
                      <a:lvl6pPr marL="25146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6pPr>
                      <a:lvl7pPr marL="29718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7pPr>
                      <a:lvl8pPr marL="34290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8pPr>
                      <a:lvl9pPr marL="3886200" indent="-228600" algn="l" defTabSz="91440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800" kern="12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  <a:cs typeface="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고풀잎</a:t>
                      </a: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886979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58043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17426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30380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39823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613851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431368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878757"/>
                  </a:ext>
                </a:extLst>
              </a:tr>
              <a:tr h="3111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>
                      <a:noFill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2000" marR="72000" marT="46800" marB="46800" anchor="ctr" horzOverflow="overflow">
                    <a:lnL w="6350" cap="flat" cmpd="sng" algn="ctr">
                      <a:solidFill>
                        <a:srgbClr val="7F7F7F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301607"/>
                  </a:ext>
                </a:extLst>
              </a:tr>
            </a:tbl>
          </a:graphicData>
        </a:graphic>
      </p:graphicFrame>
      <p:sp>
        <p:nvSpPr>
          <p:cNvPr id="7" name="Text Box 549"/>
          <p:cNvSpPr txBox="1">
            <a:spLocks noChangeArrowheads="1"/>
          </p:cNvSpPr>
          <p:nvPr/>
        </p:nvSpPr>
        <p:spPr bwMode="auto">
          <a:xfrm>
            <a:off x="256365" y="5868541"/>
            <a:ext cx="49343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" charset="0"/>
                <a:ea typeface="바탕체" pitchFamily="17" charset="-127"/>
              </a:defRPr>
            </a:lvl9pPr>
          </a:lstStyle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구분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 내용이 이전 문서에 대해 최초작성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승인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추가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수정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삭제 중 선택 기입</a:t>
            </a:r>
          </a:p>
          <a:p>
            <a:pPr algn="l" eaLnBrk="1" hangingPunct="1"/>
            <a:r>
              <a:rPr lang="en-US" altLang="ko-KR" baseline="3000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개정 내역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변경이 발생되는 위치와 변경 내용을 자세히 기록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950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9E085B-470E-6AA7-C28A-67AC44506E29}"/>
              </a:ext>
            </a:extLst>
          </p:cNvPr>
          <p:cNvSpPr txBox="1"/>
          <p:nvPr/>
        </p:nvSpPr>
        <p:spPr>
          <a:xfrm>
            <a:off x="288281" y="190942"/>
            <a:ext cx="10663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해상도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03FED-A380-34E3-3753-5F290BC7FC7C}"/>
              </a:ext>
            </a:extLst>
          </p:cNvPr>
          <p:cNvSpPr txBox="1"/>
          <p:nvPr/>
        </p:nvSpPr>
        <p:spPr>
          <a:xfrm>
            <a:off x="360289" y="611957"/>
            <a:ext cx="6481688" cy="12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모바일: 최소 360px 지원 (기존 지원 유지)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태블릿: 768px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PC : 1440px / 지원 범위: 최소 1280px ~ 와이드 1920px 지원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000" spc="-150" dirty="0"/>
              <a:t>콘텐츠 영역: 최대 폭 1200px (기존 폭 유지)</a:t>
            </a:r>
          </a:p>
        </p:txBody>
      </p:sp>
    </p:spTree>
    <p:extLst>
      <p:ext uri="{BB962C8B-B14F-4D97-AF65-F5344CB8AC3E}">
        <p14:creationId xmlns:p14="http://schemas.microsoft.com/office/powerpoint/2010/main" val="71269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36EF-3B6F-A25A-C883-3220BD413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43690C-9CD1-1137-94D1-818043C61563}"/>
              </a:ext>
            </a:extLst>
          </p:cNvPr>
          <p:cNvSpPr txBox="1"/>
          <p:nvPr/>
        </p:nvSpPr>
        <p:spPr>
          <a:xfrm>
            <a:off x="5430843" y="2700189"/>
            <a:ext cx="210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GNB 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정의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7167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5708B-D1C5-F92A-DAB8-F5DC8722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502550EB-D768-9853-106D-6204EAD4E8AC}"/>
              </a:ext>
            </a:extLst>
          </p:cNvPr>
          <p:cNvSpPr/>
          <p:nvPr/>
        </p:nvSpPr>
        <p:spPr>
          <a:xfrm>
            <a:off x="360289" y="1727211"/>
            <a:ext cx="11809312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68489-8035-365A-30F1-8D67519F6964}"/>
              </a:ext>
            </a:extLst>
          </p:cNvPr>
          <p:cNvSpPr txBox="1"/>
          <p:nvPr/>
        </p:nvSpPr>
        <p:spPr>
          <a:xfrm>
            <a:off x="288281" y="190942"/>
            <a:ext cx="17459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PC_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42CCA2-AE79-B32D-C8F0-2DE535B85D17}"/>
              </a:ext>
            </a:extLst>
          </p:cNvPr>
          <p:cNvSpPr txBox="1"/>
          <p:nvPr/>
        </p:nvSpPr>
        <p:spPr>
          <a:xfrm>
            <a:off x="1728441" y="1861241"/>
            <a:ext cx="2525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  상품         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1C50804-58F1-AD06-2D7E-666F655E9DF4}"/>
              </a:ext>
            </a:extLst>
          </p:cNvPr>
          <p:cNvSpPr/>
          <p:nvPr/>
        </p:nvSpPr>
        <p:spPr>
          <a:xfrm>
            <a:off x="360288" y="1727210"/>
            <a:ext cx="11809313" cy="505898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076ADF-2806-DA57-B17F-09D600068809}"/>
              </a:ext>
            </a:extLst>
          </p:cNvPr>
          <p:cNvSpPr txBox="1"/>
          <p:nvPr/>
        </p:nvSpPr>
        <p:spPr>
          <a:xfrm>
            <a:off x="288281" y="1404045"/>
            <a:ext cx="257955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① 메인 상단 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GNB 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</a:t>
            </a:r>
            <a:r>
              <a:rPr lang="en-US" altLang="ko-KR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후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51A4F1D-5F64-9CD6-197C-0E0790609FC9}"/>
              </a:ext>
            </a:extLst>
          </p:cNvPr>
          <p:cNvSpPr txBox="1"/>
          <p:nvPr/>
        </p:nvSpPr>
        <p:spPr>
          <a:xfrm>
            <a:off x="288281" y="2521040"/>
            <a:ext cx="1540806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마우스 오버 시</a:t>
            </a:r>
            <a:endParaRPr lang="en-US" altLang="ko-KR" sz="15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59C43E-37D7-5C17-F6D9-691444DE52F4}"/>
              </a:ext>
            </a:extLst>
          </p:cNvPr>
          <p:cNvSpPr txBox="1"/>
          <p:nvPr/>
        </p:nvSpPr>
        <p:spPr>
          <a:xfrm>
            <a:off x="4032697" y="872384"/>
            <a:ext cx="47281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2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  <a:endParaRPr lang="en-US" altLang="ko-KR" sz="1200" b="1" i="1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FDAE0C7-E779-5A6F-8790-10AF7BC54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836797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5617FFA4-215A-69FF-CE71-77A4A7FE828A}"/>
              </a:ext>
            </a:extLst>
          </p:cNvPr>
          <p:cNvGrpSpPr/>
          <p:nvPr/>
        </p:nvGrpSpPr>
        <p:grpSpPr>
          <a:xfrm>
            <a:off x="11327687" y="1932452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3375264D-CA3E-8B13-852E-7D37B5936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4B30EBA-AAEA-C3C3-165E-B3B7A5CB8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8CBC87CA-FE27-53B8-F553-DEC2AD782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5F578DD-B835-3856-CBF6-58F313DBCFE4}"/>
              </a:ext>
            </a:extLst>
          </p:cNvPr>
          <p:cNvSpPr/>
          <p:nvPr/>
        </p:nvSpPr>
        <p:spPr>
          <a:xfrm>
            <a:off x="360289" y="2868521"/>
            <a:ext cx="11809312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04CFFF-D9A7-630A-380B-2A814C8CE18A}"/>
              </a:ext>
            </a:extLst>
          </p:cNvPr>
          <p:cNvSpPr txBox="1"/>
          <p:nvPr/>
        </p:nvSpPr>
        <p:spPr>
          <a:xfrm>
            <a:off x="1655697" y="2999936"/>
            <a:ext cx="2771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          상품                        커뮤니티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6207A1F-2F68-CA47-3D2C-6C21A59D1EA1}"/>
              </a:ext>
            </a:extLst>
          </p:cNvPr>
          <p:cNvSpPr/>
          <p:nvPr/>
        </p:nvSpPr>
        <p:spPr>
          <a:xfrm>
            <a:off x="360288" y="2868520"/>
            <a:ext cx="11809313" cy="505898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4CECD96-CE92-ABD2-BE43-A46AA40C2827}"/>
              </a:ext>
            </a:extLst>
          </p:cNvPr>
          <p:cNvSpPr txBox="1"/>
          <p:nvPr/>
        </p:nvSpPr>
        <p:spPr>
          <a:xfrm>
            <a:off x="2552851" y="3406470"/>
            <a:ext cx="1146468" cy="1561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상품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3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지원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F3F85F-32BA-8866-BE91-CE6CC0A70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73" y="2971035"/>
            <a:ext cx="1060021" cy="35668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32FACC-7F3D-E247-3F64-0A7268D052E3}"/>
              </a:ext>
            </a:extLst>
          </p:cNvPr>
          <p:cNvSpPr txBox="1"/>
          <p:nvPr/>
        </p:nvSpPr>
        <p:spPr>
          <a:xfrm>
            <a:off x="1682900" y="3415435"/>
            <a:ext cx="5116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2BD867-84AF-CDDD-2BD6-1A2FE8BFB822}"/>
              </a:ext>
            </a:extLst>
          </p:cNvPr>
          <p:cNvSpPr txBox="1"/>
          <p:nvPr/>
        </p:nvSpPr>
        <p:spPr>
          <a:xfrm>
            <a:off x="3700991" y="3406469"/>
            <a:ext cx="75533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FAQ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1:1 </a:t>
            </a:r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문의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0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보조금 찾기</a:t>
            </a:r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AILET </a:t>
            </a:r>
          </a:p>
          <a:p>
            <a:endParaRPr lang="en-US" altLang="ko-KR" sz="10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722C7D5-EDDB-632E-970C-48B48CCDFE93}"/>
              </a:ext>
            </a:extLst>
          </p:cNvPr>
          <p:cNvGrpSpPr/>
          <p:nvPr/>
        </p:nvGrpSpPr>
        <p:grpSpPr>
          <a:xfrm>
            <a:off x="11327687" y="3069192"/>
            <a:ext cx="629913" cy="172355"/>
            <a:chOff x="6148364" y="711082"/>
            <a:chExt cx="1052685" cy="288032"/>
          </a:xfrm>
        </p:grpSpPr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D43F0E0-AFD3-97B3-4954-903859A84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23FC9295-4A34-B9C4-27DE-53CF04C88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28EE6498-AE35-252C-CB9A-0C54DEB4EF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27" name="오른쪽 대괄호 26">
            <a:extLst>
              <a:ext uri="{FF2B5EF4-FFF2-40B4-BE49-F238E27FC236}">
                <a16:creationId xmlns:a16="http://schemas.microsoft.com/office/drawing/2014/main" id="{8E652051-DC0D-C3A6-C714-8351CB13360A}"/>
              </a:ext>
            </a:extLst>
          </p:cNvPr>
          <p:cNvSpPr/>
          <p:nvPr/>
        </p:nvSpPr>
        <p:spPr>
          <a:xfrm>
            <a:off x="12202286" y="1747021"/>
            <a:ext cx="162525" cy="466276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9DA09649-291B-A829-D51B-E36E4450BF08}"/>
              </a:ext>
            </a:extLst>
          </p:cNvPr>
          <p:cNvCxnSpPr>
            <a:cxnSpLocks/>
            <a:stCxn id="2" idx="3"/>
            <a:endCxn id="27" idx="2"/>
          </p:cNvCxnSpPr>
          <p:nvPr/>
        </p:nvCxnSpPr>
        <p:spPr>
          <a:xfrm>
            <a:off x="8760885" y="1010884"/>
            <a:ext cx="3603926" cy="969275"/>
          </a:xfrm>
          <a:prstGeom prst="curvedConnector3">
            <a:avLst>
              <a:gd name="adj1" fmla="val 50000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735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14EDC-D628-BE28-8BBB-36340E78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직사각형 32">
            <a:extLst>
              <a:ext uri="{FF2B5EF4-FFF2-40B4-BE49-F238E27FC236}">
                <a16:creationId xmlns:a16="http://schemas.microsoft.com/office/drawing/2014/main" id="{143C632A-D9E2-9164-4F8B-BCF0240DFFBD}"/>
              </a:ext>
            </a:extLst>
          </p:cNvPr>
          <p:cNvSpPr/>
          <p:nvPr/>
        </p:nvSpPr>
        <p:spPr>
          <a:xfrm>
            <a:off x="360289" y="1295163"/>
            <a:ext cx="4536504" cy="45920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BFF7EA-A2A9-E27A-0CC0-67806375A433}"/>
              </a:ext>
            </a:extLst>
          </p:cNvPr>
          <p:cNvSpPr txBox="1"/>
          <p:nvPr/>
        </p:nvSpPr>
        <p:spPr>
          <a:xfrm>
            <a:off x="288281" y="190942"/>
            <a:ext cx="2672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PC_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메인 모바일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태블릿</a:t>
            </a:r>
            <a:r>
              <a:rPr lang="en-US" altLang="ko-KR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  GNB </a:t>
            </a: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</a:rPr>
              <a:t>출력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0633A7-956B-0923-09F1-97CC878405AB}"/>
              </a:ext>
            </a:extLst>
          </p:cNvPr>
          <p:cNvSpPr txBox="1"/>
          <p:nvPr/>
        </p:nvSpPr>
        <p:spPr>
          <a:xfrm>
            <a:off x="432297" y="1692077"/>
            <a:ext cx="1784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 상품      커뮤니티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EDC3FF-51A3-1089-3FB5-E43335CD47F3}"/>
              </a:ext>
            </a:extLst>
          </p:cNvPr>
          <p:cNvSpPr/>
          <p:nvPr/>
        </p:nvSpPr>
        <p:spPr>
          <a:xfrm>
            <a:off x="360288" y="1295162"/>
            <a:ext cx="3816425" cy="756955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ABEAE8-4D3D-ADC7-01E3-6CD4569E16FE}"/>
              </a:ext>
            </a:extLst>
          </p:cNvPr>
          <p:cNvSpPr txBox="1"/>
          <p:nvPr/>
        </p:nvSpPr>
        <p:spPr>
          <a:xfrm>
            <a:off x="288281" y="971997"/>
            <a:ext cx="659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ⓛ 메인 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338CB0-C76E-3CE7-AC59-A01FE48AF487}"/>
              </a:ext>
            </a:extLst>
          </p:cNvPr>
          <p:cNvSpPr txBox="1"/>
          <p:nvPr/>
        </p:nvSpPr>
        <p:spPr>
          <a:xfrm>
            <a:off x="260432" y="3437701"/>
            <a:ext cx="20329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 클릭 후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서브 페이지 진입 시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50D06E-0282-D890-ED2C-91A3C5F2F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97" y="1335388"/>
            <a:ext cx="1060021" cy="35668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26882DE-B6C0-4879-DF62-3D932CE4365F}"/>
              </a:ext>
            </a:extLst>
          </p:cNvPr>
          <p:cNvGrpSpPr/>
          <p:nvPr/>
        </p:nvGrpSpPr>
        <p:grpSpPr>
          <a:xfrm>
            <a:off x="3474792" y="1431043"/>
            <a:ext cx="629913" cy="172355"/>
            <a:chOff x="6148364" y="711082"/>
            <a:chExt cx="1052685" cy="288032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55A7C43D-1AB9-B9EF-2A49-328E034A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9067D18-60D9-F5D4-C3C4-4519C0264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67D7D9A4-53B7-2E8A-92EA-EE6AD6A6B3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1C363B0-3B05-16AC-51B0-25B7785AD242}"/>
              </a:ext>
            </a:extLst>
          </p:cNvPr>
          <p:cNvSpPr/>
          <p:nvPr/>
        </p:nvSpPr>
        <p:spPr>
          <a:xfrm>
            <a:off x="360289" y="3804625"/>
            <a:ext cx="3816424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42F855-6C33-8086-71D3-7BB9B4B3374B}"/>
              </a:ext>
            </a:extLst>
          </p:cNvPr>
          <p:cNvSpPr txBox="1"/>
          <p:nvPr/>
        </p:nvSpPr>
        <p:spPr>
          <a:xfrm>
            <a:off x="2016473" y="3851526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A94E822-7007-0643-DF3C-AB821B4C0F32}"/>
              </a:ext>
            </a:extLst>
          </p:cNvPr>
          <p:cNvSpPr txBox="1"/>
          <p:nvPr/>
        </p:nvSpPr>
        <p:spPr>
          <a:xfrm>
            <a:off x="4149953" y="4747207"/>
            <a:ext cx="362791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영역은 상품 분류 늘어날 것을 고려해 좌우 스크롤 기능을 넣도록 함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8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800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참고 </a:t>
            </a:r>
            <a:r>
              <a:rPr lang="en-US" altLang="ko-KR" sz="800" spc="-150" dirty="0">
                <a:solidFill>
                  <a:srgbClr val="234DD3"/>
                </a:solidFill>
                <a:latin typeface="맑은 고딕" panose="020B0503020000020004" pitchFamily="50" charset="-127"/>
              </a:rPr>
              <a:t>: https://www.kurly.com/categories/073</a:t>
            </a:r>
            <a:endParaRPr lang="en-US" altLang="ko-KR" sz="1000" spc="-150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1AD4EF-60E6-EF70-208A-1AB5952E0BE6}"/>
              </a:ext>
            </a:extLst>
          </p:cNvPr>
          <p:cNvSpPr txBox="1"/>
          <p:nvPr/>
        </p:nvSpPr>
        <p:spPr>
          <a:xfrm>
            <a:off x="264447" y="579952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6" name="연결선: 구부러짐 5">
            <a:extLst>
              <a:ext uri="{FF2B5EF4-FFF2-40B4-BE49-F238E27FC236}">
                <a16:creationId xmlns:a16="http://schemas.microsoft.com/office/drawing/2014/main" id="{F48D190F-495B-04C8-34F7-CA07BE08176E}"/>
              </a:ext>
            </a:extLst>
          </p:cNvPr>
          <p:cNvCxnSpPr>
            <a:cxnSpLocks/>
            <a:stCxn id="5" idx="3"/>
            <a:endCxn id="4" idx="3"/>
          </p:cNvCxnSpPr>
          <p:nvPr/>
        </p:nvCxnSpPr>
        <p:spPr>
          <a:xfrm flipH="1">
            <a:off x="4176713" y="703063"/>
            <a:ext cx="815922" cy="970577"/>
          </a:xfrm>
          <a:prstGeom prst="curvedConnector3">
            <a:avLst>
              <a:gd name="adj1" fmla="val -28017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44D132E-5FF1-9BE1-A885-004279B358C7}"/>
              </a:ext>
            </a:extLst>
          </p:cNvPr>
          <p:cNvGrpSpPr/>
          <p:nvPr/>
        </p:nvGrpSpPr>
        <p:grpSpPr>
          <a:xfrm>
            <a:off x="3418041" y="3903847"/>
            <a:ext cx="629913" cy="172355"/>
            <a:chOff x="6148364" y="711082"/>
            <a:chExt cx="1052685" cy="288032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FAE997A-399A-8261-6D73-F1D412504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29443" y="711082"/>
              <a:ext cx="271606" cy="264061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5E538504-D03D-B1FB-4F20-D93E6242C7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148364" y="711082"/>
              <a:ext cx="400229" cy="28803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1D7D5E6A-069B-EF46-BAD4-ED524FB2D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7124" t="19832" r="40203" b="17169"/>
            <a:stretch>
              <a:fillRect/>
            </a:stretch>
          </p:blipFill>
          <p:spPr>
            <a:xfrm>
              <a:off x="6548593" y="711082"/>
              <a:ext cx="384412" cy="288032"/>
            </a:xfrm>
            <a:prstGeom prst="rect">
              <a:avLst/>
            </a:prstGeom>
          </p:spPr>
        </p:pic>
      </p:grp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9D6AB985-66CD-57C8-F573-1E4B2D78B631}"/>
              </a:ext>
            </a:extLst>
          </p:cNvPr>
          <p:cNvSpPr/>
          <p:nvPr/>
        </p:nvSpPr>
        <p:spPr>
          <a:xfrm>
            <a:off x="1036649" y="1667742"/>
            <a:ext cx="354380" cy="354380"/>
          </a:xfrm>
          <a:prstGeom prst="flowChartConnector">
            <a:avLst/>
          </a:prstGeom>
          <a:noFill/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083143DE-8F12-4195-9A9D-5A17868F02CE}"/>
              </a:ext>
            </a:extLst>
          </p:cNvPr>
          <p:cNvCxnSpPr>
            <a:cxnSpLocks/>
            <a:stCxn id="19" idx="6"/>
          </p:cNvCxnSpPr>
          <p:nvPr/>
        </p:nvCxnSpPr>
        <p:spPr>
          <a:xfrm>
            <a:off x="1391029" y="1844932"/>
            <a:ext cx="958580" cy="1527643"/>
          </a:xfrm>
          <a:prstGeom prst="curvedConnector2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3794EA9-6E4C-4B19-5306-B3C30A9B6C09}"/>
              </a:ext>
            </a:extLst>
          </p:cNvPr>
          <p:cNvSpPr txBox="1"/>
          <p:nvPr/>
        </p:nvSpPr>
        <p:spPr>
          <a:xfrm>
            <a:off x="408195" y="4225795"/>
            <a:ext cx="26212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 라이프     여성 케어     생활 지원     바우처별 상품 찾기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0CF668A-544B-6CA6-A49C-CB15AFB1C6AF}"/>
              </a:ext>
            </a:extLst>
          </p:cNvPr>
          <p:cNvSpPr/>
          <p:nvPr/>
        </p:nvSpPr>
        <p:spPr>
          <a:xfrm>
            <a:off x="475380" y="4384619"/>
            <a:ext cx="561269" cy="72008"/>
          </a:xfrm>
          <a:prstGeom prst="roundRect">
            <a:avLst/>
          </a:prstGeom>
          <a:solidFill>
            <a:schemeClr val="accent6">
              <a:lumMod val="75000"/>
              <a:alpha val="3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DC1797E-9B5C-4EFC-DBF0-EDD5C0A246EE}"/>
              </a:ext>
            </a:extLst>
          </p:cNvPr>
          <p:cNvGrpSpPr/>
          <p:nvPr/>
        </p:nvGrpSpPr>
        <p:grpSpPr>
          <a:xfrm>
            <a:off x="475380" y="4520836"/>
            <a:ext cx="749005" cy="240439"/>
            <a:chOff x="475380" y="4506768"/>
            <a:chExt cx="749005" cy="240439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2415CDC-2EC4-0231-8032-32BAF4843EE6}"/>
                </a:ext>
              </a:extLst>
            </p:cNvPr>
            <p:cNvSpPr txBox="1"/>
            <p:nvPr/>
          </p:nvSpPr>
          <p:spPr>
            <a:xfrm>
              <a:off x="617489" y="4516375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분유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0CFC9627-1F39-9229-F225-F4E32D8C1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33462" y="4549695"/>
              <a:ext cx="128511" cy="15941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E6DBA767-7223-4942-C4D9-BFA1EA891E54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4942E24-3A01-E626-A7B6-8F76C5BB230F}"/>
              </a:ext>
            </a:extLst>
          </p:cNvPr>
          <p:cNvGrpSpPr/>
          <p:nvPr/>
        </p:nvGrpSpPr>
        <p:grpSpPr>
          <a:xfrm>
            <a:off x="1269633" y="4520836"/>
            <a:ext cx="749005" cy="240439"/>
            <a:chOff x="475380" y="4506768"/>
            <a:chExt cx="749005" cy="24043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ECE0A96-EB30-9927-9CCF-94AFE88FB50E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기저귀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3E809AF-C042-84A6-03B1-C00C1D36F928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3" name="그림 52">
            <a:extLst>
              <a:ext uri="{FF2B5EF4-FFF2-40B4-BE49-F238E27FC236}">
                <a16:creationId xmlns:a16="http://schemas.microsoft.com/office/drawing/2014/main" id="{2EBB04F3-D519-D0AE-B877-A5DA26C57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7432" y="4560001"/>
            <a:ext cx="141696" cy="189716"/>
          </a:xfrm>
          <a:prstGeom prst="rect">
            <a:avLst/>
          </a:prstGeom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id="{C29FCC83-855C-84F4-C3FD-A64ED486CC22}"/>
              </a:ext>
            </a:extLst>
          </p:cNvPr>
          <p:cNvGrpSpPr/>
          <p:nvPr/>
        </p:nvGrpSpPr>
        <p:grpSpPr>
          <a:xfrm>
            <a:off x="2079020" y="4520836"/>
            <a:ext cx="749005" cy="240439"/>
            <a:chOff x="475380" y="4506768"/>
            <a:chExt cx="749005" cy="240439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A8658D9-FA51-F4D0-C378-2A1555B5B679}"/>
                </a:ext>
              </a:extLst>
            </p:cNvPr>
            <p:cNvSpPr txBox="1"/>
            <p:nvPr/>
          </p:nvSpPr>
          <p:spPr>
            <a:xfrm>
              <a:off x="617489" y="4516375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물티슈</a:t>
              </a:r>
              <a:endPara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4BBE7BF7-54CF-1838-ABC8-F1A4CC433377}"/>
                </a:ext>
              </a:extLst>
            </p:cNvPr>
            <p:cNvSpPr/>
            <p:nvPr/>
          </p:nvSpPr>
          <p:spPr>
            <a:xfrm>
              <a:off x="475380" y="4506768"/>
              <a:ext cx="749005" cy="240439"/>
            </a:xfrm>
            <a:prstGeom prst="round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59" name="그림 58">
            <a:extLst>
              <a:ext uri="{FF2B5EF4-FFF2-40B4-BE49-F238E27FC236}">
                <a16:creationId xmlns:a16="http://schemas.microsoft.com/office/drawing/2014/main" id="{59BA79B5-9E57-B20D-B95F-23A438D99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577" y="4592528"/>
            <a:ext cx="166365" cy="112409"/>
          </a:xfrm>
          <a:prstGeom prst="rect">
            <a:avLst/>
          </a:prstGeom>
        </p:spPr>
      </p:pic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A3E6B2E-9762-DFFC-A19F-9542812AD11E}"/>
              </a:ext>
            </a:extLst>
          </p:cNvPr>
          <p:cNvCxnSpPr>
            <a:cxnSpLocks/>
          </p:cNvCxnSpPr>
          <p:nvPr/>
        </p:nvCxnSpPr>
        <p:spPr>
          <a:xfrm>
            <a:off x="408195" y="4658473"/>
            <a:ext cx="3646454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오른쪽 대괄호 64">
            <a:extLst>
              <a:ext uri="{FF2B5EF4-FFF2-40B4-BE49-F238E27FC236}">
                <a16:creationId xmlns:a16="http://schemas.microsoft.com/office/drawing/2014/main" id="{B48988D9-3E4A-76B5-D9C4-106ED2D9B196}"/>
              </a:ext>
            </a:extLst>
          </p:cNvPr>
          <p:cNvSpPr/>
          <p:nvPr/>
        </p:nvSpPr>
        <p:spPr>
          <a:xfrm>
            <a:off x="4141605" y="4500389"/>
            <a:ext cx="144016" cy="240437"/>
          </a:xfrm>
          <a:prstGeom prst="rightBracket">
            <a:avLst/>
          </a:prstGeom>
          <a:ln w="6350">
            <a:solidFill>
              <a:srgbClr val="234DD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오른쪽 대괄호 66">
            <a:extLst>
              <a:ext uri="{FF2B5EF4-FFF2-40B4-BE49-F238E27FC236}">
                <a16:creationId xmlns:a16="http://schemas.microsoft.com/office/drawing/2014/main" id="{05C2E6AA-CC9E-85BC-7F46-05DDA243C7A9}"/>
              </a:ext>
            </a:extLst>
          </p:cNvPr>
          <p:cNvSpPr/>
          <p:nvPr/>
        </p:nvSpPr>
        <p:spPr>
          <a:xfrm>
            <a:off x="4249281" y="3943373"/>
            <a:ext cx="194008" cy="635087"/>
          </a:xfrm>
          <a:prstGeom prst="rightBracket">
            <a:avLst/>
          </a:prstGeom>
          <a:ln w="6350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4DB5DFA-16A4-EB3E-9BCE-9A43A2600764}"/>
              </a:ext>
            </a:extLst>
          </p:cNvPr>
          <p:cNvSpPr txBox="1"/>
          <p:nvPr/>
        </p:nvSpPr>
        <p:spPr>
          <a:xfrm>
            <a:off x="2880569" y="3390379"/>
            <a:ext cx="47281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상단 영역은 화면 하단으로 스크롤 시</a:t>
            </a:r>
            <a:r>
              <a:rPr lang="en-US" altLang="ko-KR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TOP</a:t>
            </a:r>
            <a:r>
              <a:rPr lang="ko-KR" altLang="en-US" sz="1000" b="1" i="1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항시 고정되도록 함</a:t>
            </a:r>
          </a:p>
        </p:txBody>
      </p:sp>
      <p:cxnSp>
        <p:nvCxnSpPr>
          <p:cNvPr id="89" name="연결선: 구부러짐 88">
            <a:extLst>
              <a:ext uri="{FF2B5EF4-FFF2-40B4-BE49-F238E27FC236}">
                <a16:creationId xmlns:a16="http://schemas.microsoft.com/office/drawing/2014/main" id="{CE7AB0B6-2CEA-3BAC-9DD5-8F35A907FAAE}"/>
              </a:ext>
            </a:extLst>
          </p:cNvPr>
          <p:cNvCxnSpPr>
            <a:cxnSpLocks/>
            <a:stCxn id="87" idx="2"/>
            <a:endCxn id="67" idx="2"/>
          </p:cNvCxnSpPr>
          <p:nvPr/>
        </p:nvCxnSpPr>
        <p:spPr>
          <a:xfrm rot="5400000">
            <a:off x="4531818" y="3548071"/>
            <a:ext cx="624317" cy="801374"/>
          </a:xfrm>
          <a:prstGeom prst="curvedConnector4">
            <a:avLst>
              <a:gd name="adj1" fmla="val 35835"/>
              <a:gd name="adj2" fmla="val -34731"/>
            </a:avLst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6379A703-6C7A-8E52-F8BF-F063E8569A38}"/>
              </a:ext>
            </a:extLst>
          </p:cNvPr>
          <p:cNvSpPr/>
          <p:nvPr/>
        </p:nvSpPr>
        <p:spPr>
          <a:xfrm>
            <a:off x="8622483" y="1075317"/>
            <a:ext cx="3159299" cy="235194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F3EF5CB3-66C6-5C86-B2A8-FF10D0364C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0545" y="3085603"/>
            <a:ext cx="333375" cy="295275"/>
          </a:xfrm>
          <a:prstGeom prst="rect">
            <a:avLst/>
          </a:prstGeom>
        </p:spPr>
      </p:pic>
      <p:pic>
        <p:nvPicPr>
          <p:cNvPr id="105" name="그림 104">
            <a:extLst>
              <a:ext uri="{FF2B5EF4-FFF2-40B4-BE49-F238E27FC236}">
                <a16:creationId xmlns:a16="http://schemas.microsoft.com/office/drawing/2014/main" id="{891E2263-E9D4-5116-4671-B466F5634F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6925" y="3072611"/>
            <a:ext cx="304800" cy="342900"/>
          </a:xfrm>
          <a:prstGeom prst="rect">
            <a:avLst/>
          </a:prstGeom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E34D34FE-95F3-752E-855E-93F8E60591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10550125" y="3110614"/>
            <a:ext cx="334680" cy="250770"/>
          </a:xfrm>
          <a:prstGeom prst="rect">
            <a:avLst/>
          </a:prstGeom>
        </p:spPr>
      </p:pic>
      <p:sp>
        <p:nvSpPr>
          <p:cNvPr id="109" name="순서도: 연결자 108">
            <a:extLst>
              <a:ext uri="{FF2B5EF4-FFF2-40B4-BE49-F238E27FC236}">
                <a16:creationId xmlns:a16="http://schemas.microsoft.com/office/drawing/2014/main" id="{F272EF96-8237-63EE-63AC-A918A3104443}"/>
              </a:ext>
            </a:extLst>
          </p:cNvPr>
          <p:cNvSpPr/>
          <p:nvPr/>
        </p:nvSpPr>
        <p:spPr>
          <a:xfrm>
            <a:off x="11357882" y="3090906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61C6D0DD-42DE-A2D3-875D-6803D7CDFF01}"/>
              </a:ext>
            </a:extLst>
          </p:cNvPr>
          <p:cNvSpPr/>
          <p:nvPr/>
        </p:nvSpPr>
        <p:spPr>
          <a:xfrm>
            <a:off x="8622483" y="3049680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734F4455-FA16-1207-E73E-2E285C7BBFFB}"/>
              </a:ext>
            </a:extLst>
          </p:cNvPr>
          <p:cNvSpPr txBox="1"/>
          <p:nvPr/>
        </p:nvSpPr>
        <p:spPr>
          <a:xfrm>
            <a:off x="8497193" y="720877"/>
            <a:ext cx="25506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③ 모바일  </a:t>
            </a:r>
            <a:r>
              <a:rPr lang="en-US" altLang="ko-KR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only </a:t>
            </a:r>
            <a:r>
              <a:rPr lang="ko-KR" altLang="en-US" sz="1200" b="1" i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하단 고정 네비게이션 바</a:t>
            </a:r>
            <a:endParaRPr lang="en-US" altLang="ko-KR" sz="1200" b="1" i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63D613-E5CB-2075-4EA2-EF6FBF7FD8BE}"/>
              </a:ext>
            </a:extLst>
          </p:cNvPr>
          <p:cNvSpPr txBox="1"/>
          <p:nvPr/>
        </p:nvSpPr>
        <p:spPr>
          <a:xfrm>
            <a:off x="381818" y="3826666"/>
            <a:ext cx="3032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BD9D59A-D02A-8AC3-2FCC-DBF2FE0B53E5}"/>
              </a:ext>
            </a:extLst>
          </p:cNvPr>
          <p:cNvCxnSpPr>
            <a:cxnSpLocks/>
          </p:cNvCxnSpPr>
          <p:nvPr/>
        </p:nvCxnSpPr>
        <p:spPr>
          <a:xfrm>
            <a:off x="11496318" y="3380878"/>
            <a:ext cx="285464" cy="112962"/>
          </a:xfrm>
          <a:prstGeom prst="straightConnector1">
            <a:avLst/>
          </a:prstGeom>
          <a:ln w="635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8EBF132-D31D-98C2-72E9-95A4061C51B6}"/>
              </a:ext>
            </a:extLst>
          </p:cNvPr>
          <p:cNvSpPr txBox="1"/>
          <p:nvPr/>
        </p:nvSpPr>
        <p:spPr>
          <a:xfrm>
            <a:off x="8700545" y="3683787"/>
            <a:ext cx="244169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카테고리 레이어 열림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메인으로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28600" indent="-228600">
              <a:buFont typeface="+mj-ea"/>
              <a:buAutoNum type="circleNumDbPlain"/>
            </a:pP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 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로그인 페이지로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로그인 후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클릭 시  내 정보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 회원정보로 이동</a:t>
            </a:r>
            <a:endParaRPr lang="en-US" altLang="ko-KR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④     클릭 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 화면 이동</a:t>
            </a:r>
          </a:p>
        </p:txBody>
      </p:sp>
      <p:sp>
        <p:nvSpPr>
          <p:cNvPr id="24" name="모서리가 둥근 직사각형 114">
            <a:extLst>
              <a:ext uri="{FF2B5EF4-FFF2-40B4-BE49-F238E27FC236}">
                <a16:creationId xmlns:a16="http://schemas.microsoft.com/office/drawing/2014/main" id="{D42C024D-BFD0-D05F-3180-DCA0EF3B09F6}"/>
              </a:ext>
            </a:extLst>
          </p:cNvPr>
          <p:cNvSpPr/>
          <p:nvPr/>
        </p:nvSpPr>
        <p:spPr>
          <a:xfrm>
            <a:off x="8785225" y="29159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6" name="모서리가 둥근 직사각형 114">
            <a:extLst>
              <a:ext uri="{FF2B5EF4-FFF2-40B4-BE49-F238E27FC236}">
                <a16:creationId xmlns:a16="http://schemas.microsoft.com/office/drawing/2014/main" id="{93B6F6A3-FDFD-4A55-D8BF-2709A83DE2FE}"/>
              </a:ext>
            </a:extLst>
          </p:cNvPr>
          <p:cNvSpPr/>
          <p:nvPr/>
        </p:nvSpPr>
        <p:spPr>
          <a:xfrm>
            <a:off x="9656925" y="291595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8" name="모서리가 둥근 직사각형 114">
            <a:extLst>
              <a:ext uri="{FF2B5EF4-FFF2-40B4-BE49-F238E27FC236}">
                <a16:creationId xmlns:a16="http://schemas.microsoft.com/office/drawing/2014/main" id="{925E8624-98DD-039C-9EE5-AF01FB17684A}"/>
              </a:ext>
            </a:extLst>
          </p:cNvPr>
          <p:cNvSpPr/>
          <p:nvPr/>
        </p:nvSpPr>
        <p:spPr>
          <a:xfrm>
            <a:off x="10503969" y="29050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31" name="모서리가 둥근 직사각형 114">
            <a:extLst>
              <a:ext uri="{FF2B5EF4-FFF2-40B4-BE49-F238E27FC236}">
                <a16:creationId xmlns:a16="http://schemas.microsoft.com/office/drawing/2014/main" id="{02DB2EA9-3F86-D97F-FCB3-AA24EB31CD74}"/>
              </a:ext>
            </a:extLst>
          </p:cNvPr>
          <p:cNvSpPr/>
          <p:nvPr/>
        </p:nvSpPr>
        <p:spPr>
          <a:xfrm>
            <a:off x="11317437" y="290504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704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80509C-5551-2CAD-E982-8D78C2FA4C00}"/>
              </a:ext>
            </a:extLst>
          </p:cNvPr>
          <p:cNvSpPr txBox="1"/>
          <p:nvPr/>
        </p:nvSpPr>
        <p:spPr>
          <a:xfrm>
            <a:off x="5322639" y="2789327"/>
            <a:ext cx="231666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r>
              <a:rPr lang="en-US" altLang="ko-KR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lang="ko-KR" altLang="en-US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타입</a:t>
            </a:r>
          </a:p>
        </p:txBody>
      </p:sp>
    </p:spTree>
    <p:extLst>
      <p:ext uri="{BB962C8B-B14F-4D97-AF65-F5344CB8AC3E}">
        <p14:creationId xmlns:p14="http://schemas.microsoft.com/office/powerpoint/2010/main" val="3511926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2CBBA-875A-2BF3-12B2-8EF6BA002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BB2380-848C-E8A2-C9A5-E69D6FCCDFA4}"/>
              </a:ext>
            </a:extLst>
          </p:cNvPr>
          <p:cNvSpPr txBox="1"/>
          <p:nvPr/>
        </p:nvSpPr>
        <p:spPr>
          <a:xfrm>
            <a:off x="288281" y="190942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메인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1B4CA0D-0E1B-5075-8121-4379A7FEF147}"/>
              </a:ext>
            </a:extLst>
          </p:cNvPr>
          <p:cNvSpPr/>
          <p:nvPr/>
        </p:nvSpPr>
        <p:spPr>
          <a:xfrm>
            <a:off x="432297" y="755973"/>
            <a:ext cx="4536504" cy="61089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BF37BD-60D0-7C94-F3BD-B42795F27B20}"/>
              </a:ext>
            </a:extLst>
          </p:cNvPr>
          <p:cNvSpPr/>
          <p:nvPr/>
        </p:nvSpPr>
        <p:spPr>
          <a:xfrm>
            <a:off x="5654961" y="1261864"/>
            <a:ext cx="3043412" cy="499001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BE94E7-3EC8-1CAF-2550-FEC5E09735DA}"/>
              </a:ext>
            </a:extLst>
          </p:cNvPr>
          <p:cNvSpPr/>
          <p:nvPr/>
        </p:nvSpPr>
        <p:spPr>
          <a:xfrm>
            <a:off x="9374735" y="1260029"/>
            <a:ext cx="2090148" cy="5580509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058C59-A3C8-903B-2CF3-461F09C62FA8}"/>
              </a:ext>
            </a:extLst>
          </p:cNvPr>
          <p:cNvSpPr/>
          <p:nvPr/>
        </p:nvSpPr>
        <p:spPr>
          <a:xfrm>
            <a:off x="432297" y="755974"/>
            <a:ext cx="453650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C9E80EA-A675-BD93-BA5B-CFA1FEEBF534}"/>
              </a:ext>
            </a:extLst>
          </p:cNvPr>
          <p:cNvSpPr/>
          <p:nvPr/>
        </p:nvSpPr>
        <p:spPr>
          <a:xfrm>
            <a:off x="432297" y="1127409"/>
            <a:ext cx="4536504" cy="10687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D74FF9EE-F22B-C17A-5D04-E78A87C3BDC7}"/>
              </a:ext>
            </a:extLst>
          </p:cNvPr>
          <p:cNvSpPr/>
          <p:nvPr/>
        </p:nvSpPr>
        <p:spPr>
          <a:xfrm>
            <a:off x="1162890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D673BB3A-59A5-5E48-AB15-96F7DC7D51BA}"/>
              </a:ext>
            </a:extLst>
          </p:cNvPr>
          <p:cNvSpPr/>
          <p:nvPr/>
        </p:nvSpPr>
        <p:spPr>
          <a:xfrm>
            <a:off x="1830128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022A679D-EB63-1410-F10B-D30C77E395A7}"/>
              </a:ext>
            </a:extLst>
          </p:cNvPr>
          <p:cNvSpPr/>
          <p:nvPr/>
        </p:nvSpPr>
        <p:spPr>
          <a:xfrm>
            <a:off x="249736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E7CC6D08-127F-8AD8-BF94-F4AB6BB2FC13}"/>
              </a:ext>
            </a:extLst>
          </p:cNvPr>
          <p:cNvSpPr/>
          <p:nvPr/>
        </p:nvSpPr>
        <p:spPr>
          <a:xfrm>
            <a:off x="3147477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9BA7FBE8-0ACC-A5F5-3A18-A7E64A3368F6}"/>
              </a:ext>
            </a:extLst>
          </p:cNvPr>
          <p:cNvSpPr/>
          <p:nvPr/>
        </p:nvSpPr>
        <p:spPr>
          <a:xfrm>
            <a:off x="3817811" y="2396571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366E1F-338A-B24E-F3D7-68CA3BAEE9BB}"/>
              </a:ext>
            </a:extLst>
          </p:cNvPr>
          <p:cNvSpPr txBox="1"/>
          <p:nvPr/>
        </p:nvSpPr>
        <p:spPr>
          <a:xfrm>
            <a:off x="1118457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80FC47-BB60-26C8-BD3C-4E50D2D1568E}"/>
              </a:ext>
            </a:extLst>
          </p:cNvPr>
          <p:cNvSpPr txBox="1"/>
          <p:nvPr/>
        </p:nvSpPr>
        <p:spPr>
          <a:xfrm>
            <a:off x="1770448" y="2796798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5F2B9F7-09CF-AD15-740B-AD21C14599B0}"/>
              </a:ext>
            </a:extLst>
          </p:cNvPr>
          <p:cNvSpPr txBox="1"/>
          <p:nvPr/>
        </p:nvSpPr>
        <p:spPr>
          <a:xfrm>
            <a:off x="2359018" y="2784371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B67A00-D769-4909-9405-B5AAB69605C4}"/>
              </a:ext>
            </a:extLst>
          </p:cNvPr>
          <p:cNvSpPr txBox="1"/>
          <p:nvPr/>
        </p:nvSpPr>
        <p:spPr>
          <a:xfrm>
            <a:off x="3024585" y="2784371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B113D84-FA09-B4A9-2632-1E5D6AAC49A1}"/>
              </a:ext>
            </a:extLst>
          </p:cNvPr>
          <p:cNvSpPr txBox="1"/>
          <p:nvPr/>
        </p:nvSpPr>
        <p:spPr>
          <a:xfrm>
            <a:off x="3672657" y="279095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39D104D-41BA-2950-F3D5-D8C459F91B33}"/>
              </a:ext>
            </a:extLst>
          </p:cNvPr>
          <p:cNvGrpSpPr/>
          <p:nvPr/>
        </p:nvGrpSpPr>
        <p:grpSpPr>
          <a:xfrm>
            <a:off x="2186364" y="3091522"/>
            <a:ext cx="1107996" cy="256740"/>
            <a:chOff x="2633068" y="3728198"/>
            <a:chExt cx="1107996" cy="25674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3FB0319-6CEF-CE8B-23AB-DC04153180C6}"/>
                </a:ext>
              </a:extLst>
            </p:cNvPr>
            <p:cNvSpPr txBox="1"/>
            <p:nvPr/>
          </p:nvSpPr>
          <p:spPr>
            <a:xfrm>
              <a:off x="2633068" y="3728198"/>
              <a:ext cx="1107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5E6E8E30-4045-FE4A-B805-369F6829E7A4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E3836AF-20F0-079A-CEAB-1B09886C14FB}"/>
              </a:ext>
            </a:extLst>
          </p:cNvPr>
          <p:cNvSpPr/>
          <p:nvPr/>
        </p:nvSpPr>
        <p:spPr>
          <a:xfrm>
            <a:off x="936353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064810E-631D-2668-DBEE-EB90B99CEF5D}"/>
              </a:ext>
            </a:extLst>
          </p:cNvPr>
          <p:cNvSpPr/>
          <p:nvPr/>
        </p:nvSpPr>
        <p:spPr>
          <a:xfrm>
            <a:off x="1846145" y="344599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3AD4406-5356-289F-24F7-0A08064CAFD0}"/>
              </a:ext>
            </a:extLst>
          </p:cNvPr>
          <p:cNvSpPr/>
          <p:nvPr/>
        </p:nvSpPr>
        <p:spPr>
          <a:xfrm>
            <a:off x="2755937" y="343839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6D0B9C9-144C-1031-77CF-2853E08EADE9}"/>
              </a:ext>
            </a:extLst>
          </p:cNvPr>
          <p:cNvSpPr/>
          <p:nvPr/>
        </p:nvSpPr>
        <p:spPr>
          <a:xfrm>
            <a:off x="3648526" y="3439345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899FAD0B-301D-372A-EB6C-A0861670C439}"/>
              </a:ext>
            </a:extLst>
          </p:cNvPr>
          <p:cNvSpPr/>
          <p:nvPr/>
        </p:nvSpPr>
        <p:spPr>
          <a:xfrm>
            <a:off x="936353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1E604393-4F76-F815-DD4E-0882E11A1896}"/>
              </a:ext>
            </a:extLst>
          </p:cNvPr>
          <p:cNvSpPr/>
          <p:nvPr/>
        </p:nvSpPr>
        <p:spPr>
          <a:xfrm>
            <a:off x="1846145" y="398036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C54427-13FA-00DC-DDF6-9C133BEF38CE}"/>
              </a:ext>
            </a:extLst>
          </p:cNvPr>
          <p:cNvSpPr/>
          <p:nvPr/>
        </p:nvSpPr>
        <p:spPr>
          <a:xfrm>
            <a:off x="2755937" y="3972772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EAE06DF-06E0-4B67-225C-938777510801}"/>
              </a:ext>
            </a:extLst>
          </p:cNvPr>
          <p:cNvSpPr/>
          <p:nvPr/>
        </p:nvSpPr>
        <p:spPr>
          <a:xfrm>
            <a:off x="3648526" y="3973718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D268F88-DAE9-4BF7-874F-2F76E843CF2B}"/>
              </a:ext>
            </a:extLst>
          </p:cNvPr>
          <p:cNvSpPr txBox="1"/>
          <p:nvPr/>
        </p:nvSpPr>
        <p:spPr>
          <a:xfrm>
            <a:off x="862429" y="3243654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B03CD23-2995-10EF-84BA-12FF17506B1C}"/>
              </a:ext>
            </a:extLst>
          </p:cNvPr>
          <p:cNvSpPr txBox="1"/>
          <p:nvPr/>
        </p:nvSpPr>
        <p:spPr>
          <a:xfrm>
            <a:off x="841285" y="4485582"/>
            <a:ext cx="731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47C6DE4-A4DA-6BA5-DCAA-4CE564A740E4}"/>
              </a:ext>
            </a:extLst>
          </p:cNvPr>
          <p:cNvSpPr/>
          <p:nvPr/>
        </p:nvSpPr>
        <p:spPr>
          <a:xfrm>
            <a:off x="938518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C7BB9094-D9C1-2D81-7EE7-550ACFB0064D}"/>
              </a:ext>
            </a:extLst>
          </p:cNvPr>
          <p:cNvSpPr/>
          <p:nvPr/>
        </p:nvSpPr>
        <p:spPr>
          <a:xfrm>
            <a:off x="1848310" y="4704496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5442792-990D-47F6-D456-56CF53116738}"/>
              </a:ext>
            </a:extLst>
          </p:cNvPr>
          <p:cNvSpPr/>
          <p:nvPr/>
        </p:nvSpPr>
        <p:spPr>
          <a:xfrm>
            <a:off x="2758102" y="4696901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59A4948-F6BC-9B1D-ADDB-C94B33B95CA8}"/>
              </a:ext>
            </a:extLst>
          </p:cNvPr>
          <p:cNvSpPr/>
          <p:nvPr/>
        </p:nvSpPr>
        <p:spPr>
          <a:xfrm>
            <a:off x="3650691" y="4697847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ECBEBA4-4CD4-0FC6-C7F9-9E7146D54CD7}"/>
              </a:ext>
            </a:extLst>
          </p:cNvPr>
          <p:cNvSpPr/>
          <p:nvPr/>
        </p:nvSpPr>
        <p:spPr>
          <a:xfrm>
            <a:off x="938518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4497C149-3EFA-2F9D-686A-4A378FBBFA8C}"/>
              </a:ext>
            </a:extLst>
          </p:cNvPr>
          <p:cNvSpPr/>
          <p:nvPr/>
        </p:nvSpPr>
        <p:spPr>
          <a:xfrm>
            <a:off x="1848310" y="5238869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72C8C6ED-9E96-FABA-4D14-F3FDE26BCE3A}"/>
              </a:ext>
            </a:extLst>
          </p:cNvPr>
          <p:cNvSpPr/>
          <p:nvPr/>
        </p:nvSpPr>
        <p:spPr>
          <a:xfrm>
            <a:off x="2758102" y="5231274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5FEBD785-26BE-F7DE-5B16-2C3105D9D446}"/>
              </a:ext>
            </a:extLst>
          </p:cNvPr>
          <p:cNvSpPr/>
          <p:nvPr/>
        </p:nvSpPr>
        <p:spPr>
          <a:xfrm>
            <a:off x="3650691" y="5232220"/>
            <a:ext cx="836499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764A5176-6768-2C9B-EB65-0514888DD023}"/>
              </a:ext>
            </a:extLst>
          </p:cNvPr>
          <p:cNvSpPr/>
          <p:nvPr/>
        </p:nvSpPr>
        <p:spPr>
          <a:xfrm>
            <a:off x="908099" y="5927592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F9F07E31-0E73-6CA4-DC29-6824D931B345}"/>
              </a:ext>
            </a:extLst>
          </p:cNvPr>
          <p:cNvSpPr/>
          <p:nvPr/>
        </p:nvSpPr>
        <p:spPr>
          <a:xfrm>
            <a:off x="908099" y="6218248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CBCFF988-ABD9-D5EC-FC41-841D95922D57}"/>
              </a:ext>
            </a:extLst>
          </p:cNvPr>
          <p:cNvSpPr/>
          <p:nvPr/>
        </p:nvSpPr>
        <p:spPr>
          <a:xfrm>
            <a:off x="426005" y="6516614"/>
            <a:ext cx="4536504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E35138E-F716-0EAD-327A-5AC9C73C148A}"/>
              </a:ext>
            </a:extLst>
          </p:cNvPr>
          <p:cNvSpPr/>
          <p:nvPr/>
        </p:nvSpPr>
        <p:spPr>
          <a:xfrm>
            <a:off x="5654961" y="1261864"/>
            <a:ext cx="3043412" cy="16285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A8A4CAB2-35F4-B786-D3A7-0C49D048B6A8}"/>
              </a:ext>
            </a:extLst>
          </p:cNvPr>
          <p:cNvSpPr/>
          <p:nvPr/>
        </p:nvSpPr>
        <p:spPr>
          <a:xfrm>
            <a:off x="5654961" y="1553932"/>
            <a:ext cx="3043412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04" name="순서도: 연결자 103">
            <a:extLst>
              <a:ext uri="{FF2B5EF4-FFF2-40B4-BE49-F238E27FC236}">
                <a16:creationId xmlns:a16="http://schemas.microsoft.com/office/drawing/2014/main" id="{0703B52E-34A2-0A97-CAEB-7EB45DECF3BD}"/>
              </a:ext>
            </a:extLst>
          </p:cNvPr>
          <p:cNvSpPr/>
          <p:nvPr/>
        </p:nvSpPr>
        <p:spPr>
          <a:xfrm>
            <a:off x="607365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순서도: 연결자 105">
            <a:extLst>
              <a:ext uri="{FF2B5EF4-FFF2-40B4-BE49-F238E27FC236}">
                <a16:creationId xmlns:a16="http://schemas.microsoft.com/office/drawing/2014/main" id="{32158846-AEF6-0F72-531B-9385BFD5E1F9}"/>
              </a:ext>
            </a:extLst>
          </p:cNvPr>
          <p:cNvSpPr/>
          <p:nvPr/>
        </p:nvSpPr>
        <p:spPr>
          <a:xfrm>
            <a:off x="655297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순서도: 연결자 107">
            <a:extLst>
              <a:ext uri="{FF2B5EF4-FFF2-40B4-BE49-F238E27FC236}">
                <a16:creationId xmlns:a16="http://schemas.microsoft.com/office/drawing/2014/main" id="{8384ADDE-3E1B-8FED-7091-2440C689536C}"/>
              </a:ext>
            </a:extLst>
          </p:cNvPr>
          <p:cNvSpPr/>
          <p:nvPr/>
        </p:nvSpPr>
        <p:spPr>
          <a:xfrm>
            <a:off x="700843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순서도: 연결자 109">
            <a:extLst>
              <a:ext uri="{FF2B5EF4-FFF2-40B4-BE49-F238E27FC236}">
                <a16:creationId xmlns:a16="http://schemas.microsoft.com/office/drawing/2014/main" id="{EF4AC49C-268D-907C-7215-215C15DE6462}"/>
              </a:ext>
            </a:extLst>
          </p:cNvPr>
          <p:cNvSpPr/>
          <p:nvPr/>
        </p:nvSpPr>
        <p:spPr>
          <a:xfrm>
            <a:off x="7489081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순서도: 연결자 111">
            <a:extLst>
              <a:ext uri="{FF2B5EF4-FFF2-40B4-BE49-F238E27FC236}">
                <a16:creationId xmlns:a16="http://schemas.microsoft.com/office/drawing/2014/main" id="{636C590D-602E-2A10-C2ED-A1C04AB2041A}"/>
              </a:ext>
            </a:extLst>
          </p:cNvPr>
          <p:cNvSpPr/>
          <p:nvPr/>
        </p:nvSpPr>
        <p:spPr>
          <a:xfrm>
            <a:off x="796883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B4A1256-71E0-9432-DD4E-6F584C3BB1CA}"/>
              </a:ext>
            </a:extLst>
          </p:cNvPr>
          <p:cNvSpPr txBox="1"/>
          <p:nvPr/>
        </p:nvSpPr>
        <p:spPr>
          <a:xfrm>
            <a:off x="6013837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B8FAAB75-5DD8-CDF5-0026-68A1AF836E93}"/>
              </a:ext>
            </a:extLst>
          </p:cNvPr>
          <p:cNvSpPr txBox="1"/>
          <p:nvPr/>
        </p:nvSpPr>
        <p:spPr>
          <a:xfrm>
            <a:off x="6508854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2C6E049-F4EB-F4F6-E6A5-D857E2A742BA}"/>
              </a:ext>
            </a:extLst>
          </p:cNvPr>
          <p:cNvSpPr txBox="1"/>
          <p:nvPr/>
        </p:nvSpPr>
        <p:spPr>
          <a:xfrm>
            <a:off x="6920297" y="261833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989B04D-576D-9707-86B3-11695FF07BC4}"/>
              </a:ext>
            </a:extLst>
          </p:cNvPr>
          <p:cNvSpPr txBox="1"/>
          <p:nvPr/>
        </p:nvSpPr>
        <p:spPr>
          <a:xfrm>
            <a:off x="7434436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386D74A-37E7-0158-57DD-E1A70A13BC65}"/>
              </a:ext>
            </a:extLst>
          </p:cNvPr>
          <p:cNvSpPr txBox="1"/>
          <p:nvPr/>
        </p:nvSpPr>
        <p:spPr>
          <a:xfrm>
            <a:off x="7885194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1F82046-6B0B-923C-052D-D1897A5978F0}"/>
              </a:ext>
            </a:extLst>
          </p:cNvPr>
          <p:cNvSpPr txBox="1"/>
          <p:nvPr/>
        </p:nvSpPr>
        <p:spPr>
          <a:xfrm>
            <a:off x="6706985" y="2891859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BD407738-60E7-1152-DC57-377B4F5D3A76}"/>
              </a:ext>
            </a:extLst>
          </p:cNvPr>
          <p:cNvSpPr/>
          <p:nvPr/>
        </p:nvSpPr>
        <p:spPr>
          <a:xfrm>
            <a:off x="5673732" y="314909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C85F44B7-9970-3ED6-1D56-BF4B08FE619C}"/>
              </a:ext>
            </a:extLst>
          </p:cNvPr>
          <p:cNvSpPr/>
          <p:nvPr/>
        </p:nvSpPr>
        <p:spPr>
          <a:xfrm>
            <a:off x="6422721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FF95F0FE-A90D-F05F-2EBC-22A84C76C618}"/>
              </a:ext>
            </a:extLst>
          </p:cNvPr>
          <p:cNvSpPr/>
          <p:nvPr/>
        </p:nvSpPr>
        <p:spPr>
          <a:xfrm>
            <a:off x="71833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73B6B8A0-0CB4-78AE-4126-3845885F8DF4}"/>
              </a:ext>
            </a:extLst>
          </p:cNvPr>
          <p:cNvSpPr/>
          <p:nvPr/>
        </p:nvSpPr>
        <p:spPr>
          <a:xfrm>
            <a:off x="79407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1D86CBC0-9319-28C3-ADC2-657D2C8391DC}"/>
              </a:ext>
            </a:extLst>
          </p:cNvPr>
          <p:cNvSpPr/>
          <p:nvPr/>
        </p:nvSpPr>
        <p:spPr>
          <a:xfrm>
            <a:off x="5673732" y="359366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1600FF4A-FA3C-CC65-0D80-254424B86C88}"/>
              </a:ext>
            </a:extLst>
          </p:cNvPr>
          <p:cNvSpPr/>
          <p:nvPr/>
        </p:nvSpPr>
        <p:spPr>
          <a:xfrm>
            <a:off x="6422721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76B37DD3-8911-9B9D-D2B2-8E43074C0F0B}"/>
              </a:ext>
            </a:extLst>
          </p:cNvPr>
          <p:cNvSpPr/>
          <p:nvPr/>
        </p:nvSpPr>
        <p:spPr>
          <a:xfrm>
            <a:off x="71833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53BEF13-FA78-1A6E-9E99-FF5562A2ABCE}"/>
              </a:ext>
            </a:extLst>
          </p:cNvPr>
          <p:cNvSpPr/>
          <p:nvPr/>
        </p:nvSpPr>
        <p:spPr>
          <a:xfrm>
            <a:off x="7940763" y="3595714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E24D36AB-1671-80E9-87A5-0CE049374D7F}"/>
              </a:ext>
            </a:extLst>
          </p:cNvPr>
          <p:cNvSpPr/>
          <p:nvPr/>
        </p:nvSpPr>
        <p:spPr>
          <a:xfrm>
            <a:off x="6718327" y="3022830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7CF257B-5538-82C7-B789-E6E9CBBB4D32}"/>
              </a:ext>
            </a:extLst>
          </p:cNvPr>
          <p:cNvSpPr txBox="1"/>
          <p:nvPr/>
        </p:nvSpPr>
        <p:spPr>
          <a:xfrm>
            <a:off x="5605857" y="2968178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D876BF9F-EF12-14FC-739F-9D6C3717B429}"/>
              </a:ext>
            </a:extLst>
          </p:cNvPr>
          <p:cNvSpPr/>
          <p:nvPr/>
        </p:nvSpPr>
        <p:spPr>
          <a:xfrm>
            <a:off x="5673732" y="419343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6D1574F9-EBD0-EBD6-A8BB-362AE274A0F9}"/>
              </a:ext>
            </a:extLst>
          </p:cNvPr>
          <p:cNvSpPr/>
          <p:nvPr/>
        </p:nvSpPr>
        <p:spPr>
          <a:xfrm>
            <a:off x="6422721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5870B35-49EF-9305-C20E-78061E0B7BDE}"/>
              </a:ext>
            </a:extLst>
          </p:cNvPr>
          <p:cNvSpPr/>
          <p:nvPr/>
        </p:nvSpPr>
        <p:spPr>
          <a:xfrm>
            <a:off x="71833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AF63FCE-AC4F-DA13-DC5E-67E1CD793442}"/>
              </a:ext>
            </a:extLst>
          </p:cNvPr>
          <p:cNvSpPr/>
          <p:nvPr/>
        </p:nvSpPr>
        <p:spPr>
          <a:xfrm>
            <a:off x="7940763" y="4195489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CCBEA0A4-35E2-4FB9-E0E1-C400F47A3D5A}"/>
              </a:ext>
            </a:extLst>
          </p:cNvPr>
          <p:cNvSpPr/>
          <p:nvPr/>
        </p:nvSpPr>
        <p:spPr>
          <a:xfrm>
            <a:off x="5673732" y="463800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F9B5404-761D-236A-541E-FBFB174D80A3}"/>
              </a:ext>
            </a:extLst>
          </p:cNvPr>
          <p:cNvSpPr/>
          <p:nvPr/>
        </p:nvSpPr>
        <p:spPr>
          <a:xfrm>
            <a:off x="6422721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AA01FAD-EB25-C4C7-286A-AFDD10147941}"/>
              </a:ext>
            </a:extLst>
          </p:cNvPr>
          <p:cNvSpPr/>
          <p:nvPr/>
        </p:nvSpPr>
        <p:spPr>
          <a:xfrm>
            <a:off x="71833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0" name="직사각형 159">
            <a:extLst>
              <a:ext uri="{FF2B5EF4-FFF2-40B4-BE49-F238E27FC236}">
                <a16:creationId xmlns:a16="http://schemas.microsoft.com/office/drawing/2014/main" id="{6D7644FC-87C4-8E5D-B69F-5F7EB53548F9}"/>
              </a:ext>
            </a:extLst>
          </p:cNvPr>
          <p:cNvSpPr/>
          <p:nvPr/>
        </p:nvSpPr>
        <p:spPr>
          <a:xfrm>
            <a:off x="7940763" y="4640056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9C1DDC7-1DB8-28DE-CDBE-63A6BF63F918}"/>
              </a:ext>
            </a:extLst>
          </p:cNvPr>
          <p:cNvSpPr txBox="1"/>
          <p:nvPr/>
        </p:nvSpPr>
        <p:spPr>
          <a:xfrm>
            <a:off x="5605857" y="4012520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3B1355F-FBBF-FF58-2349-0BE5574FDEA7}"/>
              </a:ext>
            </a:extLst>
          </p:cNvPr>
          <p:cNvSpPr/>
          <p:nvPr/>
        </p:nvSpPr>
        <p:spPr>
          <a:xfrm>
            <a:off x="5654961" y="5332679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659F6AA9-99A5-8DDD-2FD3-F3D0E5B49301}"/>
              </a:ext>
            </a:extLst>
          </p:cNvPr>
          <p:cNvSpPr/>
          <p:nvPr/>
        </p:nvSpPr>
        <p:spPr>
          <a:xfrm>
            <a:off x="5654961" y="5564233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B2B9733-198A-6BEA-2D90-034DE0236C3E}"/>
              </a:ext>
            </a:extLst>
          </p:cNvPr>
          <p:cNvSpPr/>
          <p:nvPr/>
        </p:nvSpPr>
        <p:spPr>
          <a:xfrm>
            <a:off x="5655650" y="5900971"/>
            <a:ext cx="3042723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0472136-1B35-0C1F-BA78-2B8B536FCE3E}"/>
              </a:ext>
            </a:extLst>
          </p:cNvPr>
          <p:cNvSpPr/>
          <p:nvPr/>
        </p:nvSpPr>
        <p:spPr>
          <a:xfrm>
            <a:off x="9374735" y="1260030"/>
            <a:ext cx="209014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15A7FB54-0B3C-AE7F-2311-C761C43EECA2}"/>
              </a:ext>
            </a:extLst>
          </p:cNvPr>
          <p:cNvSpPr/>
          <p:nvPr/>
        </p:nvSpPr>
        <p:spPr>
          <a:xfrm>
            <a:off x="9374735" y="1552097"/>
            <a:ext cx="2090148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74" name="순서도: 연결자 173">
            <a:extLst>
              <a:ext uri="{FF2B5EF4-FFF2-40B4-BE49-F238E27FC236}">
                <a16:creationId xmlns:a16="http://schemas.microsoft.com/office/drawing/2014/main" id="{ADADDB1B-2924-0170-AA04-CE740888C790}"/>
              </a:ext>
            </a:extLst>
          </p:cNvPr>
          <p:cNvSpPr/>
          <p:nvPr/>
        </p:nvSpPr>
        <p:spPr>
          <a:xfrm>
            <a:off x="9475805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6" name="순서도: 연결자 175">
            <a:extLst>
              <a:ext uri="{FF2B5EF4-FFF2-40B4-BE49-F238E27FC236}">
                <a16:creationId xmlns:a16="http://schemas.microsoft.com/office/drawing/2014/main" id="{1B340A54-06AD-313F-3E6F-F3821BA1ABB9}"/>
              </a:ext>
            </a:extLst>
          </p:cNvPr>
          <p:cNvSpPr/>
          <p:nvPr/>
        </p:nvSpPr>
        <p:spPr>
          <a:xfrm>
            <a:off x="9866871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8" name="순서도: 연결자 177">
            <a:extLst>
              <a:ext uri="{FF2B5EF4-FFF2-40B4-BE49-F238E27FC236}">
                <a16:creationId xmlns:a16="http://schemas.microsoft.com/office/drawing/2014/main" id="{4E1F2242-EE9F-51E0-8069-19326BAF78F8}"/>
              </a:ext>
            </a:extLst>
          </p:cNvPr>
          <p:cNvSpPr/>
          <p:nvPr/>
        </p:nvSpPr>
        <p:spPr>
          <a:xfrm>
            <a:off x="1026656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0" name="순서도: 연결자 179">
            <a:extLst>
              <a:ext uri="{FF2B5EF4-FFF2-40B4-BE49-F238E27FC236}">
                <a16:creationId xmlns:a16="http://schemas.microsoft.com/office/drawing/2014/main" id="{5C6CED37-26A1-4454-FD88-B56F9EC801BB}"/>
              </a:ext>
            </a:extLst>
          </p:cNvPr>
          <p:cNvSpPr/>
          <p:nvPr/>
        </p:nvSpPr>
        <p:spPr>
          <a:xfrm>
            <a:off x="1067520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순서도: 연결자 181">
            <a:extLst>
              <a:ext uri="{FF2B5EF4-FFF2-40B4-BE49-F238E27FC236}">
                <a16:creationId xmlns:a16="http://schemas.microsoft.com/office/drawing/2014/main" id="{13DD0278-0EF8-6869-1395-0D4F6B515858}"/>
              </a:ext>
            </a:extLst>
          </p:cNvPr>
          <p:cNvSpPr/>
          <p:nvPr/>
        </p:nvSpPr>
        <p:spPr>
          <a:xfrm>
            <a:off x="11082957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F881B2C-F01B-7418-32A5-C78E347D6D34}"/>
              </a:ext>
            </a:extLst>
          </p:cNvPr>
          <p:cNvSpPr txBox="1"/>
          <p:nvPr/>
        </p:nvSpPr>
        <p:spPr>
          <a:xfrm>
            <a:off x="9415989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5E785FAA-2D8A-3CAE-196D-8129B8E7053C}"/>
              </a:ext>
            </a:extLst>
          </p:cNvPr>
          <p:cNvSpPr txBox="1"/>
          <p:nvPr/>
        </p:nvSpPr>
        <p:spPr>
          <a:xfrm>
            <a:off x="9811815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4DB9DF3-926A-DFFE-9C5C-582EA89337F9}"/>
              </a:ext>
            </a:extLst>
          </p:cNvPr>
          <p:cNvSpPr txBox="1"/>
          <p:nvPr/>
        </p:nvSpPr>
        <p:spPr>
          <a:xfrm>
            <a:off x="10149517" y="264415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79C1908A-EBE9-682A-8F5B-1A2C25F721E3}"/>
              </a:ext>
            </a:extLst>
          </p:cNvPr>
          <p:cNvSpPr txBox="1"/>
          <p:nvPr/>
        </p:nvSpPr>
        <p:spPr>
          <a:xfrm>
            <a:off x="1062056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9E5036A3-1C7C-942A-E0B9-1998048A37E5}"/>
              </a:ext>
            </a:extLst>
          </p:cNvPr>
          <p:cNvSpPr txBox="1"/>
          <p:nvPr/>
        </p:nvSpPr>
        <p:spPr>
          <a:xfrm>
            <a:off x="1099931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79E885AF-F074-982E-8EAA-9F5331377B06}"/>
              </a:ext>
            </a:extLst>
          </p:cNvPr>
          <p:cNvSpPr txBox="1"/>
          <p:nvPr/>
        </p:nvSpPr>
        <p:spPr>
          <a:xfrm>
            <a:off x="9939439" y="2844205"/>
            <a:ext cx="8867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인기 상품</a:t>
            </a: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31F3D8CA-B68D-3781-DA00-6D24FD62A090}"/>
              </a:ext>
            </a:extLst>
          </p:cNvPr>
          <p:cNvSpPr/>
          <p:nvPr/>
        </p:nvSpPr>
        <p:spPr>
          <a:xfrm>
            <a:off x="9634972" y="328385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A973844B-6F8B-91DD-FC29-B4AEF71D2682}"/>
              </a:ext>
            </a:extLst>
          </p:cNvPr>
          <p:cNvSpPr/>
          <p:nvPr/>
        </p:nvSpPr>
        <p:spPr>
          <a:xfrm>
            <a:off x="10383961" y="328590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7A8E135C-FDBF-C14A-779F-14FD7268BF1E}"/>
              </a:ext>
            </a:extLst>
          </p:cNvPr>
          <p:cNvSpPr/>
          <p:nvPr/>
        </p:nvSpPr>
        <p:spPr>
          <a:xfrm>
            <a:off x="9950781" y="2975176"/>
            <a:ext cx="864096" cy="72008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96303DE-4E98-2943-B08D-D6995B6C4010}"/>
              </a:ext>
            </a:extLst>
          </p:cNvPr>
          <p:cNvSpPr txBox="1"/>
          <p:nvPr/>
        </p:nvSpPr>
        <p:spPr>
          <a:xfrm>
            <a:off x="9567097" y="310293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E8E6EEE-0B99-1502-C1DD-48A225213A27}"/>
              </a:ext>
            </a:extLst>
          </p:cNvPr>
          <p:cNvSpPr/>
          <p:nvPr/>
        </p:nvSpPr>
        <p:spPr>
          <a:xfrm>
            <a:off x="9631971" y="356826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6" name="직사각형 205">
            <a:extLst>
              <a:ext uri="{FF2B5EF4-FFF2-40B4-BE49-F238E27FC236}">
                <a16:creationId xmlns:a16="http://schemas.microsoft.com/office/drawing/2014/main" id="{3F1BEF0E-A432-0D16-E6A0-91FE409974F9}"/>
              </a:ext>
            </a:extLst>
          </p:cNvPr>
          <p:cNvSpPr/>
          <p:nvPr/>
        </p:nvSpPr>
        <p:spPr>
          <a:xfrm>
            <a:off x="10385429" y="35642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F0812641-5234-507E-EDF6-D1D1FA3D3DC2}"/>
              </a:ext>
            </a:extLst>
          </p:cNvPr>
          <p:cNvSpPr/>
          <p:nvPr/>
        </p:nvSpPr>
        <p:spPr>
          <a:xfrm>
            <a:off x="9632012" y="3852317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DEE44CE5-77F3-A216-0CBE-628805022E48}"/>
              </a:ext>
            </a:extLst>
          </p:cNvPr>
          <p:cNvSpPr/>
          <p:nvPr/>
        </p:nvSpPr>
        <p:spPr>
          <a:xfrm>
            <a:off x="10378287" y="3854367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1F4B388F-C056-E473-B149-BFC63E064053}"/>
              </a:ext>
            </a:extLst>
          </p:cNvPr>
          <p:cNvSpPr/>
          <p:nvPr/>
        </p:nvSpPr>
        <p:spPr>
          <a:xfrm>
            <a:off x="9632013" y="4144326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id="{60C73D29-A76B-E6C1-DA84-D05C9A45F933}"/>
              </a:ext>
            </a:extLst>
          </p:cNvPr>
          <p:cNvSpPr/>
          <p:nvPr/>
        </p:nvSpPr>
        <p:spPr>
          <a:xfrm>
            <a:off x="10379755" y="4140349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1D70F215-CDE1-8596-7B6D-999049808ADE}"/>
              </a:ext>
            </a:extLst>
          </p:cNvPr>
          <p:cNvSpPr/>
          <p:nvPr/>
        </p:nvSpPr>
        <p:spPr>
          <a:xfrm>
            <a:off x="9374735" y="6404148"/>
            <a:ext cx="2090148" cy="1844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A272F3A4-4781-03FC-4379-761A404DC2A8}"/>
              </a:ext>
            </a:extLst>
          </p:cNvPr>
          <p:cNvSpPr txBox="1"/>
          <p:nvPr/>
        </p:nvSpPr>
        <p:spPr>
          <a:xfrm>
            <a:off x="9535229" y="4441993"/>
            <a:ext cx="6559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유형</a:t>
            </a: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2A2AF0BE-5FD2-548E-9904-CFAF2E4A29F7}"/>
              </a:ext>
            </a:extLst>
          </p:cNvPr>
          <p:cNvSpPr/>
          <p:nvPr/>
        </p:nvSpPr>
        <p:spPr>
          <a:xfrm>
            <a:off x="9374735" y="5957888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00DA4575-C57A-12F5-02E6-D270CE411479}"/>
              </a:ext>
            </a:extLst>
          </p:cNvPr>
          <p:cNvSpPr/>
          <p:nvPr/>
        </p:nvSpPr>
        <p:spPr>
          <a:xfrm>
            <a:off x="9376849" y="6175422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4D0E9FD-C79D-5B86-8275-FE43FDDF1846}"/>
              </a:ext>
            </a:extLst>
          </p:cNvPr>
          <p:cNvSpPr/>
          <p:nvPr/>
        </p:nvSpPr>
        <p:spPr>
          <a:xfrm>
            <a:off x="9374735" y="6660629"/>
            <a:ext cx="2090148" cy="144016"/>
          </a:xfrm>
          <a:prstGeom prst="rect">
            <a:avLst/>
          </a:prstGeom>
          <a:solidFill>
            <a:srgbClr val="00206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17828F-0689-B4A7-948F-A7FFA913A39B}"/>
              </a:ext>
            </a:extLst>
          </p:cNvPr>
          <p:cNvSpPr/>
          <p:nvPr/>
        </p:nvSpPr>
        <p:spPr>
          <a:xfrm>
            <a:off x="9632013" y="464488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5EB6E27-A696-F8AA-3BC1-F9729635D061}"/>
              </a:ext>
            </a:extLst>
          </p:cNvPr>
          <p:cNvSpPr/>
          <p:nvPr/>
        </p:nvSpPr>
        <p:spPr>
          <a:xfrm>
            <a:off x="10381002" y="464693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DED035-D9FF-E5EE-0C8F-ACB19362B51A}"/>
              </a:ext>
            </a:extLst>
          </p:cNvPr>
          <p:cNvSpPr/>
          <p:nvPr/>
        </p:nvSpPr>
        <p:spPr>
          <a:xfrm>
            <a:off x="9629012" y="4929295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C5E08A7-5EAE-4E1E-8AE5-5E7BA85D672B}"/>
              </a:ext>
            </a:extLst>
          </p:cNvPr>
          <p:cNvSpPr/>
          <p:nvPr/>
        </p:nvSpPr>
        <p:spPr>
          <a:xfrm>
            <a:off x="10382470" y="4925318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28DBCAB-C84F-5C44-24C5-1CA384FF4131}"/>
              </a:ext>
            </a:extLst>
          </p:cNvPr>
          <p:cNvSpPr/>
          <p:nvPr/>
        </p:nvSpPr>
        <p:spPr>
          <a:xfrm>
            <a:off x="9629053" y="5213350"/>
            <a:ext cx="717365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986BAA7-3CAF-971D-FD95-C494171853E4}"/>
              </a:ext>
            </a:extLst>
          </p:cNvPr>
          <p:cNvSpPr/>
          <p:nvPr/>
        </p:nvSpPr>
        <p:spPr>
          <a:xfrm>
            <a:off x="10375328" y="5215400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F7B2311-3D5E-9D45-3C2B-A8B767089539}"/>
              </a:ext>
            </a:extLst>
          </p:cNvPr>
          <p:cNvSpPr/>
          <p:nvPr/>
        </p:nvSpPr>
        <p:spPr>
          <a:xfrm>
            <a:off x="9629054" y="5505359"/>
            <a:ext cx="714364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D4C5C30-C0DF-F9CF-F819-C9FBE56889ED}"/>
              </a:ext>
            </a:extLst>
          </p:cNvPr>
          <p:cNvSpPr/>
          <p:nvPr/>
        </p:nvSpPr>
        <p:spPr>
          <a:xfrm>
            <a:off x="10376796" y="5501382"/>
            <a:ext cx="720080" cy="24113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FF6DB8-1423-E007-DB84-1DB472325B83}"/>
              </a:ext>
            </a:extLst>
          </p:cNvPr>
          <p:cNvSpPr txBox="1"/>
          <p:nvPr/>
        </p:nvSpPr>
        <p:spPr>
          <a:xfrm>
            <a:off x="331194" y="518652"/>
            <a:ext cx="3706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C6F53E-D426-ADCF-5568-7ACC5E29AD05}"/>
              </a:ext>
            </a:extLst>
          </p:cNvPr>
          <p:cNvSpPr txBox="1"/>
          <p:nvPr/>
        </p:nvSpPr>
        <p:spPr>
          <a:xfrm>
            <a:off x="5605857" y="96437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A7F25-86BD-A44F-FBE6-D118B256C3B2}"/>
              </a:ext>
            </a:extLst>
          </p:cNvPr>
          <p:cNvSpPr txBox="1"/>
          <p:nvPr/>
        </p:nvSpPr>
        <p:spPr>
          <a:xfrm>
            <a:off x="9291022" y="9830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</p:spTree>
    <p:extLst>
      <p:ext uri="{BB962C8B-B14F-4D97-AF65-F5344CB8AC3E}">
        <p14:creationId xmlns:p14="http://schemas.microsoft.com/office/powerpoint/2010/main" val="1882529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9498" y="2700189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PC_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314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5660765C-44F3-EE9F-DE76-FD4A159F26DE}"/>
              </a:ext>
            </a:extLst>
          </p:cNvPr>
          <p:cNvSpPr/>
          <p:nvPr/>
        </p:nvSpPr>
        <p:spPr>
          <a:xfrm>
            <a:off x="69715" y="6238577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ACC7CFE-0A62-C5C0-E454-804EF106127D}"/>
              </a:ext>
            </a:extLst>
          </p:cNvPr>
          <p:cNvSpPr/>
          <p:nvPr/>
        </p:nvSpPr>
        <p:spPr>
          <a:xfrm>
            <a:off x="144265" y="1024369"/>
            <a:ext cx="9793088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421252A2-A094-4A35-8DFE-E06C6C044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289579"/>
              </p:ext>
            </p:extLst>
          </p:nvPr>
        </p:nvGraphicFramePr>
        <p:xfrm>
          <a:off x="10128399" y="623854"/>
          <a:ext cx="2850436" cy="550576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2depth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첫번째 페이지로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페이지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레이아웃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버튼으로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화면으로 연결</a:t>
                      </a: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상단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타이틀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기간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노출 순서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텍스트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2depth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해당 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별 인기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1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기저귀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조제분유 지원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여성청소년 생리 용품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브랜드명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용량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 구매 버튼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 출력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해당 상품 페이지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6-2 TOP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네비게이션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 스크롤 업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B7BE8EC0-3898-90B6-4ECD-C2608456B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5" y="763750"/>
            <a:ext cx="629913" cy="2119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D9F0C2F-D3A2-C1CE-1750-18666A87EC58}"/>
              </a:ext>
            </a:extLst>
          </p:cNvPr>
          <p:cNvSpPr txBox="1"/>
          <p:nvPr/>
        </p:nvSpPr>
        <p:spPr>
          <a:xfrm>
            <a:off x="1656859" y="1550238"/>
            <a:ext cx="684033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4171984F-A27A-6317-DA6F-CACEECF00B9D}"/>
              </a:ext>
            </a:extLst>
          </p:cNvPr>
          <p:cNvGrpSpPr/>
          <p:nvPr/>
        </p:nvGrpSpPr>
        <p:grpSpPr>
          <a:xfrm>
            <a:off x="3609976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DC6CE3FA-9F61-8E28-246F-C742FCC9C42A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0AF9242D-2BD3-CADB-97A2-7528D63D64A0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3133BF8F-6427-CBDC-5F0A-25F2232EB9FB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D5C43B88-682B-CB25-84A8-8DD3300C3EA0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0D7EFB19-2FA2-1941-B1E4-52C7321E60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41C2199-4DF9-80DC-7FAE-C857621C9DA6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9DBB4EA-BF01-9AD8-5B14-1E277D9905BB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4F0A8DD-081F-D49A-4182-7CED657060A0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0954D54-E19E-6418-831F-312CFBD0D4B1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0E4D58B-3711-5276-D47A-5C889C02EAFB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3BAB1303-1B81-FA66-90B0-BB5CFF34EEBB}"/>
              </a:ext>
            </a:extLst>
          </p:cNvPr>
          <p:cNvGrpSpPr/>
          <p:nvPr/>
        </p:nvGrpSpPr>
        <p:grpSpPr>
          <a:xfrm>
            <a:off x="4373504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9772119-D5DB-6C02-F472-571FD4CDD2CE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657DD8DA-B66C-4B77-8998-ACB41070CDF7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FF0A07D-F8D6-E617-379B-07A1A3E685B6}"/>
              </a:ext>
            </a:extLst>
          </p:cNvPr>
          <p:cNvSpPr/>
          <p:nvPr/>
        </p:nvSpPr>
        <p:spPr>
          <a:xfrm>
            <a:off x="2257677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5C373DA-BE17-BCC5-B608-A8FAF98E48D3}"/>
              </a:ext>
            </a:extLst>
          </p:cNvPr>
          <p:cNvSpPr txBox="1"/>
          <p:nvPr/>
        </p:nvSpPr>
        <p:spPr>
          <a:xfrm>
            <a:off x="2160489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8C3CB826-5CD4-A539-4F2B-75093E592C7B}"/>
              </a:ext>
            </a:extLst>
          </p:cNvPr>
          <p:cNvSpPr/>
          <p:nvPr/>
        </p:nvSpPr>
        <p:spPr>
          <a:xfrm>
            <a:off x="3760435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96CE5AD-10FC-8054-AEFE-936FA0A2A417}"/>
              </a:ext>
            </a:extLst>
          </p:cNvPr>
          <p:cNvSpPr/>
          <p:nvPr/>
        </p:nvSpPr>
        <p:spPr>
          <a:xfrm>
            <a:off x="5231873" y="4249786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17B6FE8-A090-1881-D016-8379187C8272}"/>
              </a:ext>
            </a:extLst>
          </p:cNvPr>
          <p:cNvSpPr txBox="1"/>
          <p:nvPr/>
        </p:nvSpPr>
        <p:spPr>
          <a:xfrm>
            <a:off x="2178386" y="5221982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5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0A1D67-703F-9239-2E96-B09A19DFC703}"/>
              </a:ext>
            </a:extLst>
          </p:cNvPr>
          <p:cNvSpPr txBox="1"/>
          <p:nvPr/>
        </p:nvSpPr>
        <p:spPr>
          <a:xfrm>
            <a:off x="2342875" y="5665589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81BE9E04-D308-35E9-DFDE-494FCF5B6D33}"/>
              </a:ext>
            </a:extLst>
          </p:cNvPr>
          <p:cNvGrpSpPr/>
          <p:nvPr/>
        </p:nvGrpSpPr>
        <p:grpSpPr>
          <a:xfrm>
            <a:off x="2256312" y="5896421"/>
            <a:ext cx="1340064" cy="188144"/>
            <a:chOff x="2878982" y="5932470"/>
            <a:chExt cx="1340064" cy="18814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C2ECC0D-4D6D-F0C3-CBF1-2F6CBA4C899A}"/>
                </a:ext>
              </a:extLst>
            </p:cNvPr>
            <p:cNvSpPr/>
            <p:nvPr/>
          </p:nvSpPr>
          <p:spPr>
            <a:xfrm>
              <a:off x="2878982" y="5932470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864711A-66E2-010E-3D58-61E6C75154BF}"/>
                </a:ext>
              </a:extLst>
            </p:cNvPr>
            <p:cNvSpPr/>
            <p:nvPr/>
          </p:nvSpPr>
          <p:spPr>
            <a:xfrm>
              <a:off x="3553046" y="5932470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283467D-0E57-072A-83E2-30C0BB80FAEF}"/>
              </a:ext>
            </a:extLst>
          </p:cNvPr>
          <p:cNvSpPr txBox="1"/>
          <p:nvPr/>
        </p:nvSpPr>
        <p:spPr>
          <a:xfrm>
            <a:off x="3710210" y="520597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DF2DF7-9C00-8295-5644-225FEBCA2C8E}"/>
              </a:ext>
            </a:extLst>
          </p:cNvPr>
          <p:cNvSpPr txBox="1"/>
          <p:nvPr/>
        </p:nvSpPr>
        <p:spPr>
          <a:xfrm>
            <a:off x="3756122" y="5652641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C92849-CF9F-EE57-3597-A9D0C492728B}"/>
              </a:ext>
            </a:extLst>
          </p:cNvPr>
          <p:cNvSpPr txBox="1"/>
          <p:nvPr/>
        </p:nvSpPr>
        <p:spPr>
          <a:xfrm>
            <a:off x="5157138" y="5202987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오브맘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algn="l" fontAlgn="t">
              <a:buNone/>
            </a:pP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2,3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단계 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200ml X 24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입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A8122FA-A79A-42FF-CDDE-E50A91878CA9}"/>
              </a:ext>
            </a:extLst>
          </p:cNvPr>
          <p:cNvSpPr txBox="1"/>
          <p:nvPr/>
        </p:nvSpPr>
        <p:spPr>
          <a:xfrm>
            <a:off x="5333524" y="5642619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2,000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4AC9199D-FD60-74C6-6748-46649B498080}"/>
              </a:ext>
            </a:extLst>
          </p:cNvPr>
          <p:cNvGrpSpPr/>
          <p:nvPr/>
        </p:nvGrpSpPr>
        <p:grpSpPr>
          <a:xfrm>
            <a:off x="3766330" y="5890815"/>
            <a:ext cx="1340064" cy="188144"/>
            <a:chOff x="2878982" y="5932470"/>
            <a:chExt cx="1340064" cy="188144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604F0831-25EE-0E84-95A2-CC61B530222A}"/>
                </a:ext>
              </a:extLst>
            </p:cNvPr>
            <p:cNvSpPr/>
            <p:nvPr/>
          </p:nvSpPr>
          <p:spPr>
            <a:xfrm>
              <a:off x="2878982" y="5932470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C86C90A-7D83-6A10-1703-7F057DD01537}"/>
                </a:ext>
              </a:extLst>
            </p:cNvPr>
            <p:cNvSpPr/>
            <p:nvPr/>
          </p:nvSpPr>
          <p:spPr>
            <a:xfrm>
              <a:off x="3553046" y="5932470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9F5DD022-F3CD-9E63-D90E-BBD166CBA3F9}"/>
              </a:ext>
            </a:extLst>
          </p:cNvPr>
          <p:cNvGrpSpPr/>
          <p:nvPr/>
        </p:nvGrpSpPr>
        <p:grpSpPr>
          <a:xfrm>
            <a:off x="5237355" y="5881269"/>
            <a:ext cx="1340064" cy="188144"/>
            <a:chOff x="4197607" y="5770524"/>
            <a:chExt cx="1340064" cy="188144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30A29053-4508-1AF0-F421-5FFC0AECDCED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210A0B3E-0EAA-9D71-E691-64B6CDD2C074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7D4D3557-01AB-B9F8-C2B8-B56631673B2C}"/>
              </a:ext>
            </a:extLst>
          </p:cNvPr>
          <p:cNvSpPr txBox="1"/>
          <p:nvPr/>
        </p:nvSpPr>
        <p:spPr>
          <a:xfrm>
            <a:off x="3010882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72BDC60-FDA7-F965-47C3-F5526A68BC5F}"/>
              </a:ext>
            </a:extLst>
          </p:cNvPr>
          <p:cNvSpPr/>
          <p:nvPr/>
        </p:nvSpPr>
        <p:spPr>
          <a:xfrm>
            <a:off x="6537625" y="1277423"/>
            <a:ext cx="1311496" cy="12359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32BA2B36-ED6D-B8AD-22A0-2F133C856530}"/>
              </a:ext>
            </a:extLst>
          </p:cNvPr>
          <p:cNvGrpSpPr/>
          <p:nvPr/>
        </p:nvGrpSpPr>
        <p:grpSpPr>
          <a:xfrm>
            <a:off x="737931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F47972F-3F6E-3DF0-03B5-8309308CB9B2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242F3121-5CAD-5650-05AF-DE3D2ADED7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AFCEB1B9-8607-8D72-5743-1C1FA5DB4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E94C020-1DAB-A68F-2BFB-E045C1B88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817C30B5-996D-0CAC-D001-B7D00A3D9472}"/>
              </a:ext>
            </a:extLst>
          </p:cNvPr>
          <p:cNvGrpSpPr/>
          <p:nvPr/>
        </p:nvGrpSpPr>
        <p:grpSpPr>
          <a:xfrm>
            <a:off x="2322697" y="1272085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4C1347-5AF5-59B9-F5FC-09CFD169BD70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0581CF-6D18-34D5-0A6D-2328CDB1ACEA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8C2C4BF-CBC8-F773-AA8C-1C164F526653}"/>
              </a:ext>
            </a:extLst>
          </p:cNvPr>
          <p:cNvSpPr/>
          <p:nvPr/>
        </p:nvSpPr>
        <p:spPr>
          <a:xfrm>
            <a:off x="6702215" y="4245439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23A5B75-4292-A9D1-3FA7-40112FFF0448}"/>
              </a:ext>
            </a:extLst>
          </p:cNvPr>
          <p:cNvSpPr txBox="1"/>
          <p:nvPr/>
        </p:nvSpPr>
        <p:spPr>
          <a:xfrm>
            <a:off x="6627480" y="519864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여아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E6D3991-E3A3-94A4-2AE6-1655E0B3A168}"/>
              </a:ext>
            </a:extLst>
          </p:cNvPr>
          <p:cNvSpPr txBox="1"/>
          <p:nvPr/>
        </p:nvSpPr>
        <p:spPr>
          <a:xfrm>
            <a:off x="6803866" y="5638272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7</a:t>
            </a: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3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A2A9751-B556-C29F-C3DC-4092D9B66508}"/>
              </a:ext>
            </a:extLst>
          </p:cNvPr>
          <p:cNvGrpSpPr/>
          <p:nvPr/>
        </p:nvGrpSpPr>
        <p:grpSpPr>
          <a:xfrm>
            <a:off x="6707697" y="5876922"/>
            <a:ext cx="1340064" cy="188144"/>
            <a:chOff x="4197607" y="5770524"/>
            <a:chExt cx="1340064" cy="188144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87BD04F-8FA2-DEA1-200A-D95B62609FC3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2165A896-410A-9B19-EF0E-488C549EE880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10287A4D-2D57-0E06-E313-AB722B782A0E}"/>
              </a:ext>
            </a:extLst>
          </p:cNvPr>
          <p:cNvSpPr/>
          <p:nvPr/>
        </p:nvSpPr>
        <p:spPr>
          <a:xfrm>
            <a:off x="4855064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07EB99C-CB72-18F7-4A4C-3DEE7CC79914}"/>
              </a:ext>
            </a:extLst>
          </p:cNvPr>
          <p:cNvSpPr txBox="1"/>
          <p:nvPr/>
        </p:nvSpPr>
        <p:spPr>
          <a:xfrm>
            <a:off x="2160489" y="6176285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EF887983-D82E-E66B-9113-172F250425C2}"/>
              </a:ext>
            </a:extLst>
          </p:cNvPr>
          <p:cNvGrpSpPr/>
          <p:nvPr/>
        </p:nvGrpSpPr>
        <p:grpSpPr>
          <a:xfrm>
            <a:off x="2248682" y="6434222"/>
            <a:ext cx="5754938" cy="360998"/>
            <a:chOff x="2257677" y="6483887"/>
            <a:chExt cx="5754938" cy="360998"/>
          </a:xfrm>
        </p:grpSpPr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74593BA9-4762-90CB-846C-FE1C4EA593A7}"/>
                </a:ext>
              </a:extLst>
            </p:cNvPr>
            <p:cNvSpPr/>
            <p:nvPr/>
          </p:nvSpPr>
          <p:spPr>
            <a:xfrm>
              <a:off x="2257677" y="6483887"/>
              <a:ext cx="1311496" cy="3566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AB753F4E-DBAF-FE78-A0AD-CB80098B1667}"/>
                </a:ext>
              </a:extLst>
            </p:cNvPr>
            <p:cNvSpPr/>
            <p:nvPr/>
          </p:nvSpPr>
          <p:spPr>
            <a:xfrm>
              <a:off x="3760435" y="6483887"/>
              <a:ext cx="1311496" cy="356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3485E31C-8E8F-071E-B3FB-F9879198C9BE}"/>
                </a:ext>
              </a:extLst>
            </p:cNvPr>
            <p:cNvSpPr/>
            <p:nvPr/>
          </p:nvSpPr>
          <p:spPr>
            <a:xfrm>
              <a:off x="5231873" y="6488234"/>
              <a:ext cx="1310400" cy="356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760B8E45-4B91-4A5E-8EC0-66C6785EACAE}"/>
                </a:ext>
              </a:extLst>
            </p:cNvPr>
            <p:cNvSpPr/>
            <p:nvPr/>
          </p:nvSpPr>
          <p:spPr>
            <a:xfrm>
              <a:off x="6702215" y="6483887"/>
              <a:ext cx="1310400" cy="3566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6222F394-12CC-8749-FA1C-1DE9F31E87EB}"/>
              </a:ext>
            </a:extLst>
          </p:cNvPr>
          <p:cNvSpPr/>
          <p:nvPr/>
        </p:nvSpPr>
        <p:spPr>
          <a:xfrm>
            <a:off x="4142644" y="707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1C4E4D2A-58B4-1553-9E3F-696DA6471311}"/>
              </a:ext>
            </a:extLst>
          </p:cNvPr>
          <p:cNvSpPr/>
          <p:nvPr/>
        </p:nvSpPr>
        <p:spPr>
          <a:xfrm>
            <a:off x="8056140" y="7268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09571FBE-C0EB-6004-FA62-F8E646FE07CB}"/>
              </a:ext>
            </a:extLst>
          </p:cNvPr>
          <p:cNvSpPr/>
          <p:nvPr/>
        </p:nvSpPr>
        <p:spPr>
          <a:xfrm>
            <a:off x="3760435" y="1358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4AD54769-0E40-5902-F0FC-FDCC93D8F107}"/>
              </a:ext>
            </a:extLst>
          </p:cNvPr>
          <p:cNvSpPr/>
          <p:nvPr/>
        </p:nvSpPr>
        <p:spPr>
          <a:xfrm>
            <a:off x="8234954" y="1654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모서리가 둥근 직사각형 114">
            <a:extLst>
              <a:ext uri="{FF2B5EF4-FFF2-40B4-BE49-F238E27FC236}">
                <a16:creationId xmlns:a16="http://schemas.microsoft.com/office/drawing/2014/main" id="{4B44B924-7AAA-03BA-E115-0C92C5D42FFC}"/>
              </a:ext>
            </a:extLst>
          </p:cNvPr>
          <p:cNvSpPr/>
          <p:nvPr/>
        </p:nvSpPr>
        <p:spPr>
          <a:xfrm>
            <a:off x="5397239" y="2418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1" name="모서리가 둥근 직사각형 114">
            <a:extLst>
              <a:ext uri="{FF2B5EF4-FFF2-40B4-BE49-F238E27FC236}">
                <a16:creationId xmlns:a16="http://schemas.microsoft.com/office/drawing/2014/main" id="{316F46E8-A091-869F-65D1-A351CD18D89F}"/>
              </a:ext>
            </a:extLst>
          </p:cNvPr>
          <p:cNvSpPr/>
          <p:nvPr/>
        </p:nvSpPr>
        <p:spPr>
          <a:xfrm>
            <a:off x="6444101" y="289837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2" name="오른쪽 대괄호 121">
            <a:extLst>
              <a:ext uri="{FF2B5EF4-FFF2-40B4-BE49-F238E27FC236}">
                <a16:creationId xmlns:a16="http://schemas.microsoft.com/office/drawing/2014/main" id="{F8708500-E58A-085F-D675-9330440D33A4}"/>
              </a:ext>
            </a:extLst>
          </p:cNvPr>
          <p:cNvSpPr/>
          <p:nvPr/>
        </p:nvSpPr>
        <p:spPr>
          <a:xfrm flipH="1">
            <a:off x="1684932" y="4257648"/>
            <a:ext cx="378719" cy="1728754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오른쪽 대괄호 123">
            <a:extLst>
              <a:ext uri="{FF2B5EF4-FFF2-40B4-BE49-F238E27FC236}">
                <a16:creationId xmlns:a16="http://schemas.microsoft.com/office/drawing/2014/main" id="{21699B6A-5DCB-5A8F-6C68-717C802BB10A}"/>
              </a:ext>
            </a:extLst>
          </p:cNvPr>
          <p:cNvSpPr/>
          <p:nvPr/>
        </p:nvSpPr>
        <p:spPr>
          <a:xfrm flipH="1">
            <a:off x="1697254" y="6384255"/>
            <a:ext cx="366398" cy="456283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CC1B465A-2CE0-4A11-FA0F-088E5E11D836}"/>
              </a:ext>
            </a:extLst>
          </p:cNvPr>
          <p:cNvSpPr/>
          <p:nvPr/>
        </p:nvSpPr>
        <p:spPr>
          <a:xfrm>
            <a:off x="69715" y="6660629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▼</a:t>
            </a:r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 다음 페이지에서 이어짐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3D60E26-6EA8-8E1D-1386-2C796A5165D8}"/>
              </a:ext>
            </a:extLst>
          </p:cNvPr>
          <p:cNvSpPr txBox="1"/>
          <p:nvPr/>
        </p:nvSpPr>
        <p:spPr>
          <a:xfrm>
            <a:off x="187354" y="4643891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기저귀</a:t>
            </a:r>
            <a:r>
              <a:rPr lang="en-US" altLang="ko-KR" sz="1000" b="0" i="1" spc="-150" dirty="0">
                <a:solidFill>
                  <a:srgbClr val="234DD3"/>
                </a:solidFill>
                <a:effectLst/>
                <a:latin typeface="+mn-ea"/>
              </a:rPr>
              <a:t>/</a:t>
            </a: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조제분유 지원 바우처</a:t>
            </a:r>
            <a:endParaRPr lang="en-US" altLang="ko-KR" sz="1000" i="1" spc="-150" dirty="0">
              <a:solidFill>
                <a:srgbClr val="234DD3"/>
              </a:solidFill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sp>
        <p:nvSpPr>
          <p:cNvPr id="128" name="모서리가 둥근 직사각형 114">
            <a:extLst>
              <a:ext uri="{FF2B5EF4-FFF2-40B4-BE49-F238E27FC236}">
                <a16:creationId xmlns:a16="http://schemas.microsoft.com/office/drawing/2014/main" id="{E0462039-38C6-F6C8-5619-4ABF18495F03}"/>
              </a:ext>
            </a:extLst>
          </p:cNvPr>
          <p:cNvSpPr/>
          <p:nvPr/>
        </p:nvSpPr>
        <p:spPr>
          <a:xfrm>
            <a:off x="7725725" y="405537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CE09D381-9F0B-D70B-C698-F08E4B671975}"/>
              </a:ext>
            </a:extLst>
          </p:cNvPr>
          <p:cNvCxnSpPr>
            <a:cxnSpLocks/>
            <a:endCxn id="131" idx="2"/>
          </p:cNvCxnSpPr>
          <p:nvPr/>
        </p:nvCxnSpPr>
        <p:spPr>
          <a:xfrm flipV="1">
            <a:off x="8047761" y="5033957"/>
            <a:ext cx="483402" cy="4249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CD5B241-EBC2-F76D-8324-86D9E3CC8148}"/>
              </a:ext>
            </a:extLst>
          </p:cNvPr>
          <p:cNvSpPr txBox="1"/>
          <p:nvPr/>
        </p:nvSpPr>
        <p:spPr>
          <a:xfrm>
            <a:off x="7953120" y="4803125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296F1770-802A-F809-7994-13B5299A46F6}"/>
              </a:ext>
            </a:extLst>
          </p:cNvPr>
          <p:cNvSpPr/>
          <p:nvPr/>
        </p:nvSpPr>
        <p:spPr>
          <a:xfrm>
            <a:off x="9526604" y="2936629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10D9D99-6680-9A1A-3608-3AA6DB76FC1C}"/>
              </a:ext>
            </a:extLst>
          </p:cNvPr>
          <p:cNvSpPr txBox="1"/>
          <p:nvPr/>
        </p:nvSpPr>
        <p:spPr>
          <a:xfrm>
            <a:off x="9446386" y="2973639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160" name="순서도: 연결자 159">
            <a:extLst>
              <a:ext uri="{FF2B5EF4-FFF2-40B4-BE49-F238E27FC236}">
                <a16:creationId xmlns:a16="http://schemas.microsoft.com/office/drawing/2014/main" id="{FB73EAB2-2F0A-E618-751A-9AC7C4AFAB79}"/>
              </a:ext>
            </a:extLst>
          </p:cNvPr>
          <p:cNvSpPr/>
          <p:nvPr/>
        </p:nvSpPr>
        <p:spPr>
          <a:xfrm>
            <a:off x="9556395" y="3201138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순서도: 연결자 161">
            <a:extLst>
              <a:ext uri="{FF2B5EF4-FFF2-40B4-BE49-F238E27FC236}">
                <a16:creationId xmlns:a16="http://schemas.microsoft.com/office/drawing/2014/main" id="{45F6BB5D-5943-DBF4-CC2F-C510B762A0F6}"/>
              </a:ext>
            </a:extLst>
          </p:cNvPr>
          <p:cNvSpPr/>
          <p:nvPr/>
        </p:nvSpPr>
        <p:spPr>
          <a:xfrm>
            <a:off x="9548316" y="360708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순서도: 연결자 163">
            <a:extLst>
              <a:ext uri="{FF2B5EF4-FFF2-40B4-BE49-F238E27FC236}">
                <a16:creationId xmlns:a16="http://schemas.microsoft.com/office/drawing/2014/main" id="{A3B78153-120F-C913-ABF7-6A6DA954B1CD}"/>
              </a:ext>
            </a:extLst>
          </p:cNvPr>
          <p:cNvSpPr/>
          <p:nvPr/>
        </p:nvSpPr>
        <p:spPr>
          <a:xfrm>
            <a:off x="9548316" y="4021315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9F76854F-8413-D029-82B5-74F7436990C7}"/>
              </a:ext>
            </a:extLst>
          </p:cNvPr>
          <p:cNvSpPr/>
          <p:nvPr/>
        </p:nvSpPr>
        <p:spPr>
          <a:xfrm>
            <a:off x="9732207" y="28435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7E6EE2F0-DD5C-4C3D-E07D-DF216A913BC9}"/>
              </a:ext>
            </a:extLst>
          </p:cNvPr>
          <p:cNvSpPr/>
          <p:nvPr/>
        </p:nvSpPr>
        <p:spPr>
          <a:xfrm>
            <a:off x="9843288" y="441780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순서도: 연결자 169">
            <a:extLst>
              <a:ext uri="{FF2B5EF4-FFF2-40B4-BE49-F238E27FC236}">
                <a16:creationId xmlns:a16="http://schemas.microsoft.com/office/drawing/2014/main" id="{3A41AFF2-C079-3E5C-1276-0D0616ADE654}"/>
              </a:ext>
            </a:extLst>
          </p:cNvPr>
          <p:cNvSpPr/>
          <p:nvPr/>
        </p:nvSpPr>
        <p:spPr>
          <a:xfrm>
            <a:off x="9556395" y="4511998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499B44-BBF1-AAB8-BA9A-672C65890DE8}"/>
              </a:ext>
            </a:extLst>
          </p:cNvPr>
          <p:cNvSpPr txBox="1"/>
          <p:nvPr/>
        </p:nvSpPr>
        <p:spPr>
          <a:xfrm>
            <a:off x="2869435" y="4249786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2C001A-0F17-FA7E-A578-D5AE80D02BCF}"/>
              </a:ext>
            </a:extLst>
          </p:cNvPr>
          <p:cNvSpPr txBox="1"/>
          <p:nvPr/>
        </p:nvSpPr>
        <p:spPr>
          <a:xfrm>
            <a:off x="4365506" y="4249786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38EB1E-C306-328B-8730-9B906992D259}"/>
              </a:ext>
            </a:extLst>
          </p:cNvPr>
          <p:cNvSpPr txBox="1"/>
          <p:nvPr/>
        </p:nvSpPr>
        <p:spPr>
          <a:xfrm>
            <a:off x="5832862" y="4264799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8F213A-AAD3-68A3-F3B3-AC0189EFB4CF}"/>
              </a:ext>
            </a:extLst>
          </p:cNvPr>
          <p:cNvSpPr txBox="1"/>
          <p:nvPr/>
        </p:nvSpPr>
        <p:spPr>
          <a:xfrm>
            <a:off x="7308875" y="4255181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E6DAF9-7F5F-4C28-365B-EBA68EA95E49}"/>
              </a:ext>
            </a:extLst>
          </p:cNvPr>
          <p:cNvSpPr txBox="1"/>
          <p:nvPr/>
        </p:nvSpPr>
        <p:spPr>
          <a:xfrm>
            <a:off x="2736554" y="6443224"/>
            <a:ext cx="836622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BF0935-84B1-B606-6B72-09DE9C5788A6}"/>
              </a:ext>
            </a:extLst>
          </p:cNvPr>
          <p:cNvSpPr txBox="1"/>
          <p:nvPr/>
        </p:nvSpPr>
        <p:spPr>
          <a:xfrm>
            <a:off x="4232625" y="6443224"/>
            <a:ext cx="836622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F12BBC-99BB-479E-949E-AE45FDE33B84}"/>
              </a:ext>
            </a:extLst>
          </p:cNvPr>
          <p:cNvSpPr txBox="1"/>
          <p:nvPr/>
        </p:nvSpPr>
        <p:spPr>
          <a:xfrm>
            <a:off x="5699981" y="6458237"/>
            <a:ext cx="836621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2C753E-7AB1-8A4D-4453-DEB891078CA0}"/>
              </a:ext>
            </a:extLst>
          </p:cNvPr>
          <p:cNvSpPr txBox="1"/>
          <p:nvPr/>
        </p:nvSpPr>
        <p:spPr>
          <a:xfrm>
            <a:off x="7167336" y="6448619"/>
            <a:ext cx="845279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</p:spTree>
    <p:extLst>
      <p:ext uri="{BB962C8B-B14F-4D97-AF65-F5344CB8AC3E}">
        <p14:creationId xmlns:p14="http://schemas.microsoft.com/office/powerpoint/2010/main" val="2301299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462291-CA88-2129-4C35-22C4456D01FE}"/>
              </a:ext>
            </a:extLst>
          </p:cNvPr>
          <p:cNvSpPr txBox="1"/>
          <p:nvPr/>
        </p:nvSpPr>
        <p:spPr>
          <a:xfrm>
            <a:off x="2160851" y="121899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900" dirty="0">
                <a:solidFill>
                  <a:srgbClr val="333333"/>
                </a:solidFill>
                <a:latin typeface="+mn-ea"/>
              </a:rPr>
              <a:t>32P(16+16) </a:t>
            </a:r>
            <a:r>
              <a:rPr lang="ko-KR" altLang="en-US" sz="900" dirty="0">
                <a:solidFill>
                  <a:srgbClr val="333333"/>
                </a:solidFill>
                <a:latin typeface="+mn-ea"/>
              </a:rPr>
              <a:t>생리대</a:t>
            </a:r>
            <a:endParaRPr lang="ko-KR" altLang="ko-KR" sz="900" b="0" i="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3E81B-2D01-F901-88DD-E66F50613B51}"/>
              </a:ext>
            </a:extLst>
          </p:cNvPr>
          <p:cNvSpPr txBox="1"/>
          <p:nvPr/>
        </p:nvSpPr>
        <p:spPr>
          <a:xfrm>
            <a:off x="2325340" y="1662597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F1B27-FF6F-7DB0-FF12-447AF8FBB056}"/>
              </a:ext>
            </a:extLst>
          </p:cNvPr>
          <p:cNvSpPr txBox="1"/>
          <p:nvPr/>
        </p:nvSpPr>
        <p:spPr>
          <a:xfrm>
            <a:off x="3692675" y="1202978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바디피트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9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b="0" i="0" dirty="0">
                <a:solidFill>
                  <a:srgbClr val="333333"/>
                </a:solidFill>
                <a:effectLst/>
                <a:latin typeface="+mn-ea"/>
              </a:rPr>
              <a:t>120p(40Px</a:t>
            </a:r>
            <a:r>
              <a:rPr lang="en-US" altLang="ko-KR" sz="900" dirty="0">
                <a:solidFill>
                  <a:srgbClr val="333333"/>
                </a:solidFill>
                <a:latin typeface="+mn-ea"/>
              </a:rPr>
              <a:t>3)</a:t>
            </a:r>
            <a:endParaRPr lang="ko-KR" altLang="ko-KR" sz="900" b="0" i="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D547BB-F7DF-083C-50BF-53B7EBB77B22}"/>
              </a:ext>
            </a:extLst>
          </p:cNvPr>
          <p:cNvSpPr txBox="1"/>
          <p:nvPr/>
        </p:nvSpPr>
        <p:spPr>
          <a:xfrm>
            <a:off x="3738587" y="1649649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,400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AD9C9E-2DCF-23B3-2D16-44FB838D00D0}"/>
              </a:ext>
            </a:extLst>
          </p:cNvPr>
          <p:cNvSpPr txBox="1"/>
          <p:nvPr/>
        </p:nvSpPr>
        <p:spPr>
          <a:xfrm>
            <a:off x="5125099" y="1230496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 err="1">
                <a:solidFill>
                  <a:srgbClr val="333333"/>
                </a:solidFill>
                <a:latin typeface="+mn-ea"/>
              </a:rPr>
              <a:t>좋은느낌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b="0" i="0" spc="-150" dirty="0" err="1">
                <a:solidFill>
                  <a:srgbClr val="333333"/>
                </a:solidFill>
                <a:effectLst/>
                <a:latin typeface="+mn-ea"/>
              </a:rPr>
              <a:t>좋은느낌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 순수 울트라 날개 대형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16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X 2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(EA)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C5C054-672D-3974-CB11-C506AD21299D}"/>
              </a:ext>
            </a:extLst>
          </p:cNvPr>
          <p:cNvSpPr txBox="1"/>
          <p:nvPr/>
        </p:nvSpPr>
        <p:spPr>
          <a:xfrm>
            <a:off x="5315989" y="1639627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,000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88AFCF1-FB6F-87DD-D925-7595DFA3BEC2}"/>
              </a:ext>
            </a:extLst>
          </p:cNvPr>
          <p:cNvGrpSpPr/>
          <p:nvPr/>
        </p:nvGrpSpPr>
        <p:grpSpPr>
          <a:xfrm>
            <a:off x="2249820" y="1926167"/>
            <a:ext cx="1340064" cy="188144"/>
            <a:chOff x="2878982" y="5932470"/>
            <a:chExt cx="1340064" cy="188144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B2FB559-BAAF-4F1F-12D1-7BC9FF2FEDA8}"/>
                </a:ext>
              </a:extLst>
            </p:cNvPr>
            <p:cNvSpPr/>
            <p:nvPr/>
          </p:nvSpPr>
          <p:spPr>
            <a:xfrm>
              <a:off x="2878982" y="5932470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9F2DFC7-665F-C030-0C7A-67D301C1C371}"/>
                </a:ext>
              </a:extLst>
            </p:cNvPr>
            <p:cNvSpPr/>
            <p:nvPr/>
          </p:nvSpPr>
          <p:spPr>
            <a:xfrm>
              <a:off x="3553046" y="5932470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E1707FC-C7D9-314B-C02F-333C734D0EEE}"/>
              </a:ext>
            </a:extLst>
          </p:cNvPr>
          <p:cNvGrpSpPr/>
          <p:nvPr/>
        </p:nvGrpSpPr>
        <p:grpSpPr>
          <a:xfrm>
            <a:off x="3720845" y="1916621"/>
            <a:ext cx="1340064" cy="188144"/>
            <a:chOff x="4197607" y="5770524"/>
            <a:chExt cx="1340064" cy="18814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2A3A7B13-8265-748E-8978-7F57BB0C37ED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4FB5EB9-AEE8-E6C9-E731-7173EA0BA77D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8C2CFCFB-2BFA-07B5-F92D-D9911574CC5B}"/>
              </a:ext>
            </a:extLst>
          </p:cNvPr>
          <p:cNvSpPr/>
          <p:nvPr/>
        </p:nvSpPr>
        <p:spPr>
          <a:xfrm>
            <a:off x="86325" y="5621051"/>
            <a:ext cx="9972000" cy="11115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4D9D687-C5A4-7C4C-5FFC-5649B24A7933}"/>
              </a:ext>
            </a:extLst>
          </p:cNvPr>
          <p:cNvSpPr/>
          <p:nvPr/>
        </p:nvSpPr>
        <p:spPr>
          <a:xfrm>
            <a:off x="2818797" y="4122260"/>
            <a:ext cx="448407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34B346-6572-173B-0ED6-0FC2CD8D34B8}"/>
              </a:ext>
            </a:extLst>
          </p:cNvPr>
          <p:cNvSpPr txBox="1"/>
          <p:nvPr/>
        </p:nvSpPr>
        <p:spPr>
          <a:xfrm>
            <a:off x="2760964" y="3851874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AF3440-1750-04BD-FB4C-A9C443CD6F5A}"/>
              </a:ext>
            </a:extLst>
          </p:cNvPr>
          <p:cNvSpPr txBox="1"/>
          <p:nvPr/>
        </p:nvSpPr>
        <p:spPr>
          <a:xfrm>
            <a:off x="2876895" y="4216285"/>
            <a:ext cx="23042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6815326-E713-99C4-3EDA-F7CDBD57C9BA}"/>
              </a:ext>
            </a:extLst>
          </p:cNvPr>
          <p:cNvSpPr txBox="1"/>
          <p:nvPr/>
        </p:nvSpPr>
        <p:spPr>
          <a:xfrm>
            <a:off x="6422507" y="4216285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0E0B53-5828-E364-696B-8E1BDC1EC5D8}"/>
              </a:ext>
            </a:extLst>
          </p:cNvPr>
          <p:cNvSpPr txBox="1"/>
          <p:nvPr/>
        </p:nvSpPr>
        <p:spPr>
          <a:xfrm>
            <a:off x="2876895" y="4391108"/>
            <a:ext cx="28337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72D8A57-C80B-B920-B289-C38460BB31CD}"/>
              </a:ext>
            </a:extLst>
          </p:cNvPr>
          <p:cNvSpPr txBox="1"/>
          <p:nvPr/>
        </p:nvSpPr>
        <p:spPr>
          <a:xfrm>
            <a:off x="6422507" y="4391108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85EB10-CC19-310B-0A35-38DAE61A115D}"/>
              </a:ext>
            </a:extLst>
          </p:cNvPr>
          <p:cNvSpPr txBox="1"/>
          <p:nvPr/>
        </p:nvSpPr>
        <p:spPr>
          <a:xfrm>
            <a:off x="2876894" y="4554253"/>
            <a:ext cx="3172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B860F87-A13A-5A46-7929-334A94DD92EF}"/>
              </a:ext>
            </a:extLst>
          </p:cNvPr>
          <p:cNvSpPr txBox="1"/>
          <p:nvPr/>
        </p:nvSpPr>
        <p:spPr>
          <a:xfrm>
            <a:off x="6422507" y="4554253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C61ADB-E371-D0A4-9473-6222762E98B8}"/>
              </a:ext>
            </a:extLst>
          </p:cNvPr>
          <p:cNvSpPr txBox="1"/>
          <p:nvPr/>
        </p:nvSpPr>
        <p:spPr>
          <a:xfrm>
            <a:off x="6700969" y="3902401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FDF3E44B-6E98-579A-EAAA-86BB1CCF984B}"/>
              </a:ext>
            </a:extLst>
          </p:cNvPr>
          <p:cNvGrpSpPr/>
          <p:nvPr/>
        </p:nvGrpSpPr>
        <p:grpSpPr>
          <a:xfrm>
            <a:off x="5260027" y="1924086"/>
            <a:ext cx="1340064" cy="188144"/>
            <a:chOff x="4197607" y="5770524"/>
            <a:chExt cx="1340064" cy="188144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96C45017-1E20-18C0-B1CC-4EF8FF14BF36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41B810E3-379C-2794-DEB7-9D4E0BD2A958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67F40953-CCC3-9DFE-22F2-AA9AEBF1A05E}"/>
              </a:ext>
            </a:extLst>
          </p:cNvPr>
          <p:cNvSpPr/>
          <p:nvPr/>
        </p:nvSpPr>
        <p:spPr>
          <a:xfrm>
            <a:off x="2859626" y="2944806"/>
            <a:ext cx="4484077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88A388-9A90-8601-387B-F16ED6056BAD}"/>
              </a:ext>
            </a:extLst>
          </p:cNvPr>
          <p:cNvSpPr txBox="1"/>
          <p:nvPr/>
        </p:nvSpPr>
        <p:spPr>
          <a:xfrm>
            <a:off x="2760964" y="2666660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7AA817-9A6A-33E9-71D5-271E5DEF46E3}"/>
              </a:ext>
            </a:extLst>
          </p:cNvPr>
          <p:cNvSpPr txBox="1"/>
          <p:nvPr/>
        </p:nvSpPr>
        <p:spPr>
          <a:xfrm>
            <a:off x="6671724" y="2695613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C2C4D3-D62E-F245-3B68-C980CF80E642}"/>
              </a:ext>
            </a:extLst>
          </p:cNvPr>
          <p:cNvSpPr txBox="1"/>
          <p:nvPr/>
        </p:nvSpPr>
        <p:spPr>
          <a:xfrm>
            <a:off x="2860421" y="3071863"/>
            <a:ext cx="4379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이용안내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34652D-A3AA-72CD-9A08-7A55316EB332}"/>
              </a:ext>
            </a:extLst>
          </p:cNvPr>
          <p:cNvSpPr txBox="1"/>
          <p:nvPr/>
        </p:nvSpPr>
        <p:spPr>
          <a:xfrm>
            <a:off x="2860422" y="3246686"/>
            <a:ext cx="43506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0A75E4-A2EB-5C2A-F41D-C49ABCF49DC6}"/>
              </a:ext>
            </a:extLst>
          </p:cNvPr>
          <p:cNvSpPr txBox="1"/>
          <p:nvPr/>
        </p:nvSpPr>
        <p:spPr>
          <a:xfrm>
            <a:off x="2860420" y="3409831"/>
            <a:ext cx="4442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A4AE8-D7D6-98DE-89CB-144E07C6C012}"/>
              </a:ext>
            </a:extLst>
          </p:cNvPr>
          <p:cNvSpPr txBox="1"/>
          <p:nvPr/>
        </p:nvSpPr>
        <p:spPr>
          <a:xfrm>
            <a:off x="5303572" y="581124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99AA7-D86A-2BC1-42F8-608E27481D43}"/>
              </a:ext>
            </a:extLst>
          </p:cNvPr>
          <p:cNvSpPr txBox="1"/>
          <p:nvPr/>
        </p:nvSpPr>
        <p:spPr>
          <a:xfrm>
            <a:off x="7272186" y="5796533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125447-C2DC-4236-D6C2-E63EA3F82B17}"/>
              </a:ext>
            </a:extLst>
          </p:cNvPr>
          <p:cNvSpPr txBox="1"/>
          <p:nvPr/>
        </p:nvSpPr>
        <p:spPr>
          <a:xfrm>
            <a:off x="4064323" y="5811246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77A4A3A-DDF5-1F04-D239-6671F785C02F}"/>
              </a:ext>
            </a:extLst>
          </p:cNvPr>
          <p:cNvSpPr/>
          <p:nvPr/>
        </p:nvSpPr>
        <p:spPr>
          <a:xfrm>
            <a:off x="2257677" y="21147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22661E2-BD74-B6A8-7786-BC93911F1B44}"/>
              </a:ext>
            </a:extLst>
          </p:cNvPr>
          <p:cNvSpPr/>
          <p:nvPr/>
        </p:nvSpPr>
        <p:spPr>
          <a:xfrm>
            <a:off x="3760435" y="21147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C4D671-851B-D61B-990D-126679A29B73}"/>
              </a:ext>
            </a:extLst>
          </p:cNvPr>
          <p:cNvSpPr/>
          <p:nvPr/>
        </p:nvSpPr>
        <p:spPr>
          <a:xfrm>
            <a:off x="5231873" y="215825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6FC3552-4A79-5354-1C2D-16B12651F7D0}"/>
              </a:ext>
            </a:extLst>
          </p:cNvPr>
          <p:cNvSpPr/>
          <p:nvPr/>
        </p:nvSpPr>
        <p:spPr>
          <a:xfrm>
            <a:off x="6702215" y="211478"/>
            <a:ext cx="1310400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7986C8-D963-9F0E-CC9B-EE513AFF7B81}"/>
              </a:ext>
            </a:extLst>
          </p:cNvPr>
          <p:cNvSpPr txBox="1"/>
          <p:nvPr/>
        </p:nvSpPr>
        <p:spPr>
          <a:xfrm>
            <a:off x="6616805" y="1229038"/>
            <a:ext cx="1666888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유한킴벌리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화이트 </a:t>
            </a:r>
            <a:r>
              <a:rPr lang="ko-KR" altLang="en-US" sz="900" b="0" i="0" spc="-150" dirty="0" err="1">
                <a:solidFill>
                  <a:srgbClr val="333333"/>
                </a:solidFill>
                <a:effectLst/>
                <a:latin typeface="+mn-ea"/>
              </a:rPr>
              <a:t>제로필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 활동성 생리대 대형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14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X 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 JF20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BF62BC-1EDD-33C2-B3DC-08E2B06C6300}"/>
              </a:ext>
            </a:extLst>
          </p:cNvPr>
          <p:cNvSpPr txBox="1"/>
          <p:nvPr/>
        </p:nvSpPr>
        <p:spPr>
          <a:xfrm>
            <a:off x="6807696" y="1638169"/>
            <a:ext cx="13104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12,900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E387CFE6-4416-201B-50A2-49277B321366}"/>
              </a:ext>
            </a:extLst>
          </p:cNvPr>
          <p:cNvGrpSpPr/>
          <p:nvPr/>
        </p:nvGrpSpPr>
        <p:grpSpPr>
          <a:xfrm>
            <a:off x="6751734" y="1922628"/>
            <a:ext cx="1340064" cy="188144"/>
            <a:chOff x="4197607" y="5770524"/>
            <a:chExt cx="1340064" cy="188144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742E1E2D-3AD3-1BA5-DAE5-244D7E850DF9}"/>
                </a:ext>
              </a:extLst>
            </p:cNvPr>
            <p:cNvSpPr/>
            <p:nvPr/>
          </p:nvSpPr>
          <p:spPr>
            <a:xfrm>
              <a:off x="4197607" y="5770524"/>
              <a:ext cx="666000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CF07B1ED-6C6F-71D7-B021-244950B3AF1E}"/>
                </a:ext>
              </a:extLst>
            </p:cNvPr>
            <p:cNvSpPr/>
            <p:nvPr/>
          </p:nvSpPr>
          <p:spPr>
            <a:xfrm>
              <a:off x="4871671" y="5770524"/>
              <a:ext cx="6660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76" name="오른쪽 대괄호 75">
            <a:extLst>
              <a:ext uri="{FF2B5EF4-FFF2-40B4-BE49-F238E27FC236}">
                <a16:creationId xmlns:a16="http://schemas.microsoft.com/office/drawing/2014/main" id="{1415872F-4F5B-473D-E514-D5BF6038A8CF}"/>
              </a:ext>
            </a:extLst>
          </p:cNvPr>
          <p:cNvSpPr/>
          <p:nvPr/>
        </p:nvSpPr>
        <p:spPr>
          <a:xfrm flipH="1">
            <a:off x="1646804" y="145879"/>
            <a:ext cx="366398" cy="1800199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B365C97-DD71-9577-4DA5-D4501C047166}"/>
              </a:ext>
            </a:extLst>
          </p:cNvPr>
          <p:cNvSpPr txBox="1"/>
          <p:nvPr/>
        </p:nvSpPr>
        <p:spPr>
          <a:xfrm>
            <a:off x="114083" y="768979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여성청소년 생리용품</a:t>
            </a: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graphicFrame>
        <p:nvGraphicFramePr>
          <p:cNvPr id="80" name="Group 59">
            <a:extLst>
              <a:ext uri="{FF2B5EF4-FFF2-40B4-BE49-F238E27FC236}">
                <a16:creationId xmlns:a16="http://schemas.microsoft.com/office/drawing/2014/main" id="{9590C666-1F01-4CD1-1B45-0860B8A72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123830"/>
              </p:ext>
            </p:extLst>
          </p:nvPr>
        </p:nvGraphicFramePr>
        <p:xfrm>
          <a:off x="10128399" y="623854"/>
          <a:ext cx="2850436" cy="4604038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자주 찾는 문의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FAQ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카테고리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최신 공지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일자 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클릭 시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 정보 확인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사용자 정보 확인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이용약관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이용약관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개인정보 처리 방침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개인정보 처리방침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579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6982DFD9-FCEB-55FE-43C2-A6F896C814E1}"/>
              </a:ext>
            </a:extLst>
          </p:cNvPr>
          <p:cNvSpPr/>
          <p:nvPr/>
        </p:nvSpPr>
        <p:spPr>
          <a:xfrm>
            <a:off x="7124275" y="303541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D2ECACAF-23D1-DEFC-BB15-F3F0D8371381}"/>
              </a:ext>
            </a:extLst>
          </p:cNvPr>
          <p:cNvSpPr/>
          <p:nvPr/>
        </p:nvSpPr>
        <p:spPr>
          <a:xfrm>
            <a:off x="7178534" y="25686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6" name="모서리가 둥근 직사각형 114">
            <a:extLst>
              <a:ext uri="{FF2B5EF4-FFF2-40B4-BE49-F238E27FC236}">
                <a16:creationId xmlns:a16="http://schemas.microsoft.com/office/drawing/2014/main" id="{AA7446D7-64C3-1A49-1A4A-5B2C86BB00BD}"/>
              </a:ext>
            </a:extLst>
          </p:cNvPr>
          <p:cNvSpPr/>
          <p:nvPr/>
        </p:nvSpPr>
        <p:spPr>
          <a:xfrm>
            <a:off x="4370147" y="41661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88" name="모서리가 둥근 직사각형 114">
            <a:extLst>
              <a:ext uri="{FF2B5EF4-FFF2-40B4-BE49-F238E27FC236}">
                <a16:creationId xmlns:a16="http://schemas.microsoft.com/office/drawing/2014/main" id="{19C2828F-A246-4BB5-093C-90BB5BF77D92}"/>
              </a:ext>
            </a:extLst>
          </p:cNvPr>
          <p:cNvSpPr/>
          <p:nvPr/>
        </p:nvSpPr>
        <p:spPr>
          <a:xfrm>
            <a:off x="7236892" y="38390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30D7A2FE-2BBA-D5E9-0EBC-2985EB270896}"/>
              </a:ext>
            </a:extLst>
          </p:cNvPr>
          <p:cNvSpPr/>
          <p:nvPr/>
        </p:nvSpPr>
        <p:spPr>
          <a:xfrm>
            <a:off x="4677979" y="57392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3" name="모서리가 둥근 직사각형 114">
            <a:extLst>
              <a:ext uri="{FF2B5EF4-FFF2-40B4-BE49-F238E27FC236}">
                <a16:creationId xmlns:a16="http://schemas.microsoft.com/office/drawing/2014/main" id="{89DBE219-7FC6-6125-2F1F-E8A2BD985FA1}"/>
              </a:ext>
            </a:extLst>
          </p:cNvPr>
          <p:cNvSpPr/>
          <p:nvPr/>
        </p:nvSpPr>
        <p:spPr>
          <a:xfrm>
            <a:off x="4635998" y="60220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F9A4E636-6493-1138-CB16-CECBA88808C1}"/>
              </a:ext>
            </a:extLst>
          </p:cNvPr>
          <p:cNvSpPr/>
          <p:nvPr/>
        </p:nvSpPr>
        <p:spPr>
          <a:xfrm>
            <a:off x="4902765" y="62897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0234ED54-0DFF-0035-72A1-196FD8B8CA5E}"/>
              </a:ext>
            </a:extLst>
          </p:cNvPr>
          <p:cNvCxnSpPr/>
          <p:nvPr/>
        </p:nvCxnSpPr>
        <p:spPr>
          <a:xfrm>
            <a:off x="8046770" y="729986"/>
            <a:ext cx="1169512" cy="0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3EFD6EEF-AC05-4B3D-EB87-F96AB613338F}"/>
              </a:ext>
            </a:extLst>
          </p:cNvPr>
          <p:cNvSpPr txBox="1"/>
          <p:nvPr/>
        </p:nvSpPr>
        <p:spPr>
          <a:xfrm>
            <a:off x="8761430" y="393022"/>
            <a:ext cx="11560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바우처별 </a:t>
            </a:r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4X2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</p:spTree>
    <p:extLst>
      <p:ext uri="{BB962C8B-B14F-4D97-AF65-F5344CB8AC3E}">
        <p14:creationId xmlns:p14="http://schemas.microsoft.com/office/powerpoint/2010/main" val="1299469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3D34-4610-E2C2-71D5-47C651032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848782-E7EC-6DBF-A4AF-4794B1EDF57B}"/>
              </a:ext>
            </a:extLst>
          </p:cNvPr>
          <p:cNvSpPr txBox="1"/>
          <p:nvPr/>
        </p:nvSpPr>
        <p:spPr>
          <a:xfrm>
            <a:off x="5222374" y="2700189"/>
            <a:ext cx="2539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u="sng" spc="-150" dirty="0">
                <a:latin typeface="맑은 고딕" panose="020B0503020000020004" pitchFamily="50" charset="-127"/>
              </a:rPr>
              <a:t>모바일 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993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6393D-963A-8643-3A62-E917380F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EFD64BD5-30F2-64F1-1E6B-292EC0B4BD0E}"/>
              </a:ext>
            </a:extLst>
          </p:cNvPr>
          <p:cNvSpPr/>
          <p:nvPr/>
        </p:nvSpPr>
        <p:spPr>
          <a:xfrm>
            <a:off x="66745" y="6241103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4E0826-9918-A97F-B782-4134B51E787E}"/>
              </a:ext>
            </a:extLst>
          </p:cNvPr>
          <p:cNvSpPr/>
          <p:nvPr/>
        </p:nvSpPr>
        <p:spPr>
          <a:xfrm>
            <a:off x="214340" y="1024369"/>
            <a:ext cx="3050484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0439E-D820-1FD9-991D-A115B5C62002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175937-DB4E-CC8D-F12F-BE6794599C86}"/>
              </a:ext>
            </a:extLst>
          </p:cNvPr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27DC329-674B-082C-226C-7B4E8694DCBE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43121-62F1-2AC1-71C2-4A37227327A5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5A7825-168D-95CB-7DB8-99D04F8BA06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793FF70-3350-0F3D-D337-B19C8CACE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7" y="763750"/>
            <a:ext cx="629913" cy="211961"/>
          </a:xfrm>
          <a:prstGeom prst="rect">
            <a:avLst/>
          </a:prstGeom>
        </p:spPr>
      </p:pic>
      <p:grpSp>
        <p:nvGrpSpPr>
          <p:cNvPr id="82" name="그룹 81">
            <a:extLst>
              <a:ext uri="{FF2B5EF4-FFF2-40B4-BE49-F238E27FC236}">
                <a16:creationId xmlns:a16="http://schemas.microsoft.com/office/drawing/2014/main" id="{82328122-8BBC-2E85-06F0-0A724689DA9F}"/>
              </a:ext>
            </a:extLst>
          </p:cNvPr>
          <p:cNvGrpSpPr/>
          <p:nvPr/>
        </p:nvGrpSpPr>
        <p:grpSpPr>
          <a:xfrm>
            <a:off x="214614" y="3013420"/>
            <a:ext cx="2940828" cy="652736"/>
            <a:chOff x="3609976" y="3013420"/>
            <a:chExt cx="2940828" cy="652736"/>
          </a:xfrm>
        </p:grpSpPr>
        <p:sp>
          <p:nvSpPr>
            <p:cNvPr id="42" name="순서도: 연결자 41">
              <a:extLst>
                <a:ext uri="{FF2B5EF4-FFF2-40B4-BE49-F238E27FC236}">
                  <a16:creationId xmlns:a16="http://schemas.microsoft.com/office/drawing/2014/main" id="{8CDEAF1F-33A2-957C-255E-C35835C87AD5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4" name="순서도: 연결자 43">
              <a:extLst>
                <a:ext uri="{FF2B5EF4-FFF2-40B4-BE49-F238E27FC236}">
                  <a16:creationId xmlns:a16="http://schemas.microsoft.com/office/drawing/2014/main" id="{7264E44E-AF35-F3E5-1B87-9120E5B41A87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6" name="순서도: 연결자 45">
              <a:extLst>
                <a:ext uri="{FF2B5EF4-FFF2-40B4-BE49-F238E27FC236}">
                  <a16:creationId xmlns:a16="http://schemas.microsoft.com/office/drawing/2014/main" id="{60285E73-D2D9-FF0E-96E5-F02560FE66D6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8" name="순서도: 연결자 47">
              <a:extLst>
                <a:ext uri="{FF2B5EF4-FFF2-40B4-BE49-F238E27FC236}">
                  <a16:creationId xmlns:a16="http://schemas.microsoft.com/office/drawing/2014/main" id="{F3B14CDC-BAD9-EC4F-C3AD-67BABB127138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0" name="순서도: 연결자 49">
              <a:extLst>
                <a:ext uri="{FF2B5EF4-FFF2-40B4-BE49-F238E27FC236}">
                  <a16:creationId xmlns:a16="http://schemas.microsoft.com/office/drawing/2014/main" id="{371DE261-89FE-94C6-B4BE-F0E992D8F93D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AB2872C-66EC-0C43-FEF2-7ACFBBF252D7}"/>
                </a:ext>
              </a:extLst>
            </p:cNvPr>
            <p:cNvSpPr txBox="1"/>
            <p:nvPr/>
          </p:nvSpPr>
          <p:spPr>
            <a:xfrm>
              <a:off x="3609976" y="3433072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6D42674-2B01-603E-C428-A6D22B02F63C}"/>
                </a:ext>
              </a:extLst>
            </p:cNvPr>
            <p:cNvSpPr txBox="1"/>
            <p:nvPr/>
          </p:nvSpPr>
          <p:spPr>
            <a:xfrm>
              <a:off x="4215000" y="343532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C519423-7D9D-50D0-F058-026902A1307B}"/>
                </a:ext>
              </a:extLst>
            </p:cNvPr>
            <p:cNvSpPr txBox="1"/>
            <p:nvPr/>
          </p:nvSpPr>
          <p:spPr>
            <a:xfrm>
              <a:off x="4731672" y="3425343"/>
              <a:ext cx="66556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육아라이프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D163820-4120-2872-B533-11F87AB9F959}"/>
                </a:ext>
              </a:extLst>
            </p:cNvPr>
            <p:cNvSpPr txBox="1"/>
            <p:nvPr/>
          </p:nvSpPr>
          <p:spPr>
            <a:xfrm>
              <a:off x="5376702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여성 케어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1B53479-B9D0-E7F4-227A-C785E0A15060}"/>
                </a:ext>
              </a:extLst>
            </p:cNvPr>
            <p:cNvSpPr txBox="1"/>
            <p:nvPr/>
          </p:nvSpPr>
          <p:spPr>
            <a:xfrm>
              <a:off x="5960578" y="3425343"/>
              <a:ext cx="5902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생활 지원</a:t>
              </a:r>
            </a:p>
          </p:txBody>
        </p:sp>
      </p:grp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59B85186-3E33-8C0C-243D-EF6D6D8E7D03}"/>
              </a:ext>
            </a:extLst>
          </p:cNvPr>
          <p:cNvGrpSpPr/>
          <p:nvPr/>
        </p:nvGrpSpPr>
        <p:grpSpPr>
          <a:xfrm>
            <a:off x="978142" y="3777770"/>
            <a:ext cx="1332416" cy="276999"/>
            <a:chOff x="2633068" y="3728198"/>
            <a:chExt cx="1332416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4A6B761-DD66-9B53-3EA3-F0D1850B7251}"/>
                </a:ext>
              </a:extLst>
            </p:cNvPr>
            <p:cNvSpPr txBox="1"/>
            <p:nvPr/>
          </p:nvSpPr>
          <p:spPr>
            <a:xfrm>
              <a:off x="2633068" y="3728198"/>
              <a:ext cx="13324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바우처별 인기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5A1059D6-BACA-BEDF-9715-3694A8224B0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0C59C78-7022-22CF-7C4B-31112AB01A56}"/>
              </a:ext>
            </a:extLst>
          </p:cNvPr>
          <p:cNvSpPr/>
          <p:nvPr/>
        </p:nvSpPr>
        <p:spPr>
          <a:xfrm>
            <a:off x="311528" y="4245439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E3DA61E-CE4B-6DD2-1E1F-CBBE870ED3B9}"/>
              </a:ext>
            </a:extLst>
          </p:cNvPr>
          <p:cNvSpPr txBox="1"/>
          <p:nvPr/>
        </p:nvSpPr>
        <p:spPr>
          <a:xfrm>
            <a:off x="214340" y="4042204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기저귀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조제분유 지원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ADAF431E-99BF-236D-DF06-189B84D72210}"/>
              </a:ext>
            </a:extLst>
          </p:cNvPr>
          <p:cNvSpPr/>
          <p:nvPr/>
        </p:nvSpPr>
        <p:spPr>
          <a:xfrm>
            <a:off x="1814286" y="4245439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800524FD-0FBF-F8A7-A5B9-ED7B5AC13202}"/>
              </a:ext>
            </a:extLst>
          </p:cNvPr>
          <p:cNvSpPr txBox="1"/>
          <p:nvPr/>
        </p:nvSpPr>
        <p:spPr>
          <a:xfrm>
            <a:off x="232237" y="5221982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5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BC61F-B520-2C2E-FA16-8E7E84FFE5B9}"/>
              </a:ext>
            </a:extLst>
          </p:cNvPr>
          <p:cNvSpPr txBox="1"/>
          <p:nvPr/>
        </p:nvSpPr>
        <p:spPr>
          <a:xfrm>
            <a:off x="396726" y="5665589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E5A54270-E98E-7B19-E896-427C51B217A8}"/>
              </a:ext>
            </a:extLst>
          </p:cNvPr>
          <p:cNvGrpSpPr/>
          <p:nvPr/>
        </p:nvGrpSpPr>
        <p:grpSpPr>
          <a:xfrm>
            <a:off x="310161" y="5896421"/>
            <a:ext cx="1310400" cy="412082"/>
            <a:chOff x="2878980" y="5932470"/>
            <a:chExt cx="1310400" cy="412082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FF9D6BB-459E-07B4-3C2B-B76A5FEAD7CA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7F212BA-C8B8-58A8-4D7D-358F4D9DB9BD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647E3B5-DF90-70B1-C538-45A3F25A42F2}"/>
              </a:ext>
            </a:extLst>
          </p:cNvPr>
          <p:cNvSpPr txBox="1"/>
          <p:nvPr/>
        </p:nvSpPr>
        <p:spPr>
          <a:xfrm>
            <a:off x="1764061" y="5205970"/>
            <a:ext cx="153757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dirty="0">
                <a:solidFill>
                  <a:srgbClr val="333333"/>
                </a:solidFill>
                <a:latin typeface="+mn-ea"/>
              </a:rPr>
              <a:t>임페리얼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남양 임페리얼 </a:t>
            </a: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XIO 4</a:t>
            </a:r>
            <a:r>
              <a:rPr lang="ko-KR" altLang="en-US" sz="9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en-US" altLang="ko-KR" sz="900" spc="-150" dirty="0">
                <a:solidFill>
                  <a:srgbClr val="333333"/>
                </a:solidFill>
                <a:latin typeface="+mn-ea"/>
              </a:rPr>
              <a:t>800g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ko-KR" sz="9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900" b="0" i="0" spc="-150" dirty="0">
                <a:solidFill>
                  <a:srgbClr val="333333"/>
                </a:solidFill>
                <a:effectLst/>
                <a:latin typeface="+mn-ea"/>
              </a:rPr>
              <a:t> 3</a:t>
            </a:r>
            <a:r>
              <a:rPr lang="ko-KR" altLang="en-US" sz="9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  <a:endParaRPr lang="ko-KR" altLang="ko-KR" sz="900" b="0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3D2520-DFAD-F0C5-24F9-E65F28C2DEEE}"/>
              </a:ext>
            </a:extLst>
          </p:cNvPr>
          <p:cNvSpPr txBox="1"/>
          <p:nvPr/>
        </p:nvSpPr>
        <p:spPr>
          <a:xfrm>
            <a:off x="1809973" y="5652641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32,500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11C4D3-C55D-4482-1900-C10DBD992270}"/>
              </a:ext>
            </a:extLst>
          </p:cNvPr>
          <p:cNvSpPr txBox="1"/>
          <p:nvPr/>
        </p:nvSpPr>
        <p:spPr>
          <a:xfrm>
            <a:off x="911664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307AFC2-1DAB-6D31-7B1A-017D3C169EAF}"/>
              </a:ext>
            </a:extLst>
          </p:cNvPr>
          <p:cNvSpPr/>
          <p:nvPr/>
        </p:nvSpPr>
        <p:spPr>
          <a:xfrm>
            <a:off x="1910054" y="1404652"/>
            <a:ext cx="1131678" cy="1066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D519041-E39F-3E2F-D281-C592B678B9C5}"/>
              </a:ext>
            </a:extLst>
          </p:cNvPr>
          <p:cNvGrpSpPr/>
          <p:nvPr/>
        </p:nvGrpSpPr>
        <p:grpSpPr>
          <a:xfrm>
            <a:off x="265355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9ACB4EA0-AAC5-B8AE-C508-FFD881966727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89A6A963-68E3-1138-85E5-704287F4BA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B429A882-941F-D377-735C-5B702A6E9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D4FFCBD-6CA5-4723-C050-259DC18BC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ECE70F4-032F-55BF-B3DA-4B5CBD5F3B36}"/>
              </a:ext>
            </a:extLst>
          </p:cNvPr>
          <p:cNvGrpSpPr/>
          <p:nvPr/>
        </p:nvGrpSpPr>
        <p:grpSpPr>
          <a:xfrm>
            <a:off x="344914" y="1293038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AAEB7A6-E06E-84BE-C6D2-0C44A6B6901C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E8784E8-D460-33E1-0B49-3C37E921CC38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B1A2566B-A0A1-DE97-1BF7-94D7DF84D8A4}"/>
              </a:ext>
            </a:extLst>
          </p:cNvPr>
          <p:cNvSpPr/>
          <p:nvPr/>
        </p:nvSpPr>
        <p:spPr>
          <a:xfrm>
            <a:off x="1459702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3CC93753-B467-2573-D829-F25FBB2C1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403832"/>
              </p:ext>
            </p:extLst>
          </p:nvPr>
        </p:nvGraphicFramePr>
        <p:xfrm>
          <a:off x="10128399" y="623854"/>
          <a:ext cx="2850436" cy="2854861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1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/>
                        <a:t>12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grpSp>
        <p:nvGrpSpPr>
          <p:cNvPr id="17" name="그룹 16">
            <a:extLst>
              <a:ext uri="{FF2B5EF4-FFF2-40B4-BE49-F238E27FC236}">
                <a16:creationId xmlns:a16="http://schemas.microsoft.com/office/drawing/2014/main" id="{CF98C523-97C6-502E-E14E-27CB002DD9E7}"/>
              </a:ext>
            </a:extLst>
          </p:cNvPr>
          <p:cNvGrpSpPr/>
          <p:nvPr/>
        </p:nvGrpSpPr>
        <p:grpSpPr>
          <a:xfrm>
            <a:off x="1819080" y="5885711"/>
            <a:ext cx="1310400" cy="412082"/>
            <a:chOff x="2878980" y="5932470"/>
            <a:chExt cx="1310400" cy="412082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AA061CF-86DF-F642-7342-02954507CD5C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7DBAE69-0DD2-4A38-8BDA-BC698485D536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0C30A3C-0B15-49F9-0A0D-03018C0CBC7F}"/>
              </a:ext>
            </a:extLst>
          </p:cNvPr>
          <p:cNvSpPr/>
          <p:nvPr/>
        </p:nvSpPr>
        <p:spPr>
          <a:xfrm>
            <a:off x="156400" y="683964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6D1225-541D-9435-41AB-7D6430CBE2F7}"/>
              </a:ext>
            </a:extLst>
          </p:cNvPr>
          <p:cNvSpPr txBox="1"/>
          <p:nvPr/>
        </p:nvSpPr>
        <p:spPr>
          <a:xfrm>
            <a:off x="-173231" y="1635668"/>
            <a:ext cx="391596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35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순서도: 천공 테이프 25">
            <a:extLst>
              <a:ext uri="{FF2B5EF4-FFF2-40B4-BE49-F238E27FC236}">
                <a16:creationId xmlns:a16="http://schemas.microsoft.com/office/drawing/2014/main" id="{AC162E59-727C-6767-AF46-AD8BD212C512}"/>
              </a:ext>
            </a:extLst>
          </p:cNvPr>
          <p:cNvSpPr/>
          <p:nvPr/>
        </p:nvSpPr>
        <p:spPr>
          <a:xfrm>
            <a:off x="156400" y="6539024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36AF3B7-4268-D6FF-82E1-2F548EB28827}"/>
              </a:ext>
            </a:extLst>
          </p:cNvPr>
          <p:cNvSpPr/>
          <p:nvPr/>
        </p:nvSpPr>
        <p:spPr>
          <a:xfrm>
            <a:off x="3528641" y="683921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DE30F6-0F31-FDC0-B31A-4CD383CA227F}"/>
              </a:ext>
            </a:extLst>
          </p:cNvPr>
          <p:cNvSpPr/>
          <p:nvPr/>
        </p:nvSpPr>
        <p:spPr>
          <a:xfrm>
            <a:off x="3697801" y="764393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E08FCF4-4E7C-A77D-BF6A-D38683C004C5}"/>
              </a:ext>
            </a:extLst>
          </p:cNvPr>
          <p:cNvSpPr/>
          <p:nvPr/>
        </p:nvSpPr>
        <p:spPr>
          <a:xfrm>
            <a:off x="5200559" y="764393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779BCC-AA8D-58CB-7442-A1602BD4D7FF}"/>
              </a:ext>
            </a:extLst>
          </p:cNvPr>
          <p:cNvSpPr txBox="1"/>
          <p:nvPr/>
        </p:nvSpPr>
        <p:spPr>
          <a:xfrm>
            <a:off x="3618510" y="1740936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알프스 청정 프리미엄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오브맘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</a:t>
            </a: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2,3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200ml X 24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입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13A2FB-BDC7-858C-5476-100EDABB53F2}"/>
              </a:ext>
            </a:extLst>
          </p:cNvPr>
          <p:cNvSpPr txBox="1"/>
          <p:nvPr/>
        </p:nvSpPr>
        <p:spPr>
          <a:xfrm>
            <a:off x="3782999" y="218454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42,000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7E9DDC2-F6D3-C3B7-3DCF-08AA0A4EAC36}"/>
              </a:ext>
            </a:extLst>
          </p:cNvPr>
          <p:cNvGrpSpPr/>
          <p:nvPr/>
        </p:nvGrpSpPr>
        <p:grpSpPr>
          <a:xfrm>
            <a:off x="3696434" y="2415375"/>
            <a:ext cx="1310400" cy="412082"/>
            <a:chOff x="2878980" y="5932470"/>
            <a:chExt cx="1310400" cy="412082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CF1467C-CDA0-E971-E663-82100A521F7E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DA3E538B-ABB6-57A5-A707-450924DF8F4E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B4E74FC-00F1-C808-C0B6-91C8AE954A1A}"/>
              </a:ext>
            </a:extLst>
          </p:cNvPr>
          <p:cNvSpPr txBox="1"/>
          <p:nvPr/>
        </p:nvSpPr>
        <p:spPr>
          <a:xfrm>
            <a:off x="5150334" y="1724924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맥스드라이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2025 6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...</a:t>
            </a: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팬티형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여아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38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X2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KA30</a:t>
            </a:r>
            <a:endParaRPr lang="ko-KR" altLang="ko-KR" sz="800" spc="-15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DEC1B3-5D91-E0CA-2B75-0A9E067C0818}"/>
              </a:ext>
            </a:extLst>
          </p:cNvPr>
          <p:cNvSpPr txBox="1"/>
          <p:nvPr/>
        </p:nvSpPr>
        <p:spPr>
          <a:xfrm>
            <a:off x="5196246" y="2171595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73,900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DCBF86EE-5BBA-4DEC-F90F-846365F03D05}"/>
              </a:ext>
            </a:extLst>
          </p:cNvPr>
          <p:cNvGrpSpPr/>
          <p:nvPr/>
        </p:nvGrpSpPr>
        <p:grpSpPr>
          <a:xfrm>
            <a:off x="5205353" y="2404665"/>
            <a:ext cx="1310400" cy="412082"/>
            <a:chOff x="2878980" y="5932470"/>
            <a:chExt cx="1310400" cy="412082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9A397D2-F3F0-7108-8D3E-3C7E67417423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A244E38F-76A1-3BB8-4C50-0BAFC6110D58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52" name="순서도: 천공 테이프 51">
            <a:extLst>
              <a:ext uri="{FF2B5EF4-FFF2-40B4-BE49-F238E27FC236}">
                <a16:creationId xmlns:a16="http://schemas.microsoft.com/office/drawing/2014/main" id="{E40D9D31-E67D-A88E-BAA4-49183A266A97}"/>
              </a:ext>
            </a:extLst>
          </p:cNvPr>
          <p:cNvSpPr/>
          <p:nvPr/>
        </p:nvSpPr>
        <p:spPr>
          <a:xfrm>
            <a:off x="3535274" y="2889912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A7523C-8735-45B0-C6E4-32093346D21E}"/>
              </a:ext>
            </a:extLst>
          </p:cNvPr>
          <p:cNvSpPr txBox="1"/>
          <p:nvPr/>
        </p:nvSpPr>
        <p:spPr>
          <a:xfrm>
            <a:off x="3612456" y="3394435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1" spc="-150" dirty="0">
                <a:latin typeface="+mn-ea"/>
              </a:rPr>
              <a:t>여성청소년 생리용품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E5FA45FF-840E-48B9-7D25-5719BFEAB293}"/>
              </a:ext>
            </a:extLst>
          </p:cNvPr>
          <p:cNvSpPr/>
          <p:nvPr/>
        </p:nvSpPr>
        <p:spPr>
          <a:xfrm>
            <a:off x="3680382" y="3635828"/>
            <a:ext cx="1311496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18A8EBA-6895-56E1-49DB-6D4CD7449704}"/>
              </a:ext>
            </a:extLst>
          </p:cNvPr>
          <p:cNvSpPr/>
          <p:nvPr/>
        </p:nvSpPr>
        <p:spPr>
          <a:xfrm>
            <a:off x="5183140" y="3635828"/>
            <a:ext cx="1311496" cy="97219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5DD8E4-4B41-A82A-F8E5-B3D95470A058}"/>
              </a:ext>
            </a:extLst>
          </p:cNvPr>
          <p:cNvSpPr txBox="1"/>
          <p:nvPr/>
        </p:nvSpPr>
        <p:spPr>
          <a:xfrm>
            <a:off x="3601091" y="4612371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>
                <a:solidFill>
                  <a:srgbClr val="333333"/>
                </a:solidFill>
                <a:latin typeface="+mn-ea"/>
              </a:rPr>
              <a:t>깨끗한나라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프리미엄급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디어스킨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리얼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모딜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중형 </a:t>
            </a:r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32P(16+16) </a:t>
            </a:r>
            <a:r>
              <a:rPr lang="ko-KR" altLang="en-US" sz="800" dirty="0">
                <a:solidFill>
                  <a:srgbClr val="333333"/>
                </a:solidFill>
                <a:latin typeface="+mn-ea"/>
              </a:rPr>
              <a:t>생리대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2704EF0-A059-F2CA-5923-38A0CD5B3CFA}"/>
              </a:ext>
            </a:extLst>
          </p:cNvPr>
          <p:cNvSpPr txBox="1"/>
          <p:nvPr/>
        </p:nvSpPr>
        <p:spPr>
          <a:xfrm>
            <a:off x="3765580" y="5055978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8,900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F5689023-B138-0FCA-CCF7-F0AD0CD13187}"/>
              </a:ext>
            </a:extLst>
          </p:cNvPr>
          <p:cNvGrpSpPr/>
          <p:nvPr/>
        </p:nvGrpSpPr>
        <p:grpSpPr>
          <a:xfrm>
            <a:off x="3679015" y="5286810"/>
            <a:ext cx="1310400" cy="412082"/>
            <a:chOff x="2878980" y="5932470"/>
            <a:chExt cx="1310400" cy="412082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10275B52-E0E5-8F79-89E6-81F792D31100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32EBEA44-8E07-088F-095C-6A2026EC346C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F282F9C4-07D1-1484-52BA-9D173C2CCA18}"/>
              </a:ext>
            </a:extLst>
          </p:cNvPr>
          <p:cNvSpPr txBox="1"/>
          <p:nvPr/>
        </p:nvSpPr>
        <p:spPr>
          <a:xfrm>
            <a:off x="5132915" y="4596359"/>
            <a:ext cx="153757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00" dirty="0" err="1">
                <a:solidFill>
                  <a:srgbClr val="333333"/>
                </a:solidFill>
                <a:latin typeface="+mn-ea"/>
              </a:rPr>
              <a:t>바디피트</a:t>
            </a:r>
            <a:r>
              <a:rPr lang="ko-KR" altLang="ko-KR" sz="700" dirty="0">
                <a:solidFill>
                  <a:srgbClr val="333333"/>
                </a:solidFill>
                <a:latin typeface="+mn-ea"/>
              </a:rPr>
              <a:t>] </a:t>
            </a:r>
            <a:endParaRPr lang="en-US" altLang="ko-KR" sz="70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천연코튼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팬티라이너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일반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무향</a:t>
            </a:r>
            <a:r>
              <a:rPr lang="ko-KR" altLang="ko-KR" sz="800" spc="-150" dirty="0">
                <a:solidFill>
                  <a:srgbClr val="333333"/>
                </a:solidFill>
                <a:latin typeface="+mn-ea"/>
              </a:rPr>
              <a:t> 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dirty="0">
                <a:solidFill>
                  <a:srgbClr val="333333"/>
                </a:solidFill>
                <a:latin typeface="+mn-ea"/>
              </a:rPr>
              <a:t>120p(40Px3)</a:t>
            </a:r>
            <a:endParaRPr lang="ko-KR" altLang="ko-KR" sz="800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E54B3AB-0452-2C9B-959D-BCDA33AD9CD0}"/>
              </a:ext>
            </a:extLst>
          </p:cNvPr>
          <p:cNvSpPr txBox="1"/>
          <p:nvPr/>
        </p:nvSpPr>
        <p:spPr>
          <a:xfrm>
            <a:off x="5178827" y="5043030"/>
            <a:ext cx="1454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10,400</a:t>
            </a:r>
            <a:r>
              <a:rPr lang="ko-KR" altLang="en-US" sz="900" b="1" dirty="0">
                <a:solidFill>
                  <a:srgbClr val="333333"/>
                </a:solidFill>
                <a:latin typeface="+mn-ea"/>
              </a:rPr>
              <a:t>원</a:t>
            </a:r>
            <a:endParaRPr lang="ko-KR" altLang="ko-KR" sz="900" b="1" spc="-150" dirty="0">
              <a:solidFill>
                <a:srgbClr val="333333"/>
              </a:solidFill>
              <a:latin typeface="+mn-ea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DDC5E21-2111-CA0F-E224-12B82DFFADB3}"/>
              </a:ext>
            </a:extLst>
          </p:cNvPr>
          <p:cNvGrpSpPr/>
          <p:nvPr/>
        </p:nvGrpSpPr>
        <p:grpSpPr>
          <a:xfrm>
            <a:off x="5187934" y="5276100"/>
            <a:ext cx="1310400" cy="412082"/>
            <a:chOff x="2878980" y="5932470"/>
            <a:chExt cx="1310400" cy="412082"/>
          </a:xfrm>
        </p:grpSpPr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B39D1D14-C4A1-378A-9CAA-CD52C51645C4}"/>
                </a:ext>
              </a:extLst>
            </p:cNvPr>
            <p:cNvSpPr/>
            <p:nvPr/>
          </p:nvSpPr>
          <p:spPr>
            <a:xfrm>
              <a:off x="2878981" y="5932470"/>
              <a:ext cx="1310399" cy="18814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장바구니</a:t>
              </a:r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F6263D5-28A0-E075-3DB6-AAD115FE3060}"/>
                </a:ext>
              </a:extLst>
            </p:cNvPr>
            <p:cNvSpPr/>
            <p:nvPr/>
          </p:nvSpPr>
          <p:spPr>
            <a:xfrm>
              <a:off x="2878980" y="6156408"/>
              <a:ext cx="1310400" cy="18814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118" name="순서도: 천공 테이프 117">
            <a:extLst>
              <a:ext uri="{FF2B5EF4-FFF2-40B4-BE49-F238E27FC236}">
                <a16:creationId xmlns:a16="http://schemas.microsoft.com/office/drawing/2014/main" id="{39258C50-F64F-78F8-6553-053E0AF2931E}"/>
              </a:ext>
            </a:extLst>
          </p:cNvPr>
          <p:cNvSpPr/>
          <p:nvPr/>
        </p:nvSpPr>
        <p:spPr>
          <a:xfrm>
            <a:off x="3535274" y="5738911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2X4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0" name="순서도: 천공 테이프 119">
            <a:extLst>
              <a:ext uri="{FF2B5EF4-FFF2-40B4-BE49-F238E27FC236}">
                <a16:creationId xmlns:a16="http://schemas.microsoft.com/office/drawing/2014/main" id="{7F9D1F33-1EF4-DBA0-EE7A-27EF1C2319C4}"/>
              </a:ext>
            </a:extLst>
          </p:cNvPr>
          <p:cNvSpPr/>
          <p:nvPr/>
        </p:nvSpPr>
        <p:spPr>
          <a:xfrm>
            <a:off x="3535273" y="6494763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F75AC2D-A1EE-1D73-2C32-36B558018B43}"/>
              </a:ext>
            </a:extLst>
          </p:cNvPr>
          <p:cNvSpPr/>
          <p:nvPr/>
        </p:nvSpPr>
        <p:spPr>
          <a:xfrm>
            <a:off x="6880952" y="683921"/>
            <a:ext cx="3159299" cy="555718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1033AA98-AD32-971F-493B-D8A1B695EC3D}"/>
              </a:ext>
            </a:extLst>
          </p:cNvPr>
          <p:cNvSpPr/>
          <p:nvPr/>
        </p:nvSpPr>
        <p:spPr>
          <a:xfrm>
            <a:off x="11642822" y="7318873"/>
            <a:ext cx="88036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E07006A1-0082-7DCE-57AE-2A67197256C1}"/>
              </a:ext>
            </a:extLst>
          </p:cNvPr>
          <p:cNvSpPr/>
          <p:nvPr/>
        </p:nvSpPr>
        <p:spPr>
          <a:xfrm>
            <a:off x="6930150" y="997433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68C0929-BBFA-1F39-72C0-A4D87435425A}"/>
              </a:ext>
            </a:extLst>
          </p:cNvPr>
          <p:cNvSpPr txBox="1"/>
          <p:nvPr/>
        </p:nvSpPr>
        <p:spPr>
          <a:xfrm>
            <a:off x="6846232" y="764393"/>
            <a:ext cx="80342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8AE852C-FDBA-F490-77F5-EDA22C1BE9BF}"/>
              </a:ext>
            </a:extLst>
          </p:cNvPr>
          <p:cNvSpPr txBox="1"/>
          <p:nvPr/>
        </p:nvSpPr>
        <p:spPr>
          <a:xfrm>
            <a:off x="9288956" y="786234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665280E-E9A8-EAC4-049D-991CF1A9250B}"/>
              </a:ext>
            </a:extLst>
          </p:cNvPr>
          <p:cNvSpPr txBox="1"/>
          <p:nvPr/>
        </p:nvSpPr>
        <p:spPr>
          <a:xfrm>
            <a:off x="6915038" y="1044015"/>
            <a:ext cx="270131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E29B326-B1E7-6FDD-9639-2794FA7CC120}"/>
              </a:ext>
            </a:extLst>
          </p:cNvPr>
          <p:cNvSpPr txBox="1"/>
          <p:nvPr/>
        </p:nvSpPr>
        <p:spPr>
          <a:xfrm>
            <a:off x="6907853" y="1260029"/>
            <a:ext cx="22764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457FE4F5-C57B-9ABE-F225-0644AC26B464}"/>
              </a:ext>
            </a:extLst>
          </p:cNvPr>
          <p:cNvSpPr txBox="1"/>
          <p:nvPr/>
        </p:nvSpPr>
        <p:spPr>
          <a:xfrm>
            <a:off x="6907854" y="1494736"/>
            <a:ext cx="24204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539C92DD-E806-A1E8-7886-8423291F8B6E}"/>
              </a:ext>
            </a:extLst>
          </p:cNvPr>
          <p:cNvSpPr/>
          <p:nvPr/>
        </p:nvSpPr>
        <p:spPr>
          <a:xfrm>
            <a:off x="6915038" y="2157561"/>
            <a:ext cx="2902226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6BAEAD7D-9BFE-E1F7-A7C8-80B7FEC31165}"/>
              </a:ext>
            </a:extLst>
          </p:cNvPr>
          <p:cNvSpPr txBox="1"/>
          <p:nvPr/>
        </p:nvSpPr>
        <p:spPr>
          <a:xfrm>
            <a:off x="6841009" y="1946840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CA26644-263D-8E3B-D4DE-121A8FCFEDB3}"/>
              </a:ext>
            </a:extLst>
          </p:cNvPr>
          <p:cNvSpPr txBox="1"/>
          <p:nvPr/>
        </p:nvSpPr>
        <p:spPr>
          <a:xfrm>
            <a:off x="9273844" y="1946362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076CFAFC-05E7-878D-BAB6-FAA76184704C}"/>
              </a:ext>
            </a:extLst>
          </p:cNvPr>
          <p:cNvSpPr txBox="1"/>
          <p:nvPr/>
        </p:nvSpPr>
        <p:spPr>
          <a:xfrm>
            <a:off x="6914644" y="2257589"/>
            <a:ext cx="1648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….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07982EF-1807-A600-E48A-4D7F2C93CC46}"/>
              </a:ext>
            </a:extLst>
          </p:cNvPr>
          <p:cNvSpPr txBox="1"/>
          <p:nvPr/>
        </p:nvSpPr>
        <p:spPr>
          <a:xfrm>
            <a:off x="6914644" y="2432412"/>
            <a:ext cx="20275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DEFE88EB-98FE-B5AD-9A2B-601F7825DEDA}"/>
              </a:ext>
            </a:extLst>
          </p:cNvPr>
          <p:cNvSpPr txBox="1"/>
          <p:nvPr/>
        </p:nvSpPr>
        <p:spPr>
          <a:xfrm>
            <a:off x="6914644" y="2595557"/>
            <a:ext cx="14775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…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D90C8EFB-FF8C-A987-FE76-9FD8B8A29107}"/>
              </a:ext>
            </a:extLst>
          </p:cNvPr>
          <p:cNvSpPr txBox="1"/>
          <p:nvPr/>
        </p:nvSpPr>
        <p:spPr>
          <a:xfrm>
            <a:off x="9007310" y="2257589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E813EFD-A0E4-8CB2-39E6-CB1F6802A639}"/>
              </a:ext>
            </a:extLst>
          </p:cNvPr>
          <p:cNvSpPr txBox="1"/>
          <p:nvPr/>
        </p:nvSpPr>
        <p:spPr>
          <a:xfrm>
            <a:off x="9007310" y="2432412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0319AD1-EAFE-E5E6-45D7-490F73CE6F61}"/>
              </a:ext>
            </a:extLst>
          </p:cNvPr>
          <p:cNvSpPr txBox="1"/>
          <p:nvPr/>
        </p:nvSpPr>
        <p:spPr>
          <a:xfrm>
            <a:off x="9007310" y="2595557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0E7F4433-F867-1DCB-6D5C-AB509276F15A}"/>
              </a:ext>
            </a:extLst>
          </p:cNvPr>
          <p:cNvSpPr/>
          <p:nvPr/>
        </p:nvSpPr>
        <p:spPr>
          <a:xfrm>
            <a:off x="6891909" y="3203848"/>
            <a:ext cx="3077849" cy="244879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B5508175-A27C-FB67-BD5D-2E51B0C1C23B}"/>
              </a:ext>
            </a:extLst>
          </p:cNvPr>
          <p:cNvSpPr txBox="1"/>
          <p:nvPr/>
        </p:nvSpPr>
        <p:spPr>
          <a:xfrm>
            <a:off x="6867912" y="388322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48BB0D5E-852A-A8BD-B6FA-3857F42CCCE7}"/>
              </a:ext>
            </a:extLst>
          </p:cNvPr>
          <p:cNvSpPr txBox="1"/>
          <p:nvPr/>
        </p:nvSpPr>
        <p:spPr>
          <a:xfrm>
            <a:off x="6854210" y="4626207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15FFE64-E3FC-B7D6-4F52-681901FAA964}"/>
              </a:ext>
            </a:extLst>
          </p:cNvPr>
          <p:cNvSpPr txBox="1"/>
          <p:nvPr/>
        </p:nvSpPr>
        <p:spPr>
          <a:xfrm>
            <a:off x="6880952" y="3219611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3" name="순서도: 연결자 202">
            <a:extLst>
              <a:ext uri="{FF2B5EF4-FFF2-40B4-BE49-F238E27FC236}">
                <a16:creationId xmlns:a16="http://schemas.microsoft.com/office/drawing/2014/main" id="{87EDB5D0-5F53-BA25-CBF2-9FA67444D306}"/>
              </a:ext>
            </a:extLst>
          </p:cNvPr>
          <p:cNvSpPr/>
          <p:nvPr/>
        </p:nvSpPr>
        <p:spPr>
          <a:xfrm>
            <a:off x="2893343" y="3748637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pic>
        <p:nvPicPr>
          <p:cNvPr id="205" name="그림 204">
            <a:extLst>
              <a:ext uri="{FF2B5EF4-FFF2-40B4-BE49-F238E27FC236}">
                <a16:creationId xmlns:a16="http://schemas.microsoft.com/office/drawing/2014/main" id="{1E3DEC12-6CA5-52C8-F1EC-77C62F09A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9014" y="5903830"/>
            <a:ext cx="333375" cy="295275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991F425B-B761-2265-9388-7D9721B7F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5394" y="5890838"/>
            <a:ext cx="304800" cy="342900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93E7BFB0-F962-AEC9-61A2-73BD27BDD8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124" t="19832" r="40203" b="17169"/>
          <a:stretch>
            <a:fillRect/>
          </a:stretch>
        </p:blipFill>
        <p:spPr>
          <a:xfrm>
            <a:off x="8808594" y="5928841"/>
            <a:ext cx="334680" cy="250770"/>
          </a:xfrm>
          <a:prstGeom prst="rect">
            <a:avLst/>
          </a:prstGeom>
        </p:spPr>
      </p:pic>
      <p:sp>
        <p:nvSpPr>
          <p:cNvPr id="215" name="순서도: 연결자 214">
            <a:extLst>
              <a:ext uri="{FF2B5EF4-FFF2-40B4-BE49-F238E27FC236}">
                <a16:creationId xmlns:a16="http://schemas.microsoft.com/office/drawing/2014/main" id="{59D17E90-F1B1-9758-1A6F-FE10EC0B2570}"/>
              </a:ext>
            </a:extLst>
          </p:cNvPr>
          <p:cNvSpPr/>
          <p:nvPr/>
        </p:nvSpPr>
        <p:spPr>
          <a:xfrm>
            <a:off x="9616351" y="5909133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5A01EBD5-2940-292E-14FB-EAB2A80DB6A0}"/>
              </a:ext>
            </a:extLst>
          </p:cNvPr>
          <p:cNvSpPr/>
          <p:nvPr/>
        </p:nvSpPr>
        <p:spPr>
          <a:xfrm>
            <a:off x="6880952" y="5867907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8" name="모서리가 둥근 직사각형 114">
            <a:extLst>
              <a:ext uri="{FF2B5EF4-FFF2-40B4-BE49-F238E27FC236}">
                <a16:creationId xmlns:a16="http://schemas.microsoft.com/office/drawing/2014/main" id="{F9E0A309-762C-A4E4-7A52-A3DE8BC1E238}"/>
              </a:ext>
            </a:extLst>
          </p:cNvPr>
          <p:cNvSpPr/>
          <p:nvPr/>
        </p:nvSpPr>
        <p:spPr>
          <a:xfrm>
            <a:off x="7076255" y="5807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E554F65B-0E2F-3F79-C29E-1E1B25ADA5E1}"/>
              </a:ext>
            </a:extLst>
          </p:cNvPr>
          <p:cNvSpPr/>
          <p:nvPr/>
        </p:nvSpPr>
        <p:spPr>
          <a:xfrm>
            <a:off x="8000751" y="57843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0A9D1E8F-9696-3E62-9B4A-57CDA7F10DB2}"/>
              </a:ext>
            </a:extLst>
          </p:cNvPr>
          <p:cNvSpPr/>
          <p:nvPr/>
        </p:nvSpPr>
        <p:spPr>
          <a:xfrm>
            <a:off x="8859026" y="57918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4" name="모서리가 둥근 직사각형 114">
            <a:extLst>
              <a:ext uri="{FF2B5EF4-FFF2-40B4-BE49-F238E27FC236}">
                <a16:creationId xmlns:a16="http://schemas.microsoft.com/office/drawing/2014/main" id="{56DB0447-A065-D35D-9F74-2C15774FF4FE}"/>
              </a:ext>
            </a:extLst>
          </p:cNvPr>
          <p:cNvSpPr/>
          <p:nvPr/>
        </p:nvSpPr>
        <p:spPr>
          <a:xfrm>
            <a:off x="9682489" y="57784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8CB3D109-5CFB-C9D6-9D82-786C2DD4E910}"/>
              </a:ext>
            </a:extLst>
          </p:cNvPr>
          <p:cNvCxnSpPr>
            <a:stCxn id="216" idx="3"/>
          </p:cNvCxnSpPr>
          <p:nvPr/>
        </p:nvCxnSpPr>
        <p:spPr>
          <a:xfrm>
            <a:off x="10040251" y="6048738"/>
            <a:ext cx="617182" cy="2187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72AEA2E1-CDD1-57ED-F3BB-73A2C1C21A24}"/>
              </a:ext>
            </a:extLst>
          </p:cNvPr>
          <p:cNvSpPr txBox="1"/>
          <p:nvPr/>
        </p:nvSpPr>
        <p:spPr>
          <a:xfrm>
            <a:off x="10688047" y="5910251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 고정 탭 바 영역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1B4831-5FAD-826C-6EFF-BFC7C46D0A04}"/>
              </a:ext>
            </a:extLst>
          </p:cNvPr>
          <p:cNvSpPr txBox="1"/>
          <p:nvPr/>
        </p:nvSpPr>
        <p:spPr>
          <a:xfrm>
            <a:off x="923908" y="4265013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0B2D4D-14F8-67D6-7B94-450F4B10A64E}"/>
              </a:ext>
            </a:extLst>
          </p:cNvPr>
          <p:cNvSpPr txBox="1"/>
          <p:nvPr/>
        </p:nvSpPr>
        <p:spPr>
          <a:xfrm>
            <a:off x="4147647" y="3650161"/>
            <a:ext cx="836622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BFD8035-7945-E8E0-0E4F-C7ED859AF19B}"/>
              </a:ext>
            </a:extLst>
          </p:cNvPr>
          <p:cNvSpPr txBox="1"/>
          <p:nvPr/>
        </p:nvSpPr>
        <p:spPr>
          <a:xfrm>
            <a:off x="2428128" y="4255615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3187B5-CB92-456E-77D3-7442F113CD1B}"/>
              </a:ext>
            </a:extLst>
          </p:cNvPr>
          <p:cNvSpPr txBox="1"/>
          <p:nvPr/>
        </p:nvSpPr>
        <p:spPr>
          <a:xfrm>
            <a:off x="5655123" y="3642099"/>
            <a:ext cx="836622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798A653-7956-95C1-5A73-B809935B1412}"/>
              </a:ext>
            </a:extLst>
          </p:cNvPr>
          <p:cNvSpPr txBox="1"/>
          <p:nvPr/>
        </p:nvSpPr>
        <p:spPr>
          <a:xfrm>
            <a:off x="4303511" y="765610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7465735-6BA9-D452-FBE6-4C4E8285AA49}"/>
              </a:ext>
            </a:extLst>
          </p:cNvPr>
          <p:cNvSpPr txBox="1"/>
          <p:nvPr/>
        </p:nvSpPr>
        <p:spPr>
          <a:xfrm>
            <a:off x="5807731" y="756212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</p:spTree>
    <p:extLst>
      <p:ext uri="{BB962C8B-B14F-4D97-AF65-F5344CB8AC3E}">
        <p14:creationId xmlns:p14="http://schemas.microsoft.com/office/powerpoint/2010/main" val="1309040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1062-D813-FD63-923F-B017B38F1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75BD9B-78E9-0F43-AA3A-1770DC2D3436}"/>
              </a:ext>
            </a:extLst>
          </p:cNvPr>
          <p:cNvSpPr txBox="1"/>
          <p:nvPr/>
        </p:nvSpPr>
        <p:spPr>
          <a:xfrm>
            <a:off x="5322639" y="2789327"/>
            <a:ext cx="231666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r>
              <a:rPr lang="en-US" altLang="ko-KR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r>
              <a:rPr lang="ko-KR" altLang="en-US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타입</a:t>
            </a:r>
          </a:p>
        </p:txBody>
      </p:sp>
    </p:spTree>
    <p:extLst>
      <p:ext uri="{BB962C8B-B14F-4D97-AF65-F5344CB8AC3E}">
        <p14:creationId xmlns:p14="http://schemas.microsoft.com/office/powerpoint/2010/main" val="1990633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E9D72-61A9-FF92-10C2-7FA987CDD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E3E0146-7C79-D900-D435-67CC8C6F27E1}"/>
              </a:ext>
            </a:extLst>
          </p:cNvPr>
          <p:cNvSpPr txBox="1"/>
          <p:nvPr/>
        </p:nvSpPr>
        <p:spPr>
          <a:xfrm>
            <a:off x="288281" y="190942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메인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EDC064D-7452-D526-9F00-B7464F8366FD}"/>
              </a:ext>
            </a:extLst>
          </p:cNvPr>
          <p:cNvSpPr/>
          <p:nvPr/>
        </p:nvSpPr>
        <p:spPr>
          <a:xfrm>
            <a:off x="432297" y="755973"/>
            <a:ext cx="4536504" cy="610892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F97A881-0A66-6502-B6FA-78D99853D312}"/>
              </a:ext>
            </a:extLst>
          </p:cNvPr>
          <p:cNvSpPr/>
          <p:nvPr/>
        </p:nvSpPr>
        <p:spPr>
          <a:xfrm>
            <a:off x="5654961" y="898720"/>
            <a:ext cx="3043412" cy="499001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7B6C8FF-BB8A-FE42-E336-B57FDEAA1F9F}"/>
              </a:ext>
            </a:extLst>
          </p:cNvPr>
          <p:cNvSpPr/>
          <p:nvPr/>
        </p:nvSpPr>
        <p:spPr>
          <a:xfrm>
            <a:off x="9374735" y="906068"/>
            <a:ext cx="2090148" cy="5934470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87EDA6-F0B2-DE74-9327-126EB08206C7}"/>
              </a:ext>
            </a:extLst>
          </p:cNvPr>
          <p:cNvSpPr/>
          <p:nvPr/>
        </p:nvSpPr>
        <p:spPr>
          <a:xfrm>
            <a:off x="432297" y="755974"/>
            <a:ext cx="453650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D2718C-DCEE-67D8-EF8D-A1D8DDC42316}"/>
              </a:ext>
            </a:extLst>
          </p:cNvPr>
          <p:cNvSpPr/>
          <p:nvPr/>
        </p:nvSpPr>
        <p:spPr>
          <a:xfrm>
            <a:off x="432297" y="1127410"/>
            <a:ext cx="4536504" cy="8527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101C86-5274-F47E-A30C-96105B4592E8}"/>
              </a:ext>
            </a:extLst>
          </p:cNvPr>
          <p:cNvSpPr txBox="1"/>
          <p:nvPr/>
        </p:nvSpPr>
        <p:spPr>
          <a:xfrm>
            <a:off x="1801027" y="246871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AE68FD-41A7-D6E9-7A87-8E9ABBA62B9A}"/>
              </a:ext>
            </a:extLst>
          </p:cNvPr>
          <p:cNvSpPr txBox="1"/>
          <p:nvPr/>
        </p:nvSpPr>
        <p:spPr>
          <a:xfrm>
            <a:off x="2466594" y="246871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2F4A0CE-D4BB-E63F-48AF-18584AF71642}"/>
              </a:ext>
            </a:extLst>
          </p:cNvPr>
          <p:cNvSpPr txBox="1"/>
          <p:nvPr/>
        </p:nvSpPr>
        <p:spPr>
          <a:xfrm>
            <a:off x="3114666" y="2475299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239FBD6-66DC-490E-7420-5FB2F8E6846E}"/>
              </a:ext>
            </a:extLst>
          </p:cNvPr>
          <p:cNvGrpSpPr/>
          <p:nvPr/>
        </p:nvGrpSpPr>
        <p:grpSpPr>
          <a:xfrm>
            <a:off x="2254838" y="2117083"/>
            <a:ext cx="1002197" cy="256740"/>
            <a:chOff x="2701542" y="3728198"/>
            <a:chExt cx="1002197" cy="256740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19FFB8A-4319-CADA-BE24-05D9491AFE51}"/>
                </a:ext>
              </a:extLst>
            </p:cNvPr>
            <p:cNvSpPr txBox="1"/>
            <p:nvPr/>
          </p:nvSpPr>
          <p:spPr>
            <a:xfrm>
              <a:off x="2701542" y="3728198"/>
              <a:ext cx="10021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행복몰</a:t>
              </a: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</a:t>
              </a: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</a:t>
              </a:r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7EC5B15C-CE34-5B1D-0B36-E0C077A1710F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2E24AD6-CFA4-BAC7-2662-4F3CC8FAE8F8}"/>
              </a:ext>
            </a:extLst>
          </p:cNvPr>
          <p:cNvSpPr/>
          <p:nvPr/>
        </p:nvSpPr>
        <p:spPr>
          <a:xfrm>
            <a:off x="1021530" y="2757286"/>
            <a:ext cx="1699866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88028D0-2561-308D-B563-F2E87EC5BA01}"/>
              </a:ext>
            </a:extLst>
          </p:cNvPr>
          <p:cNvSpPr/>
          <p:nvPr/>
        </p:nvSpPr>
        <p:spPr>
          <a:xfrm>
            <a:off x="2774065" y="2764881"/>
            <a:ext cx="1699866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7C946A0-8C14-8CD1-6534-9AA331316D43}"/>
              </a:ext>
            </a:extLst>
          </p:cNvPr>
          <p:cNvSpPr/>
          <p:nvPr/>
        </p:nvSpPr>
        <p:spPr>
          <a:xfrm>
            <a:off x="1021530" y="3262842"/>
            <a:ext cx="1699866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F455CCC-0847-5AB9-6E0D-7402B671422B}"/>
              </a:ext>
            </a:extLst>
          </p:cNvPr>
          <p:cNvSpPr/>
          <p:nvPr/>
        </p:nvSpPr>
        <p:spPr>
          <a:xfrm>
            <a:off x="2774065" y="3270437"/>
            <a:ext cx="1699866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24232ED-941C-7372-0CB9-3AA0FA30D6D7}"/>
              </a:ext>
            </a:extLst>
          </p:cNvPr>
          <p:cNvSpPr/>
          <p:nvPr/>
        </p:nvSpPr>
        <p:spPr>
          <a:xfrm>
            <a:off x="908099" y="5861679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2E69E712-098D-1442-0391-0980FB3DF075}"/>
              </a:ext>
            </a:extLst>
          </p:cNvPr>
          <p:cNvSpPr/>
          <p:nvPr/>
        </p:nvSpPr>
        <p:spPr>
          <a:xfrm>
            <a:off x="426005" y="6516614"/>
            <a:ext cx="4536504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F1FB01E4-7CA8-6842-B687-002E5CB98330}"/>
              </a:ext>
            </a:extLst>
          </p:cNvPr>
          <p:cNvSpPr/>
          <p:nvPr/>
        </p:nvSpPr>
        <p:spPr>
          <a:xfrm>
            <a:off x="5654961" y="898720"/>
            <a:ext cx="3043412" cy="16285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988BC8CD-26B3-F946-5139-1D654D730B52}"/>
              </a:ext>
            </a:extLst>
          </p:cNvPr>
          <p:cNvSpPr/>
          <p:nvPr/>
        </p:nvSpPr>
        <p:spPr>
          <a:xfrm>
            <a:off x="5654961" y="1109942"/>
            <a:ext cx="3043412" cy="5070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270367CA-808A-1D91-9E40-81112FC27C31}"/>
              </a:ext>
            </a:extLst>
          </p:cNvPr>
          <p:cNvSpPr/>
          <p:nvPr/>
        </p:nvSpPr>
        <p:spPr>
          <a:xfrm>
            <a:off x="5655650" y="5537827"/>
            <a:ext cx="3042723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B014247A-75B1-3ABC-BA49-575F02BC5DCC}"/>
              </a:ext>
            </a:extLst>
          </p:cNvPr>
          <p:cNvSpPr/>
          <p:nvPr/>
        </p:nvSpPr>
        <p:spPr>
          <a:xfrm>
            <a:off x="9374735" y="906069"/>
            <a:ext cx="209014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D76DBDD9-328D-9B26-4171-3FFF799C3AEF}"/>
              </a:ext>
            </a:extLst>
          </p:cNvPr>
          <p:cNvSpPr/>
          <p:nvPr/>
        </p:nvSpPr>
        <p:spPr>
          <a:xfrm>
            <a:off x="9374735" y="1111236"/>
            <a:ext cx="2090148" cy="57269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3B184EE3-08B5-D386-2DD6-940DAB1D3A25}"/>
              </a:ext>
            </a:extLst>
          </p:cNvPr>
          <p:cNvSpPr/>
          <p:nvPr/>
        </p:nvSpPr>
        <p:spPr>
          <a:xfrm>
            <a:off x="9374735" y="6432708"/>
            <a:ext cx="2090148" cy="1844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B2F958C9-B481-3E64-9698-B06B601A8A1B}"/>
              </a:ext>
            </a:extLst>
          </p:cNvPr>
          <p:cNvSpPr/>
          <p:nvPr/>
        </p:nvSpPr>
        <p:spPr>
          <a:xfrm>
            <a:off x="9374735" y="6689189"/>
            <a:ext cx="2090148" cy="144016"/>
          </a:xfrm>
          <a:prstGeom prst="rect">
            <a:avLst/>
          </a:prstGeom>
          <a:solidFill>
            <a:srgbClr val="00206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47B128-81F4-1404-615F-C6FD28CBF029}"/>
              </a:ext>
            </a:extLst>
          </p:cNvPr>
          <p:cNvSpPr txBox="1"/>
          <p:nvPr/>
        </p:nvSpPr>
        <p:spPr>
          <a:xfrm>
            <a:off x="331194" y="518652"/>
            <a:ext cx="3706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94E5BC-09EA-F352-CF48-FC43C69AC5EE}"/>
              </a:ext>
            </a:extLst>
          </p:cNvPr>
          <p:cNvSpPr txBox="1"/>
          <p:nvPr/>
        </p:nvSpPr>
        <p:spPr>
          <a:xfrm>
            <a:off x="5605857" y="601228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3D7641-6493-749F-7CFA-36E1DB3C0A7A}"/>
              </a:ext>
            </a:extLst>
          </p:cNvPr>
          <p:cNvSpPr txBox="1"/>
          <p:nvPr/>
        </p:nvSpPr>
        <p:spPr>
          <a:xfrm>
            <a:off x="9291022" y="629069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42C1D1-5B0B-EDE2-2DE1-D76B196FC17C}"/>
              </a:ext>
            </a:extLst>
          </p:cNvPr>
          <p:cNvSpPr/>
          <p:nvPr/>
        </p:nvSpPr>
        <p:spPr>
          <a:xfrm>
            <a:off x="1021530" y="3771218"/>
            <a:ext cx="1699866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5A9FF7-3913-BED8-E98D-4C6835B4BA41}"/>
              </a:ext>
            </a:extLst>
          </p:cNvPr>
          <p:cNvSpPr/>
          <p:nvPr/>
        </p:nvSpPr>
        <p:spPr>
          <a:xfrm>
            <a:off x="2774065" y="3778813"/>
            <a:ext cx="1699866" cy="4480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FDC3A3-5D9D-15D4-F8E3-8595BAA2A04D}"/>
              </a:ext>
            </a:extLst>
          </p:cNvPr>
          <p:cNvSpPr txBox="1"/>
          <p:nvPr/>
        </p:nvSpPr>
        <p:spPr>
          <a:xfrm>
            <a:off x="2096140" y="5604226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자주찾는문의</a:t>
            </a:r>
            <a:endParaRPr lang="ko-KR" altLang="en-US" sz="900" b="1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F9B1E5-C99C-9B68-36FA-B85BFFBD9496}"/>
              </a:ext>
            </a:extLst>
          </p:cNvPr>
          <p:cNvSpPr txBox="1"/>
          <p:nvPr/>
        </p:nvSpPr>
        <p:spPr>
          <a:xfrm>
            <a:off x="2761707" y="5604226"/>
            <a:ext cx="5693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97BF803-B448-65B7-F621-0B3DB6486CE2}"/>
              </a:ext>
            </a:extLst>
          </p:cNvPr>
          <p:cNvSpPr/>
          <p:nvPr/>
        </p:nvSpPr>
        <p:spPr>
          <a:xfrm>
            <a:off x="908099" y="6067022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E9C3F37-A28C-B0D6-8352-621D37E514A3}"/>
              </a:ext>
            </a:extLst>
          </p:cNvPr>
          <p:cNvSpPr/>
          <p:nvPr/>
        </p:nvSpPr>
        <p:spPr>
          <a:xfrm>
            <a:off x="908099" y="6272365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D65EB3C-9ACE-0A0E-A3A5-992BF790ABD2}"/>
              </a:ext>
            </a:extLst>
          </p:cNvPr>
          <p:cNvSpPr/>
          <p:nvPr/>
        </p:nvSpPr>
        <p:spPr>
          <a:xfrm>
            <a:off x="1152377" y="4428381"/>
            <a:ext cx="1541880" cy="107341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997784D-BD13-2663-A69A-4852125B616E}"/>
              </a:ext>
            </a:extLst>
          </p:cNvPr>
          <p:cNvSpPr/>
          <p:nvPr/>
        </p:nvSpPr>
        <p:spPr>
          <a:xfrm>
            <a:off x="2827220" y="4449921"/>
            <a:ext cx="1440160" cy="3121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487E7BE-B483-7BEF-888C-BC6CCCCF1C80}"/>
              </a:ext>
            </a:extLst>
          </p:cNvPr>
          <p:cNvSpPr/>
          <p:nvPr/>
        </p:nvSpPr>
        <p:spPr>
          <a:xfrm>
            <a:off x="2827220" y="4811495"/>
            <a:ext cx="1440160" cy="3121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7601BA0-60AE-4438-92E6-20713C2BF13A}"/>
              </a:ext>
            </a:extLst>
          </p:cNvPr>
          <p:cNvSpPr/>
          <p:nvPr/>
        </p:nvSpPr>
        <p:spPr>
          <a:xfrm>
            <a:off x="2827220" y="5163119"/>
            <a:ext cx="1440160" cy="31217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02EEB4-2881-85DF-DD3D-9A12AA79B624}"/>
              </a:ext>
            </a:extLst>
          </p:cNvPr>
          <p:cNvSpPr txBox="1"/>
          <p:nvPr/>
        </p:nvSpPr>
        <p:spPr>
          <a:xfrm>
            <a:off x="735916" y="4712057"/>
            <a:ext cx="39709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&gt;</a:t>
            </a:r>
            <a:endParaRPr lang="ko-KR" altLang="en-US" sz="32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BED66A-4089-682C-971C-C04BCC37C6B1}"/>
              </a:ext>
            </a:extLst>
          </p:cNvPr>
          <p:cNvSpPr txBox="1"/>
          <p:nvPr/>
        </p:nvSpPr>
        <p:spPr>
          <a:xfrm>
            <a:off x="6222141" y="200779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92D2D9-399A-13FC-2065-D2418AEE7FE4}"/>
              </a:ext>
            </a:extLst>
          </p:cNvPr>
          <p:cNvSpPr txBox="1"/>
          <p:nvPr/>
        </p:nvSpPr>
        <p:spPr>
          <a:xfrm>
            <a:off x="6887708" y="200779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555F74-2F35-22BD-C651-49C763632364}"/>
              </a:ext>
            </a:extLst>
          </p:cNvPr>
          <p:cNvSpPr txBox="1"/>
          <p:nvPr/>
        </p:nvSpPr>
        <p:spPr>
          <a:xfrm>
            <a:off x="7535780" y="2014379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5E634680-2A81-E7E2-5C6F-AA35DD5726EA}"/>
              </a:ext>
            </a:extLst>
          </p:cNvPr>
          <p:cNvGrpSpPr/>
          <p:nvPr/>
        </p:nvGrpSpPr>
        <p:grpSpPr>
          <a:xfrm>
            <a:off x="6711366" y="1715629"/>
            <a:ext cx="1002197" cy="256740"/>
            <a:chOff x="2701542" y="3728198"/>
            <a:chExt cx="1002197" cy="25674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33D562E-EE60-FE1C-4E34-A11EDF76EF5A}"/>
                </a:ext>
              </a:extLst>
            </p:cNvPr>
            <p:cNvSpPr txBox="1"/>
            <p:nvPr/>
          </p:nvSpPr>
          <p:spPr>
            <a:xfrm>
              <a:off x="2701542" y="3728198"/>
              <a:ext cx="10021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행복몰</a:t>
              </a: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</a:t>
              </a: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</a:t>
              </a:r>
            </a:p>
          </p:txBody>
        </p:sp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F741AF6A-EDA8-09BA-3DE5-578746663D07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0DEB33C-4FAF-D81D-417F-C1A9BBB4B680}"/>
              </a:ext>
            </a:extLst>
          </p:cNvPr>
          <p:cNvSpPr/>
          <p:nvPr/>
        </p:nvSpPr>
        <p:spPr>
          <a:xfrm>
            <a:off x="5760889" y="4886146"/>
            <a:ext cx="2784402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A795081-84E6-B39E-E918-260D868A47BA}"/>
              </a:ext>
            </a:extLst>
          </p:cNvPr>
          <p:cNvGrpSpPr/>
          <p:nvPr/>
        </p:nvGrpSpPr>
        <p:grpSpPr>
          <a:xfrm>
            <a:off x="5799915" y="2289460"/>
            <a:ext cx="2719752" cy="1157684"/>
            <a:chOff x="5478058" y="2144897"/>
            <a:chExt cx="3452401" cy="1469542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AD520881-D1AD-EE71-D7CA-F276040475DF}"/>
                </a:ext>
              </a:extLst>
            </p:cNvPr>
            <p:cNvSpPr/>
            <p:nvPr/>
          </p:nvSpPr>
          <p:spPr>
            <a:xfrm>
              <a:off x="5478058" y="2144897"/>
              <a:ext cx="1699866" cy="4480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8AD456A8-CE06-85B8-1DAE-367E751D9ACE}"/>
                </a:ext>
              </a:extLst>
            </p:cNvPr>
            <p:cNvSpPr/>
            <p:nvPr/>
          </p:nvSpPr>
          <p:spPr>
            <a:xfrm>
              <a:off x="7230593" y="2152492"/>
              <a:ext cx="1699866" cy="4480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0FC8CDEA-D943-6B6A-DE2C-D51B172F29C3}"/>
                </a:ext>
              </a:extLst>
            </p:cNvPr>
            <p:cNvSpPr/>
            <p:nvPr/>
          </p:nvSpPr>
          <p:spPr>
            <a:xfrm>
              <a:off x="5478058" y="2650453"/>
              <a:ext cx="1699866" cy="4480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E156EE34-BB01-A4A7-C033-A3FBDCE373F9}"/>
                </a:ext>
              </a:extLst>
            </p:cNvPr>
            <p:cNvSpPr/>
            <p:nvPr/>
          </p:nvSpPr>
          <p:spPr>
            <a:xfrm>
              <a:off x="7230593" y="2658048"/>
              <a:ext cx="1699866" cy="4480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D98AA02C-BFE4-4131-9F75-A02CEB48415A}"/>
                </a:ext>
              </a:extLst>
            </p:cNvPr>
            <p:cNvSpPr/>
            <p:nvPr/>
          </p:nvSpPr>
          <p:spPr>
            <a:xfrm>
              <a:off x="5478058" y="3158829"/>
              <a:ext cx="1699866" cy="4480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8CF774B5-E0E9-0468-3FAF-1805D12AF9CC}"/>
                </a:ext>
              </a:extLst>
            </p:cNvPr>
            <p:cNvSpPr/>
            <p:nvPr/>
          </p:nvSpPr>
          <p:spPr>
            <a:xfrm>
              <a:off x="7230593" y="3166424"/>
              <a:ext cx="1699866" cy="4480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06BCA55A-C7B7-5137-D2D2-8CF3C4258EB1}"/>
              </a:ext>
            </a:extLst>
          </p:cNvPr>
          <p:cNvSpPr txBox="1"/>
          <p:nvPr/>
        </p:nvSpPr>
        <p:spPr>
          <a:xfrm>
            <a:off x="6531371" y="4648777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자주찾는문의</a:t>
            </a:r>
            <a:endParaRPr lang="ko-KR" altLang="en-US" sz="800" b="1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BA34CE-9826-E650-5733-DA2398E35054}"/>
              </a:ext>
            </a:extLst>
          </p:cNvPr>
          <p:cNvSpPr txBox="1"/>
          <p:nvPr/>
        </p:nvSpPr>
        <p:spPr>
          <a:xfrm>
            <a:off x="7196938" y="4648777"/>
            <a:ext cx="5180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39E0EFB6-C605-5B62-9CCA-47276E6614D8}"/>
              </a:ext>
            </a:extLst>
          </p:cNvPr>
          <p:cNvSpPr/>
          <p:nvPr/>
        </p:nvSpPr>
        <p:spPr>
          <a:xfrm>
            <a:off x="5760889" y="5091489"/>
            <a:ext cx="2784402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8848002B-5529-40ED-A2DB-5EDDCF1C946C}"/>
              </a:ext>
            </a:extLst>
          </p:cNvPr>
          <p:cNvSpPr/>
          <p:nvPr/>
        </p:nvSpPr>
        <p:spPr>
          <a:xfrm>
            <a:off x="5760889" y="5296832"/>
            <a:ext cx="2784402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AE7CBAA1-5A71-CE15-88E2-8389512C0AD6}"/>
              </a:ext>
            </a:extLst>
          </p:cNvPr>
          <p:cNvGrpSpPr/>
          <p:nvPr/>
        </p:nvGrpSpPr>
        <p:grpSpPr>
          <a:xfrm>
            <a:off x="6048921" y="3587385"/>
            <a:ext cx="2234972" cy="909900"/>
            <a:chOff x="5608905" y="3815992"/>
            <a:chExt cx="3115003" cy="1073415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47656DC6-0F98-7A7D-29F6-F79ADCFD80B6}"/>
                </a:ext>
              </a:extLst>
            </p:cNvPr>
            <p:cNvSpPr/>
            <p:nvPr/>
          </p:nvSpPr>
          <p:spPr>
            <a:xfrm>
              <a:off x="5608905" y="3815992"/>
              <a:ext cx="1541880" cy="10734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BCDB8658-D110-2D4E-9D5B-296B7957E1FB}"/>
                </a:ext>
              </a:extLst>
            </p:cNvPr>
            <p:cNvSpPr/>
            <p:nvPr/>
          </p:nvSpPr>
          <p:spPr>
            <a:xfrm>
              <a:off x="7283748" y="3837532"/>
              <a:ext cx="1440160" cy="3121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4734A8C7-5DC5-4169-BE04-00F688B9D9B6}"/>
                </a:ext>
              </a:extLst>
            </p:cNvPr>
            <p:cNvSpPr/>
            <p:nvPr/>
          </p:nvSpPr>
          <p:spPr>
            <a:xfrm>
              <a:off x="7283748" y="4199106"/>
              <a:ext cx="1440160" cy="3121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AF015F23-DEE6-393D-38B9-2C7BE05AD287}"/>
                </a:ext>
              </a:extLst>
            </p:cNvPr>
            <p:cNvSpPr/>
            <p:nvPr/>
          </p:nvSpPr>
          <p:spPr>
            <a:xfrm>
              <a:off x="7283748" y="4550730"/>
              <a:ext cx="1440160" cy="3121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FA22101B-D629-95AF-3602-298DAF6FF6CF}"/>
              </a:ext>
            </a:extLst>
          </p:cNvPr>
          <p:cNvSpPr txBox="1"/>
          <p:nvPr/>
        </p:nvSpPr>
        <p:spPr>
          <a:xfrm>
            <a:off x="5671742" y="3789303"/>
            <a:ext cx="30123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28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4446AA-A7A0-60CE-6733-9C57572BF45E}"/>
              </a:ext>
            </a:extLst>
          </p:cNvPr>
          <p:cNvSpPr txBox="1"/>
          <p:nvPr/>
        </p:nvSpPr>
        <p:spPr>
          <a:xfrm>
            <a:off x="9457407" y="2070105"/>
            <a:ext cx="66556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7C63061-6EF7-C608-5B98-D60F92401D7E}"/>
              </a:ext>
            </a:extLst>
          </p:cNvPr>
          <p:cNvSpPr txBox="1"/>
          <p:nvPr/>
        </p:nvSpPr>
        <p:spPr>
          <a:xfrm>
            <a:off x="10122974" y="2070105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85EFCFC-2D61-BB82-AC1A-98EB120D736F}"/>
              </a:ext>
            </a:extLst>
          </p:cNvPr>
          <p:cNvSpPr txBox="1"/>
          <p:nvPr/>
        </p:nvSpPr>
        <p:spPr>
          <a:xfrm>
            <a:off x="10771046" y="2076689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017DC5DF-AE04-1846-F6DB-5DBC40B362FF}"/>
              </a:ext>
            </a:extLst>
          </p:cNvPr>
          <p:cNvGrpSpPr/>
          <p:nvPr/>
        </p:nvGrpSpPr>
        <p:grpSpPr>
          <a:xfrm>
            <a:off x="9946632" y="1777939"/>
            <a:ext cx="1002197" cy="256740"/>
            <a:chOff x="2701542" y="3728198"/>
            <a:chExt cx="1002197" cy="256740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746584D-9198-687D-7853-823B551716D8}"/>
                </a:ext>
              </a:extLst>
            </p:cNvPr>
            <p:cNvSpPr txBox="1"/>
            <p:nvPr/>
          </p:nvSpPr>
          <p:spPr>
            <a:xfrm>
              <a:off x="2701542" y="3728198"/>
              <a:ext cx="100219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행복몰</a:t>
              </a: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</a:t>
              </a:r>
              <a:r>
                <a:rPr lang="ko-KR" altLang="en-US" sz="10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</a:t>
              </a:r>
            </a:p>
          </p:txBody>
        </p:sp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0C03D5C0-E678-9B15-DBA9-71FB2214E197}"/>
                </a:ext>
              </a:extLst>
            </p:cNvPr>
            <p:cNvSpPr/>
            <p:nvPr/>
          </p:nvSpPr>
          <p:spPr>
            <a:xfrm>
              <a:off x="2751209" y="3912930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F0A1D7A1-1D19-DE4C-1583-C088B497B2C2}"/>
              </a:ext>
            </a:extLst>
          </p:cNvPr>
          <p:cNvSpPr/>
          <p:nvPr/>
        </p:nvSpPr>
        <p:spPr>
          <a:xfrm>
            <a:off x="9482413" y="2741067"/>
            <a:ext cx="1895100" cy="3529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43A1E21F-69A3-A647-369D-FB383407337E}"/>
              </a:ext>
            </a:extLst>
          </p:cNvPr>
          <p:cNvSpPr/>
          <p:nvPr/>
        </p:nvSpPr>
        <p:spPr>
          <a:xfrm>
            <a:off x="9482413" y="2341916"/>
            <a:ext cx="1895100" cy="3529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3577676-E67A-2BB6-D592-AD3D5BC206C9}"/>
              </a:ext>
            </a:extLst>
          </p:cNvPr>
          <p:cNvSpPr/>
          <p:nvPr/>
        </p:nvSpPr>
        <p:spPr>
          <a:xfrm>
            <a:off x="9482413" y="3139337"/>
            <a:ext cx="1895100" cy="35294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3C4584F-15E6-5583-A6AA-278A3CC8708D}"/>
              </a:ext>
            </a:extLst>
          </p:cNvPr>
          <p:cNvSpPr txBox="1"/>
          <p:nvPr/>
        </p:nvSpPr>
        <p:spPr>
          <a:xfrm>
            <a:off x="9795641" y="5219092"/>
            <a:ext cx="6848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자주찾는문의</a:t>
            </a:r>
            <a:endParaRPr lang="ko-KR" altLang="en-US" sz="800" b="1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79293458-AD37-56E8-DCF0-31370B99A112}"/>
              </a:ext>
            </a:extLst>
          </p:cNvPr>
          <p:cNvSpPr txBox="1"/>
          <p:nvPr/>
        </p:nvSpPr>
        <p:spPr>
          <a:xfrm>
            <a:off x="10461208" y="5219092"/>
            <a:ext cx="5180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A534DE7-7677-29FB-50F6-B71F3FE25574}"/>
              </a:ext>
            </a:extLst>
          </p:cNvPr>
          <p:cNvSpPr/>
          <p:nvPr/>
        </p:nvSpPr>
        <p:spPr>
          <a:xfrm>
            <a:off x="9433297" y="5456458"/>
            <a:ext cx="1968126" cy="2434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F280A4DD-9862-8219-B009-4267F5B3CC72}"/>
              </a:ext>
            </a:extLst>
          </p:cNvPr>
          <p:cNvSpPr/>
          <p:nvPr/>
        </p:nvSpPr>
        <p:spPr>
          <a:xfrm>
            <a:off x="9433297" y="5774923"/>
            <a:ext cx="1968126" cy="2434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7F219A09-8AFB-A28E-78DB-0F1178647DBA}"/>
              </a:ext>
            </a:extLst>
          </p:cNvPr>
          <p:cNvSpPr/>
          <p:nvPr/>
        </p:nvSpPr>
        <p:spPr>
          <a:xfrm>
            <a:off x="9433297" y="6093382"/>
            <a:ext cx="1968126" cy="2434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8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80409B7F-F2A8-6BCB-D5C4-D69D9F4C8A92}"/>
              </a:ext>
            </a:extLst>
          </p:cNvPr>
          <p:cNvSpPr/>
          <p:nvPr/>
        </p:nvSpPr>
        <p:spPr>
          <a:xfrm>
            <a:off x="9655647" y="3605644"/>
            <a:ext cx="1525676" cy="6045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82464939-C0EB-3249-573F-2F2A282A781A}"/>
              </a:ext>
            </a:extLst>
          </p:cNvPr>
          <p:cNvSpPr/>
          <p:nvPr/>
        </p:nvSpPr>
        <p:spPr>
          <a:xfrm>
            <a:off x="9655647" y="4273153"/>
            <a:ext cx="1525676" cy="2646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05504DE2-384A-1963-5B1C-68A48AF5515E}"/>
              </a:ext>
            </a:extLst>
          </p:cNvPr>
          <p:cNvSpPr/>
          <p:nvPr/>
        </p:nvSpPr>
        <p:spPr>
          <a:xfrm>
            <a:off x="9655647" y="4575430"/>
            <a:ext cx="1525676" cy="2646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A7D30731-285A-23A6-893C-662C03304155}"/>
              </a:ext>
            </a:extLst>
          </p:cNvPr>
          <p:cNvSpPr/>
          <p:nvPr/>
        </p:nvSpPr>
        <p:spPr>
          <a:xfrm>
            <a:off x="9655647" y="4877708"/>
            <a:ext cx="1525676" cy="26461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96C0FB7-E85F-90DC-E9C0-2CE120709CF5}"/>
              </a:ext>
            </a:extLst>
          </p:cNvPr>
          <p:cNvSpPr txBox="1"/>
          <p:nvPr/>
        </p:nvSpPr>
        <p:spPr>
          <a:xfrm>
            <a:off x="9275059" y="4021212"/>
            <a:ext cx="2284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&gt;</a:t>
            </a:r>
            <a:endParaRPr lang="ko-KR" altLang="en-US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5854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7B1E2-406E-6FC3-890A-BDFAA8C18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8A8EA0-2F71-2C63-E638-D9C8F15554C4}"/>
              </a:ext>
            </a:extLst>
          </p:cNvPr>
          <p:cNvSpPr txBox="1"/>
          <p:nvPr/>
        </p:nvSpPr>
        <p:spPr>
          <a:xfrm>
            <a:off x="5609498" y="2700189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PC_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7778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F6BBB-2BF6-2F60-FCF5-46ED91C4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BEF386A3-A6BA-C328-0429-1938100092D7}"/>
              </a:ext>
            </a:extLst>
          </p:cNvPr>
          <p:cNvSpPr/>
          <p:nvPr/>
        </p:nvSpPr>
        <p:spPr>
          <a:xfrm>
            <a:off x="73378" y="6218778"/>
            <a:ext cx="9979200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8820F9-6DBF-E6AC-8503-418389645947}"/>
              </a:ext>
            </a:extLst>
          </p:cNvPr>
          <p:cNvSpPr/>
          <p:nvPr/>
        </p:nvSpPr>
        <p:spPr>
          <a:xfrm>
            <a:off x="144265" y="1024369"/>
            <a:ext cx="9793088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60BFAE-254B-C3F4-E719-685703685218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58145-9CE7-78A9-8039-9E83FBDFD7C7}"/>
              </a:ext>
            </a:extLst>
          </p:cNvPr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D837D6A-7DCD-71C6-3071-5B30304B82F4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DDC045B5-5280-69EF-2A15-CC0E6624F084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526192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2depth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첫번째 페이지로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페이지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상단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타이틀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이벤트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기간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노출 순서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카테고리 </a:t>
                      </a:r>
                      <a:r>
                        <a:rPr lang="ko-KR" altLang="en-US" sz="800" b="1" u="sng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탭메뉴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육아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라이프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여성케어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생활지원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가지 메뉴로 구성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2depth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해당 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카테고리 별 인기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브랜드명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용량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 구매 버튼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레이아웃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버튼으로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화면으로 연결</a:t>
                      </a: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 출력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해당 상품 페이지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6-3 TOP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네비게이션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 스크롤 업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8E330AF6-6F27-7FC7-4664-E14B41328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315" y="763750"/>
            <a:ext cx="629913" cy="21196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2F74849-60DB-14F0-B3E3-233D1B59D7AF}"/>
              </a:ext>
            </a:extLst>
          </p:cNvPr>
          <p:cNvSpPr txBox="1"/>
          <p:nvPr/>
        </p:nvSpPr>
        <p:spPr>
          <a:xfrm>
            <a:off x="1656859" y="1550238"/>
            <a:ext cx="684033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4ECCE4BA-B85F-E362-FEA1-21D15A10868F}"/>
              </a:ext>
            </a:extLst>
          </p:cNvPr>
          <p:cNvGrpSpPr/>
          <p:nvPr/>
        </p:nvGrpSpPr>
        <p:grpSpPr>
          <a:xfrm>
            <a:off x="4448561" y="3121057"/>
            <a:ext cx="1208985" cy="276999"/>
            <a:chOff x="2708125" y="3728198"/>
            <a:chExt cx="1208985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AAB58AE-0B7A-1214-2627-F5BF8969F341}"/>
                </a:ext>
              </a:extLst>
            </p:cNvPr>
            <p:cNvSpPr txBox="1"/>
            <p:nvPr/>
          </p:nvSpPr>
          <p:spPr>
            <a:xfrm>
              <a:off x="2708125" y="3728198"/>
              <a:ext cx="12089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행복몰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상품</a:t>
              </a: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B4317F35-9970-5D17-3288-E4EF24ABB804}"/>
                </a:ext>
              </a:extLst>
            </p:cNvPr>
            <p:cNvSpPr/>
            <p:nvPr/>
          </p:nvSpPr>
          <p:spPr>
            <a:xfrm>
              <a:off x="2880570" y="3886745"/>
              <a:ext cx="864096" cy="72008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3F40780-AAD5-FCD6-0389-EE3A0F158DCF}"/>
              </a:ext>
            </a:extLst>
          </p:cNvPr>
          <p:cNvSpPr txBox="1"/>
          <p:nvPr/>
        </p:nvSpPr>
        <p:spPr>
          <a:xfrm>
            <a:off x="3010882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E80BF20-C1DF-6337-25F9-0592294771C5}"/>
              </a:ext>
            </a:extLst>
          </p:cNvPr>
          <p:cNvSpPr/>
          <p:nvPr/>
        </p:nvSpPr>
        <p:spPr>
          <a:xfrm>
            <a:off x="6537625" y="1277423"/>
            <a:ext cx="1311496" cy="123593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40EDC11-F17D-1E44-CCB5-F4CF81AA5975}"/>
              </a:ext>
            </a:extLst>
          </p:cNvPr>
          <p:cNvGrpSpPr/>
          <p:nvPr/>
        </p:nvGrpSpPr>
        <p:grpSpPr>
          <a:xfrm>
            <a:off x="7594035" y="795356"/>
            <a:ext cx="453424" cy="172355"/>
            <a:chOff x="6582398" y="795356"/>
            <a:chExt cx="453424" cy="172355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4A6513D1-38C0-0088-1439-C10CCE3B46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4" t="19832" r="40203" b="17169"/>
            <a:stretch>
              <a:fillRect/>
            </a:stretch>
          </p:blipFill>
          <p:spPr>
            <a:xfrm>
              <a:off x="6805795" y="795356"/>
              <a:ext cx="230027" cy="172355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0D09AF56-60F9-74E8-13DA-DC52BBE05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A808858A-66AC-F39C-C69D-E58C8284D730}"/>
              </a:ext>
            </a:extLst>
          </p:cNvPr>
          <p:cNvGrpSpPr/>
          <p:nvPr/>
        </p:nvGrpSpPr>
        <p:grpSpPr>
          <a:xfrm>
            <a:off x="2322697" y="1272085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D27D19-3F40-04BA-F9FB-48D8306A9C13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38BE7B8-BBD8-F743-694C-F37B7F5C111C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FC85E6AC-C3CF-E923-12C1-E7DAE232C223}"/>
              </a:ext>
            </a:extLst>
          </p:cNvPr>
          <p:cNvSpPr/>
          <p:nvPr/>
        </p:nvSpPr>
        <p:spPr>
          <a:xfrm>
            <a:off x="4855064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A8AD9520-2E0A-3D4B-9A84-C50213AB2913}"/>
              </a:ext>
            </a:extLst>
          </p:cNvPr>
          <p:cNvSpPr/>
          <p:nvPr/>
        </p:nvSpPr>
        <p:spPr>
          <a:xfrm>
            <a:off x="4142644" y="707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2AB4777B-3A2B-6A01-BAC7-1F799B5EC2B6}"/>
              </a:ext>
            </a:extLst>
          </p:cNvPr>
          <p:cNvSpPr/>
          <p:nvPr/>
        </p:nvSpPr>
        <p:spPr>
          <a:xfrm>
            <a:off x="8056140" y="7268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A7A7A718-1BE3-633F-E57F-F6ED556AD335}"/>
              </a:ext>
            </a:extLst>
          </p:cNvPr>
          <p:cNvSpPr/>
          <p:nvPr/>
        </p:nvSpPr>
        <p:spPr>
          <a:xfrm>
            <a:off x="3760435" y="13589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EF4571E3-ABFF-EDF1-0DFE-83C89C9A9BC1}"/>
              </a:ext>
            </a:extLst>
          </p:cNvPr>
          <p:cNvSpPr/>
          <p:nvPr/>
        </p:nvSpPr>
        <p:spPr>
          <a:xfrm>
            <a:off x="8234954" y="1654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모서리가 둥근 직사각형 114">
            <a:extLst>
              <a:ext uri="{FF2B5EF4-FFF2-40B4-BE49-F238E27FC236}">
                <a16:creationId xmlns:a16="http://schemas.microsoft.com/office/drawing/2014/main" id="{68584B21-96B1-3F22-2C4D-F15591793F89}"/>
              </a:ext>
            </a:extLst>
          </p:cNvPr>
          <p:cNvSpPr/>
          <p:nvPr/>
        </p:nvSpPr>
        <p:spPr>
          <a:xfrm>
            <a:off x="5397239" y="2418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22" name="오른쪽 대괄호 121">
            <a:extLst>
              <a:ext uri="{FF2B5EF4-FFF2-40B4-BE49-F238E27FC236}">
                <a16:creationId xmlns:a16="http://schemas.microsoft.com/office/drawing/2014/main" id="{26041BAA-2903-334B-426A-ADEAA14F8098}"/>
              </a:ext>
            </a:extLst>
          </p:cNvPr>
          <p:cNvSpPr/>
          <p:nvPr/>
        </p:nvSpPr>
        <p:spPr>
          <a:xfrm flipH="1">
            <a:off x="792337" y="4048579"/>
            <a:ext cx="378719" cy="2513885"/>
          </a:xfrm>
          <a:prstGeom prst="rightBracket">
            <a:avLst/>
          </a:prstGeom>
          <a:ln w="6350">
            <a:solidFill>
              <a:srgbClr val="234D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4154B65-66CA-EEFB-0557-F3EC67865D88}"/>
              </a:ext>
            </a:extLst>
          </p:cNvPr>
          <p:cNvSpPr txBox="1"/>
          <p:nvPr/>
        </p:nvSpPr>
        <p:spPr>
          <a:xfrm>
            <a:off x="41384" y="5051646"/>
            <a:ext cx="176490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en-US" sz="1000" b="0" i="1" spc="-150" dirty="0">
                <a:solidFill>
                  <a:srgbClr val="234DD3"/>
                </a:solidFill>
                <a:effectLst/>
                <a:latin typeface="+mn-ea"/>
              </a:rPr>
              <a:t>카테고리별</a:t>
            </a:r>
            <a:endParaRPr lang="en-US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인기 상품 </a:t>
            </a:r>
            <a:endParaRPr lang="en-US" altLang="ko-KR" sz="1000" i="1" spc="-150" dirty="0">
              <a:solidFill>
                <a:srgbClr val="234DD3"/>
              </a:solidFill>
              <a:latin typeface="+mn-ea"/>
            </a:endParaRPr>
          </a:p>
          <a:p>
            <a:pPr algn="l" fontAlgn="t">
              <a:buNone/>
            </a:pPr>
            <a:r>
              <a:rPr lang="ko-KR" altLang="en-US" sz="1000" i="1" spc="-150" dirty="0">
                <a:solidFill>
                  <a:srgbClr val="234DD3"/>
                </a:solidFill>
                <a:latin typeface="+mn-ea"/>
              </a:rPr>
              <a:t>데이터 출력</a:t>
            </a:r>
            <a:endParaRPr lang="ko-KR" altLang="ko-KR" sz="1000" b="0" i="1" spc="-150" dirty="0">
              <a:solidFill>
                <a:srgbClr val="234DD3"/>
              </a:solidFill>
              <a:effectLst/>
              <a:latin typeface="+mn-ea"/>
            </a:endParaRPr>
          </a:p>
        </p:txBody>
      </p:sp>
      <p:sp>
        <p:nvSpPr>
          <p:cNvPr id="128" name="모서리가 둥근 직사각형 114">
            <a:extLst>
              <a:ext uri="{FF2B5EF4-FFF2-40B4-BE49-F238E27FC236}">
                <a16:creationId xmlns:a16="http://schemas.microsoft.com/office/drawing/2014/main" id="{BEFC0A2B-C89B-7442-296A-49ABED9FA42A}"/>
              </a:ext>
            </a:extLst>
          </p:cNvPr>
          <p:cNvSpPr/>
          <p:nvPr/>
        </p:nvSpPr>
        <p:spPr>
          <a:xfrm>
            <a:off x="8114266" y="40018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AA8C62FA-4842-898A-775F-E4684F61FD16}"/>
              </a:ext>
            </a:extLst>
          </p:cNvPr>
          <p:cNvCxnSpPr>
            <a:cxnSpLocks/>
          </p:cNvCxnSpPr>
          <p:nvPr/>
        </p:nvCxnSpPr>
        <p:spPr>
          <a:xfrm flipV="1">
            <a:off x="8047761" y="4824889"/>
            <a:ext cx="483402" cy="42496"/>
          </a:xfrm>
          <a:prstGeom prst="straightConnector1">
            <a:avLst/>
          </a:prstGeom>
          <a:ln w="317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50F048E4-C3D1-B0DF-3068-C9C775AE3332}"/>
              </a:ext>
            </a:extLst>
          </p:cNvPr>
          <p:cNvSpPr txBox="1"/>
          <p:nvPr/>
        </p:nvSpPr>
        <p:spPr>
          <a:xfrm>
            <a:off x="8907087" y="5526713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카테고리별 </a:t>
            </a:r>
            <a:endParaRPr lang="en-US" altLang="ko-KR" sz="900" spc="-150" dirty="0">
              <a:solidFill>
                <a:srgbClr val="C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2X3 </a:t>
            </a:r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줄씩 출력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D1A22EF6-CA85-0B34-33B1-7455ACA87E6A}"/>
              </a:ext>
            </a:extLst>
          </p:cNvPr>
          <p:cNvSpPr/>
          <p:nvPr/>
        </p:nvSpPr>
        <p:spPr>
          <a:xfrm>
            <a:off x="9526604" y="2936628"/>
            <a:ext cx="427764" cy="1913163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4D45C3A-CDF3-71AF-2424-78D73B0CB09C}"/>
              </a:ext>
            </a:extLst>
          </p:cNvPr>
          <p:cNvSpPr txBox="1"/>
          <p:nvPr/>
        </p:nvSpPr>
        <p:spPr>
          <a:xfrm>
            <a:off x="9446386" y="3317439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160" name="순서도: 연결자 159">
            <a:extLst>
              <a:ext uri="{FF2B5EF4-FFF2-40B4-BE49-F238E27FC236}">
                <a16:creationId xmlns:a16="http://schemas.microsoft.com/office/drawing/2014/main" id="{3C73D34E-4DF4-E9A7-4566-D71FE6FCAD15}"/>
              </a:ext>
            </a:extLst>
          </p:cNvPr>
          <p:cNvSpPr/>
          <p:nvPr/>
        </p:nvSpPr>
        <p:spPr>
          <a:xfrm>
            <a:off x="9556395" y="3576689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순서도: 연결자 161">
            <a:extLst>
              <a:ext uri="{FF2B5EF4-FFF2-40B4-BE49-F238E27FC236}">
                <a16:creationId xmlns:a16="http://schemas.microsoft.com/office/drawing/2014/main" id="{FDB710D7-DF19-B690-A68B-76D7C4BE5B1C}"/>
              </a:ext>
            </a:extLst>
          </p:cNvPr>
          <p:cNvSpPr/>
          <p:nvPr/>
        </p:nvSpPr>
        <p:spPr>
          <a:xfrm>
            <a:off x="9548316" y="3982636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순서도: 연결자 163">
            <a:extLst>
              <a:ext uri="{FF2B5EF4-FFF2-40B4-BE49-F238E27FC236}">
                <a16:creationId xmlns:a16="http://schemas.microsoft.com/office/drawing/2014/main" id="{67021A0B-1EBF-3F10-7859-DF7CB353CADA}"/>
              </a:ext>
            </a:extLst>
          </p:cNvPr>
          <p:cNvSpPr/>
          <p:nvPr/>
        </p:nvSpPr>
        <p:spPr>
          <a:xfrm>
            <a:off x="9548316" y="4396866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0" name="순서도: 연결자 169">
            <a:extLst>
              <a:ext uri="{FF2B5EF4-FFF2-40B4-BE49-F238E27FC236}">
                <a16:creationId xmlns:a16="http://schemas.microsoft.com/office/drawing/2014/main" id="{5743ECD0-C188-8243-857D-644AF43ECB64}"/>
              </a:ext>
            </a:extLst>
          </p:cNvPr>
          <p:cNvSpPr/>
          <p:nvPr/>
        </p:nvSpPr>
        <p:spPr>
          <a:xfrm>
            <a:off x="9556395" y="4849792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DF77A1E-4BA9-E399-D83E-FDB0353CD292}"/>
              </a:ext>
            </a:extLst>
          </p:cNvPr>
          <p:cNvGrpSpPr/>
          <p:nvPr/>
        </p:nvGrpSpPr>
        <p:grpSpPr>
          <a:xfrm>
            <a:off x="13684355" y="4036371"/>
            <a:ext cx="1482501" cy="1872984"/>
            <a:chOff x="2178386" y="4693084"/>
            <a:chExt cx="1482501" cy="1872984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4805FFDD-4164-F741-ECEA-B8C54123CE75}"/>
                </a:ext>
              </a:extLst>
            </p:cNvPr>
            <p:cNvSpPr/>
            <p:nvPr/>
          </p:nvSpPr>
          <p:spPr>
            <a:xfrm>
              <a:off x="2257677" y="4693084"/>
              <a:ext cx="1311496" cy="972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B87882E-1D2B-CD3F-ABA2-0854AFC79385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3406389-A54F-09F8-3595-3B6DAC71E9F1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2412B4BF-9FD4-FE00-DF67-C7C10EBE4618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10" name="순서도: 연결자 9">
                <a:extLst>
                  <a:ext uri="{FF2B5EF4-FFF2-40B4-BE49-F238E27FC236}">
                    <a16:creationId xmlns:a16="http://schemas.microsoft.com/office/drawing/2014/main" id="{5FAC89C1-667E-D89F-64B9-7F528FB8C616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2" name="순서도: 연결자 11">
                <a:extLst>
                  <a:ext uri="{FF2B5EF4-FFF2-40B4-BE49-F238E27FC236}">
                    <a16:creationId xmlns:a16="http://schemas.microsoft.com/office/drawing/2014/main" id="{BB56EA03-3AEA-3E51-E5B8-A06F54419848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22ED5451-7795-7B28-82C0-6E1081CEAA64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43D8AB26-FBCD-EE40-C134-F88CD71ECB1D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E2927F67-345E-E331-C9C2-3D0DBCA1B102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0303137-3165-C5B8-324B-DCB98BA43EA5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BAE36EA7-7FDD-B5C5-24C2-BEFD58453A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17E3D28-C984-38D2-F809-147918C444AA}"/>
              </a:ext>
            </a:extLst>
          </p:cNvPr>
          <p:cNvSpPr txBox="1"/>
          <p:nvPr/>
        </p:nvSpPr>
        <p:spPr>
          <a:xfrm>
            <a:off x="3403722" y="3519651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b="1" spc="-150" dirty="0">
                <a:latin typeface="+mn-ea"/>
              </a:rPr>
              <a:t>육아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라이프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2D0B17-D2B7-C3AB-1DF8-588012AF86C5}"/>
              </a:ext>
            </a:extLst>
          </p:cNvPr>
          <p:cNvSpPr txBox="1"/>
          <p:nvPr/>
        </p:nvSpPr>
        <p:spPr>
          <a:xfrm>
            <a:off x="4432330" y="3519651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spc="-150" dirty="0" err="1">
                <a:latin typeface="+mn-ea"/>
              </a:rPr>
              <a:t>여성케어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58D76F-B324-D418-80A8-328E6FC6C574}"/>
              </a:ext>
            </a:extLst>
          </p:cNvPr>
          <p:cNvSpPr txBox="1"/>
          <p:nvPr/>
        </p:nvSpPr>
        <p:spPr>
          <a:xfrm>
            <a:off x="5363480" y="3519651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spc="-150" dirty="0">
                <a:latin typeface="+mn-ea"/>
              </a:rPr>
              <a:t>생활지원</a:t>
            </a:r>
            <a:endParaRPr lang="en-US" altLang="ko-KR" sz="800" spc="-150" dirty="0">
              <a:latin typeface="+mn-e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F3E6B00-334F-739D-0627-EADFDFBD83E7}"/>
              </a:ext>
            </a:extLst>
          </p:cNvPr>
          <p:cNvCxnSpPr/>
          <p:nvPr/>
        </p:nvCxnSpPr>
        <p:spPr>
          <a:xfrm>
            <a:off x="3587232" y="3735095"/>
            <a:ext cx="87480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58D837F-0BEA-F7E7-AA28-1B6E72918ED1}"/>
              </a:ext>
            </a:extLst>
          </p:cNvPr>
          <p:cNvGrpSpPr/>
          <p:nvPr/>
        </p:nvGrpSpPr>
        <p:grpSpPr>
          <a:xfrm>
            <a:off x="15134125" y="4036371"/>
            <a:ext cx="1482501" cy="1872984"/>
            <a:chOff x="2178386" y="4693084"/>
            <a:chExt cx="1482501" cy="1872984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6854CD7-AB7D-7C57-B9E3-D5F3EEC48C05}"/>
                </a:ext>
              </a:extLst>
            </p:cNvPr>
            <p:cNvSpPr/>
            <p:nvPr/>
          </p:nvSpPr>
          <p:spPr>
            <a:xfrm>
              <a:off x="2257677" y="4693084"/>
              <a:ext cx="1311496" cy="972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A15BE0D-5EA0-95AF-BB35-40EFE8E007A8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BA0FB66-8B41-5CB4-CB61-0FBDE4517C74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80D6AB47-4BA7-D0A8-C284-E910078F8CDD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52" name="순서도: 연결자 51">
                <a:extLst>
                  <a:ext uri="{FF2B5EF4-FFF2-40B4-BE49-F238E27FC236}">
                    <a16:creationId xmlns:a16="http://schemas.microsoft.com/office/drawing/2014/main" id="{F35E95F0-70E4-63DE-380F-5F08376869CC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53" name="순서도: 연결자 52">
                <a:extLst>
                  <a:ext uri="{FF2B5EF4-FFF2-40B4-BE49-F238E27FC236}">
                    <a16:creationId xmlns:a16="http://schemas.microsoft.com/office/drawing/2014/main" id="{92AB8D5F-E55E-21AE-2678-EA5BC6366E9C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4B7D1CB4-A2EF-9C14-D649-3CA2CDE151AE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44BF3FAC-AC95-11F2-86C6-D52E706F8095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47E0CFBE-BEA3-F36F-3A50-57CA1E8F1454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64695A1-6D91-6195-F3D0-2B622B5CDD02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657228A5-3AA5-C604-EACE-9A9551100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3511006-1F54-B973-358D-6742250C79CE}"/>
              </a:ext>
            </a:extLst>
          </p:cNvPr>
          <p:cNvGrpSpPr/>
          <p:nvPr/>
        </p:nvGrpSpPr>
        <p:grpSpPr>
          <a:xfrm>
            <a:off x="16583895" y="4036371"/>
            <a:ext cx="1482501" cy="1872984"/>
            <a:chOff x="2178386" y="4693084"/>
            <a:chExt cx="1482501" cy="1872984"/>
          </a:xfrm>
        </p:grpSpPr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476AE902-3FA0-C298-FE0F-0CA3E995B256}"/>
                </a:ext>
              </a:extLst>
            </p:cNvPr>
            <p:cNvSpPr/>
            <p:nvPr/>
          </p:nvSpPr>
          <p:spPr>
            <a:xfrm>
              <a:off x="2257677" y="4693084"/>
              <a:ext cx="1311496" cy="972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37DE2D8-DF03-4F2B-B370-22251A5F41ED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174AAE5-8760-F50F-4C0E-2B517D1D893B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BFA1A6BC-BD02-6D99-6FB8-57C3266AA679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83" name="순서도: 연결자 82">
                <a:extLst>
                  <a:ext uri="{FF2B5EF4-FFF2-40B4-BE49-F238E27FC236}">
                    <a16:creationId xmlns:a16="http://schemas.microsoft.com/office/drawing/2014/main" id="{8FD2972D-F555-7918-ACB9-3ADE28A478EE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90" name="순서도: 연결자 89">
                <a:extLst>
                  <a:ext uri="{FF2B5EF4-FFF2-40B4-BE49-F238E27FC236}">
                    <a16:creationId xmlns:a16="http://schemas.microsoft.com/office/drawing/2014/main" id="{DAEACB17-9D04-4081-0BF1-D09B79FDC040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1520CB42-4CC8-E83E-164B-C5174D229B9A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84655F95-215D-CB8F-6F3B-8E79C9C426E9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53CAC9E7-EC35-010F-D8DA-E30FAA574120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A96A891-E189-D64D-8437-EEAA4A8DE8E1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78" name="그림 77">
              <a:extLst>
                <a:ext uri="{FF2B5EF4-FFF2-40B4-BE49-F238E27FC236}">
                  <a16:creationId xmlns:a16="http://schemas.microsoft.com/office/drawing/2014/main" id="{CDBE19F2-B6D5-8FF3-554E-6BE8C226F6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9DFB6E31-399C-D84B-684D-0D0B2F9243F9}"/>
              </a:ext>
            </a:extLst>
          </p:cNvPr>
          <p:cNvGrpSpPr/>
          <p:nvPr/>
        </p:nvGrpSpPr>
        <p:grpSpPr>
          <a:xfrm>
            <a:off x="18033664" y="4036371"/>
            <a:ext cx="1482501" cy="1872984"/>
            <a:chOff x="2178386" y="4693084"/>
            <a:chExt cx="1482501" cy="1872984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B070FDB-579C-369A-3B52-C966B677DEF7}"/>
                </a:ext>
              </a:extLst>
            </p:cNvPr>
            <p:cNvSpPr/>
            <p:nvPr/>
          </p:nvSpPr>
          <p:spPr>
            <a:xfrm>
              <a:off x="2257677" y="4693084"/>
              <a:ext cx="1311496" cy="97219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AF23E43B-628C-F26A-330A-ADF0F0C0CA51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3484756-C717-186A-DFA5-3198D3A09BD2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97" name="그룹 96">
              <a:extLst>
                <a:ext uri="{FF2B5EF4-FFF2-40B4-BE49-F238E27FC236}">
                  <a16:creationId xmlns:a16="http://schemas.microsoft.com/office/drawing/2014/main" id="{1626600E-5B59-CEA3-C665-B2D465A8C4BB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104" name="순서도: 연결자 103">
                <a:extLst>
                  <a:ext uri="{FF2B5EF4-FFF2-40B4-BE49-F238E27FC236}">
                    <a16:creationId xmlns:a16="http://schemas.microsoft.com/office/drawing/2014/main" id="{B02C6071-C439-6963-3F06-A20F121FCAD5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07" name="순서도: 연결자 106">
                <a:extLst>
                  <a:ext uri="{FF2B5EF4-FFF2-40B4-BE49-F238E27FC236}">
                    <a16:creationId xmlns:a16="http://schemas.microsoft.com/office/drawing/2014/main" id="{29E056DA-EB30-11FB-546B-39212E078FC2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4AC6FB2A-009F-CDFE-DE06-8A24D6DBAC21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3BD73BB2-2990-8433-142E-ECAD6BFC3899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C7DD1869-E383-62C9-9466-BE14C0FDACF5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22C238E-A5B0-B3A9-0C33-60BB48FCC3DF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101" name="그림 100">
              <a:extLst>
                <a:ext uri="{FF2B5EF4-FFF2-40B4-BE49-F238E27FC236}">
                  <a16:creationId xmlns:a16="http://schemas.microsoft.com/office/drawing/2014/main" id="{DA7D90A1-7206-9857-C186-0D49D1F6C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862EB716-1CE7-6A9F-8837-31E60C75AA5F}"/>
              </a:ext>
            </a:extLst>
          </p:cNvPr>
          <p:cNvSpPr/>
          <p:nvPr/>
        </p:nvSpPr>
        <p:spPr>
          <a:xfrm>
            <a:off x="13756677" y="6186354"/>
            <a:ext cx="1311496" cy="4742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0D721412-A3FC-03E2-6D0E-79FA6835F87F}"/>
              </a:ext>
            </a:extLst>
          </p:cNvPr>
          <p:cNvSpPr/>
          <p:nvPr/>
        </p:nvSpPr>
        <p:spPr>
          <a:xfrm>
            <a:off x="15213416" y="6186354"/>
            <a:ext cx="1311496" cy="4742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622D14A8-46B2-7F44-F59B-6C370D2562A9}"/>
              </a:ext>
            </a:extLst>
          </p:cNvPr>
          <p:cNvSpPr/>
          <p:nvPr/>
        </p:nvSpPr>
        <p:spPr>
          <a:xfrm>
            <a:off x="16663186" y="6186354"/>
            <a:ext cx="1311496" cy="4742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0C604E77-FE08-274D-CA05-6B06A6DF8450}"/>
              </a:ext>
            </a:extLst>
          </p:cNvPr>
          <p:cNvSpPr/>
          <p:nvPr/>
        </p:nvSpPr>
        <p:spPr>
          <a:xfrm>
            <a:off x="18112955" y="6186354"/>
            <a:ext cx="1311496" cy="4742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E5D317F-DC7F-7626-1329-F9F39CF669F1}"/>
              </a:ext>
            </a:extLst>
          </p:cNvPr>
          <p:cNvSpPr txBox="1"/>
          <p:nvPr/>
        </p:nvSpPr>
        <p:spPr>
          <a:xfrm>
            <a:off x="8129425" y="3608123"/>
            <a:ext cx="7889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더보기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6781EEE8-3FFA-E1DC-D0E5-2527DB6D9036}"/>
              </a:ext>
            </a:extLst>
          </p:cNvPr>
          <p:cNvGrpSpPr/>
          <p:nvPr/>
        </p:nvGrpSpPr>
        <p:grpSpPr>
          <a:xfrm>
            <a:off x="1276240" y="3867481"/>
            <a:ext cx="3672408" cy="1366444"/>
            <a:chOff x="360289" y="-1757827"/>
            <a:chExt cx="3672408" cy="1366444"/>
          </a:xfrm>
        </p:grpSpPr>
        <p:sp>
          <p:nvSpPr>
            <p:cNvPr id="151" name="사각형: 둥근 모서리 150">
              <a:extLst>
                <a:ext uri="{FF2B5EF4-FFF2-40B4-BE49-F238E27FC236}">
                  <a16:creationId xmlns:a16="http://schemas.microsoft.com/office/drawing/2014/main" id="{652F03AE-7962-B8A3-5A78-5DA78FE73E07}"/>
                </a:ext>
              </a:extLst>
            </p:cNvPr>
            <p:cNvSpPr/>
            <p:nvPr/>
          </p:nvSpPr>
          <p:spPr>
            <a:xfrm>
              <a:off x="360289" y="-1757827"/>
              <a:ext cx="3672408" cy="1366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B540BEC6-98F0-57E2-90D6-D6D66EAEAA44}"/>
                </a:ext>
              </a:extLst>
            </p:cNvPr>
            <p:cNvSpPr/>
            <p:nvPr/>
          </p:nvSpPr>
          <p:spPr>
            <a:xfrm>
              <a:off x="589013" y="-1607591"/>
              <a:ext cx="1188352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E9FDB524-8C6B-3AA0-360F-84C65E1E2C1C}"/>
                </a:ext>
              </a:extLst>
            </p:cNvPr>
            <p:cNvSpPr txBox="1"/>
            <p:nvPr/>
          </p:nvSpPr>
          <p:spPr>
            <a:xfrm>
              <a:off x="1831792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D618657F-CC8C-6AFA-46F4-F64B766687CF}"/>
                </a:ext>
              </a:extLst>
            </p:cNvPr>
            <p:cNvSpPr txBox="1"/>
            <p:nvPr/>
          </p:nvSpPr>
          <p:spPr>
            <a:xfrm>
              <a:off x="1839609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E1615AE2-223B-D8E8-5294-67F8DCA47F09}"/>
                </a:ext>
              </a:extLst>
            </p:cNvPr>
            <p:cNvGrpSpPr/>
            <p:nvPr/>
          </p:nvGrpSpPr>
          <p:grpSpPr>
            <a:xfrm>
              <a:off x="3118918" y="-796478"/>
              <a:ext cx="632844" cy="270079"/>
              <a:chOff x="4801600" y="5029471"/>
              <a:chExt cx="632844" cy="270079"/>
            </a:xfrm>
          </p:grpSpPr>
          <p:sp>
            <p:nvSpPr>
              <p:cNvPr id="149" name="순서도: 연결자 148">
                <a:extLst>
                  <a:ext uri="{FF2B5EF4-FFF2-40B4-BE49-F238E27FC236}">
                    <a16:creationId xmlns:a16="http://schemas.microsoft.com/office/drawing/2014/main" id="{216D4D61-2ADF-72AD-1A2F-6117C8E5723B}"/>
                  </a:ext>
                </a:extLst>
              </p:cNvPr>
              <p:cNvSpPr/>
              <p:nvPr/>
            </p:nvSpPr>
            <p:spPr>
              <a:xfrm>
                <a:off x="4801600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50" name="순서도: 연결자 149">
                <a:extLst>
                  <a:ext uri="{FF2B5EF4-FFF2-40B4-BE49-F238E27FC236}">
                    <a16:creationId xmlns:a16="http://schemas.microsoft.com/office/drawing/2014/main" id="{42D119DA-2FC2-8D04-6633-C8EEE054E754}"/>
                  </a:ext>
                </a:extLst>
              </p:cNvPr>
              <p:cNvSpPr/>
              <p:nvPr/>
            </p:nvSpPr>
            <p:spPr>
              <a:xfrm>
                <a:off x="5169096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73D5EF03-0F62-9B89-6024-95C9BF6843B5}"/>
                </a:ext>
              </a:extLst>
            </p:cNvPr>
            <p:cNvGrpSpPr/>
            <p:nvPr/>
          </p:nvGrpSpPr>
          <p:grpSpPr>
            <a:xfrm>
              <a:off x="1902088" y="-1571984"/>
              <a:ext cx="1168062" cy="159979"/>
              <a:chOff x="2261073" y="2208351"/>
              <a:chExt cx="1168062" cy="188144"/>
            </a:xfrm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972544B8-6A17-7163-F1FB-59F2455F8336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68F355C3-B6A9-3ED3-D5CB-72F445D2DB5F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5B251D95-827A-C34B-308C-4022A7F51B71}"/>
              </a:ext>
            </a:extLst>
          </p:cNvPr>
          <p:cNvGrpSpPr/>
          <p:nvPr/>
        </p:nvGrpSpPr>
        <p:grpSpPr>
          <a:xfrm>
            <a:off x="5155362" y="3867481"/>
            <a:ext cx="3672408" cy="1366444"/>
            <a:chOff x="360289" y="-1757827"/>
            <a:chExt cx="3672408" cy="1366444"/>
          </a:xfrm>
        </p:grpSpPr>
        <p:sp>
          <p:nvSpPr>
            <p:cNvPr id="193" name="사각형: 둥근 모서리 192">
              <a:extLst>
                <a:ext uri="{FF2B5EF4-FFF2-40B4-BE49-F238E27FC236}">
                  <a16:creationId xmlns:a16="http://schemas.microsoft.com/office/drawing/2014/main" id="{375295BE-8219-0D61-35CB-CAEAACC1593B}"/>
                </a:ext>
              </a:extLst>
            </p:cNvPr>
            <p:cNvSpPr/>
            <p:nvPr/>
          </p:nvSpPr>
          <p:spPr>
            <a:xfrm>
              <a:off x="360289" y="-1757827"/>
              <a:ext cx="3672408" cy="1366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EA1DB44E-F353-3ADD-1C02-929E35702799}"/>
                </a:ext>
              </a:extLst>
            </p:cNvPr>
            <p:cNvSpPr/>
            <p:nvPr/>
          </p:nvSpPr>
          <p:spPr>
            <a:xfrm>
              <a:off x="589013" y="-1607591"/>
              <a:ext cx="1188352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69FD16DD-902E-3785-E412-7BDE4309D2D7}"/>
                </a:ext>
              </a:extLst>
            </p:cNvPr>
            <p:cNvSpPr txBox="1"/>
            <p:nvPr/>
          </p:nvSpPr>
          <p:spPr>
            <a:xfrm>
              <a:off x="1831792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DEC054FE-042D-F30B-59DD-BE1FE94CC6AA}"/>
                </a:ext>
              </a:extLst>
            </p:cNvPr>
            <p:cNvSpPr txBox="1"/>
            <p:nvPr/>
          </p:nvSpPr>
          <p:spPr>
            <a:xfrm>
              <a:off x="1839609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97" name="그룹 196">
              <a:extLst>
                <a:ext uri="{FF2B5EF4-FFF2-40B4-BE49-F238E27FC236}">
                  <a16:creationId xmlns:a16="http://schemas.microsoft.com/office/drawing/2014/main" id="{A5FDBAF0-D54C-74DE-F199-887482A7981C}"/>
                </a:ext>
              </a:extLst>
            </p:cNvPr>
            <p:cNvGrpSpPr/>
            <p:nvPr/>
          </p:nvGrpSpPr>
          <p:grpSpPr>
            <a:xfrm>
              <a:off x="3118918" y="-796478"/>
              <a:ext cx="632844" cy="270079"/>
              <a:chOff x="4801600" y="5029471"/>
              <a:chExt cx="632844" cy="270079"/>
            </a:xfrm>
          </p:grpSpPr>
          <p:sp>
            <p:nvSpPr>
              <p:cNvPr id="201" name="순서도: 연결자 200">
                <a:extLst>
                  <a:ext uri="{FF2B5EF4-FFF2-40B4-BE49-F238E27FC236}">
                    <a16:creationId xmlns:a16="http://schemas.microsoft.com/office/drawing/2014/main" id="{EAA9C8C9-06BB-051F-C8A7-DAB792322042}"/>
                  </a:ext>
                </a:extLst>
              </p:cNvPr>
              <p:cNvSpPr/>
              <p:nvPr/>
            </p:nvSpPr>
            <p:spPr>
              <a:xfrm>
                <a:off x="4801600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202" name="순서도: 연결자 201">
                <a:extLst>
                  <a:ext uri="{FF2B5EF4-FFF2-40B4-BE49-F238E27FC236}">
                    <a16:creationId xmlns:a16="http://schemas.microsoft.com/office/drawing/2014/main" id="{0BAFD0B2-CEE6-B67A-47ED-51FC534014A6}"/>
                  </a:ext>
                </a:extLst>
              </p:cNvPr>
              <p:cNvSpPr/>
              <p:nvPr/>
            </p:nvSpPr>
            <p:spPr>
              <a:xfrm>
                <a:off x="5169096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75D06004-B5C8-D682-2C27-DD1C190E555F}"/>
                </a:ext>
              </a:extLst>
            </p:cNvPr>
            <p:cNvGrpSpPr/>
            <p:nvPr/>
          </p:nvGrpSpPr>
          <p:grpSpPr>
            <a:xfrm>
              <a:off x="1902088" y="-1571984"/>
              <a:ext cx="1168062" cy="159979"/>
              <a:chOff x="2261073" y="2208351"/>
              <a:chExt cx="1168062" cy="188144"/>
            </a:xfrm>
          </p:grpSpPr>
          <p:sp>
            <p:nvSpPr>
              <p:cNvPr id="199" name="직사각형 198">
                <a:extLst>
                  <a:ext uri="{FF2B5EF4-FFF2-40B4-BE49-F238E27FC236}">
                    <a16:creationId xmlns:a16="http://schemas.microsoft.com/office/drawing/2014/main" id="{6D819729-05AE-A8AC-E337-8F4FC29844ED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D3C291BE-85AB-104C-EEA7-FE96CAA0B79D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03" name="그룹 202">
            <a:extLst>
              <a:ext uri="{FF2B5EF4-FFF2-40B4-BE49-F238E27FC236}">
                <a16:creationId xmlns:a16="http://schemas.microsoft.com/office/drawing/2014/main" id="{14B376AF-3D54-A7F0-65E1-142F0DADC071}"/>
              </a:ext>
            </a:extLst>
          </p:cNvPr>
          <p:cNvGrpSpPr/>
          <p:nvPr/>
        </p:nvGrpSpPr>
        <p:grpSpPr>
          <a:xfrm>
            <a:off x="1276240" y="5401343"/>
            <a:ext cx="3672408" cy="1366444"/>
            <a:chOff x="360289" y="-1757827"/>
            <a:chExt cx="3672408" cy="1366444"/>
          </a:xfrm>
        </p:grpSpPr>
        <p:sp>
          <p:nvSpPr>
            <p:cNvPr id="204" name="사각형: 둥근 모서리 203">
              <a:extLst>
                <a:ext uri="{FF2B5EF4-FFF2-40B4-BE49-F238E27FC236}">
                  <a16:creationId xmlns:a16="http://schemas.microsoft.com/office/drawing/2014/main" id="{32E23D35-033F-BF08-30C6-8291047610E1}"/>
                </a:ext>
              </a:extLst>
            </p:cNvPr>
            <p:cNvSpPr/>
            <p:nvPr/>
          </p:nvSpPr>
          <p:spPr>
            <a:xfrm>
              <a:off x="360289" y="-1757827"/>
              <a:ext cx="3672408" cy="1366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5" name="직사각형 204">
              <a:extLst>
                <a:ext uri="{FF2B5EF4-FFF2-40B4-BE49-F238E27FC236}">
                  <a16:creationId xmlns:a16="http://schemas.microsoft.com/office/drawing/2014/main" id="{F8CE42BD-A043-5071-6607-D26064BD68D8}"/>
                </a:ext>
              </a:extLst>
            </p:cNvPr>
            <p:cNvSpPr/>
            <p:nvPr/>
          </p:nvSpPr>
          <p:spPr>
            <a:xfrm>
              <a:off x="589013" y="-1607591"/>
              <a:ext cx="1188352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8729D4BF-905E-256F-41D7-837FAA4F7861}"/>
                </a:ext>
              </a:extLst>
            </p:cNvPr>
            <p:cNvSpPr txBox="1"/>
            <p:nvPr/>
          </p:nvSpPr>
          <p:spPr>
            <a:xfrm>
              <a:off x="1831792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2B1A7D46-D444-ABD5-C783-36D3DC34E79A}"/>
                </a:ext>
              </a:extLst>
            </p:cNvPr>
            <p:cNvSpPr txBox="1"/>
            <p:nvPr/>
          </p:nvSpPr>
          <p:spPr>
            <a:xfrm>
              <a:off x="1839609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208" name="그룹 207">
              <a:extLst>
                <a:ext uri="{FF2B5EF4-FFF2-40B4-BE49-F238E27FC236}">
                  <a16:creationId xmlns:a16="http://schemas.microsoft.com/office/drawing/2014/main" id="{2C36CDD6-649A-DC8D-1B69-443D4BDAE205}"/>
                </a:ext>
              </a:extLst>
            </p:cNvPr>
            <p:cNvGrpSpPr/>
            <p:nvPr/>
          </p:nvGrpSpPr>
          <p:grpSpPr>
            <a:xfrm>
              <a:off x="3118918" y="-796478"/>
              <a:ext cx="632844" cy="270079"/>
              <a:chOff x="4801600" y="5029471"/>
              <a:chExt cx="632844" cy="270079"/>
            </a:xfrm>
          </p:grpSpPr>
          <p:sp>
            <p:nvSpPr>
              <p:cNvPr id="212" name="순서도: 연결자 211">
                <a:extLst>
                  <a:ext uri="{FF2B5EF4-FFF2-40B4-BE49-F238E27FC236}">
                    <a16:creationId xmlns:a16="http://schemas.microsoft.com/office/drawing/2014/main" id="{2DDADB7F-21DF-0B84-0398-4D63EC72904C}"/>
                  </a:ext>
                </a:extLst>
              </p:cNvPr>
              <p:cNvSpPr/>
              <p:nvPr/>
            </p:nvSpPr>
            <p:spPr>
              <a:xfrm>
                <a:off x="4801600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213" name="순서도: 연결자 212">
                <a:extLst>
                  <a:ext uri="{FF2B5EF4-FFF2-40B4-BE49-F238E27FC236}">
                    <a16:creationId xmlns:a16="http://schemas.microsoft.com/office/drawing/2014/main" id="{119416AA-F6FC-6743-18EE-B52411F5CF40}"/>
                  </a:ext>
                </a:extLst>
              </p:cNvPr>
              <p:cNvSpPr/>
              <p:nvPr/>
            </p:nvSpPr>
            <p:spPr>
              <a:xfrm>
                <a:off x="5169096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209" name="그룹 208">
              <a:extLst>
                <a:ext uri="{FF2B5EF4-FFF2-40B4-BE49-F238E27FC236}">
                  <a16:creationId xmlns:a16="http://schemas.microsoft.com/office/drawing/2014/main" id="{F14CE168-22AF-B457-D70F-FD48AFF3EE9B}"/>
                </a:ext>
              </a:extLst>
            </p:cNvPr>
            <p:cNvGrpSpPr/>
            <p:nvPr/>
          </p:nvGrpSpPr>
          <p:grpSpPr>
            <a:xfrm>
              <a:off x="1902088" y="-1571984"/>
              <a:ext cx="1168062" cy="159979"/>
              <a:chOff x="2261073" y="2208351"/>
              <a:chExt cx="1168062" cy="188144"/>
            </a:xfrm>
          </p:grpSpPr>
          <p:sp>
            <p:nvSpPr>
              <p:cNvPr id="210" name="직사각형 209">
                <a:extLst>
                  <a:ext uri="{FF2B5EF4-FFF2-40B4-BE49-F238E27FC236}">
                    <a16:creationId xmlns:a16="http://schemas.microsoft.com/office/drawing/2014/main" id="{25FD7474-3ED4-E8B9-2C78-F991DE56924F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1" name="직사각형 210">
                <a:extLst>
                  <a:ext uri="{FF2B5EF4-FFF2-40B4-BE49-F238E27FC236}">
                    <a16:creationId xmlns:a16="http://schemas.microsoft.com/office/drawing/2014/main" id="{A52FD091-A061-CDE9-B212-6D3852EEDF9C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8183B952-D2E0-C72C-C930-E40AF7D3219B}"/>
              </a:ext>
            </a:extLst>
          </p:cNvPr>
          <p:cNvGrpSpPr/>
          <p:nvPr/>
        </p:nvGrpSpPr>
        <p:grpSpPr>
          <a:xfrm>
            <a:off x="5155362" y="5401343"/>
            <a:ext cx="3672408" cy="1366444"/>
            <a:chOff x="360289" y="-1757827"/>
            <a:chExt cx="3672408" cy="1366444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E3488B2E-4A27-6037-CA90-F8B1403A03D5}"/>
                </a:ext>
              </a:extLst>
            </p:cNvPr>
            <p:cNvSpPr/>
            <p:nvPr/>
          </p:nvSpPr>
          <p:spPr>
            <a:xfrm>
              <a:off x="360289" y="-1757827"/>
              <a:ext cx="3672408" cy="1366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78A69716-AD5A-FAD7-1E79-2B5223D2E716}"/>
                </a:ext>
              </a:extLst>
            </p:cNvPr>
            <p:cNvSpPr/>
            <p:nvPr/>
          </p:nvSpPr>
          <p:spPr>
            <a:xfrm>
              <a:off x="589013" y="-1607591"/>
              <a:ext cx="1188352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DA6F38B3-947F-ABF4-3C33-FE64A913A004}"/>
                </a:ext>
              </a:extLst>
            </p:cNvPr>
            <p:cNvSpPr txBox="1"/>
            <p:nvPr/>
          </p:nvSpPr>
          <p:spPr>
            <a:xfrm>
              <a:off x="1831792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F0F7979E-7739-DDD4-FDF7-65C15EC1255F}"/>
                </a:ext>
              </a:extLst>
            </p:cNvPr>
            <p:cNvSpPr txBox="1"/>
            <p:nvPr/>
          </p:nvSpPr>
          <p:spPr>
            <a:xfrm>
              <a:off x="1839609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219" name="그룹 218">
              <a:extLst>
                <a:ext uri="{FF2B5EF4-FFF2-40B4-BE49-F238E27FC236}">
                  <a16:creationId xmlns:a16="http://schemas.microsoft.com/office/drawing/2014/main" id="{88745512-E2D9-6DD8-129C-987C217CB6A9}"/>
                </a:ext>
              </a:extLst>
            </p:cNvPr>
            <p:cNvGrpSpPr/>
            <p:nvPr/>
          </p:nvGrpSpPr>
          <p:grpSpPr>
            <a:xfrm>
              <a:off x="3118918" y="-796478"/>
              <a:ext cx="632844" cy="270079"/>
              <a:chOff x="4801600" y="5029471"/>
              <a:chExt cx="632844" cy="270079"/>
            </a:xfrm>
          </p:grpSpPr>
          <p:sp>
            <p:nvSpPr>
              <p:cNvPr id="223" name="순서도: 연결자 222">
                <a:extLst>
                  <a:ext uri="{FF2B5EF4-FFF2-40B4-BE49-F238E27FC236}">
                    <a16:creationId xmlns:a16="http://schemas.microsoft.com/office/drawing/2014/main" id="{87A98D55-D776-1397-9385-CEC4A3E93C7F}"/>
                  </a:ext>
                </a:extLst>
              </p:cNvPr>
              <p:cNvSpPr/>
              <p:nvPr/>
            </p:nvSpPr>
            <p:spPr>
              <a:xfrm>
                <a:off x="4801600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224" name="순서도: 연결자 223">
                <a:extLst>
                  <a:ext uri="{FF2B5EF4-FFF2-40B4-BE49-F238E27FC236}">
                    <a16:creationId xmlns:a16="http://schemas.microsoft.com/office/drawing/2014/main" id="{C69AED68-14FE-E5C6-80BB-513160FD358A}"/>
                  </a:ext>
                </a:extLst>
              </p:cNvPr>
              <p:cNvSpPr/>
              <p:nvPr/>
            </p:nvSpPr>
            <p:spPr>
              <a:xfrm>
                <a:off x="5169096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AF3D54D3-E8B0-5EE4-7652-A7B3B6BBEACB}"/>
                </a:ext>
              </a:extLst>
            </p:cNvPr>
            <p:cNvGrpSpPr/>
            <p:nvPr/>
          </p:nvGrpSpPr>
          <p:grpSpPr>
            <a:xfrm>
              <a:off x="1902088" y="-1571984"/>
              <a:ext cx="1168062" cy="159979"/>
              <a:chOff x="2261073" y="2208351"/>
              <a:chExt cx="1168062" cy="188144"/>
            </a:xfrm>
          </p:grpSpPr>
          <p:sp>
            <p:nvSpPr>
              <p:cNvPr id="221" name="직사각형 220">
                <a:extLst>
                  <a:ext uri="{FF2B5EF4-FFF2-40B4-BE49-F238E27FC236}">
                    <a16:creationId xmlns:a16="http://schemas.microsoft.com/office/drawing/2014/main" id="{D56864E2-D77C-04FF-2F00-0C82351C21B9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직사각형 221">
                <a:extLst>
                  <a:ext uri="{FF2B5EF4-FFF2-40B4-BE49-F238E27FC236}">
                    <a16:creationId xmlns:a16="http://schemas.microsoft.com/office/drawing/2014/main" id="{03DA0C43-48B3-137C-C9C2-D5288C5EE796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D3E61CD4-748B-31B4-C40D-93363C84640F}"/>
              </a:ext>
            </a:extLst>
          </p:cNvPr>
          <p:cNvSpPr/>
          <p:nvPr/>
        </p:nvSpPr>
        <p:spPr>
          <a:xfrm>
            <a:off x="69715" y="6660629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▼</a:t>
            </a:r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 다음 페이지에서 이어짐</a:t>
            </a:r>
          </a:p>
        </p:txBody>
      </p:sp>
      <p:sp>
        <p:nvSpPr>
          <p:cNvPr id="225" name="모서리가 둥근 직사각형 114">
            <a:extLst>
              <a:ext uri="{FF2B5EF4-FFF2-40B4-BE49-F238E27FC236}">
                <a16:creationId xmlns:a16="http://schemas.microsoft.com/office/drawing/2014/main" id="{A58B7BE9-F253-4D2E-3243-AA992433D652}"/>
              </a:ext>
            </a:extLst>
          </p:cNvPr>
          <p:cNvSpPr/>
          <p:nvPr/>
        </p:nvSpPr>
        <p:spPr>
          <a:xfrm>
            <a:off x="3035104" y="35756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6" name="모서리가 둥근 직사각형 114">
            <a:extLst>
              <a:ext uri="{FF2B5EF4-FFF2-40B4-BE49-F238E27FC236}">
                <a16:creationId xmlns:a16="http://schemas.microsoft.com/office/drawing/2014/main" id="{3B3AE905-E8FF-D08D-F5D0-C9ABD726FED3}"/>
              </a:ext>
            </a:extLst>
          </p:cNvPr>
          <p:cNvSpPr/>
          <p:nvPr/>
        </p:nvSpPr>
        <p:spPr>
          <a:xfrm>
            <a:off x="1236705" y="390102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CCABF0DB-CD08-D6B5-0F69-A5050E1EAC70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2026.06.23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6B64EC0C-934A-6706-1787-AE55C5E726C6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804F1D21-C119-B522-4A98-58F26F6E1DE7}"/>
              </a:ext>
            </a:extLst>
          </p:cNvPr>
          <p:cNvSpPr txBox="1"/>
          <p:nvPr/>
        </p:nvSpPr>
        <p:spPr>
          <a:xfrm>
            <a:off x="10362265" y="6186354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hlinkClick r:id="rId5"/>
              </a:rPr>
              <a:t>https://mall.lottechilsung.co.kr/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제품 레퍼런스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칠성몰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30" name="그림 229">
            <a:extLst>
              <a:ext uri="{FF2B5EF4-FFF2-40B4-BE49-F238E27FC236}">
                <a16:creationId xmlns:a16="http://schemas.microsoft.com/office/drawing/2014/main" id="{052D192F-EF5B-D21C-3D5D-B1EE03F3BA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4598" y="3023866"/>
            <a:ext cx="238178" cy="231563"/>
          </a:xfrm>
          <a:prstGeom prst="rect">
            <a:avLst/>
          </a:prstGeom>
        </p:spPr>
      </p:pic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52731AAB-39C4-3475-C680-9772580F31A4}"/>
              </a:ext>
            </a:extLst>
          </p:cNvPr>
          <p:cNvSpPr/>
          <p:nvPr/>
        </p:nvSpPr>
        <p:spPr>
          <a:xfrm>
            <a:off x="9732207" y="284353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31" name="모서리가 둥근 직사각형 114">
            <a:extLst>
              <a:ext uri="{FF2B5EF4-FFF2-40B4-BE49-F238E27FC236}">
                <a16:creationId xmlns:a16="http://schemas.microsoft.com/office/drawing/2014/main" id="{9E79DAA6-AB85-5023-BDAB-887961E76BD2}"/>
              </a:ext>
            </a:extLst>
          </p:cNvPr>
          <p:cNvSpPr/>
          <p:nvPr/>
        </p:nvSpPr>
        <p:spPr>
          <a:xfrm>
            <a:off x="9732207" y="319388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85CAF6D7-81AF-6310-30F6-AFB8614D3838}"/>
              </a:ext>
            </a:extLst>
          </p:cNvPr>
          <p:cNvSpPr/>
          <p:nvPr/>
        </p:nvSpPr>
        <p:spPr>
          <a:xfrm>
            <a:off x="9843288" y="478200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8122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0EC82-43A3-944F-D8E4-2439D9789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TextBox 172">
            <a:extLst>
              <a:ext uri="{FF2B5EF4-FFF2-40B4-BE49-F238E27FC236}">
                <a16:creationId xmlns:a16="http://schemas.microsoft.com/office/drawing/2014/main" id="{7CDD3B84-769E-093B-A601-BA3306FB5E91}"/>
              </a:ext>
            </a:extLst>
          </p:cNvPr>
          <p:cNvSpPr txBox="1"/>
          <p:nvPr/>
        </p:nvSpPr>
        <p:spPr>
          <a:xfrm>
            <a:off x="1530262" y="2805684"/>
            <a:ext cx="725390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             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038088B-5996-EE48-B6DD-43173F302EF7}"/>
              </a:ext>
            </a:extLst>
          </p:cNvPr>
          <p:cNvSpPr/>
          <p:nvPr/>
        </p:nvSpPr>
        <p:spPr>
          <a:xfrm>
            <a:off x="72257" y="6785388"/>
            <a:ext cx="9972000" cy="11115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7BAC405-867A-31DD-8B81-9D7F1876C973}"/>
              </a:ext>
            </a:extLst>
          </p:cNvPr>
          <p:cNvSpPr txBox="1"/>
          <p:nvPr/>
        </p:nvSpPr>
        <p:spPr>
          <a:xfrm>
            <a:off x="7513056" y="4848777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00F39F-7E06-3AE8-ED51-4D61D5D42023}"/>
              </a:ext>
            </a:extLst>
          </p:cNvPr>
          <p:cNvSpPr txBox="1"/>
          <p:nvPr/>
        </p:nvSpPr>
        <p:spPr>
          <a:xfrm>
            <a:off x="5289504" y="6975583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0AD8EE-18EC-9A66-B7E8-76F089C9ED63}"/>
              </a:ext>
            </a:extLst>
          </p:cNvPr>
          <p:cNvSpPr txBox="1"/>
          <p:nvPr/>
        </p:nvSpPr>
        <p:spPr>
          <a:xfrm>
            <a:off x="7258118" y="6960870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29366A-F3EF-A91E-3DDF-C317F725F6CB}"/>
              </a:ext>
            </a:extLst>
          </p:cNvPr>
          <p:cNvSpPr txBox="1"/>
          <p:nvPr/>
        </p:nvSpPr>
        <p:spPr>
          <a:xfrm>
            <a:off x="4050255" y="6975583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0" name="Group 59">
            <a:extLst>
              <a:ext uri="{FF2B5EF4-FFF2-40B4-BE49-F238E27FC236}">
                <a16:creationId xmlns:a16="http://schemas.microsoft.com/office/drawing/2014/main" id="{BE27BCA7-6FAE-7064-33C1-2998A90AFAA0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4378009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</a:t>
                      </a:r>
                      <a:r>
                        <a:rPr lang="ko-KR" altLang="en-US" sz="800" b="1" u="sng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대표배너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타이틀 문구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진행기간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대표썸네일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 리스트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상품상세페이지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31134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8-1 FAQ,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 </a:t>
                      </a:r>
                      <a:r>
                        <a:rPr lang="ko-KR" altLang="en-US" sz="800" b="1" u="sng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탭메뉴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8-2 FAQ,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 콘텐츠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최신 공지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클릭 시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320087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 정보 확인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사용자 정보 확인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이용약관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이용약관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개인정보 처리 방침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개인정보 처리방침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84" name="모서리가 둥근 직사각형 114">
            <a:extLst>
              <a:ext uri="{FF2B5EF4-FFF2-40B4-BE49-F238E27FC236}">
                <a16:creationId xmlns:a16="http://schemas.microsoft.com/office/drawing/2014/main" id="{7E5C423F-072B-CD1D-CAF6-860B528ECF72}"/>
              </a:ext>
            </a:extLst>
          </p:cNvPr>
          <p:cNvSpPr/>
          <p:nvPr/>
        </p:nvSpPr>
        <p:spPr>
          <a:xfrm>
            <a:off x="8120134" y="487318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DB8B2849-4193-1117-FB62-8CDD95D43BD7}"/>
              </a:ext>
            </a:extLst>
          </p:cNvPr>
          <p:cNvSpPr/>
          <p:nvPr/>
        </p:nvSpPr>
        <p:spPr>
          <a:xfrm>
            <a:off x="4663911" y="690357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3" name="모서리가 둥근 직사각형 114">
            <a:extLst>
              <a:ext uri="{FF2B5EF4-FFF2-40B4-BE49-F238E27FC236}">
                <a16:creationId xmlns:a16="http://schemas.microsoft.com/office/drawing/2014/main" id="{F4CA4AE5-C3FC-C28B-E810-F482FDE54E65}"/>
              </a:ext>
            </a:extLst>
          </p:cNvPr>
          <p:cNvSpPr/>
          <p:nvPr/>
        </p:nvSpPr>
        <p:spPr>
          <a:xfrm>
            <a:off x="4621930" y="718641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806593EF-3695-D6A7-CD68-9BB409FC1049}"/>
              </a:ext>
            </a:extLst>
          </p:cNvPr>
          <p:cNvSpPr/>
          <p:nvPr/>
        </p:nvSpPr>
        <p:spPr>
          <a:xfrm>
            <a:off x="4888697" y="745411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3FE560D-6EAB-6273-D670-00D2E4267B7B}"/>
              </a:ext>
            </a:extLst>
          </p:cNvPr>
          <p:cNvGrpSpPr/>
          <p:nvPr/>
        </p:nvGrpSpPr>
        <p:grpSpPr>
          <a:xfrm>
            <a:off x="13189718" y="213745"/>
            <a:ext cx="1482501" cy="1262308"/>
            <a:chOff x="2178386" y="5303760"/>
            <a:chExt cx="1482501" cy="126230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35A48560-1F97-1AB8-6FD5-6C9464CD1FCB}"/>
                </a:ext>
              </a:extLst>
            </p:cNvPr>
            <p:cNvSpPr/>
            <p:nvPr/>
          </p:nvSpPr>
          <p:spPr>
            <a:xfrm>
              <a:off x="2257677" y="5303760"/>
              <a:ext cx="1311496" cy="3615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9341494-C2E6-F5A5-C75F-B65139B5B088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2939B8-330B-6E87-42BE-24BC311DDD8D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EF6A3136-4281-1CFA-C988-9AC564419008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27" name="순서도: 연결자 26">
                <a:extLst>
                  <a:ext uri="{FF2B5EF4-FFF2-40B4-BE49-F238E27FC236}">
                    <a16:creationId xmlns:a16="http://schemas.microsoft.com/office/drawing/2014/main" id="{700D0AA8-70D9-1620-2042-4A6F2BA60993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28" name="순서도: 연결자 27">
                <a:extLst>
                  <a:ext uri="{FF2B5EF4-FFF2-40B4-BE49-F238E27FC236}">
                    <a16:creationId xmlns:a16="http://schemas.microsoft.com/office/drawing/2014/main" id="{A0B0F158-CFED-B310-29AD-7C39C23A1ECB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871750C-1054-C97B-BA49-54A7F4EE5A15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7824657-6C7C-3722-D74C-78D3FF08AE89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C9410CC8-C753-C241-114F-99BBC5F51C3E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F610232-168A-43CA-5259-55968611B41B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B0C038B-D87A-C1A6-5360-AF868BDF9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03458B7-91AA-1C42-7182-4A7F0FE2D097}"/>
              </a:ext>
            </a:extLst>
          </p:cNvPr>
          <p:cNvGrpSpPr/>
          <p:nvPr/>
        </p:nvGrpSpPr>
        <p:grpSpPr>
          <a:xfrm>
            <a:off x="14639488" y="200872"/>
            <a:ext cx="1482501" cy="1275181"/>
            <a:chOff x="2178386" y="5290887"/>
            <a:chExt cx="1482501" cy="1275181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D4474B5-4B97-2F46-4C9E-5DAE012ACF6E}"/>
                </a:ext>
              </a:extLst>
            </p:cNvPr>
            <p:cNvSpPr/>
            <p:nvPr/>
          </p:nvSpPr>
          <p:spPr>
            <a:xfrm>
              <a:off x="2257677" y="5290887"/>
              <a:ext cx="1311496" cy="3743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2188F93-C386-9218-3141-95F1CE2621F2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1F918A6-4928-3B94-974C-E181FD479D0C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72947D45-B925-BE8D-AF2E-0FD86DF9E9A3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42" name="순서도: 연결자 41">
                <a:extLst>
                  <a:ext uri="{FF2B5EF4-FFF2-40B4-BE49-F238E27FC236}">
                    <a16:creationId xmlns:a16="http://schemas.microsoft.com/office/drawing/2014/main" id="{DEA76455-3D50-7E53-0E98-3686A7AF2465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44" name="순서도: 연결자 43">
                <a:extLst>
                  <a:ext uri="{FF2B5EF4-FFF2-40B4-BE49-F238E27FC236}">
                    <a16:creationId xmlns:a16="http://schemas.microsoft.com/office/drawing/2014/main" id="{D676CC63-6BF1-65D4-D4BC-194C0DB1AF59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999D917-A19D-942A-DA10-AB15E2586393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435CCB1E-9DF3-BEAF-75F3-522B0DE155E9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CE6F3CD2-F85D-6AC6-DC43-9056AC168AC2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FE337FC-C2C1-E45A-8152-CC2C98EC516D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8A7E7C09-35E6-19EA-9770-6342A7DBCE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977251E-1327-E0B5-A7C8-DBD253C6E884}"/>
              </a:ext>
            </a:extLst>
          </p:cNvPr>
          <p:cNvGrpSpPr/>
          <p:nvPr/>
        </p:nvGrpSpPr>
        <p:grpSpPr>
          <a:xfrm>
            <a:off x="16089258" y="213745"/>
            <a:ext cx="1482501" cy="1262308"/>
            <a:chOff x="2178386" y="5303760"/>
            <a:chExt cx="1482501" cy="1262308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9CE1D70A-2806-ED1E-67CF-3C85FE201803}"/>
                </a:ext>
              </a:extLst>
            </p:cNvPr>
            <p:cNvSpPr/>
            <p:nvPr/>
          </p:nvSpPr>
          <p:spPr>
            <a:xfrm>
              <a:off x="2257677" y="5303760"/>
              <a:ext cx="1311496" cy="3615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FD38802-EADD-3473-8BB6-1BE6C3DA47BF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2959BEC2-CAF8-0B1F-C6BD-782A208D1E57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AD044E3-1C02-DDB7-2ED0-2B4501421F47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83" name="순서도: 연결자 82">
                <a:extLst>
                  <a:ext uri="{FF2B5EF4-FFF2-40B4-BE49-F238E27FC236}">
                    <a16:creationId xmlns:a16="http://schemas.microsoft.com/office/drawing/2014/main" id="{1ABB4DE3-FB05-FB5A-9F36-9853190FEDC2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85" name="순서도: 연결자 84">
                <a:extLst>
                  <a:ext uri="{FF2B5EF4-FFF2-40B4-BE49-F238E27FC236}">
                    <a16:creationId xmlns:a16="http://schemas.microsoft.com/office/drawing/2014/main" id="{C30CA335-B2AF-483B-489B-94B9EE56B23E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5A8EC565-7984-9845-74A2-63C9A7A8B5A2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BC8167EC-67C9-8385-525A-225C0CA23950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CE04DC26-6B69-E39B-5513-1D1935AE7645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BCD71400-79C7-ED08-FA3B-4359D6CFBBB5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77" name="그림 76">
              <a:extLst>
                <a:ext uri="{FF2B5EF4-FFF2-40B4-BE49-F238E27FC236}">
                  <a16:creationId xmlns:a16="http://schemas.microsoft.com/office/drawing/2014/main" id="{BE54592A-BFEB-8E6F-656C-B5775B223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85844B4-AE9C-8903-E335-A67D34864763}"/>
              </a:ext>
            </a:extLst>
          </p:cNvPr>
          <p:cNvGrpSpPr/>
          <p:nvPr/>
        </p:nvGrpSpPr>
        <p:grpSpPr>
          <a:xfrm>
            <a:off x="17539027" y="213745"/>
            <a:ext cx="1482501" cy="1262308"/>
            <a:chOff x="2178386" y="5303760"/>
            <a:chExt cx="1482501" cy="1262308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CDFC81BF-7E29-89F4-3E5A-A2C30E413B2C}"/>
                </a:ext>
              </a:extLst>
            </p:cNvPr>
            <p:cNvSpPr/>
            <p:nvPr/>
          </p:nvSpPr>
          <p:spPr>
            <a:xfrm>
              <a:off x="2257677" y="5303760"/>
              <a:ext cx="1311496" cy="36152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7949416-3644-6A31-0C26-62D73227F844}"/>
                </a:ext>
              </a:extLst>
            </p:cNvPr>
            <p:cNvSpPr txBox="1"/>
            <p:nvPr/>
          </p:nvSpPr>
          <p:spPr>
            <a:xfrm>
              <a:off x="2178386" y="5872490"/>
              <a:ext cx="148250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특대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형 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/ </a:t>
              </a:r>
              <a:r>
                <a:rPr lang="ko-KR" altLang="en-US" sz="900" spc="-150" dirty="0">
                  <a:solidFill>
                    <a:srgbClr val="333333"/>
                  </a:solidFill>
                  <a:latin typeface="+mn-ea"/>
                </a:rPr>
                <a:t>총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1E55ABC-E198-D064-8D62-3B896E651415}"/>
                </a:ext>
              </a:extLst>
            </p:cNvPr>
            <p:cNvSpPr txBox="1"/>
            <p:nvPr/>
          </p:nvSpPr>
          <p:spPr>
            <a:xfrm>
              <a:off x="2186203" y="6335236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2D8168E9-CFD7-C9C1-E232-0373E6EBBA20}"/>
                </a:ext>
              </a:extLst>
            </p:cNvPr>
            <p:cNvGrpSpPr/>
            <p:nvPr/>
          </p:nvGrpSpPr>
          <p:grpSpPr>
            <a:xfrm>
              <a:off x="2597003" y="5323817"/>
              <a:ext cx="632844" cy="270079"/>
              <a:chOff x="2867769" y="4876172"/>
              <a:chExt cx="632844" cy="270079"/>
            </a:xfrm>
          </p:grpSpPr>
          <p:sp>
            <p:nvSpPr>
              <p:cNvPr id="103" name="순서도: 연결자 102">
                <a:extLst>
                  <a:ext uri="{FF2B5EF4-FFF2-40B4-BE49-F238E27FC236}">
                    <a16:creationId xmlns:a16="http://schemas.microsoft.com/office/drawing/2014/main" id="{5184FD60-EF0C-DFF4-6C20-86E50DAC6C4B}"/>
                  </a:ext>
                </a:extLst>
              </p:cNvPr>
              <p:cNvSpPr/>
              <p:nvPr/>
            </p:nvSpPr>
            <p:spPr>
              <a:xfrm>
                <a:off x="2867769" y="4880903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04" name="순서도: 연결자 103">
                <a:extLst>
                  <a:ext uri="{FF2B5EF4-FFF2-40B4-BE49-F238E27FC236}">
                    <a16:creationId xmlns:a16="http://schemas.microsoft.com/office/drawing/2014/main" id="{FFE7D56D-C7BB-9587-6AD0-6855C796C19B}"/>
                  </a:ext>
                </a:extLst>
              </p:cNvPr>
              <p:cNvSpPr/>
              <p:nvPr/>
            </p:nvSpPr>
            <p:spPr>
              <a:xfrm>
                <a:off x="3235265" y="487617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0B83EB01-4F86-BEB9-56AC-83065D44C3D8}"/>
                </a:ext>
              </a:extLst>
            </p:cNvPr>
            <p:cNvGrpSpPr/>
            <p:nvPr/>
          </p:nvGrpSpPr>
          <p:grpSpPr>
            <a:xfrm>
              <a:off x="2248682" y="5720747"/>
              <a:ext cx="1168062" cy="159979"/>
              <a:chOff x="1195751" y="3375063"/>
              <a:chExt cx="1168062" cy="188144"/>
            </a:xfrm>
          </p:grpSpPr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B4CBAB34-4A4C-5297-1E13-905DD1CA3344}"/>
                  </a:ext>
                </a:extLst>
              </p:cNvPr>
              <p:cNvSpPr/>
              <p:nvPr/>
            </p:nvSpPr>
            <p:spPr>
              <a:xfrm>
                <a:off x="1195751" y="3375063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A95AA07A-B02A-F2E1-FB00-1D65AC637AB7}"/>
                  </a:ext>
                </a:extLst>
              </p:cNvPr>
              <p:cNvSpPr/>
              <p:nvPr/>
            </p:nvSpPr>
            <p:spPr>
              <a:xfrm>
                <a:off x="1890607" y="3375063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D00026A-C2E3-F28E-CB72-C0E83A20B7F5}"/>
                </a:ext>
              </a:extLst>
            </p:cNvPr>
            <p:cNvSpPr txBox="1"/>
            <p:nvPr/>
          </p:nvSpPr>
          <p:spPr>
            <a:xfrm>
              <a:off x="2887406" y="6335236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2C2F2C20-0036-2931-CFC9-09284644A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00443" y="6367424"/>
              <a:ext cx="170229" cy="170229"/>
            </a:xfrm>
            <a:prstGeom prst="rect">
              <a:avLst/>
            </a:prstGeom>
          </p:spPr>
        </p:pic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A779DCFD-7132-9F8F-18F8-9B97D695354E}"/>
              </a:ext>
            </a:extLst>
          </p:cNvPr>
          <p:cNvSpPr txBox="1"/>
          <p:nvPr/>
        </p:nvSpPr>
        <p:spPr>
          <a:xfrm>
            <a:off x="3885771" y="4732082"/>
            <a:ext cx="121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spc="-150" dirty="0">
                <a:latin typeface="+mn-ea"/>
              </a:rPr>
              <a:t>자주 찾는 문의</a:t>
            </a:r>
            <a:endParaRPr lang="en-US" altLang="ko-KR" sz="1000" b="1" spc="-150" dirty="0">
              <a:latin typeface="+mn-ea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7BB6166-2C63-257A-2DF3-8D7298BA2AAF}"/>
              </a:ext>
            </a:extLst>
          </p:cNvPr>
          <p:cNvSpPr txBox="1"/>
          <p:nvPr/>
        </p:nvSpPr>
        <p:spPr>
          <a:xfrm>
            <a:off x="5138931" y="4732082"/>
            <a:ext cx="121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spc="-150" dirty="0">
                <a:latin typeface="+mn-ea"/>
              </a:rPr>
              <a:t>공지사항</a:t>
            </a:r>
            <a:endParaRPr lang="en-US" altLang="ko-KR" sz="1000" spc="-150" dirty="0">
              <a:latin typeface="+mn-ea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673A4EFD-D4FA-4279-1450-E56CF72030FD}"/>
              </a:ext>
            </a:extLst>
          </p:cNvPr>
          <p:cNvCxnSpPr/>
          <p:nvPr/>
        </p:nvCxnSpPr>
        <p:spPr>
          <a:xfrm>
            <a:off x="4069281" y="4962156"/>
            <a:ext cx="87480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262121B6-4AFD-87F3-7107-1F1B952C12A7}"/>
              </a:ext>
            </a:extLst>
          </p:cNvPr>
          <p:cNvGrpSpPr/>
          <p:nvPr/>
        </p:nvGrpSpPr>
        <p:grpSpPr>
          <a:xfrm>
            <a:off x="2248683" y="5141970"/>
            <a:ext cx="5879162" cy="471343"/>
            <a:chOff x="2946225" y="3008641"/>
            <a:chExt cx="4484077" cy="471343"/>
          </a:xfrm>
        </p:grpSpPr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C1B684BC-C6EA-6569-45CC-E0F03884A2EC}"/>
                </a:ext>
              </a:extLst>
            </p:cNvPr>
            <p:cNvSpPr/>
            <p:nvPr/>
          </p:nvSpPr>
          <p:spPr>
            <a:xfrm>
              <a:off x="2946225" y="3008641"/>
              <a:ext cx="4484077" cy="4713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0D6A0F48-A85C-2491-9581-DB2F59DA3ECA}"/>
                </a:ext>
              </a:extLst>
            </p:cNvPr>
            <p:cNvSpPr txBox="1"/>
            <p:nvPr/>
          </p:nvSpPr>
          <p:spPr>
            <a:xfrm>
              <a:off x="4832061" y="3128383"/>
              <a:ext cx="25388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지원대상자가 자녀일 경우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자녀명으로 </a:t>
              </a:r>
              <a:r>
                <a:rPr lang="ko-KR" altLang="en-US" sz="900" u="sng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가입해야하나요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?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0F112D10-FD2A-5FD5-254F-33D58FAB41DE}"/>
                </a:ext>
              </a:extLst>
            </p:cNvPr>
            <p:cNvSpPr txBox="1"/>
            <p:nvPr/>
          </p:nvSpPr>
          <p:spPr>
            <a:xfrm>
              <a:off x="3015507" y="3128383"/>
              <a:ext cx="172273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회원가입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/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이용안내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31E42A6D-5AAB-3164-17C4-91535CDE11AD}"/>
              </a:ext>
            </a:extLst>
          </p:cNvPr>
          <p:cNvGrpSpPr/>
          <p:nvPr/>
        </p:nvGrpSpPr>
        <p:grpSpPr>
          <a:xfrm>
            <a:off x="2248683" y="5677591"/>
            <a:ext cx="5879162" cy="471343"/>
            <a:chOff x="2946225" y="3008641"/>
            <a:chExt cx="4484077" cy="471343"/>
          </a:xfrm>
        </p:grpSpPr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CA037DE1-703C-BEEF-41EF-3C7D0905501A}"/>
                </a:ext>
              </a:extLst>
            </p:cNvPr>
            <p:cNvSpPr/>
            <p:nvPr/>
          </p:nvSpPr>
          <p:spPr>
            <a:xfrm>
              <a:off x="2946225" y="3008641"/>
              <a:ext cx="4484077" cy="4713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A21A0CFF-E5ED-1785-3160-DDA6A84AEAFB}"/>
                </a:ext>
              </a:extLst>
            </p:cNvPr>
            <p:cNvSpPr txBox="1"/>
            <p:nvPr/>
          </p:nvSpPr>
          <p:spPr>
            <a:xfrm>
              <a:off x="4832061" y="3128383"/>
              <a:ext cx="25388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결제수단에는 어떤 것들이 있나요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37D5EDF-CC82-B952-1E2E-EC46A3F737BA}"/>
                </a:ext>
              </a:extLst>
            </p:cNvPr>
            <p:cNvSpPr txBox="1"/>
            <p:nvPr/>
          </p:nvSpPr>
          <p:spPr>
            <a:xfrm>
              <a:off x="3015507" y="3128383"/>
              <a:ext cx="172273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92ECC2A3-8EA9-DA03-82DA-AB00B9E4BB7F}"/>
              </a:ext>
            </a:extLst>
          </p:cNvPr>
          <p:cNvGrpSpPr/>
          <p:nvPr/>
        </p:nvGrpSpPr>
        <p:grpSpPr>
          <a:xfrm>
            <a:off x="2248683" y="6212503"/>
            <a:ext cx="5879162" cy="471343"/>
            <a:chOff x="2946225" y="3008641"/>
            <a:chExt cx="4484077" cy="471343"/>
          </a:xfrm>
        </p:grpSpPr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743BE451-3222-BD79-88D6-08606C44EA79}"/>
                </a:ext>
              </a:extLst>
            </p:cNvPr>
            <p:cNvSpPr/>
            <p:nvPr/>
          </p:nvSpPr>
          <p:spPr>
            <a:xfrm>
              <a:off x="2946225" y="3008641"/>
              <a:ext cx="4484077" cy="47134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D17E32A5-15CA-DE01-8F11-291465D02D97}"/>
                </a:ext>
              </a:extLst>
            </p:cNvPr>
            <p:cNvSpPr txBox="1"/>
            <p:nvPr/>
          </p:nvSpPr>
          <p:spPr>
            <a:xfrm>
              <a:off x="4832061" y="3128383"/>
              <a:ext cx="253882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지원물품이 다른 바우처를 한번에 결제할 수 있나요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AE91C5F2-5DC6-6B97-43A1-69170CBEFE05}"/>
                </a:ext>
              </a:extLst>
            </p:cNvPr>
            <p:cNvSpPr txBox="1"/>
            <p:nvPr/>
          </p:nvSpPr>
          <p:spPr>
            <a:xfrm>
              <a:off x="3015507" y="3128383"/>
              <a:ext cx="172273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2" name="모서리가 둥근 직사각형 114">
            <a:extLst>
              <a:ext uri="{FF2B5EF4-FFF2-40B4-BE49-F238E27FC236}">
                <a16:creationId xmlns:a16="http://schemas.microsoft.com/office/drawing/2014/main" id="{8A13D58A-0673-E3B4-D737-2AB069680074}"/>
              </a:ext>
            </a:extLst>
          </p:cNvPr>
          <p:cNvSpPr/>
          <p:nvPr/>
        </p:nvSpPr>
        <p:spPr>
          <a:xfrm>
            <a:off x="2078796" y="511053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B16A9758-AD19-65B4-C460-A74D967EE171}"/>
              </a:ext>
            </a:extLst>
          </p:cNvPr>
          <p:cNvSpPr/>
          <p:nvPr/>
        </p:nvSpPr>
        <p:spPr>
          <a:xfrm>
            <a:off x="2339212" y="1954261"/>
            <a:ext cx="2126111" cy="231469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207D211-0EC4-E0F9-380E-0C23D6CDD682}"/>
              </a:ext>
            </a:extLst>
          </p:cNvPr>
          <p:cNvSpPr txBox="1"/>
          <p:nvPr/>
        </p:nvSpPr>
        <p:spPr>
          <a:xfrm>
            <a:off x="10225385" y="5465222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hlinkClick r:id="rId3"/>
              </a:rPr>
              <a:t>https://store.hanssem.com/furnishing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 레퍼런스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한샘가구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62220E4-F8CD-4E59-0D35-B53580F47E73}"/>
              </a:ext>
            </a:extLst>
          </p:cNvPr>
          <p:cNvSpPr txBox="1"/>
          <p:nvPr/>
        </p:nvSpPr>
        <p:spPr>
          <a:xfrm>
            <a:off x="10225385" y="5973706"/>
            <a:ext cx="157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hlinkClick r:id="rId4"/>
              </a:rPr>
              <a:t>https://www.cufs.ac.kr/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</a:p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게시판 레퍼런스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사이버한국외대</a:t>
            </a: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68A0E589-5DB7-BBC3-6444-34AE0829F4D7}"/>
              </a:ext>
            </a:extLst>
          </p:cNvPr>
          <p:cNvGrpSpPr/>
          <p:nvPr/>
        </p:nvGrpSpPr>
        <p:grpSpPr>
          <a:xfrm>
            <a:off x="4775045" y="1930436"/>
            <a:ext cx="3270427" cy="728925"/>
            <a:chOff x="2257677" y="4693084"/>
            <a:chExt cx="3270427" cy="728925"/>
          </a:xfrm>
        </p:grpSpPr>
        <p:sp>
          <p:nvSpPr>
            <p:cNvPr id="138" name="직사각형 137">
              <a:extLst>
                <a:ext uri="{FF2B5EF4-FFF2-40B4-BE49-F238E27FC236}">
                  <a16:creationId xmlns:a16="http://schemas.microsoft.com/office/drawing/2014/main" id="{1FEF42F6-5072-D131-0D80-67A68F46AF85}"/>
                </a:ext>
              </a:extLst>
            </p:cNvPr>
            <p:cNvSpPr/>
            <p:nvPr/>
          </p:nvSpPr>
          <p:spPr>
            <a:xfrm>
              <a:off x="2257677" y="4693084"/>
              <a:ext cx="931604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C5EE1EBA-B97B-6101-F89C-E84A660511C6}"/>
                </a:ext>
              </a:extLst>
            </p:cNvPr>
            <p:cNvSpPr txBox="1"/>
            <p:nvPr/>
          </p:nvSpPr>
          <p:spPr>
            <a:xfrm>
              <a:off x="3243707" y="4880434"/>
              <a:ext cx="22843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30A7BAD-CFE5-14D3-CE07-25C4563D518A}"/>
                </a:ext>
              </a:extLst>
            </p:cNvPr>
            <p:cNvSpPr txBox="1"/>
            <p:nvPr/>
          </p:nvSpPr>
          <p:spPr>
            <a:xfrm>
              <a:off x="3251525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AB9E539F-33F7-3E8A-5F11-34ADB60B506D}"/>
                </a:ext>
              </a:extLst>
            </p:cNvPr>
            <p:cNvGrpSpPr/>
            <p:nvPr/>
          </p:nvGrpSpPr>
          <p:grpSpPr>
            <a:xfrm>
              <a:off x="4785459" y="5093696"/>
              <a:ext cx="632844" cy="270079"/>
              <a:chOff x="5056225" y="4646051"/>
              <a:chExt cx="632844" cy="270079"/>
            </a:xfrm>
          </p:grpSpPr>
          <p:sp>
            <p:nvSpPr>
              <p:cNvPr id="147" name="순서도: 연결자 146">
                <a:extLst>
                  <a:ext uri="{FF2B5EF4-FFF2-40B4-BE49-F238E27FC236}">
                    <a16:creationId xmlns:a16="http://schemas.microsoft.com/office/drawing/2014/main" id="{418B0656-D970-EA0A-438B-82472FC2C17C}"/>
                  </a:ext>
                </a:extLst>
              </p:cNvPr>
              <p:cNvSpPr/>
              <p:nvPr/>
            </p:nvSpPr>
            <p:spPr>
              <a:xfrm>
                <a:off x="5056225" y="465078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48" name="순서도: 연결자 147">
                <a:extLst>
                  <a:ext uri="{FF2B5EF4-FFF2-40B4-BE49-F238E27FC236}">
                    <a16:creationId xmlns:a16="http://schemas.microsoft.com/office/drawing/2014/main" id="{1709CD14-6432-F4C3-AFC1-E6F79A8CC135}"/>
                  </a:ext>
                </a:extLst>
              </p:cNvPr>
              <p:cNvSpPr/>
              <p:nvPr/>
            </p:nvSpPr>
            <p:spPr>
              <a:xfrm>
                <a:off x="5423721" y="464605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42" name="그룹 141">
              <a:extLst>
                <a:ext uri="{FF2B5EF4-FFF2-40B4-BE49-F238E27FC236}">
                  <a16:creationId xmlns:a16="http://schemas.microsoft.com/office/drawing/2014/main" id="{30BFBC99-349E-14AB-464E-4F0DB12DC489}"/>
                </a:ext>
              </a:extLst>
            </p:cNvPr>
            <p:cNvGrpSpPr/>
            <p:nvPr/>
          </p:nvGrpSpPr>
          <p:grpSpPr>
            <a:xfrm>
              <a:off x="3314004" y="4728691"/>
              <a:ext cx="1168062" cy="159979"/>
              <a:chOff x="2261073" y="2208351"/>
              <a:chExt cx="1168062" cy="188144"/>
            </a:xfrm>
          </p:grpSpPr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532B7965-B4F0-92E2-150E-64A65C978392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F58F4082-810E-0B53-1162-71602A8F5508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76DFBC9D-6EB9-5644-0C46-3DD4B3E819A2}"/>
              </a:ext>
            </a:extLst>
          </p:cNvPr>
          <p:cNvGrpSpPr/>
          <p:nvPr/>
        </p:nvGrpSpPr>
        <p:grpSpPr>
          <a:xfrm>
            <a:off x="4775045" y="2754379"/>
            <a:ext cx="3270427" cy="728925"/>
            <a:chOff x="2257677" y="4693084"/>
            <a:chExt cx="3270427" cy="728925"/>
          </a:xfrm>
        </p:grpSpPr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BE7F8CF8-1405-FA62-3B28-7B9EB65941F9}"/>
                </a:ext>
              </a:extLst>
            </p:cNvPr>
            <p:cNvSpPr/>
            <p:nvPr/>
          </p:nvSpPr>
          <p:spPr>
            <a:xfrm>
              <a:off x="2257677" y="4693084"/>
              <a:ext cx="931604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15C27CA-923D-E4E6-8AA9-48F635D5D918}"/>
                </a:ext>
              </a:extLst>
            </p:cNvPr>
            <p:cNvSpPr txBox="1"/>
            <p:nvPr/>
          </p:nvSpPr>
          <p:spPr>
            <a:xfrm>
              <a:off x="3243707" y="4880434"/>
              <a:ext cx="22843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D57E4863-A4B6-7926-75E2-37D41B95AA25}"/>
                </a:ext>
              </a:extLst>
            </p:cNvPr>
            <p:cNvSpPr txBox="1"/>
            <p:nvPr/>
          </p:nvSpPr>
          <p:spPr>
            <a:xfrm>
              <a:off x="3251525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F9671596-BAF7-9664-148C-797AC9A3CBDC}"/>
                </a:ext>
              </a:extLst>
            </p:cNvPr>
            <p:cNvGrpSpPr/>
            <p:nvPr/>
          </p:nvGrpSpPr>
          <p:grpSpPr>
            <a:xfrm>
              <a:off x="4785459" y="5093696"/>
              <a:ext cx="632844" cy="270079"/>
              <a:chOff x="5056225" y="4646051"/>
              <a:chExt cx="632844" cy="270079"/>
            </a:xfrm>
          </p:grpSpPr>
          <p:sp>
            <p:nvSpPr>
              <p:cNvPr id="159" name="순서도: 연결자 158">
                <a:extLst>
                  <a:ext uri="{FF2B5EF4-FFF2-40B4-BE49-F238E27FC236}">
                    <a16:creationId xmlns:a16="http://schemas.microsoft.com/office/drawing/2014/main" id="{40D72C83-77AC-6954-D3D9-098A6687A964}"/>
                  </a:ext>
                </a:extLst>
              </p:cNvPr>
              <p:cNvSpPr/>
              <p:nvPr/>
            </p:nvSpPr>
            <p:spPr>
              <a:xfrm>
                <a:off x="5056225" y="465078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60" name="순서도: 연결자 159">
                <a:extLst>
                  <a:ext uri="{FF2B5EF4-FFF2-40B4-BE49-F238E27FC236}">
                    <a16:creationId xmlns:a16="http://schemas.microsoft.com/office/drawing/2014/main" id="{1AE32F80-56F6-7656-301E-2E297803D3E5}"/>
                  </a:ext>
                </a:extLst>
              </p:cNvPr>
              <p:cNvSpPr/>
              <p:nvPr/>
            </p:nvSpPr>
            <p:spPr>
              <a:xfrm>
                <a:off x="5423721" y="464605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0509148D-2577-64C5-C114-92C98A68D82F}"/>
                </a:ext>
              </a:extLst>
            </p:cNvPr>
            <p:cNvGrpSpPr/>
            <p:nvPr/>
          </p:nvGrpSpPr>
          <p:grpSpPr>
            <a:xfrm>
              <a:off x="3314004" y="4728691"/>
              <a:ext cx="1168062" cy="159979"/>
              <a:chOff x="2261073" y="2208351"/>
              <a:chExt cx="1168062" cy="188144"/>
            </a:xfrm>
          </p:grpSpPr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F1E0937E-3B6A-9D64-E93D-F7C121023432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985150B7-66F3-04CD-B467-791DDDC00CE1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55698CF0-DE29-469D-69AA-EED83244EF23}"/>
              </a:ext>
            </a:extLst>
          </p:cNvPr>
          <p:cNvGrpSpPr/>
          <p:nvPr/>
        </p:nvGrpSpPr>
        <p:grpSpPr>
          <a:xfrm>
            <a:off x="4775045" y="3578321"/>
            <a:ext cx="3270427" cy="728925"/>
            <a:chOff x="2257677" y="4693084"/>
            <a:chExt cx="3270427" cy="728925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9D64E920-EAF3-59EB-D0E0-F14538CF3ACE}"/>
                </a:ext>
              </a:extLst>
            </p:cNvPr>
            <p:cNvSpPr/>
            <p:nvPr/>
          </p:nvSpPr>
          <p:spPr>
            <a:xfrm>
              <a:off x="2257677" y="4693084"/>
              <a:ext cx="931604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E556CE45-58D5-383A-6643-D8C208F2CA7E}"/>
                </a:ext>
              </a:extLst>
            </p:cNvPr>
            <p:cNvSpPr txBox="1"/>
            <p:nvPr/>
          </p:nvSpPr>
          <p:spPr>
            <a:xfrm>
              <a:off x="3243707" y="4880434"/>
              <a:ext cx="22843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2318E9E-B941-982B-AEC3-CDD5765FA89B}"/>
                </a:ext>
              </a:extLst>
            </p:cNvPr>
            <p:cNvSpPr txBox="1"/>
            <p:nvPr/>
          </p:nvSpPr>
          <p:spPr>
            <a:xfrm>
              <a:off x="3251525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65" name="그룹 164">
              <a:extLst>
                <a:ext uri="{FF2B5EF4-FFF2-40B4-BE49-F238E27FC236}">
                  <a16:creationId xmlns:a16="http://schemas.microsoft.com/office/drawing/2014/main" id="{CD2BC5A4-72B8-2B31-3EFB-0B42757E5535}"/>
                </a:ext>
              </a:extLst>
            </p:cNvPr>
            <p:cNvGrpSpPr/>
            <p:nvPr/>
          </p:nvGrpSpPr>
          <p:grpSpPr>
            <a:xfrm>
              <a:off x="4785459" y="5093696"/>
              <a:ext cx="632844" cy="270079"/>
              <a:chOff x="5056225" y="4646051"/>
              <a:chExt cx="632844" cy="270079"/>
            </a:xfrm>
          </p:grpSpPr>
          <p:sp>
            <p:nvSpPr>
              <p:cNvPr id="171" name="순서도: 연결자 170">
                <a:extLst>
                  <a:ext uri="{FF2B5EF4-FFF2-40B4-BE49-F238E27FC236}">
                    <a16:creationId xmlns:a16="http://schemas.microsoft.com/office/drawing/2014/main" id="{F208F287-A6A1-107D-EC4A-1F8F9C62C8A0}"/>
                  </a:ext>
                </a:extLst>
              </p:cNvPr>
              <p:cNvSpPr/>
              <p:nvPr/>
            </p:nvSpPr>
            <p:spPr>
              <a:xfrm>
                <a:off x="5056225" y="465078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72" name="순서도: 연결자 171">
                <a:extLst>
                  <a:ext uri="{FF2B5EF4-FFF2-40B4-BE49-F238E27FC236}">
                    <a16:creationId xmlns:a16="http://schemas.microsoft.com/office/drawing/2014/main" id="{4D091CAB-4832-09E7-55D1-C60D39E6AFBD}"/>
                  </a:ext>
                </a:extLst>
              </p:cNvPr>
              <p:cNvSpPr/>
              <p:nvPr/>
            </p:nvSpPr>
            <p:spPr>
              <a:xfrm>
                <a:off x="5423721" y="464605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66" name="그룹 165">
              <a:extLst>
                <a:ext uri="{FF2B5EF4-FFF2-40B4-BE49-F238E27FC236}">
                  <a16:creationId xmlns:a16="http://schemas.microsoft.com/office/drawing/2014/main" id="{6506D4F7-BC62-3099-FBD4-4D5BC47F7A80}"/>
                </a:ext>
              </a:extLst>
            </p:cNvPr>
            <p:cNvGrpSpPr/>
            <p:nvPr/>
          </p:nvGrpSpPr>
          <p:grpSpPr>
            <a:xfrm>
              <a:off x="3314004" y="4728691"/>
              <a:ext cx="1168062" cy="159979"/>
              <a:chOff x="2261073" y="2208351"/>
              <a:chExt cx="1168062" cy="188144"/>
            </a:xfrm>
          </p:grpSpPr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865598F6-D625-7BC7-A251-566C1262EAE7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0" name="직사각형 169">
                <a:extLst>
                  <a:ext uri="{FF2B5EF4-FFF2-40B4-BE49-F238E27FC236}">
                    <a16:creationId xmlns:a16="http://schemas.microsoft.com/office/drawing/2014/main" id="{88F8E126-E63D-A317-D654-1B6B6F914A34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FAD2A179-7C05-42E1-6225-990549911AB3}"/>
              </a:ext>
            </a:extLst>
          </p:cNvPr>
          <p:cNvGrpSpPr/>
          <p:nvPr/>
        </p:nvGrpSpPr>
        <p:grpSpPr>
          <a:xfrm>
            <a:off x="1276240" y="225629"/>
            <a:ext cx="3672408" cy="1366444"/>
            <a:chOff x="360289" y="-1757827"/>
            <a:chExt cx="3672408" cy="1366444"/>
          </a:xfrm>
        </p:grpSpPr>
        <p:sp>
          <p:nvSpPr>
            <p:cNvPr id="175" name="사각형: 둥근 모서리 174">
              <a:extLst>
                <a:ext uri="{FF2B5EF4-FFF2-40B4-BE49-F238E27FC236}">
                  <a16:creationId xmlns:a16="http://schemas.microsoft.com/office/drawing/2014/main" id="{7CA4EA4C-1BC5-40F8-5C1A-0133556EAFB3}"/>
                </a:ext>
              </a:extLst>
            </p:cNvPr>
            <p:cNvSpPr/>
            <p:nvPr/>
          </p:nvSpPr>
          <p:spPr>
            <a:xfrm>
              <a:off x="360289" y="-1757827"/>
              <a:ext cx="3672408" cy="1366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73AD59AC-B341-BED5-D043-6A81E94FB305}"/>
                </a:ext>
              </a:extLst>
            </p:cNvPr>
            <p:cNvSpPr/>
            <p:nvPr/>
          </p:nvSpPr>
          <p:spPr>
            <a:xfrm>
              <a:off x="589013" y="-1607591"/>
              <a:ext cx="1188352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B047AEF6-B0EC-2ADC-8EBE-2E307A99EDCA}"/>
                </a:ext>
              </a:extLst>
            </p:cNvPr>
            <p:cNvSpPr txBox="1"/>
            <p:nvPr/>
          </p:nvSpPr>
          <p:spPr>
            <a:xfrm>
              <a:off x="1831792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C3E90A86-26ED-7715-2794-40DFB6AFBFE3}"/>
                </a:ext>
              </a:extLst>
            </p:cNvPr>
            <p:cNvSpPr txBox="1"/>
            <p:nvPr/>
          </p:nvSpPr>
          <p:spPr>
            <a:xfrm>
              <a:off x="1839609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379AB25A-FABC-CB39-41EC-D15DC5B317C4}"/>
                </a:ext>
              </a:extLst>
            </p:cNvPr>
            <p:cNvGrpSpPr/>
            <p:nvPr/>
          </p:nvGrpSpPr>
          <p:grpSpPr>
            <a:xfrm>
              <a:off x="3118918" y="-796478"/>
              <a:ext cx="632844" cy="270079"/>
              <a:chOff x="4801600" y="5029471"/>
              <a:chExt cx="632844" cy="270079"/>
            </a:xfrm>
          </p:grpSpPr>
          <p:sp>
            <p:nvSpPr>
              <p:cNvPr id="183" name="순서도: 연결자 182">
                <a:extLst>
                  <a:ext uri="{FF2B5EF4-FFF2-40B4-BE49-F238E27FC236}">
                    <a16:creationId xmlns:a16="http://schemas.microsoft.com/office/drawing/2014/main" id="{8CCE5F6E-DB7F-084F-DFB3-FF7C80896776}"/>
                  </a:ext>
                </a:extLst>
              </p:cNvPr>
              <p:cNvSpPr/>
              <p:nvPr/>
            </p:nvSpPr>
            <p:spPr>
              <a:xfrm>
                <a:off x="4801600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84" name="순서도: 연결자 183">
                <a:extLst>
                  <a:ext uri="{FF2B5EF4-FFF2-40B4-BE49-F238E27FC236}">
                    <a16:creationId xmlns:a16="http://schemas.microsoft.com/office/drawing/2014/main" id="{DAD05899-FA37-2D92-27E3-DFC904B49033}"/>
                  </a:ext>
                </a:extLst>
              </p:cNvPr>
              <p:cNvSpPr/>
              <p:nvPr/>
            </p:nvSpPr>
            <p:spPr>
              <a:xfrm>
                <a:off x="5169096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4B1E767C-0F30-109B-A415-0BABC2A8A417}"/>
                </a:ext>
              </a:extLst>
            </p:cNvPr>
            <p:cNvGrpSpPr/>
            <p:nvPr/>
          </p:nvGrpSpPr>
          <p:grpSpPr>
            <a:xfrm>
              <a:off x="1902088" y="-1571984"/>
              <a:ext cx="1168062" cy="159979"/>
              <a:chOff x="2261073" y="2208351"/>
              <a:chExt cx="1168062" cy="188144"/>
            </a:xfrm>
          </p:grpSpPr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0ACE4DE4-A7DD-F7B9-1BBB-3A19D0A3578B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5DE4FFD1-6493-44CF-2704-7669D3F9CF89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F028FB30-0A7D-DF25-91B3-4713879B8B14}"/>
              </a:ext>
            </a:extLst>
          </p:cNvPr>
          <p:cNvGrpSpPr/>
          <p:nvPr/>
        </p:nvGrpSpPr>
        <p:grpSpPr>
          <a:xfrm>
            <a:off x="5155362" y="225629"/>
            <a:ext cx="3672408" cy="1366444"/>
            <a:chOff x="360289" y="-1757827"/>
            <a:chExt cx="3672408" cy="1366444"/>
          </a:xfrm>
        </p:grpSpPr>
        <p:sp>
          <p:nvSpPr>
            <p:cNvPr id="186" name="사각형: 둥근 모서리 185">
              <a:extLst>
                <a:ext uri="{FF2B5EF4-FFF2-40B4-BE49-F238E27FC236}">
                  <a16:creationId xmlns:a16="http://schemas.microsoft.com/office/drawing/2014/main" id="{A266731E-0B53-76EF-2CE6-0BE08A29FC08}"/>
                </a:ext>
              </a:extLst>
            </p:cNvPr>
            <p:cNvSpPr/>
            <p:nvPr/>
          </p:nvSpPr>
          <p:spPr>
            <a:xfrm>
              <a:off x="360289" y="-1757827"/>
              <a:ext cx="3672408" cy="1366444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52BF850C-7283-E1B2-4D5F-6D708339F123}"/>
                </a:ext>
              </a:extLst>
            </p:cNvPr>
            <p:cNvSpPr/>
            <p:nvPr/>
          </p:nvSpPr>
          <p:spPr>
            <a:xfrm>
              <a:off x="589013" y="-1607591"/>
              <a:ext cx="1188352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57886BD3-CF14-BBF6-29B9-8D5246FF5661}"/>
                </a:ext>
              </a:extLst>
            </p:cNvPr>
            <p:cNvSpPr txBox="1"/>
            <p:nvPr/>
          </p:nvSpPr>
          <p:spPr>
            <a:xfrm>
              <a:off x="1831792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C83805AE-D369-A888-C25C-B9D1EBE8CD76}"/>
                </a:ext>
              </a:extLst>
            </p:cNvPr>
            <p:cNvSpPr txBox="1"/>
            <p:nvPr/>
          </p:nvSpPr>
          <p:spPr>
            <a:xfrm>
              <a:off x="1839609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90" name="그룹 189">
              <a:extLst>
                <a:ext uri="{FF2B5EF4-FFF2-40B4-BE49-F238E27FC236}">
                  <a16:creationId xmlns:a16="http://schemas.microsoft.com/office/drawing/2014/main" id="{AEC8E9EB-7397-7759-A260-BACA8E6D348A}"/>
                </a:ext>
              </a:extLst>
            </p:cNvPr>
            <p:cNvGrpSpPr/>
            <p:nvPr/>
          </p:nvGrpSpPr>
          <p:grpSpPr>
            <a:xfrm>
              <a:off x="3118918" y="-796478"/>
              <a:ext cx="632844" cy="270079"/>
              <a:chOff x="4801600" y="5029471"/>
              <a:chExt cx="632844" cy="270079"/>
            </a:xfrm>
          </p:grpSpPr>
          <p:sp>
            <p:nvSpPr>
              <p:cNvPr id="194" name="순서도: 연결자 193">
                <a:extLst>
                  <a:ext uri="{FF2B5EF4-FFF2-40B4-BE49-F238E27FC236}">
                    <a16:creationId xmlns:a16="http://schemas.microsoft.com/office/drawing/2014/main" id="{3308A787-AE29-619F-2200-139A09CCCD1D}"/>
                  </a:ext>
                </a:extLst>
              </p:cNvPr>
              <p:cNvSpPr/>
              <p:nvPr/>
            </p:nvSpPr>
            <p:spPr>
              <a:xfrm>
                <a:off x="4801600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95" name="순서도: 연결자 194">
                <a:extLst>
                  <a:ext uri="{FF2B5EF4-FFF2-40B4-BE49-F238E27FC236}">
                    <a16:creationId xmlns:a16="http://schemas.microsoft.com/office/drawing/2014/main" id="{DF909C66-2AAF-0A14-806A-C83828D11C1C}"/>
                  </a:ext>
                </a:extLst>
              </p:cNvPr>
              <p:cNvSpPr/>
              <p:nvPr/>
            </p:nvSpPr>
            <p:spPr>
              <a:xfrm>
                <a:off x="5169096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BC5467CF-2049-884B-3597-2A13246108B1}"/>
                </a:ext>
              </a:extLst>
            </p:cNvPr>
            <p:cNvGrpSpPr/>
            <p:nvPr/>
          </p:nvGrpSpPr>
          <p:grpSpPr>
            <a:xfrm>
              <a:off x="1902088" y="-1571984"/>
              <a:ext cx="1168062" cy="159979"/>
              <a:chOff x="2261073" y="2208351"/>
              <a:chExt cx="1168062" cy="188144"/>
            </a:xfrm>
          </p:grpSpPr>
          <p:sp>
            <p:nvSpPr>
              <p:cNvPr id="192" name="직사각형 191">
                <a:extLst>
                  <a:ext uri="{FF2B5EF4-FFF2-40B4-BE49-F238E27FC236}">
                    <a16:creationId xmlns:a16="http://schemas.microsoft.com/office/drawing/2014/main" id="{56720590-F84B-BC29-76BD-E996DCEE0C1E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39B2895F-B6F5-580B-38A8-E371CA8F4D79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2F23725D-1923-E264-383E-AAC108215B9C}"/>
              </a:ext>
            </a:extLst>
          </p:cNvPr>
          <p:cNvGrpSpPr/>
          <p:nvPr/>
        </p:nvGrpSpPr>
        <p:grpSpPr>
          <a:xfrm>
            <a:off x="13200124" y="1930436"/>
            <a:ext cx="3270427" cy="728925"/>
            <a:chOff x="2257677" y="4693084"/>
            <a:chExt cx="3270427" cy="728925"/>
          </a:xfrm>
        </p:grpSpPr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B6064185-9CFA-7BAD-DD44-F435BD951655}"/>
                </a:ext>
              </a:extLst>
            </p:cNvPr>
            <p:cNvSpPr/>
            <p:nvPr/>
          </p:nvSpPr>
          <p:spPr>
            <a:xfrm>
              <a:off x="2257677" y="4693084"/>
              <a:ext cx="931604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E7B1C2E4-124E-B874-58C7-7A5C72A42884}"/>
                </a:ext>
              </a:extLst>
            </p:cNvPr>
            <p:cNvSpPr txBox="1"/>
            <p:nvPr/>
          </p:nvSpPr>
          <p:spPr>
            <a:xfrm>
              <a:off x="3243707" y="4880434"/>
              <a:ext cx="22843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9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70C1FA16-F311-56A3-850D-56510893563F}"/>
                </a:ext>
              </a:extLst>
            </p:cNvPr>
            <p:cNvSpPr txBox="1"/>
            <p:nvPr/>
          </p:nvSpPr>
          <p:spPr>
            <a:xfrm>
              <a:off x="3251525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200" name="그룹 199">
              <a:extLst>
                <a:ext uri="{FF2B5EF4-FFF2-40B4-BE49-F238E27FC236}">
                  <a16:creationId xmlns:a16="http://schemas.microsoft.com/office/drawing/2014/main" id="{05491A7B-D369-C50A-41C9-B26B56D4DF2D}"/>
                </a:ext>
              </a:extLst>
            </p:cNvPr>
            <p:cNvGrpSpPr/>
            <p:nvPr/>
          </p:nvGrpSpPr>
          <p:grpSpPr>
            <a:xfrm>
              <a:off x="2404742" y="5093696"/>
              <a:ext cx="632844" cy="270079"/>
              <a:chOff x="2675508" y="4646051"/>
              <a:chExt cx="632844" cy="270079"/>
            </a:xfrm>
          </p:grpSpPr>
          <p:sp>
            <p:nvSpPr>
              <p:cNvPr id="206" name="순서도: 연결자 205">
                <a:extLst>
                  <a:ext uri="{FF2B5EF4-FFF2-40B4-BE49-F238E27FC236}">
                    <a16:creationId xmlns:a16="http://schemas.microsoft.com/office/drawing/2014/main" id="{41025CE8-11AD-4155-23C3-160495100D87}"/>
                  </a:ext>
                </a:extLst>
              </p:cNvPr>
              <p:cNvSpPr/>
              <p:nvPr/>
            </p:nvSpPr>
            <p:spPr>
              <a:xfrm>
                <a:off x="2675508" y="465078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207" name="순서도: 연결자 206">
                <a:extLst>
                  <a:ext uri="{FF2B5EF4-FFF2-40B4-BE49-F238E27FC236}">
                    <a16:creationId xmlns:a16="http://schemas.microsoft.com/office/drawing/2014/main" id="{2B0C0EB3-9089-6136-C5A6-8CA7723792CC}"/>
                  </a:ext>
                </a:extLst>
              </p:cNvPr>
              <p:cNvSpPr/>
              <p:nvPr/>
            </p:nvSpPr>
            <p:spPr>
              <a:xfrm>
                <a:off x="3043004" y="464605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201" name="그룹 200">
              <a:extLst>
                <a:ext uri="{FF2B5EF4-FFF2-40B4-BE49-F238E27FC236}">
                  <a16:creationId xmlns:a16="http://schemas.microsoft.com/office/drawing/2014/main" id="{92785DF7-2350-D726-055E-D1E28C9CBD84}"/>
                </a:ext>
              </a:extLst>
            </p:cNvPr>
            <p:cNvGrpSpPr/>
            <p:nvPr/>
          </p:nvGrpSpPr>
          <p:grpSpPr>
            <a:xfrm>
              <a:off x="3314004" y="4728691"/>
              <a:ext cx="1168062" cy="159979"/>
              <a:chOff x="2261073" y="2208351"/>
              <a:chExt cx="1168062" cy="188144"/>
            </a:xfrm>
          </p:grpSpPr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DE02F0FF-3A2B-011A-0932-D190E3D02258}"/>
                  </a:ext>
                </a:extLst>
              </p:cNvPr>
              <p:cNvSpPr/>
              <p:nvPr/>
            </p:nvSpPr>
            <p:spPr>
              <a:xfrm>
                <a:off x="2261073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5" name="직사각형 204">
                <a:extLst>
                  <a:ext uri="{FF2B5EF4-FFF2-40B4-BE49-F238E27FC236}">
                    <a16:creationId xmlns:a16="http://schemas.microsoft.com/office/drawing/2014/main" id="{FF885468-FB42-CB01-2906-939650D42787}"/>
                  </a:ext>
                </a:extLst>
              </p:cNvPr>
              <p:cNvSpPr/>
              <p:nvPr/>
            </p:nvSpPr>
            <p:spPr>
              <a:xfrm>
                <a:off x="2955929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2" name="TextBox 201">
              <a:extLst>
                <a:ext uri="{FF2B5EF4-FFF2-40B4-BE49-F238E27FC236}">
                  <a16:creationId xmlns:a16="http://schemas.microsoft.com/office/drawing/2014/main" id="{78E8759C-348E-2AB7-1931-A30051BC38D4}"/>
                </a:ext>
              </a:extLst>
            </p:cNvPr>
            <p:cNvSpPr txBox="1"/>
            <p:nvPr/>
          </p:nvSpPr>
          <p:spPr>
            <a:xfrm>
              <a:off x="3952728" y="5191177"/>
              <a:ext cx="718982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 fontAlgn="t">
                <a:buNone/>
              </a:pPr>
              <a:r>
                <a:rPr lang="ko-KR" altLang="en-US" sz="800" spc="-150" dirty="0">
                  <a:solidFill>
                    <a:srgbClr val="333333"/>
                  </a:solidFill>
                  <a:latin typeface="+mn-ea"/>
                </a:rPr>
                <a:t>무료배송</a:t>
              </a:r>
              <a:endParaRPr lang="ko-KR" altLang="ko-KR" sz="800" spc="-150" dirty="0">
                <a:solidFill>
                  <a:srgbClr val="333333"/>
                </a:solidFill>
                <a:latin typeface="+mn-ea"/>
              </a:endParaRPr>
            </a:p>
          </p:txBody>
        </p:sp>
        <p:pic>
          <p:nvPicPr>
            <p:cNvPr id="203" name="그림 202">
              <a:extLst>
                <a:ext uri="{FF2B5EF4-FFF2-40B4-BE49-F238E27FC236}">
                  <a16:creationId xmlns:a16="http://schemas.microsoft.com/office/drawing/2014/main" id="{93A142D1-8B92-C73A-8B51-84418C6DB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65765" y="5223365"/>
              <a:ext cx="170229" cy="170229"/>
            </a:xfrm>
            <a:prstGeom prst="rect">
              <a:avLst/>
            </a:prstGeom>
          </p:spPr>
        </p:pic>
      </p:grpSp>
      <p:grpSp>
        <p:nvGrpSpPr>
          <p:cNvPr id="208" name="그룹 207">
            <a:extLst>
              <a:ext uri="{FF2B5EF4-FFF2-40B4-BE49-F238E27FC236}">
                <a16:creationId xmlns:a16="http://schemas.microsoft.com/office/drawing/2014/main" id="{F7CFDFBE-C4F7-0478-B8F1-6AED50405514}"/>
              </a:ext>
            </a:extLst>
          </p:cNvPr>
          <p:cNvGrpSpPr/>
          <p:nvPr/>
        </p:nvGrpSpPr>
        <p:grpSpPr>
          <a:xfrm>
            <a:off x="2406959" y="2211896"/>
            <a:ext cx="1985778" cy="1911056"/>
            <a:chOff x="2317948" y="1250966"/>
            <a:chExt cx="1985778" cy="1911056"/>
          </a:xfrm>
        </p:grpSpPr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64ECE199-3883-9FCD-F301-1F7BBD75B4C8}"/>
                </a:ext>
              </a:extLst>
            </p:cNvPr>
            <p:cNvSpPr txBox="1"/>
            <p:nvPr/>
          </p:nvSpPr>
          <p:spPr>
            <a:xfrm>
              <a:off x="2317948" y="1250966"/>
              <a:ext cx="14318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마미포코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제품 </a:t>
              </a:r>
              <a:endPara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만원 이상구매하고</a:t>
              </a:r>
              <a:endPara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손선풍기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받아가세요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049F5D6C-1D26-B385-E3C8-E5903804B08E}"/>
                </a:ext>
              </a:extLst>
            </p:cNvPr>
            <p:cNvSpPr txBox="1"/>
            <p:nvPr/>
          </p:nvSpPr>
          <p:spPr>
            <a:xfrm>
              <a:off x="2343005" y="2946578"/>
              <a:ext cx="196072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800" dirty="0"/>
                <a:t>6.22 ~ 6.28</a:t>
              </a:r>
              <a:endParaRPr lang="ko-KR" altLang="en-US" sz="800" b="1" dirty="0"/>
            </a:p>
          </p:txBody>
        </p:sp>
      </p:grpSp>
      <p:sp>
        <p:nvSpPr>
          <p:cNvPr id="212" name="모서리가 둥근 직사각형 114">
            <a:extLst>
              <a:ext uri="{FF2B5EF4-FFF2-40B4-BE49-F238E27FC236}">
                <a16:creationId xmlns:a16="http://schemas.microsoft.com/office/drawing/2014/main" id="{BE824FBF-1103-4146-146D-F58F0323EC8A}"/>
              </a:ext>
            </a:extLst>
          </p:cNvPr>
          <p:cNvSpPr/>
          <p:nvPr/>
        </p:nvSpPr>
        <p:spPr>
          <a:xfrm>
            <a:off x="3602011" y="479406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3" name="모서리가 둥근 직사각형 114">
            <a:extLst>
              <a:ext uri="{FF2B5EF4-FFF2-40B4-BE49-F238E27FC236}">
                <a16:creationId xmlns:a16="http://schemas.microsoft.com/office/drawing/2014/main" id="{FC9DD073-80BE-53FA-9CED-8DDE2A1321E2}"/>
              </a:ext>
            </a:extLst>
          </p:cNvPr>
          <p:cNvSpPr/>
          <p:nvPr/>
        </p:nvSpPr>
        <p:spPr>
          <a:xfrm>
            <a:off x="2160331" y="19360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4" name="모서리가 둥근 직사각형 114">
            <a:extLst>
              <a:ext uri="{FF2B5EF4-FFF2-40B4-BE49-F238E27FC236}">
                <a16:creationId xmlns:a16="http://schemas.microsoft.com/office/drawing/2014/main" id="{9C540BFE-98CE-A446-2C59-3392325571C6}"/>
              </a:ext>
            </a:extLst>
          </p:cNvPr>
          <p:cNvSpPr/>
          <p:nvPr/>
        </p:nvSpPr>
        <p:spPr>
          <a:xfrm>
            <a:off x="4657527" y="192205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15" name="모서리가 둥근 직사각형 114">
            <a:extLst>
              <a:ext uri="{FF2B5EF4-FFF2-40B4-BE49-F238E27FC236}">
                <a16:creationId xmlns:a16="http://schemas.microsoft.com/office/drawing/2014/main" id="{07252B9C-D2FB-5DB1-444F-8EE0B59548B6}"/>
              </a:ext>
            </a:extLst>
          </p:cNvPr>
          <p:cNvSpPr/>
          <p:nvPr/>
        </p:nvSpPr>
        <p:spPr>
          <a:xfrm>
            <a:off x="1488217" y="289580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923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03A9C-6251-F1E1-1E8D-DAE59B0D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B9EB9-7CE4-F9E8-39C4-93A073655E52}"/>
              </a:ext>
            </a:extLst>
          </p:cNvPr>
          <p:cNvSpPr txBox="1"/>
          <p:nvPr/>
        </p:nvSpPr>
        <p:spPr>
          <a:xfrm>
            <a:off x="5222374" y="2700189"/>
            <a:ext cx="2539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600" u="sng" spc="-150" dirty="0">
                <a:latin typeface="맑은 고딕" panose="020B0503020000020004" pitchFamily="50" charset="-127"/>
              </a:rPr>
              <a:t>모바일 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522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612DE-FBDE-B14A-5A4F-989D06109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직사각형 97">
            <a:extLst>
              <a:ext uri="{FF2B5EF4-FFF2-40B4-BE49-F238E27FC236}">
                <a16:creationId xmlns:a16="http://schemas.microsoft.com/office/drawing/2014/main" id="{5B0DE375-8B8D-6AED-CA74-8A74CCB154F7}"/>
              </a:ext>
            </a:extLst>
          </p:cNvPr>
          <p:cNvSpPr/>
          <p:nvPr/>
        </p:nvSpPr>
        <p:spPr>
          <a:xfrm>
            <a:off x="66745" y="6241103"/>
            <a:ext cx="9935983" cy="553529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2963C9-9DDA-B9D1-CD38-AB3EB3621639}"/>
              </a:ext>
            </a:extLst>
          </p:cNvPr>
          <p:cNvSpPr/>
          <p:nvPr/>
        </p:nvSpPr>
        <p:spPr>
          <a:xfrm>
            <a:off x="214340" y="1024369"/>
            <a:ext cx="3050484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793394-D8F8-7514-487B-2EFCF4944648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E32D3D-9C40-12F0-AD5D-FEED1106429B}"/>
              </a:ext>
            </a:extLst>
          </p:cNvPr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4B5EFD-60BC-CB46-9D73-4CDB207C824F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AA730-64F9-E8EB-059A-A95F4B59B431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4A5478-8B16-D823-9B68-8EADE35E27A4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조한나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38F2314-7ACD-67EF-3F22-80AB81D5A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97" y="763750"/>
            <a:ext cx="629913" cy="2119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2E308D-0896-B433-D0BA-D8DA99FD8AC0}"/>
              </a:ext>
            </a:extLst>
          </p:cNvPr>
          <p:cNvSpPr txBox="1"/>
          <p:nvPr/>
        </p:nvSpPr>
        <p:spPr>
          <a:xfrm>
            <a:off x="911664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4A1C850-366E-5378-A752-41C8021104C2}"/>
              </a:ext>
            </a:extLst>
          </p:cNvPr>
          <p:cNvSpPr/>
          <p:nvPr/>
        </p:nvSpPr>
        <p:spPr>
          <a:xfrm>
            <a:off x="1910054" y="1404652"/>
            <a:ext cx="1131678" cy="106647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8470F9A9-04F5-7207-DCCB-D87AD3C224D9}"/>
              </a:ext>
            </a:extLst>
          </p:cNvPr>
          <p:cNvGrpSpPr/>
          <p:nvPr/>
        </p:nvGrpSpPr>
        <p:grpSpPr>
          <a:xfrm>
            <a:off x="2778663" y="795356"/>
            <a:ext cx="453424" cy="172355"/>
            <a:chOff x="6582398" y="795356"/>
            <a:chExt cx="453424" cy="172355"/>
          </a:xfrm>
        </p:grpSpPr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4602EFDC-C2F3-C9BE-D833-3EB85ADF2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124" t="19832" r="40203" b="17169"/>
            <a:stretch>
              <a:fillRect/>
            </a:stretch>
          </p:blipFill>
          <p:spPr>
            <a:xfrm>
              <a:off x="6805795" y="795356"/>
              <a:ext cx="230027" cy="172355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399F943B-63B0-99D8-540E-9264543359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205C1AD4-C6B4-45EE-4931-3712845A6EF6}"/>
              </a:ext>
            </a:extLst>
          </p:cNvPr>
          <p:cNvGrpSpPr/>
          <p:nvPr/>
        </p:nvGrpSpPr>
        <p:grpSpPr>
          <a:xfrm>
            <a:off x="344914" y="1293038"/>
            <a:ext cx="2146797" cy="623304"/>
            <a:chOff x="2317948" y="1250966"/>
            <a:chExt cx="2146797" cy="62330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E270A1A-29B9-385B-6B7B-8762A85165F6}"/>
                </a:ext>
              </a:extLst>
            </p:cNvPr>
            <p:cNvSpPr txBox="1"/>
            <p:nvPr/>
          </p:nvSpPr>
          <p:spPr>
            <a:xfrm>
              <a:off x="2317948" y="1250966"/>
              <a:ext cx="137409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무더위 이겨내기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팸퍼스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BEST 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기획전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B327C28-02D6-5CCD-B489-879DA8B73E7C}"/>
                </a:ext>
              </a:extLst>
            </p:cNvPr>
            <p:cNvSpPr txBox="1"/>
            <p:nvPr/>
          </p:nvSpPr>
          <p:spPr>
            <a:xfrm>
              <a:off x="2343005" y="1658826"/>
              <a:ext cx="2121740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 dirty="0"/>
                <a:t>2026.06.22 ~ 2026.06.28</a:t>
              </a:r>
              <a:endParaRPr lang="ko-KR" altLang="en-US" sz="800" dirty="0"/>
            </a:p>
          </p:txBody>
        </p:sp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3708CF3E-54D2-B3C6-E828-A9FAF77192FA}"/>
              </a:ext>
            </a:extLst>
          </p:cNvPr>
          <p:cNvSpPr/>
          <p:nvPr/>
        </p:nvSpPr>
        <p:spPr>
          <a:xfrm>
            <a:off x="1459702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2" name="Group 59">
            <a:extLst>
              <a:ext uri="{FF2B5EF4-FFF2-40B4-BE49-F238E27FC236}">
                <a16:creationId xmlns:a16="http://schemas.microsoft.com/office/drawing/2014/main" id="{3FCCA348-F1E7-AA2E-E16C-FDFE6C6EE1BD}"/>
              </a:ext>
            </a:extLst>
          </p:cNvPr>
          <p:cNvGraphicFramePr>
            <a:graphicFrameLocks noGrp="1"/>
          </p:cNvGraphicFramePr>
          <p:nvPr/>
        </p:nvGraphicFramePr>
        <p:xfrm>
          <a:off x="10128399" y="623854"/>
          <a:ext cx="2850436" cy="3418043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2311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sng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카테고리 아이콘</a:t>
                      </a:r>
                      <a:endParaRPr kumimoji="0" lang="en-US" altLang="ko-KR" sz="800" b="1" i="0" u="sng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클릭 시 카테고리 레이어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38295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메인으로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클릭시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장바구니 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최근 본 상품 화면이동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09463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18067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7DCD7220-95BC-1CD6-A1C4-1922BF4FA5F1}"/>
              </a:ext>
            </a:extLst>
          </p:cNvPr>
          <p:cNvSpPr/>
          <p:nvPr/>
        </p:nvSpPr>
        <p:spPr>
          <a:xfrm>
            <a:off x="156400" y="683964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17D4F8-5432-81C2-7013-92DC1ACB80F9}"/>
              </a:ext>
            </a:extLst>
          </p:cNvPr>
          <p:cNvSpPr txBox="1"/>
          <p:nvPr/>
        </p:nvSpPr>
        <p:spPr>
          <a:xfrm>
            <a:off x="-173231" y="1635668"/>
            <a:ext cx="3915963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          &gt;</a:t>
            </a:r>
            <a:endParaRPr lang="ko-KR" altLang="en-US" sz="35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D7B447C-A1E7-A3E9-2209-2FBED9F6F7C2}"/>
              </a:ext>
            </a:extLst>
          </p:cNvPr>
          <p:cNvSpPr/>
          <p:nvPr/>
        </p:nvSpPr>
        <p:spPr>
          <a:xfrm>
            <a:off x="3528641" y="683921"/>
            <a:ext cx="3159299" cy="615657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순서도: 천공 테이프 51">
            <a:extLst>
              <a:ext uri="{FF2B5EF4-FFF2-40B4-BE49-F238E27FC236}">
                <a16:creationId xmlns:a16="http://schemas.microsoft.com/office/drawing/2014/main" id="{4774498E-EB68-903D-FD2D-72B9A978476C}"/>
              </a:ext>
            </a:extLst>
          </p:cNvPr>
          <p:cNvSpPr/>
          <p:nvPr/>
        </p:nvSpPr>
        <p:spPr>
          <a:xfrm>
            <a:off x="176330" y="6229568"/>
            <a:ext cx="3159299" cy="331702"/>
          </a:xfrm>
          <a:prstGeom prst="flowChartPunchedTape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내용 중략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바우처별 인기 상품 </a:t>
            </a:r>
            <a:r>
              <a:rPr lang="en-US" altLang="ko-KR" sz="800" dirty="0">
                <a:solidFill>
                  <a:schemeClr val="tx1"/>
                </a:solidFill>
              </a:rPr>
              <a:t>1X4</a:t>
            </a:r>
            <a:r>
              <a:rPr lang="ko-KR" altLang="en-US" sz="800" dirty="0">
                <a:solidFill>
                  <a:schemeClr val="tx1"/>
                </a:solidFill>
              </a:rPr>
              <a:t>개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7F0368DD-B103-5227-037C-549CF35F4EF9}"/>
              </a:ext>
            </a:extLst>
          </p:cNvPr>
          <p:cNvSpPr/>
          <p:nvPr/>
        </p:nvSpPr>
        <p:spPr>
          <a:xfrm>
            <a:off x="6880952" y="683921"/>
            <a:ext cx="3159299" cy="5557182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BCF6FB96-5E04-D79A-4799-BB3183E2996E}"/>
              </a:ext>
            </a:extLst>
          </p:cNvPr>
          <p:cNvSpPr/>
          <p:nvPr/>
        </p:nvSpPr>
        <p:spPr>
          <a:xfrm>
            <a:off x="11642822" y="7318873"/>
            <a:ext cx="88036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5F39FD34-E189-57A6-8619-00D0AEE64E9A}"/>
              </a:ext>
            </a:extLst>
          </p:cNvPr>
          <p:cNvSpPr/>
          <p:nvPr/>
        </p:nvSpPr>
        <p:spPr>
          <a:xfrm>
            <a:off x="6891909" y="3408514"/>
            <a:ext cx="3077849" cy="244879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8B79786-B223-C3E5-3181-F1A1CB4A956F}"/>
              </a:ext>
            </a:extLst>
          </p:cNvPr>
          <p:cNvSpPr txBox="1"/>
          <p:nvPr/>
        </p:nvSpPr>
        <p:spPr>
          <a:xfrm>
            <a:off x="6867912" y="4087892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18D7DC8B-E11D-3E59-2E6F-2466B352C356}"/>
              </a:ext>
            </a:extLst>
          </p:cNvPr>
          <p:cNvSpPr txBox="1"/>
          <p:nvPr/>
        </p:nvSpPr>
        <p:spPr>
          <a:xfrm>
            <a:off x="6854210" y="4830873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BE72400F-815C-155D-AA2A-A81BA92C756C}"/>
              </a:ext>
            </a:extLst>
          </p:cNvPr>
          <p:cNvSpPr txBox="1"/>
          <p:nvPr/>
        </p:nvSpPr>
        <p:spPr>
          <a:xfrm>
            <a:off x="6880952" y="3424277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" name="그림 204">
            <a:extLst>
              <a:ext uri="{FF2B5EF4-FFF2-40B4-BE49-F238E27FC236}">
                <a16:creationId xmlns:a16="http://schemas.microsoft.com/office/drawing/2014/main" id="{D33F5FB4-D122-1B22-450B-6A07CF5D54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014" y="5936974"/>
            <a:ext cx="333375" cy="295275"/>
          </a:xfrm>
          <a:prstGeom prst="rect">
            <a:avLst/>
          </a:prstGeom>
        </p:spPr>
      </p:pic>
      <p:pic>
        <p:nvPicPr>
          <p:cNvPr id="207" name="그림 206">
            <a:extLst>
              <a:ext uri="{FF2B5EF4-FFF2-40B4-BE49-F238E27FC236}">
                <a16:creationId xmlns:a16="http://schemas.microsoft.com/office/drawing/2014/main" id="{B9990FD6-3C5B-766C-9D51-F00C374B3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167" y="5913161"/>
            <a:ext cx="304800" cy="342900"/>
          </a:xfrm>
          <a:prstGeom prst="rect">
            <a:avLst/>
          </a:prstGeom>
        </p:spPr>
      </p:pic>
      <p:pic>
        <p:nvPicPr>
          <p:cNvPr id="211" name="그림 210">
            <a:extLst>
              <a:ext uri="{FF2B5EF4-FFF2-40B4-BE49-F238E27FC236}">
                <a16:creationId xmlns:a16="http://schemas.microsoft.com/office/drawing/2014/main" id="{284B57B6-0F8E-6427-A514-330C1F7EBA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124" t="19832" r="40203" b="17169"/>
          <a:stretch>
            <a:fillRect/>
          </a:stretch>
        </p:blipFill>
        <p:spPr>
          <a:xfrm>
            <a:off x="7644938" y="5959226"/>
            <a:ext cx="334680" cy="250770"/>
          </a:xfrm>
          <a:prstGeom prst="rect">
            <a:avLst/>
          </a:prstGeom>
        </p:spPr>
      </p:pic>
      <p:sp>
        <p:nvSpPr>
          <p:cNvPr id="215" name="순서도: 연결자 214">
            <a:extLst>
              <a:ext uri="{FF2B5EF4-FFF2-40B4-BE49-F238E27FC236}">
                <a16:creationId xmlns:a16="http://schemas.microsoft.com/office/drawing/2014/main" id="{93663D7D-3D58-9BF6-3DEC-F0668C46468A}"/>
              </a:ext>
            </a:extLst>
          </p:cNvPr>
          <p:cNvSpPr/>
          <p:nvPr/>
        </p:nvSpPr>
        <p:spPr>
          <a:xfrm>
            <a:off x="9616351" y="5946175"/>
            <a:ext cx="276872" cy="276872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ED9228F1-5E42-A278-D5BB-E1117DAC5D3F}"/>
              </a:ext>
            </a:extLst>
          </p:cNvPr>
          <p:cNvSpPr/>
          <p:nvPr/>
        </p:nvSpPr>
        <p:spPr>
          <a:xfrm>
            <a:off x="6880952" y="5867907"/>
            <a:ext cx="3159299" cy="361661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8" name="모서리가 둥근 직사각형 114">
            <a:extLst>
              <a:ext uri="{FF2B5EF4-FFF2-40B4-BE49-F238E27FC236}">
                <a16:creationId xmlns:a16="http://schemas.microsoft.com/office/drawing/2014/main" id="{A0E67DD5-58E4-2F7A-F3A4-0FF0DA7DD158}"/>
              </a:ext>
            </a:extLst>
          </p:cNvPr>
          <p:cNvSpPr/>
          <p:nvPr/>
        </p:nvSpPr>
        <p:spPr>
          <a:xfrm>
            <a:off x="7076255" y="580742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0" name="모서리가 둥근 직사각형 114">
            <a:extLst>
              <a:ext uri="{FF2B5EF4-FFF2-40B4-BE49-F238E27FC236}">
                <a16:creationId xmlns:a16="http://schemas.microsoft.com/office/drawing/2014/main" id="{140B2853-74E9-2D14-A50D-9F62356F4B48}"/>
              </a:ext>
            </a:extLst>
          </p:cNvPr>
          <p:cNvSpPr/>
          <p:nvPr/>
        </p:nvSpPr>
        <p:spPr>
          <a:xfrm>
            <a:off x="7687585" y="5807260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2" name="모서리가 둥근 직사각형 114">
            <a:extLst>
              <a:ext uri="{FF2B5EF4-FFF2-40B4-BE49-F238E27FC236}">
                <a16:creationId xmlns:a16="http://schemas.microsoft.com/office/drawing/2014/main" id="{EB9E7806-1934-D283-4898-5C5D4FBFA2FF}"/>
              </a:ext>
            </a:extLst>
          </p:cNvPr>
          <p:cNvSpPr/>
          <p:nvPr/>
        </p:nvSpPr>
        <p:spPr>
          <a:xfrm>
            <a:off x="8370465" y="577109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24" name="모서리가 둥근 직사각형 114">
            <a:extLst>
              <a:ext uri="{FF2B5EF4-FFF2-40B4-BE49-F238E27FC236}">
                <a16:creationId xmlns:a16="http://schemas.microsoft.com/office/drawing/2014/main" id="{CEF527DE-D9D3-D6D6-8C99-BE383476476F}"/>
              </a:ext>
            </a:extLst>
          </p:cNvPr>
          <p:cNvSpPr/>
          <p:nvPr/>
        </p:nvSpPr>
        <p:spPr>
          <a:xfrm>
            <a:off x="9682489" y="5778477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5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cxnSp>
        <p:nvCxnSpPr>
          <p:cNvPr id="226" name="직선 화살표 연결선 225">
            <a:extLst>
              <a:ext uri="{FF2B5EF4-FFF2-40B4-BE49-F238E27FC236}">
                <a16:creationId xmlns:a16="http://schemas.microsoft.com/office/drawing/2014/main" id="{3063C042-8E4E-4572-8165-A5A91887707E}"/>
              </a:ext>
            </a:extLst>
          </p:cNvPr>
          <p:cNvCxnSpPr>
            <a:stCxn id="216" idx="3"/>
          </p:cNvCxnSpPr>
          <p:nvPr/>
        </p:nvCxnSpPr>
        <p:spPr>
          <a:xfrm>
            <a:off x="10040251" y="6048738"/>
            <a:ext cx="617182" cy="21875"/>
          </a:xfrm>
          <a:prstGeom prst="straightConnector1">
            <a:avLst/>
          </a:prstGeom>
          <a:ln w="63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TextBox 226">
            <a:extLst>
              <a:ext uri="{FF2B5EF4-FFF2-40B4-BE49-F238E27FC236}">
                <a16:creationId xmlns:a16="http://schemas.microsoft.com/office/drawing/2014/main" id="{C6BFCC6F-2836-40DF-1F20-4B6CFBC13300}"/>
              </a:ext>
            </a:extLst>
          </p:cNvPr>
          <p:cNvSpPr txBox="1"/>
          <p:nvPr/>
        </p:nvSpPr>
        <p:spPr>
          <a:xfrm>
            <a:off x="10688047" y="5910251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rgbClr val="C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하단  고정 탭 바 영역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9D78BEF-9538-FA8E-B190-90A7FB2E04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9516" y="5951276"/>
            <a:ext cx="274288" cy="266670"/>
          </a:xfrm>
          <a:prstGeom prst="rect">
            <a:avLst/>
          </a:prstGeom>
        </p:spPr>
      </p:pic>
      <p:sp>
        <p:nvSpPr>
          <p:cNvPr id="10" name="모서리가 둥근 직사각형 114">
            <a:extLst>
              <a:ext uri="{FF2B5EF4-FFF2-40B4-BE49-F238E27FC236}">
                <a16:creationId xmlns:a16="http://schemas.microsoft.com/office/drawing/2014/main" id="{52902CE0-2E6D-8D2D-3951-4E8E1010F28B}"/>
              </a:ext>
            </a:extLst>
          </p:cNvPr>
          <p:cNvSpPr/>
          <p:nvPr/>
        </p:nvSpPr>
        <p:spPr>
          <a:xfrm>
            <a:off x="8951586" y="577119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4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DB85CE-D641-68EC-EBB8-A88104675CF6}"/>
              </a:ext>
            </a:extLst>
          </p:cNvPr>
          <p:cNvSpPr txBox="1"/>
          <p:nvPr/>
        </p:nvSpPr>
        <p:spPr>
          <a:xfrm>
            <a:off x="206363" y="2977300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b="1" spc="-150" dirty="0">
                <a:latin typeface="+mn-ea"/>
              </a:rPr>
              <a:t>육아</a:t>
            </a:r>
            <a:r>
              <a:rPr lang="en-US" altLang="ko-KR" sz="800" b="1" spc="-150" dirty="0">
                <a:latin typeface="+mn-ea"/>
              </a:rPr>
              <a:t>/</a:t>
            </a:r>
            <a:r>
              <a:rPr lang="ko-KR" altLang="en-US" sz="800" b="1" spc="-150" dirty="0">
                <a:latin typeface="+mn-ea"/>
              </a:rPr>
              <a:t>라이프</a:t>
            </a:r>
            <a:endParaRPr lang="en-US" altLang="ko-KR" sz="800" b="1" spc="-150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BF551-3B60-73BB-438E-1E6F744B17F6}"/>
              </a:ext>
            </a:extLst>
          </p:cNvPr>
          <p:cNvSpPr txBox="1"/>
          <p:nvPr/>
        </p:nvSpPr>
        <p:spPr>
          <a:xfrm>
            <a:off x="1234971" y="2977300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spc="-150" dirty="0" err="1">
                <a:latin typeface="+mn-ea"/>
              </a:rPr>
              <a:t>여성케어</a:t>
            </a:r>
            <a:endParaRPr lang="en-US" altLang="ko-KR" sz="800" spc="-150" dirty="0"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E0082A-46B3-A64C-5C7D-A28147003DBC}"/>
              </a:ext>
            </a:extLst>
          </p:cNvPr>
          <p:cNvSpPr txBox="1"/>
          <p:nvPr/>
        </p:nvSpPr>
        <p:spPr>
          <a:xfrm>
            <a:off x="2166121" y="2977300"/>
            <a:ext cx="12167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800" spc="-150" dirty="0">
                <a:latin typeface="+mn-ea"/>
              </a:rPr>
              <a:t>생활지원</a:t>
            </a:r>
            <a:endParaRPr lang="en-US" altLang="ko-KR" sz="800" spc="-150" dirty="0">
              <a:latin typeface="+mn-ea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F817DD17-36CC-6B7E-78A3-ED2BF195A52A}"/>
              </a:ext>
            </a:extLst>
          </p:cNvPr>
          <p:cNvCxnSpPr/>
          <p:nvPr/>
        </p:nvCxnSpPr>
        <p:spPr>
          <a:xfrm>
            <a:off x="389873" y="3192744"/>
            <a:ext cx="87480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3C65CE91-293D-92E2-C814-E96140EDA2E9}"/>
              </a:ext>
            </a:extLst>
          </p:cNvPr>
          <p:cNvGrpSpPr/>
          <p:nvPr/>
        </p:nvGrpSpPr>
        <p:grpSpPr>
          <a:xfrm>
            <a:off x="216273" y="3369442"/>
            <a:ext cx="3042520" cy="1366444"/>
            <a:chOff x="675233" y="-1757827"/>
            <a:chExt cx="3042520" cy="1366444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8CF52DCA-3795-8FCA-4235-EBEC7536FCF4}"/>
                </a:ext>
              </a:extLst>
            </p:cNvPr>
            <p:cNvSpPr/>
            <p:nvPr/>
          </p:nvSpPr>
          <p:spPr>
            <a:xfrm>
              <a:off x="675233" y="-1757827"/>
              <a:ext cx="3042520" cy="1366444"/>
            </a:xfrm>
            <a:prstGeom prst="roundRect">
              <a:avLst>
                <a:gd name="adj" fmla="val 886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546F40EC-A9F1-9B1D-0F02-A139DC882592}"/>
                </a:ext>
              </a:extLst>
            </p:cNvPr>
            <p:cNvSpPr/>
            <p:nvPr/>
          </p:nvSpPr>
          <p:spPr>
            <a:xfrm>
              <a:off x="805500" y="-1607591"/>
              <a:ext cx="832026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C866FF1-38F7-19A5-F2D3-1B400D1E02F3}"/>
                </a:ext>
              </a:extLst>
            </p:cNvPr>
            <p:cNvSpPr txBox="1"/>
            <p:nvPr/>
          </p:nvSpPr>
          <p:spPr>
            <a:xfrm>
              <a:off x="1656509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01767D5-90DD-8751-169E-B560AC41B837}"/>
                </a:ext>
              </a:extLst>
            </p:cNvPr>
            <p:cNvSpPr txBox="1"/>
            <p:nvPr/>
          </p:nvSpPr>
          <p:spPr>
            <a:xfrm>
              <a:off x="1664326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C1FE5FAB-34EA-A6C6-A4BC-3ED83BF96237}"/>
                </a:ext>
              </a:extLst>
            </p:cNvPr>
            <p:cNvGrpSpPr/>
            <p:nvPr/>
          </p:nvGrpSpPr>
          <p:grpSpPr>
            <a:xfrm>
              <a:off x="2943635" y="-796478"/>
              <a:ext cx="632844" cy="270079"/>
              <a:chOff x="4626317" y="5029471"/>
              <a:chExt cx="632844" cy="270079"/>
            </a:xfrm>
          </p:grpSpPr>
          <p:sp>
            <p:nvSpPr>
              <p:cNvPr id="86" name="순서도: 연결자 85">
                <a:extLst>
                  <a:ext uri="{FF2B5EF4-FFF2-40B4-BE49-F238E27FC236}">
                    <a16:creationId xmlns:a16="http://schemas.microsoft.com/office/drawing/2014/main" id="{2E51681D-6241-532B-4406-6716E3DD13A2}"/>
                  </a:ext>
                </a:extLst>
              </p:cNvPr>
              <p:cNvSpPr/>
              <p:nvPr/>
            </p:nvSpPr>
            <p:spPr>
              <a:xfrm>
                <a:off x="4626317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87" name="순서도: 연결자 86">
                <a:extLst>
                  <a:ext uri="{FF2B5EF4-FFF2-40B4-BE49-F238E27FC236}">
                    <a16:creationId xmlns:a16="http://schemas.microsoft.com/office/drawing/2014/main" id="{53982B05-23AE-0D5C-B98A-C221A2F9C272}"/>
                  </a:ext>
                </a:extLst>
              </p:cNvPr>
              <p:cNvSpPr/>
              <p:nvPr/>
            </p:nvSpPr>
            <p:spPr>
              <a:xfrm>
                <a:off x="4993813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54E6A90B-CC21-F869-11A7-D8D8F83E5727}"/>
                </a:ext>
              </a:extLst>
            </p:cNvPr>
            <p:cNvGrpSpPr/>
            <p:nvPr/>
          </p:nvGrpSpPr>
          <p:grpSpPr>
            <a:xfrm>
              <a:off x="1726805" y="-1571984"/>
              <a:ext cx="1168062" cy="159979"/>
              <a:chOff x="2085790" y="2208351"/>
              <a:chExt cx="1168062" cy="188144"/>
            </a:xfrm>
          </p:grpSpPr>
          <p:sp>
            <p:nvSpPr>
              <p:cNvPr id="84" name="직사각형 83">
                <a:extLst>
                  <a:ext uri="{FF2B5EF4-FFF2-40B4-BE49-F238E27FC236}">
                    <a16:creationId xmlns:a16="http://schemas.microsoft.com/office/drawing/2014/main" id="{26B915A8-9018-FFD7-A1BD-9B84B542BCC4}"/>
                  </a:ext>
                </a:extLst>
              </p:cNvPr>
              <p:cNvSpPr/>
              <p:nvPr/>
            </p:nvSpPr>
            <p:spPr>
              <a:xfrm>
                <a:off x="2085790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직사각형 84">
                <a:extLst>
                  <a:ext uri="{FF2B5EF4-FFF2-40B4-BE49-F238E27FC236}">
                    <a16:creationId xmlns:a16="http://schemas.microsoft.com/office/drawing/2014/main" id="{9E1D3947-37D7-E07A-000A-34A668EA7F0E}"/>
                  </a:ext>
                </a:extLst>
              </p:cNvPr>
              <p:cNvSpPr/>
              <p:nvPr/>
            </p:nvSpPr>
            <p:spPr>
              <a:xfrm>
                <a:off x="2780646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7EA1EFCA-FAD1-6422-4D7B-CB19DE9DE448}"/>
              </a:ext>
            </a:extLst>
          </p:cNvPr>
          <p:cNvGrpSpPr/>
          <p:nvPr/>
        </p:nvGrpSpPr>
        <p:grpSpPr>
          <a:xfrm>
            <a:off x="216273" y="4807684"/>
            <a:ext cx="3042520" cy="1366444"/>
            <a:chOff x="675233" y="-1757827"/>
            <a:chExt cx="3042520" cy="1366444"/>
          </a:xfrm>
        </p:grpSpPr>
        <p:sp>
          <p:nvSpPr>
            <p:cNvPr id="89" name="사각형: 둥근 모서리 88">
              <a:extLst>
                <a:ext uri="{FF2B5EF4-FFF2-40B4-BE49-F238E27FC236}">
                  <a16:creationId xmlns:a16="http://schemas.microsoft.com/office/drawing/2014/main" id="{6C2C1B4A-38EC-D369-E156-FFE271C1A731}"/>
                </a:ext>
              </a:extLst>
            </p:cNvPr>
            <p:cNvSpPr/>
            <p:nvPr/>
          </p:nvSpPr>
          <p:spPr>
            <a:xfrm>
              <a:off x="675233" y="-1757827"/>
              <a:ext cx="3042520" cy="1366444"/>
            </a:xfrm>
            <a:prstGeom prst="roundRect">
              <a:avLst>
                <a:gd name="adj" fmla="val 886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5FDF367B-6330-EDD9-E19D-0B6B6B593244}"/>
                </a:ext>
              </a:extLst>
            </p:cNvPr>
            <p:cNvSpPr/>
            <p:nvPr/>
          </p:nvSpPr>
          <p:spPr>
            <a:xfrm>
              <a:off x="805500" y="-1607591"/>
              <a:ext cx="832026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A504D74-E469-6496-9400-79263EB952CF}"/>
                </a:ext>
              </a:extLst>
            </p:cNvPr>
            <p:cNvSpPr txBox="1"/>
            <p:nvPr/>
          </p:nvSpPr>
          <p:spPr>
            <a:xfrm>
              <a:off x="1656509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66E7BC7-C896-8DC0-4425-AED61547C21A}"/>
                </a:ext>
              </a:extLst>
            </p:cNvPr>
            <p:cNvSpPr txBox="1"/>
            <p:nvPr/>
          </p:nvSpPr>
          <p:spPr>
            <a:xfrm>
              <a:off x="1664326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22CD59F3-0946-E82B-7C10-A048CCBB53FF}"/>
                </a:ext>
              </a:extLst>
            </p:cNvPr>
            <p:cNvGrpSpPr/>
            <p:nvPr/>
          </p:nvGrpSpPr>
          <p:grpSpPr>
            <a:xfrm>
              <a:off x="2943635" y="-796478"/>
              <a:ext cx="632844" cy="270079"/>
              <a:chOff x="4626317" y="5029471"/>
              <a:chExt cx="632844" cy="270079"/>
            </a:xfrm>
          </p:grpSpPr>
          <p:sp>
            <p:nvSpPr>
              <p:cNvPr id="104" name="순서도: 연결자 103">
                <a:extLst>
                  <a:ext uri="{FF2B5EF4-FFF2-40B4-BE49-F238E27FC236}">
                    <a16:creationId xmlns:a16="http://schemas.microsoft.com/office/drawing/2014/main" id="{1A95BFF5-368F-3D27-DF0E-1E719E1A9374}"/>
                  </a:ext>
                </a:extLst>
              </p:cNvPr>
              <p:cNvSpPr/>
              <p:nvPr/>
            </p:nvSpPr>
            <p:spPr>
              <a:xfrm>
                <a:off x="4626317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05" name="순서도: 연결자 104">
                <a:extLst>
                  <a:ext uri="{FF2B5EF4-FFF2-40B4-BE49-F238E27FC236}">
                    <a16:creationId xmlns:a16="http://schemas.microsoft.com/office/drawing/2014/main" id="{E8900A28-6945-2BA0-AAED-4DCAC18F3D9E}"/>
                  </a:ext>
                </a:extLst>
              </p:cNvPr>
              <p:cNvSpPr/>
              <p:nvPr/>
            </p:nvSpPr>
            <p:spPr>
              <a:xfrm>
                <a:off x="4993813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F64E9AE9-66CA-1647-963A-E077982AA433}"/>
                </a:ext>
              </a:extLst>
            </p:cNvPr>
            <p:cNvGrpSpPr/>
            <p:nvPr/>
          </p:nvGrpSpPr>
          <p:grpSpPr>
            <a:xfrm>
              <a:off x="1726805" y="-1571984"/>
              <a:ext cx="1168062" cy="159979"/>
              <a:chOff x="2085790" y="2208351"/>
              <a:chExt cx="1168062" cy="188144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56D44B3E-9380-5E86-F2A2-026AD793805F}"/>
                  </a:ext>
                </a:extLst>
              </p:cNvPr>
              <p:cNvSpPr/>
              <p:nvPr/>
            </p:nvSpPr>
            <p:spPr>
              <a:xfrm>
                <a:off x="2085790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6E19BEC8-6406-D332-D3CC-762C50F44E53}"/>
                  </a:ext>
                </a:extLst>
              </p:cNvPr>
              <p:cNvSpPr/>
              <p:nvPr/>
            </p:nvSpPr>
            <p:spPr>
              <a:xfrm>
                <a:off x="2780646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3" name="순서도: 연결자 202">
            <a:extLst>
              <a:ext uri="{FF2B5EF4-FFF2-40B4-BE49-F238E27FC236}">
                <a16:creationId xmlns:a16="http://schemas.microsoft.com/office/drawing/2014/main" id="{3A0D6E12-CF15-FC6C-3FE0-A1CBCC21277C}"/>
              </a:ext>
            </a:extLst>
          </p:cNvPr>
          <p:cNvSpPr/>
          <p:nvPr/>
        </p:nvSpPr>
        <p:spPr>
          <a:xfrm>
            <a:off x="2893343" y="6065565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100CA7A3-6004-80DC-D37E-3A2B6B28DABA}"/>
              </a:ext>
            </a:extLst>
          </p:cNvPr>
          <p:cNvGrpSpPr/>
          <p:nvPr/>
        </p:nvGrpSpPr>
        <p:grpSpPr>
          <a:xfrm>
            <a:off x="3607123" y="671043"/>
            <a:ext cx="3042520" cy="1366444"/>
            <a:chOff x="675233" y="-1757827"/>
            <a:chExt cx="3042520" cy="1366444"/>
          </a:xfrm>
        </p:grpSpPr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D37EF37D-089C-5662-B880-D462F882A56E}"/>
                </a:ext>
              </a:extLst>
            </p:cNvPr>
            <p:cNvSpPr/>
            <p:nvPr/>
          </p:nvSpPr>
          <p:spPr>
            <a:xfrm>
              <a:off x="675233" y="-1757827"/>
              <a:ext cx="3042520" cy="1366444"/>
            </a:xfrm>
            <a:prstGeom prst="roundRect">
              <a:avLst>
                <a:gd name="adj" fmla="val 8860"/>
              </a:avLst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9F5E3885-BFFD-2CAA-FD69-CAB4D2A2D937}"/>
                </a:ext>
              </a:extLst>
            </p:cNvPr>
            <p:cNvSpPr/>
            <p:nvPr/>
          </p:nvSpPr>
          <p:spPr>
            <a:xfrm>
              <a:off x="805500" y="-1607591"/>
              <a:ext cx="832026" cy="10764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937E092A-EA71-8DAA-3238-F3FE116A457A}"/>
                </a:ext>
              </a:extLst>
            </p:cNvPr>
            <p:cNvSpPr txBox="1"/>
            <p:nvPr/>
          </p:nvSpPr>
          <p:spPr>
            <a:xfrm>
              <a:off x="1656509" y="-1362377"/>
              <a:ext cx="2056890" cy="5924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endParaRPr lang="en-US" altLang="ko-KR" sz="900" b="1" spc="-150" dirty="0">
                <a:solidFill>
                  <a:srgbClr val="333333"/>
                </a:solidFill>
                <a:latin typeface="+mn-ea"/>
              </a:endParaRPr>
            </a:p>
            <a:p>
              <a:pPr fontAlgn="t"/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 err="1">
                  <a:solidFill>
                    <a:srgbClr val="333333"/>
                  </a:solidFill>
                  <a:latin typeface="+mn-ea"/>
                </a:rPr>
                <a:t>여아용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1000" spc="-150" dirty="0">
                  <a:solidFill>
                    <a:srgbClr val="333333"/>
                  </a:solidFill>
                  <a:latin typeface="+mn-ea"/>
                </a:rPr>
                <a:t>/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en-US" sz="1000" spc="-150" dirty="0" err="1">
                  <a:solidFill>
                    <a:srgbClr val="333333"/>
                  </a:solidFill>
                  <a:latin typeface="+mn-ea"/>
                </a:rPr>
                <a:t>특</a:t>
              </a:r>
              <a:r>
                <a:rPr lang="en-US" altLang="ko-KR" sz="1000" spc="-150" dirty="0">
                  <a:solidFill>
                    <a:srgbClr val="333333"/>
                  </a:solidFill>
                  <a:latin typeface="+mn-ea"/>
                </a:rPr>
                <a:t>…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</a:p>
            <a:p>
              <a:pPr fontAlgn="t">
                <a:lnSpc>
                  <a:spcPct val="150000"/>
                </a:lnSpc>
              </a:pP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8C0565D-B750-495E-DD41-564DDC527454}"/>
                </a:ext>
              </a:extLst>
            </p:cNvPr>
            <p:cNvSpPr txBox="1"/>
            <p:nvPr/>
          </p:nvSpPr>
          <p:spPr>
            <a:xfrm>
              <a:off x="1664326" y="-780476"/>
              <a:ext cx="81424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105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105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105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13" name="그룹 112">
              <a:extLst>
                <a:ext uri="{FF2B5EF4-FFF2-40B4-BE49-F238E27FC236}">
                  <a16:creationId xmlns:a16="http://schemas.microsoft.com/office/drawing/2014/main" id="{7D0C86C6-4576-8157-4933-6D10901FF2C0}"/>
                </a:ext>
              </a:extLst>
            </p:cNvPr>
            <p:cNvGrpSpPr/>
            <p:nvPr/>
          </p:nvGrpSpPr>
          <p:grpSpPr>
            <a:xfrm>
              <a:off x="2943635" y="-796478"/>
              <a:ext cx="632844" cy="270079"/>
              <a:chOff x="4626317" y="5029471"/>
              <a:chExt cx="632844" cy="270079"/>
            </a:xfrm>
          </p:grpSpPr>
          <p:sp>
            <p:nvSpPr>
              <p:cNvPr id="117" name="순서도: 연결자 116">
                <a:extLst>
                  <a:ext uri="{FF2B5EF4-FFF2-40B4-BE49-F238E27FC236}">
                    <a16:creationId xmlns:a16="http://schemas.microsoft.com/office/drawing/2014/main" id="{F471BB47-05BF-824D-A7B0-009CCA3B3015}"/>
                  </a:ext>
                </a:extLst>
              </p:cNvPr>
              <p:cNvSpPr/>
              <p:nvPr/>
            </p:nvSpPr>
            <p:spPr>
              <a:xfrm>
                <a:off x="4626317" y="5034202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19" name="순서도: 연결자 118">
                <a:extLst>
                  <a:ext uri="{FF2B5EF4-FFF2-40B4-BE49-F238E27FC236}">
                    <a16:creationId xmlns:a16="http://schemas.microsoft.com/office/drawing/2014/main" id="{8C7C2BA8-915A-10EA-DFFE-46556783E3F4}"/>
                  </a:ext>
                </a:extLst>
              </p:cNvPr>
              <p:cNvSpPr/>
              <p:nvPr/>
            </p:nvSpPr>
            <p:spPr>
              <a:xfrm>
                <a:off x="4993813" y="5029471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49AACFAC-AB84-8E0F-7B2E-16ABE40E69EC}"/>
                </a:ext>
              </a:extLst>
            </p:cNvPr>
            <p:cNvGrpSpPr/>
            <p:nvPr/>
          </p:nvGrpSpPr>
          <p:grpSpPr>
            <a:xfrm>
              <a:off x="1726805" y="-1571984"/>
              <a:ext cx="1168062" cy="159979"/>
              <a:chOff x="2085790" y="2208351"/>
              <a:chExt cx="1168062" cy="188144"/>
            </a:xfrm>
          </p:grpSpPr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D8D1944D-78A6-D10B-9184-5ED6E179E1CD}"/>
                  </a:ext>
                </a:extLst>
              </p:cNvPr>
              <p:cNvSpPr/>
              <p:nvPr/>
            </p:nvSpPr>
            <p:spPr>
              <a:xfrm>
                <a:off x="2085790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77506CAE-AA32-A031-B28D-C42AE953DA6A}"/>
                  </a:ext>
                </a:extLst>
              </p:cNvPr>
              <p:cNvSpPr/>
              <p:nvPr/>
            </p:nvSpPr>
            <p:spPr>
              <a:xfrm>
                <a:off x="2780646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9361313D-436D-E740-5A04-A3DE3DEE4054}"/>
              </a:ext>
            </a:extLst>
          </p:cNvPr>
          <p:cNvGrpSpPr/>
          <p:nvPr/>
        </p:nvGrpSpPr>
        <p:grpSpPr>
          <a:xfrm>
            <a:off x="3775593" y="4054637"/>
            <a:ext cx="2712691" cy="728925"/>
            <a:chOff x="2257677" y="4693084"/>
            <a:chExt cx="2712691" cy="728925"/>
          </a:xfrm>
        </p:grpSpPr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07A161BC-E05A-E869-4E38-D256E4D0021E}"/>
                </a:ext>
              </a:extLst>
            </p:cNvPr>
            <p:cNvSpPr/>
            <p:nvPr/>
          </p:nvSpPr>
          <p:spPr>
            <a:xfrm>
              <a:off x="2257677" y="4693084"/>
              <a:ext cx="713040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8C4C4B69-E87A-AF97-87A3-8C56CA901797}"/>
                </a:ext>
              </a:extLst>
            </p:cNvPr>
            <p:cNvSpPr txBox="1"/>
            <p:nvPr/>
          </p:nvSpPr>
          <p:spPr>
            <a:xfrm>
              <a:off x="2952602" y="4880434"/>
              <a:ext cx="20177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여아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BAB959C-947D-677D-821D-CB4297248AD4}"/>
                </a:ext>
              </a:extLst>
            </p:cNvPr>
            <p:cNvSpPr txBox="1"/>
            <p:nvPr/>
          </p:nvSpPr>
          <p:spPr>
            <a:xfrm>
              <a:off x="2960419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EEAB103B-B516-E102-5E2D-806B16211537}"/>
                </a:ext>
              </a:extLst>
            </p:cNvPr>
            <p:cNvGrpSpPr/>
            <p:nvPr/>
          </p:nvGrpSpPr>
          <p:grpSpPr>
            <a:xfrm>
              <a:off x="4255773" y="5137102"/>
              <a:ext cx="632844" cy="270079"/>
              <a:chOff x="4526539" y="4689457"/>
              <a:chExt cx="632844" cy="270079"/>
            </a:xfrm>
          </p:grpSpPr>
          <p:sp>
            <p:nvSpPr>
              <p:cNvPr id="132" name="순서도: 연결자 131">
                <a:extLst>
                  <a:ext uri="{FF2B5EF4-FFF2-40B4-BE49-F238E27FC236}">
                    <a16:creationId xmlns:a16="http://schemas.microsoft.com/office/drawing/2014/main" id="{EC9AE672-5F67-978C-1E21-0EDB41367F73}"/>
                  </a:ext>
                </a:extLst>
              </p:cNvPr>
              <p:cNvSpPr/>
              <p:nvPr/>
            </p:nvSpPr>
            <p:spPr>
              <a:xfrm>
                <a:off x="4526539" y="4694188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33" name="순서도: 연결자 132">
                <a:extLst>
                  <a:ext uri="{FF2B5EF4-FFF2-40B4-BE49-F238E27FC236}">
                    <a16:creationId xmlns:a16="http://schemas.microsoft.com/office/drawing/2014/main" id="{D474BCB4-B31E-53E3-5E87-01F7F366A510}"/>
                  </a:ext>
                </a:extLst>
              </p:cNvPr>
              <p:cNvSpPr/>
              <p:nvPr/>
            </p:nvSpPr>
            <p:spPr>
              <a:xfrm>
                <a:off x="4894035" y="4689457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1A95737C-C1CE-753E-7EDD-465C1EDC39BC}"/>
                </a:ext>
              </a:extLst>
            </p:cNvPr>
            <p:cNvGrpSpPr/>
            <p:nvPr/>
          </p:nvGrpSpPr>
          <p:grpSpPr>
            <a:xfrm>
              <a:off x="3022898" y="4728691"/>
              <a:ext cx="1168062" cy="159979"/>
              <a:chOff x="1969967" y="2208351"/>
              <a:chExt cx="1168062" cy="188144"/>
            </a:xfrm>
          </p:grpSpPr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3E99A9D9-3499-AEE5-9131-E9AA05026665}"/>
                  </a:ext>
                </a:extLst>
              </p:cNvPr>
              <p:cNvSpPr/>
              <p:nvPr/>
            </p:nvSpPr>
            <p:spPr>
              <a:xfrm>
                <a:off x="1969967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BEA5496A-EB06-E42B-9DEF-12DD9CEF8DBF}"/>
                  </a:ext>
                </a:extLst>
              </p:cNvPr>
              <p:cNvSpPr/>
              <p:nvPr/>
            </p:nvSpPr>
            <p:spPr>
              <a:xfrm>
                <a:off x="2664823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ADC4C335-A0CB-293C-BBB9-4FEBE0925A17}"/>
              </a:ext>
            </a:extLst>
          </p:cNvPr>
          <p:cNvGrpSpPr/>
          <p:nvPr/>
        </p:nvGrpSpPr>
        <p:grpSpPr>
          <a:xfrm>
            <a:off x="3728401" y="2513968"/>
            <a:ext cx="2759778" cy="1482365"/>
            <a:chOff x="3728401" y="2513968"/>
            <a:chExt cx="2759778" cy="1482365"/>
          </a:xfrm>
        </p:grpSpPr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50B490C8-BB9A-DF72-BB83-E1BA1ABFED2C}"/>
                </a:ext>
              </a:extLst>
            </p:cNvPr>
            <p:cNvSpPr/>
            <p:nvPr/>
          </p:nvSpPr>
          <p:spPr>
            <a:xfrm>
              <a:off x="3728401" y="2513968"/>
              <a:ext cx="2759778" cy="148236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 altLang="ko-KR" sz="10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endParaRPr lang="en-US" altLang="ko-KR" sz="10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0C992E45-0614-A4AE-EAE8-C09CBC5F56B7}"/>
                </a:ext>
              </a:extLst>
            </p:cNvPr>
            <p:cNvSpPr txBox="1"/>
            <p:nvPr/>
          </p:nvSpPr>
          <p:spPr>
            <a:xfrm>
              <a:off x="3815694" y="2698854"/>
              <a:ext cx="14318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쏘피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제품 </a:t>
              </a:r>
              <a:endPara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만원 이상구매하고</a:t>
              </a:r>
              <a:endPara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r>
                <a:rPr lang="ko-KR" altLang="en-US" sz="12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손선풍기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받아가세요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49625C8D-82ED-1B28-95FF-07A9DE6E368B}"/>
                </a:ext>
              </a:extLst>
            </p:cNvPr>
            <p:cNvSpPr txBox="1"/>
            <p:nvPr/>
          </p:nvSpPr>
          <p:spPr>
            <a:xfrm>
              <a:off x="4357163" y="3638465"/>
              <a:ext cx="1960721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800" dirty="0"/>
                <a:t>6.22 ~ 6.28</a:t>
              </a:r>
              <a:endParaRPr lang="ko-KR" altLang="en-US" sz="800" b="1" dirty="0"/>
            </a:p>
          </p:txBody>
        </p: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0F0B0345-D4D3-511F-6817-F07540FCD6B6}"/>
              </a:ext>
            </a:extLst>
          </p:cNvPr>
          <p:cNvGrpSpPr/>
          <p:nvPr/>
        </p:nvGrpSpPr>
        <p:grpSpPr>
          <a:xfrm>
            <a:off x="3775593" y="4860024"/>
            <a:ext cx="2712691" cy="728925"/>
            <a:chOff x="2257677" y="4693084"/>
            <a:chExt cx="2712691" cy="728925"/>
          </a:xfrm>
        </p:grpSpPr>
        <p:sp>
          <p:nvSpPr>
            <p:cNvPr id="164" name="직사각형 163">
              <a:extLst>
                <a:ext uri="{FF2B5EF4-FFF2-40B4-BE49-F238E27FC236}">
                  <a16:creationId xmlns:a16="http://schemas.microsoft.com/office/drawing/2014/main" id="{F65D1A44-2FD9-62D7-9C3C-65BF68B78E0E}"/>
                </a:ext>
              </a:extLst>
            </p:cNvPr>
            <p:cNvSpPr/>
            <p:nvPr/>
          </p:nvSpPr>
          <p:spPr>
            <a:xfrm>
              <a:off x="2257677" y="4693084"/>
              <a:ext cx="713040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C28B5633-3A7E-CAB1-45E1-0767F8C20547}"/>
                </a:ext>
              </a:extLst>
            </p:cNvPr>
            <p:cNvSpPr txBox="1"/>
            <p:nvPr/>
          </p:nvSpPr>
          <p:spPr>
            <a:xfrm>
              <a:off x="2952602" y="4880434"/>
              <a:ext cx="20177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여아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8E9B0F26-7D6D-D8F3-079E-D2167D4F4537}"/>
                </a:ext>
              </a:extLst>
            </p:cNvPr>
            <p:cNvSpPr txBox="1"/>
            <p:nvPr/>
          </p:nvSpPr>
          <p:spPr>
            <a:xfrm>
              <a:off x="2960419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68" name="그룹 167">
              <a:extLst>
                <a:ext uri="{FF2B5EF4-FFF2-40B4-BE49-F238E27FC236}">
                  <a16:creationId xmlns:a16="http://schemas.microsoft.com/office/drawing/2014/main" id="{B4846A53-70B4-04BD-0C16-213721036B61}"/>
                </a:ext>
              </a:extLst>
            </p:cNvPr>
            <p:cNvGrpSpPr/>
            <p:nvPr/>
          </p:nvGrpSpPr>
          <p:grpSpPr>
            <a:xfrm>
              <a:off x="4255773" y="5137102"/>
              <a:ext cx="632844" cy="270079"/>
              <a:chOff x="4526539" y="4689457"/>
              <a:chExt cx="632844" cy="270079"/>
            </a:xfrm>
          </p:grpSpPr>
          <p:sp>
            <p:nvSpPr>
              <p:cNvPr id="176" name="순서도: 연결자 175">
                <a:extLst>
                  <a:ext uri="{FF2B5EF4-FFF2-40B4-BE49-F238E27FC236}">
                    <a16:creationId xmlns:a16="http://schemas.microsoft.com/office/drawing/2014/main" id="{105268DC-185F-8883-D70A-C1830C4EBBFE}"/>
                  </a:ext>
                </a:extLst>
              </p:cNvPr>
              <p:cNvSpPr/>
              <p:nvPr/>
            </p:nvSpPr>
            <p:spPr>
              <a:xfrm>
                <a:off x="4526539" y="4694188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78" name="순서도: 연결자 177">
                <a:extLst>
                  <a:ext uri="{FF2B5EF4-FFF2-40B4-BE49-F238E27FC236}">
                    <a16:creationId xmlns:a16="http://schemas.microsoft.com/office/drawing/2014/main" id="{86DC863E-BB6A-CC65-9B82-2EDB63C84F51}"/>
                  </a:ext>
                </a:extLst>
              </p:cNvPr>
              <p:cNvSpPr/>
              <p:nvPr/>
            </p:nvSpPr>
            <p:spPr>
              <a:xfrm>
                <a:off x="4894035" y="4689457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A602C8DF-9F6E-10BD-C95C-84C0F3B2E986}"/>
                </a:ext>
              </a:extLst>
            </p:cNvPr>
            <p:cNvGrpSpPr/>
            <p:nvPr/>
          </p:nvGrpSpPr>
          <p:grpSpPr>
            <a:xfrm>
              <a:off x="3022898" y="4728691"/>
              <a:ext cx="1168062" cy="159979"/>
              <a:chOff x="1969967" y="2208351"/>
              <a:chExt cx="1168062" cy="188144"/>
            </a:xfrm>
          </p:grpSpPr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8CB09602-98E8-7881-124A-7AE6575ED4CD}"/>
                  </a:ext>
                </a:extLst>
              </p:cNvPr>
              <p:cNvSpPr/>
              <p:nvPr/>
            </p:nvSpPr>
            <p:spPr>
              <a:xfrm>
                <a:off x="1969967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45DF88A2-B028-E074-A313-D78B7347EB44}"/>
                  </a:ext>
                </a:extLst>
              </p:cNvPr>
              <p:cNvSpPr/>
              <p:nvPr/>
            </p:nvSpPr>
            <p:spPr>
              <a:xfrm>
                <a:off x="2664823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8A961D88-7142-22DB-65BB-8CBA8F757961}"/>
              </a:ext>
            </a:extLst>
          </p:cNvPr>
          <p:cNvGrpSpPr/>
          <p:nvPr/>
        </p:nvGrpSpPr>
        <p:grpSpPr>
          <a:xfrm>
            <a:off x="3775593" y="5649596"/>
            <a:ext cx="2712691" cy="728925"/>
            <a:chOff x="2257677" y="4693084"/>
            <a:chExt cx="2712691" cy="728925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BDE01C94-74FB-FFBA-A387-76713DB5051F}"/>
                </a:ext>
              </a:extLst>
            </p:cNvPr>
            <p:cNvSpPr/>
            <p:nvPr/>
          </p:nvSpPr>
          <p:spPr>
            <a:xfrm>
              <a:off x="2257677" y="4693084"/>
              <a:ext cx="713040" cy="7289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90F6C777-D402-8C5D-4A73-34F22479EA1F}"/>
                </a:ext>
              </a:extLst>
            </p:cNvPr>
            <p:cNvSpPr txBox="1"/>
            <p:nvPr/>
          </p:nvSpPr>
          <p:spPr>
            <a:xfrm>
              <a:off x="2952602" y="4880434"/>
              <a:ext cx="201776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/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[</a:t>
              </a:r>
              <a:r>
                <a:rPr lang="ko-KR" altLang="ko-KR" sz="900" b="1" spc="-150" dirty="0" err="1">
                  <a:solidFill>
                    <a:srgbClr val="333333"/>
                  </a:solidFill>
                  <a:latin typeface="+mn-ea"/>
                </a:rPr>
                <a:t>마미포코</a:t>
              </a:r>
              <a:r>
                <a:rPr lang="ko-KR" altLang="ko-KR" sz="900" b="1" spc="-150" dirty="0">
                  <a:solidFill>
                    <a:srgbClr val="333333"/>
                  </a:solidFill>
                  <a:latin typeface="+mn-ea"/>
                </a:rPr>
                <a:t>]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골드통기케어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팬티기저귀 (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 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여아</a:t>
              </a:r>
              <a:r>
                <a:rPr lang="en-US" altLang="ko-KR" sz="900" spc="-150" dirty="0">
                  <a:solidFill>
                    <a:srgbClr val="333333"/>
                  </a:solidFill>
                  <a:latin typeface="+mn-ea"/>
                </a:rPr>
                <a:t>… </a:t>
              </a:r>
            </a:p>
            <a:p>
              <a:pPr fontAlgn="t"/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32P </a:t>
              </a:r>
              <a:r>
                <a:rPr lang="ko-KR" altLang="ko-KR" sz="900" spc="-150" dirty="0" err="1">
                  <a:solidFill>
                    <a:srgbClr val="333333"/>
                  </a:solidFill>
                  <a:latin typeface="+mn-ea"/>
                </a:rPr>
                <a:t>X</a:t>
              </a:r>
              <a:r>
                <a:rPr lang="ko-KR" altLang="ko-KR" sz="900" spc="-150" dirty="0">
                  <a:solidFill>
                    <a:srgbClr val="333333"/>
                  </a:solidFill>
                  <a:latin typeface="+mn-ea"/>
                </a:rPr>
                <a:t> 3</a:t>
              </a: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736FD8B6-9E20-8475-604C-C08326163923}"/>
                </a:ext>
              </a:extLst>
            </p:cNvPr>
            <p:cNvSpPr txBox="1"/>
            <p:nvPr/>
          </p:nvSpPr>
          <p:spPr>
            <a:xfrm>
              <a:off x="2960419" y="5191177"/>
              <a:ext cx="71898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fontAlgn="t">
                <a:buNone/>
              </a:pPr>
              <a:r>
                <a:rPr lang="en-US" altLang="ko-KR" sz="900" b="1" i="0" dirty="0">
                  <a:solidFill>
                    <a:srgbClr val="333333"/>
                  </a:solidFill>
                  <a:effectLst/>
                  <a:latin typeface="+mn-ea"/>
                </a:rPr>
                <a:t>32,500</a:t>
              </a:r>
              <a:r>
                <a:rPr lang="ko-KR" altLang="en-US" sz="900" b="1" i="0" dirty="0">
                  <a:solidFill>
                    <a:srgbClr val="333333"/>
                  </a:solidFill>
                  <a:effectLst/>
                  <a:latin typeface="+mn-ea"/>
                </a:rPr>
                <a:t>원</a:t>
              </a:r>
              <a:endParaRPr lang="ko-KR" altLang="ko-KR" sz="900" b="1" i="0" spc="-150" dirty="0">
                <a:solidFill>
                  <a:srgbClr val="333333"/>
                </a:solidFill>
                <a:effectLst/>
                <a:latin typeface="+mn-ea"/>
              </a:endParaRPr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46886953-8DF4-0552-BDBD-14FDD72526F7}"/>
                </a:ext>
              </a:extLst>
            </p:cNvPr>
            <p:cNvGrpSpPr/>
            <p:nvPr/>
          </p:nvGrpSpPr>
          <p:grpSpPr>
            <a:xfrm>
              <a:off x="4255773" y="5137102"/>
              <a:ext cx="632844" cy="270079"/>
              <a:chOff x="4526539" y="4689457"/>
              <a:chExt cx="632844" cy="270079"/>
            </a:xfrm>
          </p:grpSpPr>
          <p:sp>
            <p:nvSpPr>
              <p:cNvPr id="188" name="순서도: 연결자 187">
                <a:extLst>
                  <a:ext uri="{FF2B5EF4-FFF2-40B4-BE49-F238E27FC236}">
                    <a16:creationId xmlns:a16="http://schemas.microsoft.com/office/drawing/2014/main" id="{9FDB6257-F8FD-A3DB-58FC-24EBFE144D13}"/>
                  </a:ext>
                </a:extLst>
              </p:cNvPr>
              <p:cNvSpPr/>
              <p:nvPr/>
            </p:nvSpPr>
            <p:spPr>
              <a:xfrm>
                <a:off x="4526539" y="4694188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 err="1">
                    <a:solidFill>
                      <a:schemeClr val="tx1"/>
                    </a:solidFill>
                  </a:rPr>
                  <a:t>장바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구니</a:t>
                </a:r>
              </a:p>
            </p:txBody>
          </p:sp>
          <p:sp>
            <p:nvSpPr>
              <p:cNvPr id="190" name="순서도: 연결자 189">
                <a:extLst>
                  <a:ext uri="{FF2B5EF4-FFF2-40B4-BE49-F238E27FC236}">
                    <a16:creationId xmlns:a16="http://schemas.microsoft.com/office/drawing/2014/main" id="{30B7F6F2-8B96-D1FA-1D1C-9E88661E777D}"/>
                  </a:ext>
                </a:extLst>
              </p:cNvPr>
              <p:cNvSpPr/>
              <p:nvPr/>
            </p:nvSpPr>
            <p:spPr>
              <a:xfrm>
                <a:off x="4894035" y="4689457"/>
                <a:ext cx="265348" cy="265348"/>
              </a:xfrm>
              <a:prstGeom prst="flowChartConnector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바로</a:t>
                </a:r>
                <a:endParaRPr lang="en-US" altLang="ko-KR" sz="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ko-KR" altLang="en-US" sz="600" dirty="0">
                    <a:solidFill>
                      <a:schemeClr val="tx1"/>
                    </a:solidFill>
                  </a:rPr>
                  <a:t>구매</a:t>
                </a:r>
              </a:p>
            </p:txBody>
          </p:sp>
        </p:grp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292BB69A-A777-FE81-0146-E9360A35BFB1}"/>
                </a:ext>
              </a:extLst>
            </p:cNvPr>
            <p:cNvGrpSpPr/>
            <p:nvPr/>
          </p:nvGrpSpPr>
          <p:grpSpPr>
            <a:xfrm>
              <a:off x="3022898" y="4728691"/>
              <a:ext cx="1168062" cy="159979"/>
              <a:chOff x="1969967" y="2208351"/>
              <a:chExt cx="1168062" cy="188144"/>
            </a:xfrm>
          </p:grpSpPr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F45D13AC-C613-0461-7ECD-4B6523F3A45E}"/>
                  </a:ext>
                </a:extLst>
              </p:cNvPr>
              <p:cNvSpPr/>
              <p:nvPr/>
            </p:nvSpPr>
            <p:spPr>
              <a:xfrm>
                <a:off x="1969967" y="2208351"/>
                <a:ext cx="666000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>
                    <a:solidFill>
                      <a:schemeClr val="tx1"/>
                    </a:solidFill>
                  </a:rPr>
                  <a:t>기저귀</a:t>
                </a:r>
                <a:r>
                  <a:rPr lang="en-US" altLang="ko-KR" sz="600" spc="-15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조제분유지원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E2EA54AE-7BE8-7FC5-C42E-905738130244}"/>
                  </a:ext>
                </a:extLst>
              </p:cNvPr>
              <p:cNvSpPr/>
              <p:nvPr/>
            </p:nvSpPr>
            <p:spPr>
              <a:xfrm>
                <a:off x="2664823" y="2208351"/>
                <a:ext cx="473206" cy="18814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ko-KR" altLang="en-US" sz="600" spc="-150" dirty="0" err="1">
                    <a:solidFill>
                      <a:schemeClr val="tx1"/>
                    </a:solidFill>
                  </a:rPr>
                  <a:t>첫만남바우처</a:t>
                </a:r>
                <a:endParaRPr lang="ko-KR" altLang="en-US" sz="600" spc="-150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6" name="순서도: 천공 테이프 25">
            <a:extLst>
              <a:ext uri="{FF2B5EF4-FFF2-40B4-BE49-F238E27FC236}">
                <a16:creationId xmlns:a16="http://schemas.microsoft.com/office/drawing/2014/main" id="{6A0E8D0A-468B-AFEE-4AA6-CFD36C6DBDBB}"/>
              </a:ext>
            </a:extLst>
          </p:cNvPr>
          <p:cNvSpPr/>
          <p:nvPr/>
        </p:nvSpPr>
        <p:spPr>
          <a:xfrm>
            <a:off x="156400" y="6539024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sp>
        <p:nvSpPr>
          <p:cNvPr id="192" name="사각형: 둥근 모서리 191">
            <a:extLst>
              <a:ext uri="{FF2B5EF4-FFF2-40B4-BE49-F238E27FC236}">
                <a16:creationId xmlns:a16="http://schemas.microsoft.com/office/drawing/2014/main" id="{D0EE8AFA-E361-D49B-443F-7B0A0B9FF0EC}"/>
              </a:ext>
            </a:extLst>
          </p:cNvPr>
          <p:cNvSpPr/>
          <p:nvPr/>
        </p:nvSpPr>
        <p:spPr>
          <a:xfrm>
            <a:off x="4843834" y="6482860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954E706-0B3D-071C-6147-53EEA766F4F8}"/>
              </a:ext>
            </a:extLst>
          </p:cNvPr>
          <p:cNvSpPr txBox="1"/>
          <p:nvPr/>
        </p:nvSpPr>
        <p:spPr>
          <a:xfrm>
            <a:off x="9330749" y="1095499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CA9FC45F-544F-FB19-31D8-9700021B9F14}"/>
              </a:ext>
            </a:extLst>
          </p:cNvPr>
          <p:cNvSpPr txBox="1"/>
          <p:nvPr/>
        </p:nvSpPr>
        <p:spPr>
          <a:xfrm>
            <a:off x="7362498" y="811157"/>
            <a:ext cx="121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b="1" u="sng" spc="-150" dirty="0">
                <a:latin typeface="+mn-ea"/>
              </a:rPr>
              <a:t>자주 찾는 문의</a:t>
            </a:r>
            <a:endParaRPr lang="en-US" altLang="ko-KR" sz="1000" b="1" u="sng" spc="-150" dirty="0">
              <a:latin typeface="+mn-ea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7494359-E0CA-1E1C-1A6C-7CDB59AE622A}"/>
              </a:ext>
            </a:extLst>
          </p:cNvPr>
          <p:cNvSpPr txBox="1"/>
          <p:nvPr/>
        </p:nvSpPr>
        <p:spPr>
          <a:xfrm>
            <a:off x="8209161" y="811157"/>
            <a:ext cx="1216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000" spc="-150" dirty="0">
                <a:latin typeface="+mn-ea"/>
              </a:rPr>
              <a:t>공지사항</a:t>
            </a:r>
            <a:endParaRPr lang="en-US" altLang="ko-KR" sz="1000" spc="-150" dirty="0">
              <a:latin typeface="+mn-ea"/>
            </a:endParaRPr>
          </a:p>
        </p:txBody>
      </p: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9CD1F9A7-51D6-1B30-FACB-D6F701CFEC0D}"/>
              </a:ext>
            </a:extLst>
          </p:cNvPr>
          <p:cNvGrpSpPr/>
          <p:nvPr/>
        </p:nvGrpSpPr>
        <p:grpSpPr>
          <a:xfrm>
            <a:off x="6951699" y="2707974"/>
            <a:ext cx="3010744" cy="569494"/>
            <a:chOff x="6951699" y="2707974"/>
            <a:chExt cx="3010744" cy="569494"/>
          </a:xfrm>
        </p:grpSpPr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A47731A6-1184-25E2-F1C5-D318723EBC1E}"/>
                </a:ext>
              </a:extLst>
            </p:cNvPr>
            <p:cNvSpPr/>
            <p:nvPr/>
          </p:nvSpPr>
          <p:spPr>
            <a:xfrm>
              <a:off x="6951699" y="2707974"/>
              <a:ext cx="3010744" cy="5694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EA4DB6EF-E932-F264-7556-74F0A5998537}"/>
                </a:ext>
              </a:extLst>
            </p:cNvPr>
            <p:cNvSpPr txBox="1"/>
            <p:nvPr/>
          </p:nvSpPr>
          <p:spPr>
            <a:xfrm>
              <a:off x="7040699" y="2988221"/>
              <a:ext cx="275263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지원물품이 다른 바우처를 한번에 결제할 수 있나요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FB97223D-ACD0-EE82-3729-5680B8D5AA19}"/>
                </a:ext>
              </a:extLst>
            </p:cNvPr>
            <p:cNvSpPr txBox="1"/>
            <p:nvPr/>
          </p:nvSpPr>
          <p:spPr>
            <a:xfrm>
              <a:off x="7040699" y="2735502"/>
              <a:ext cx="22587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DA0FA610-330A-318C-2A10-B5AC1B04BCF7}"/>
              </a:ext>
            </a:extLst>
          </p:cNvPr>
          <p:cNvGrpSpPr/>
          <p:nvPr/>
        </p:nvGrpSpPr>
        <p:grpSpPr>
          <a:xfrm>
            <a:off x="6951699" y="2053988"/>
            <a:ext cx="3010744" cy="569494"/>
            <a:chOff x="6951699" y="1947135"/>
            <a:chExt cx="3010744" cy="569494"/>
          </a:xfrm>
        </p:grpSpPr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AEFB3C8F-B29E-F6B3-B1A3-0BECA694F596}"/>
                </a:ext>
              </a:extLst>
            </p:cNvPr>
            <p:cNvSpPr/>
            <p:nvPr/>
          </p:nvSpPr>
          <p:spPr>
            <a:xfrm>
              <a:off x="6951699" y="1947135"/>
              <a:ext cx="3010744" cy="5694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CEDB79FC-A8AF-2A80-1CAF-6E054F549D92}"/>
                </a:ext>
              </a:extLst>
            </p:cNvPr>
            <p:cNvSpPr txBox="1"/>
            <p:nvPr/>
          </p:nvSpPr>
          <p:spPr>
            <a:xfrm>
              <a:off x="7040699" y="2241081"/>
              <a:ext cx="275263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결제수단에는 어떤 것들이 있나요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C59AB224-2AE8-BD16-6D50-9638365054DE}"/>
                </a:ext>
              </a:extLst>
            </p:cNvPr>
            <p:cNvSpPr txBox="1"/>
            <p:nvPr/>
          </p:nvSpPr>
          <p:spPr>
            <a:xfrm>
              <a:off x="7040699" y="1988362"/>
              <a:ext cx="22587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주문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결제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0192F09A-8023-47D9-44C8-E0BADB37D4FC}"/>
              </a:ext>
            </a:extLst>
          </p:cNvPr>
          <p:cNvGrpSpPr/>
          <p:nvPr/>
        </p:nvGrpSpPr>
        <p:grpSpPr>
          <a:xfrm>
            <a:off x="6951699" y="1398302"/>
            <a:ext cx="3010744" cy="569494"/>
            <a:chOff x="6951699" y="1190393"/>
            <a:chExt cx="3010744" cy="569494"/>
          </a:xfrm>
        </p:grpSpPr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FAEF56F6-34EB-8DFB-06C3-28ECC74250B3}"/>
                </a:ext>
              </a:extLst>
            </p:cNvPr>
            <p:cNvSpPr/>
            <p:nvPr/>
          </p:nvSpPr>
          <p:spPr>
            <a:xfrm>
              <a:off x="6951699" y="1190393"/>
              <a:ext cx="3010744" cy="5694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3E4AF914-27F1-D052-F10E-370F056F56ED}"/>
                </a:ext>
              </a:extLst>
            </p:cNvPr>
            <p:cNvSpPr txBox="1"/>
            <p:nvPr/>
          </p:nvSpPr>
          <p:spPr>
            <a:xfrm>
              <a:off x="7040699" y="1488126"/>
              <a:ext cx="275263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지원대상자가 자녀일 경우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자녀명으로 </a:t>
              </a:r>
              <a:r>
                <a:rPr lang="ko-KR" altLang="en-US" sz="900" u="sng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가입해야하나요</a:t>
              </a:r>
              <a:r>
                <a:rPr lang="en-US" altLang="ko-KR" sz="900" u="sng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228" name="TextBox 227">
              <a:extLst>
                <a:ext uri="{FF2B5EF4-FFF2-40B4-BE49-F238E27FC236}">
                  <a16:creationId xmlns:a16="http://schemas.microsoft.com/office/drawing/2014/main" id="{BE79404F-020B-C321-5285-07FCF1F6AA1A}"/>
                </a:ext>
              </a:extLst>
            </p:cNvPr>
            <p:cNvSpPr txBox="1"/>
            <p:nvPr/>
          </p:nvSpPr>
          <p:spPr>
            <a:xfrm>
              <a:off x="7040699" y="1235407"/>
              <a:ext cx="22587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회원가입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이용안내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  <p:sp>
        <p:nvSpPr>
          <p:cNvPr id="120" name="순서도: 천공 테이프 119">
            <a:extLst>
              <a:ext uri="{FF2B5EF4-FFF2-40B4-BE49-F238E27FC236}">
                <a16:creationId xmlns:a16="http://schemas.microsoft.com/office/drawing/2014/main" id="{2EA0528A-7A48-FB0B-F784-685CC7FD6984}"/>
              </a:ext>
            </a:extLst>
          </p:cNvPr>
          <p:cNvSpPr/>
          <p:nvPr/>
        </p:nvSpPr>
        <p:spPr>
          <a:xfrm>
            <a:off x="3535273" y="6517867"/>
            <a:ext cx="3159299" cy="331702"/>
          </a:xfrm>
          <a:prstGeom prst="flowChartPunchedTape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화면 이어서 ▶</a:t>
            </a:r>
          </a:p>
        </p:txBody>
      </p:sp>
      <p:grpSp>
        <p:nvGrpSpPr>
          <p:cNvPr id="232" name="그룹 231">
            <a:extLst>
              <a:ext uri="{FF2B5EF4-FFF2-40B4-BE49-F238E27FC236}">
                <a16:creationId xmlns:a16="http://schemas.microsoft.com/office/drawing/2014/main" id="{91242035-DEAE-C23E-AFCF-7517D25A2DC0}"/>
              </a:ext>
            </a:extLst>
          </p:cNvPr>
          <p:cNvGrpSpPr/>
          <p:nvPr/>
        </p:nvGrpSpPr>
        <p:grpSpPr>
          <a:xfrm>
            <a:off x="3607964" y="2100721"/>
            <a:ext cx="3010744" cy="266502"/>
            <a:chOff x="6951699" y="1190393"/>
            <a:chExt cx="3010744" cy="266502"/>
          </a:xfrm>
        </p:grpSpPr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FE85167E-4881-D674-B61A-3B5A81E34F8B}"/>
                </a:ext>
              </a:extLst>
            </p:cNvPr>
            <p:cNvSpPr/>
            <p:nvPr/>
          </p:nvSpPr>
          <p:spPr>
            <a:xfrm>
              <a:off x="6951699" y="1190393"/>
              <a:ext cx="3010744" cy="2665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8045419B-178B-B132-1AEB-0959B31D3825}"/>
                </a:ext>
              </a:extLst>
            </p:cNvPr>
            <p:cNvSpPr txBox="1"/>
            <p:nvPr/>
          </p:nvSpPr>
          <p:spPr>
            <a:xfrm>
              <a:off x="7327715" y="1203224"/>
              <a:ext cx="22587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제품 </a:t>
              </a:r>
              <a:r>
                <a:rPr lang="ko-KR" altLang="en-US" sz="900" b="1" spc="-15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더보기</a:t>
              </a:r>
              <a:r>
                <a:rPr lang="ko-KR" altLang="en-US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 </a:t>
              </a:r>
              <a:r>
                <a:rPr lang="en-US" altLang="ko-KR" sz="9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+</a:t>
              </a:r>
              <a:endPara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84751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BF2B7-A262-7F4A-0505-FBF6C5B6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D75A28-CAE0-3B09-E91E-F75304915D92}"/>
              </a:ext>
            </a:extLst>
          </p:cNvPr>
          <p:cNvSpPr txBox="1"/>
          <p:nvPr/>
        </p:nvSpPr>
        <p:spPr>
          <a:xfrm>
            <a:off x="5322639" y="2789327"/>
            <a:ext cx="2307042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r>
              <a:rPr lang="en-US" altLang="ko-KR" sz="3500" i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r>
              <a:rPr lang="ko-KR" altLang="en-US" sz="3500" i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타입</a:t>
            </a:r>
          </a:p>
        </p:txBody>
      </p:sp>
    </p:spTree>
    <p:extLst>
      <p:ext uri="{BB962C8B-B14F-4D97-AF65-F5344CB8AC3E}">
        <p14:creationId xmlns:p14="http://schemas.microsoft.com/office/powerpoint/2010/main" val="1548268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35B9F-7C3E-0F0D-3FBC-D4670C182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7F2B62-FB87-9321-2DF0-D3920CB42BB7}"/>
              </a:ext>
            </a:extLst>
          </p:cNvPr>
          <p:cNvSpPr txBox="1"/>
          <p:nvPr/>
        </p:nvSpPr>
        <p:spPr>
          <a:xfrm>
            <a:off x="288281" y="190942"/>
            <a:ext cx="19800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1200" b="1" spc="-150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디바이스 별 메인 영역 정의</a:t>
            </a:r>
            <a:endParaRPr lang="en-US" altLang="ko-KR" sz="1200" b="1" spc="-150" dirty="0">
              <a:solidFill>
                <a:srgbClr val="0070C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CAE3B5-DBA6-E6D7-2AAF-CE7E557CEA8B}"/>
              </a:ext>
            </a:extLst>
          </p:cNvPr>
          <p:cNvSpPr/>
          <p:nvPr/>
        </p:nvSpPr>
        <p:spPr>
          <a:xfrm>
            <a:off x="432297" y="755974"/>
            <a:ext cx="4536504" cy="558051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A104590-287B-7CCF-14B7-D7FE209430FF}"/>
              </a:ext>
            </a:extLst>
          </p:cNvPr>
          <p:cNvSpPr/>
          <p:nvPr/>
        </p:nvSpPr>
        <p:spPr>
          <a:xfrm>
            <a:off x="5654961" y="1261864"/>
            <a:ext cx="3043412" cy="4990013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1C641C-E929-5F0A-CAE2-401B0D3C04CE}"/>
              </a:ext>
            </a:extLst>
          </p:cNvPr>
          <p:cNvSpPr/>
          <p:nvPr/>
        </p:nvSpPr>
        <p:spPr>
          <a:xfrm>
            <a:off x="9374735" y="1260029"/>
            <a:ext cx="2090148" cy="5167237"/>
          </a:xfrm>
          <a:prstGeom prst="rect">
            <a:avLst/>
          </a:prstGeom>
          <a:noFill/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7C93936-8841-9012-DB4E-B0E8E281EABF}"/>
              </a:ext>
            </a:extLst>
          </p:cNvPr>
          <p:cNvSpPr/>
          <p:nvPr/>
        </p:nvSpPr>
        <p:spPr>
          <a:xfrm>
            <a:off x="432297" y="755974"/>
            <a:ext cx="453650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D4C67F9-2469-5F7E-A90C-A141961F377C}"/>
              </a:ext>
            </a:extLst>
          </p:cNvPr>
          <p:cNvSpPr/>
          <p:nvPr/>
        </p:nvSpPr>
        <p:spPr>
          <a:xfrm>
            <a:off x="432297" y="1127409"/>
            <a:ext cx="3024336" cy="10687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고정 기획전 배너</a:t>
            </a: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A0BC3205-49BA-BAC2-35D7-D2671230F678}"/>
              </a:ext>
            </a:extLst>
          </p:cNvPr>
          <p:cNvSpPr/>
          <p:nvPr/>
        </p:nvSpPr>
        <p:spPr>
          <a:xfrm>
            <a:off x="1162890" y="2741029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순서도: 연결자 18">
            <a:extLst>
              <a:ext uri="{FF2B5EF4-FFF2-40B4-BE49-F238E27FC236}">
                <a16:creationId xmlns:a16="http://schemas.microsoft.com/office/drawing/2014/main" id="{6368A5F8-4FB9-3951-C99B-5EB535E58436}"/>
              </a:ext>
            </a:extLst>
          </p:cNvPr>
          <p:cNvSpPr/>
          <p:nvPr/>
        </p:nvSpPr>
        <p:spPr>
          <a:xfrm>
            <a:off x="1830128" y="2741029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" name="순서도: 연결자 20">
            <a:extLst>
              <a:ext uri="{FF2B5EF4-FFF2-40B4-BE49-F238E27FC236}">
                <a16:creationId xmlns:a16="http://schemas.microsoft.com/office/drawing/2014/main" id="{DE8B8709-7EE2-32B7-1519-5C352BB6387E}"/>
              </a:ext>
            </a:extLst>
          </p:cNvPr>
          <p:cNvSpPr/>
          <p:nvPr/>
        </p:nvSpPr>
        <p:spPr>
          <a:xfrm>
            <a:off x="2497367" y="2741029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순서도: 연결자 22">
            <a:extLst>
              <a:ext uri="{FF2B5EF4-FFF2-40B4-BE49-F238E27FC236}">
                <a16:creationId xmlns:a16="http://schemas.microsoft.com/office/drawing/2014/main" id="{00CA5312-AC30-4E4B-34B4-859439D0E75C}"/>
              </a:ext>
            </a:extLst>
          </p:cNvPr>
          <p:cNvSpPr/>
          <p:nvPr/>
        </p:nvSpPr>
        <p:spPr>
          <a:xfrm>
            <a:off x="3147477" y="2741029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순서도: 연결자 24">
            <a:extLst>
              <a:ext uri="{FF2B5EF4-FFF2-40B4-BE49-F238E27FC236}">
                <a16:creationId xmlns:a16="http://schemas.microsoft.com/office/drawing/2014/main" id="{A3092716-1692-E4C6-CD82-E542C9BF8113}"/>
              </a:ext>
            </a:extLst>
          </p:cNvPr>
          <p:cNvSpPr/>
          <p:nvPr/>
        </p:nvSpPr>
        <p:spPr>
          <a:xfrm>
            <a:off x="3817811" y="2741029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7EA059-8EFE-3D4B-D4F5-EFE3ABB9C0C3}"/>
              </a:ext>
            </a:extLst>
          </p:cNvPr>
          <p:cNvSpPr txBox="1"/>
          <p:nvPr/>
        </p:nvSpPr>
        <p:spPr>
          <a:xfrm>
            <a:off x="1118457" y="3141256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분유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6DE227-87D4-CB5C-864D-CF9360F627E8}"/>
              </a:ext>
            </a:extLst>
          </p:cNvPr>
          <p:cNvSpPr txBox="1"/>
          <p:nvPr/>
        </p:nvSpPr>
        <p:spPr>
          <a:xfrm>
            <a:off x="1770448" y="3141256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기저귀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26C4B6-8057-6D93-84CE-B1728ACBB9A4}"/>
              </a:ext>
            </a:extLst>
          </p:cNvPr>
          <p:cNvSpPr txBox="1"/>
          <p:nvPr/>
        </p:nvSpPr>
        <p:spPr>
          <a:xfrm>
            <a:off x="2436597" y="3128829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생리대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35F363-FEB3-1DFC-6543-4F0009B2D3A4}"/>
              </a:ext>
            </a:extLst>
          </p:cNvPr>
          <p:cNvSpPr txBox="1"/>
          <p:nvPr/>
        </p:nvSpPr>
        <p:spPr>
          <a:xfrm>
            <a:off x="3096593" y="3128829"/>
            <a:ext cx="4732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물티슈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BEE98C-C2A0-7A4E-5F8B-11402E1CC12C}"/>
              </a:ext>
            </a:extLst>
          </p:cNvPr>
          <p:cNvSpPr txBox="1"/>
          <p:nvPr/>
        </p:nvSpPr>
        <p:spPr>
          <a:xfrm>
            <a:off x="3744665" y="3135413"/>
            <a:ext cx="5902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보조기기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4FD164E-08E8-2063-4EBB-BEA0E7A7AB9E}"/>
              </a:ext>
            </a:extLst>
          </p:cNvPr>
          <p:cNvSpPr/>
          <p:nvPr/>
        </p:nvSpPr>
        <p:spPr>
          <a:xfrm>
            <a:off x="774881" y="3690984"/>
            <a:ext cx="2106825" cy="66709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DE4F344-01C4-C022-0578-D16B004380B9}"/>
              </a:ext>
            </a:extLst>
          </p:cNvPr>
          <p:cNvSpPr/>
          <p:nvPr/>
        </p:nvSpPr>
        <p:spPr>
          <a:xfrm>
            <a:off x="720329" y="3806198"/>
            <a:ext cx="744211" cy="7430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D1E6950-0A5E-7244-EF44-8716E2CAF819}"/>
              </a:ext>
            </a:extLst>
          </p:cNvPr>
          <p:cNvSpPr/>
          <p:nvPr/>
        </p:nvSpPr>
        <p:spPr>
          <a:xfrm>
            <a:off x="1512417" y="3813793"/>
            <a:ext cx="744211" cy="7430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387F64E-8383-F0A1-6058-145DDE6779DC}"/>
              </a:ext>
            </a:extLst>
          </p:cNvPr>
          <p:cNvSpPr/>
          <p:nvPr/>
        </p:nvSpPr>
        <p:spPr>
          <a:xfrm>
            <a:off x="2304505" y="3806198"/>
            <a:ext cx="744211" cy="7430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E281028-92FF-B5F0-BD7A-D8EBFB5F8C1D}"/>
              </a:ext>
            </a:extLst>
          </p:cNvPr>
          <p:cNvSpPr/>
          <p:nvPr/>
        </p:nvSpPr>
        <p:spPr>
          <a:xfrm>
            <a:off x="3096800" y="3806339"/>
            <a:ext cx="744211" cy="7430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3B3CE7-F54A-F429-41B0-73E6DA0B510F}"/>
              </a:ext>
            </a:extLst>
          </p:cNvPr>
          <p:cNvSpPr txBox="1"/>
          <p:nvPr/>
        </p:nvSpPr>
        <p:spPr>
          <a:xfrm>
            <a:off x="675865" y="3526861"/>
            <a:ext cx="234872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조제분유 지원 바우처로 구매가능한 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상품은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430BE9F2-4125-0CE8-2323-D3B35BDE861C}"/>
              </a:ext>
            </a:extLst>
          </p:cNvPr>
          <p:cNvSpPr/>
          <p:nvPr/>
        </p:nvSpPr>
        <p:spPr>
          <a:xfrm>
            <a:off x="908099" y="5852959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03F1E033-5711-28FD-31AD-95E9F04047EF}"/>
              </a:ext>
            </a:extLst>
          </p:cNvPr>
          <p:cNvSpPr/>
          <p:nvPr/>
        </p:nvSpPr>
        <p:spPr>
          <a:xfrm>
            <a:off x="908099" y="6084565"/>
            <a:ext cx="3576926" cy="15697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E3B2C32D-F939-8257-288B-A774B0A1B041}"/>
              </a:ext>
            </a:extLst>
          </p:cNvPr>
          <p:cNvSpPr/>
          <p:nvPr/>
        </p:nvSpPr>
        <p:spPr>
          <a:xfrm>
            <a:off x="426005" y="6312347"/>
            <a:ext cx="4536504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A50FDFD1-B30F-1CC6-D96E-A4A35683F3E1}"/>
              </a:ext>
            </a:extLst>
          </p:cNvPr>
          <p:cNvSpPr/>
          <p:nvPr/>
        </p:nvSpPr>
        <p:spPr>
          <a:xfrm>
            <a:off x="5654961" y="1261864"/>
            <a:ext cx="3043412" cy="16285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BCD24513-06CE-DD0B-0E03-C419C7F023CD}"/>
              </a:ext>
            </a:extLst>
          </p:cNvPr>
          <p:cNvSpPr/>
          <p:nvPr/>
        </p:nvSpPr>
        <p:spPr>
          <a:xfrm>
            <a:off x="5654961" y="1553932"/>
            <a:ext cx="3043412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04" name="순서도: 연결자 103">
            <a:extLst>
              <a:ext uri="{FF2B5EF4-FFF2-40B4-BE49-F238E27FC236}">
                <a16:creationId xmlns:a16="http://schemas.microsoft.com/office/drawing/2014/main" id="{CEF7B918-87DA-77B3-4FEE-5847E02FD095}"/>
              </a:ext>
            </a:extLst>
          </p:cNvPr>
          <p:cNvSpPr/>
          <p:nvPr/>
        </p:nvSpPr>
        <p:spPr>
          <a:xfrm>
            <a:off x="607365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6" name="순서도: 연결자 105">
            <a:extLst>
              <a:ext uri="{FF2B5EF4-FFF2-40B4-BE49-F238E27FC236}">
                <a16:creationId xmlns:a16="http://schemas.microsoft.com/office/drawing/2014/main" id="{957382E9-CC2E-2898-D99D-05DBDFCCAB1A}"/>
              </a:ext>
            </a:extLst>
          </p:cNvPr>
          <p:cNvSpPr/>
          <p:nvPr/>
        </p:nvSpPr>
        <p:spPr>
          <a:xfrm>
            <a:off x="655297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순서도: 연결자 107">
            <a:extLst>
              <a:ext uri="{FF2B5EF4-FFF2-40B4-BE49-F238E27FC236}">
                <a16:creationId xmlns:a16="http://schemas.microsoft.com/office/drawing/2014/main" id="{43E89D5C-0426-44A2-9D18-10EBA1D83D41}"/>
              </a:ext>
            </a:extLst>
          </p:cNvPr>
          <p:cNvSpPr/>
          <p:nvPr/>
        </p:nvSpPr>
        <p:spPr>
          <a:xfrm>
            <a:off x="7008433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순서도: 연결자 109">
            <a:extLst>
              <a:ext uri="{FF2B5EF4-FFF2-40B4-BE49-F238E27FC236}">
                <a16:creationId xmlns:a16="http://schemas.microsoft.com/office/drawing/2014/main" id="{E3FF592B-EC41-9366-B51E-EDC9FDEDE44B}"/>
              </a:ext>
            </a:extLst>
          </p:cNvPr>
          <p:cNvSpPr/>
          <p:nvPr/>
        </p:nvSpPr>
        <p:spPr>
          <a:xfrm>
            <a:off x="7489081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2" name="순서도: 연결자 111">
            <a:extLst>
              <a:ext uri="{FF2B5EF4-FFF2-40B4-BE49-F238E27FC236}">
                <a16:creationId xmlns:a16="http://schemas.microsoft.com/office/drawing/2014/main" id="{45C6F392-A8F2-BB1C-5434-B519F882A68D}"/>
              </a:ext>
            </a:extLst>
          </p:cNvPr>
          <p:cNvSpPr/>
          <p:nvPr/>
        </p:nvSpPr>
        <p:spPr>
          <a:xfrm>
            <a:off x="7968837" y="228881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B5188C2-3109-DFB9-265F-7FB64D936709}"/>
              </a:ext>
            </a:extLst>
          </p:cNvPr>
          <p:cNvSpPr txBox="1"/>
          <p:nvPr/>
        </p:nvSpPr>
        <p:spPr>
          <a:xfrm>
            <a:off x="6013837" y="2614574"/>
            <a:ext cx="32573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분유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39EBD31-60DA-F454-2B34-4321CD444A70}"/>
              </a:ext>
            </a:extLst>
          </p:cNvPr>
          <p:cNvSpPr txBox="1"/>
          <p:nvPr/>
        </p:nvSpPr>
        <p:spPr>
          <a:xfrm>
            <a:off x="6508854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E932F87-4885-99E2-8B51-221A86D09162}"/>
              </a:ext>
            </a:extLst>
          </p:cNvPr>
          <p:cNvSpPr txBox="1"/>
          <p:nvPr/>
        </p:nvSpPr>
        <p:spPr>
          <a:xfrm>
            <a:off x="6920297" y="2618330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생리대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92E868F-0123-051D-B06D-6EB42548FA55}"/>
              </a:ext>
            </a:extLst>
          </p:cNvPr>
          <p:cNvSpPr txBox="1"/>
          <p:nvPr/>
        </p:nvSpPr>
        <p:spPr>
          <a:xfrm>
            <a:off x="7434436" y="261457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물티슈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A25EE31-8DC9-EE2B-53CB-9ADDB2B0DE66}"/>
              </a:ext>
            </a:extLst>
          </p:cNvPr>
          <p:cNvSpPr txBox="1"/>
          <p:nvPr/>
        </p:nvSpPr>
        <p:spPr>
          <a:xfrm>
            <a:off x="7885194" y="261457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보조기기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87AC97F-4C5C-DE72-5101-3A053D17561E}"/>
              </a:ext>
            </a:extLst>
          </p:cNvPr>
          <p:cNvSpPr txBox="1"/>
          <p:nvPr/>
        </p:nvSpPr>
        <p:spPr>
          <a:xfrm>
            <a:off x="5588776" y="2920778"/>
            <a:ext cx="20585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조제분유 지원 바우처로 구매가능한 상품은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?</a:t>
            </a:r>
            <a:endParaRPr lang="ko-KR" altLang="en-US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423C6C27-5ECD-EC0D-DA66-21D2242C181C}"/>
              </a:ext>
            </a:extLst>
          </p:cNvPr>
          <p:cNvSpPr/>
          <p:nvPr/>
        </p:nvSpPr>
        <p:spPr>
          <a:xfrm>
            <a:off x="5673732" y="314909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91BB7902-8CF1-1AA3-5ABE-7E098CEF1A25}"/>
              </a:ext>
            </a:extLst>
          </p:cNvPr>
          <p:cNvSpPr/>
          <p:nvPr/>
        </p:nvSpPr>
        <p:spPr>
          <a:xfrm>
            <a:off x="6422721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07B075BE-EA1F-1745-2AF2-1DB2AEA54FE8}"/>
              </a:ext>
            </a:extLst>
          </p:cNvPr>
          <p:cNvSpPr/>
          <p:nvPr/>
        </p:nvSpPr>
        <p:spPr>
          <a:xfrm>
            <a:off x="71833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3B7566DE-92A1-362D-EA25-6E35DB45D9C2}"/>
              </a:ext>
            </a:extLst>
          </p:cNvPr>
          <p:cNvSpPr/>
          <p:nvPr/>
        </p:nvSpPr>
        <p:spPr>
          <a:xfrm>
            <a:off x="7940763" y="3151147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C8C99E97-E15F-E088-77F6-7D1C2F5DD0B4}"/>
              </a:ext>
            </a:extLst>
          </p:cNvPr>
          <p:cNvSpPr/>
          <p:nvPr/>
        </p:nvSpPr>
        <p:spPr>
          <a:xfrm>
            <a:off x="5692243" y="3049491"/>
            <a:ext cx="1796838" cy="49016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8988C9E5-CA7C-C959-0B24-DEA5A634AC5A}"/>
              </a:ext>
            </a:extLst>
          </p:cNvPr>
          <p:cNvSpPr/>
          <p:nvPr/>
        </p:nvSpPr>
        <p:spPr>
          <a:xfrm>
            <a:off x="5673732" y="3777068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AFB4A837-369C-7EE4-115E-037835592913}"/>
              </a:ext>
            </a:extLst>
          </p:cNvPr>
          <p:cNvSpPr/>
          <p:nvPr/>
        </p:nvSpPr>
        <p:spPr>
          <a:xfrm>
            <a:off x="6422721" y="3779118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3BCDB69B-E1E1-FBD6-AC20-0E20D5DA7194}"/>
              </a:ext>
            </a:extLst>
          </p:cNvPr>
          <p:cNvSpPr/>
          <p:nvPr/>
        </p:nvSpPr>
        <p:spPr>
          <a:xfrm>
            <a:off x="7183363" y="3779118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33750943-0EFC-3C5C-FA04-37538055F8C9}"/>
              </a:ext>
            </a:extLst>
          </p:cNvPr>
          <p:cNvSpPr/>
          <p:nvPr/>
        </p:nvSpPr>
        <p:spPr>
          <a:xfrm>
            <a:off x="7940763" y="3779118"/>
            <a:ext cx="720080" cy="38566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FF9F05E8-B5C5-1447-55E3-F2526E5578F4}"/>
              </a:ext>
            </a:extLst>
          </p:cNvPr>
          <p:cNvSpPr/>
          <p:nvPr/>
        </p:nvSpPr>
        <p:spPr>
          <a:xfrm>
            <a:off x="5654961" y="4663935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33E6FC76-2B85-979A-072D-A9201BB9EB7B}"/>
              </a:ext>
            </a:extLst>
          </p:cNvPr>
          <p:cNvSpPr/>
          <p:nvPr/>
        </p:nvSpPr>
        <p:spPr>
          <a:xfrm>
            <a:off x="5654961" y="4895489"/>
            <a:ext cx="3043412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8BA804F7-3E29-2F9A-50BD-54609353BEBC}"/>
              </a:ext>
            </a:extLst>
          </p:cNvPr>
          <p:cNvSpPr/>
          <p:nvPr/>
        </p:nvSpPr>
        <p:spPr>
          <a:xfrm>
            <a:off x="5655650" y="5160219"/>
            <a:ext cx="3042723" cy="34828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8A9D04C5-EE97-669F-FC33-CDB9AC7C3D02}"/>
              </a:ext>
            </a:extLst>
          </p:cNvPr>
          <p:cNvSpPr/>
          <p:nvPr/>
        </p:nvSpPr>
        <p:spPr>
          <a:xfrm>
            <a:off x="9374735" y="1260030"/>
            <a:ext cx="2090148" cy="14401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GNB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B9329055-5D9F-BE0D-964D-F07B32B415AE}"/>
              </a:ext>
            </a:extLst>
          </p:cNvPr>
          <p:cNvSpPr/>
          <p:nvPr/>
        </p:nvSpPr>
        <p:spPr>
          <a:xfrm>
            <a:off x="9374735" y="1552097"/>
            <a:ext cx="2090148" cy="662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상단 롤링 배너</a:t>
            </a:r>
          </a:p>
        </p:txBody>
      </p:sp>
      <p:sp>
        <p:nvSpPr>
          <p:cNvPr id="174" name="순서도: 연결자 173">
            <a:extLst>
              <a:ext uri="{FF2B5EF4-FFF2-40B4-BE49-F238E27FC236}">
                <a16:creationId xmlns:a16="http://schemas.microsoft.com/office/drawing/2014/main" id="{698793C9-8F59-388A-9E0D-8D08B3EBA45A}"/>
              </a:ext>
            </a:extLst>
          </p:cNvPr>
          <p:cNvSpPr/>
          <p:nvPr/>
        </p:nvSpPr>
        <p:spPr>
          <a:xfrm>
            <a:off x="9475805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6" name="순서도: 연결자 175">
            <a:extLst>
              <a:ext uri="{FF2B5EF4-FFF2-40B4-BE49-F238E27FC236}">
                <a16:creationId xmlns:a16="http://schemas.microsoft.com/office/drawing/2014/main" id="{90EEB7BB-864C-9ECA-7DA1-4CE5D7B7A1D9}"/>
              </a:ext>
            </a:extLst>
          </p:cNvPr>
          <p:cNvSpPr/>
          <p:nvPr/>
        </p:nvSpPr>
        <p:spPr>
          <a:xfrm>
            <a:off x="9866871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8" name="순서도: 연결자 177">
            <a:extLst>
              <a:ext uri="{FF2B5EF4-FFF2-40B4-BE49-F238E27FC236}">
                <a16:creationId xmlns:a16="http://schemas.microsoft.com/office/drawing/2014/main" id="{6AA2A358-BBCA-2CBF-1632-7FF5097D006A}"/>
              </a:ext>
            </a:extLst>
          </p:cNvPr>
          <p:cNvSpPr/>
          <p:nvPr/>
        </p:nvSpPr>
        <p:spPr>
          <a:xfrm>
            <a:off x="1026656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0" name="순서도: 연결자 179">
            <a:extLst>
              <a:ext uri="{FF2B5EF4-FFF2-40B4-BE49-F238E27FC236}">
                <a16:creationId xmlns:a16="http://schemas.microsoft.com/office/drawing/2014/main" id="{3EE0DED3-0094-CADB-6A3D-0FFEE9A02521}"/>
              </a:ext>
            </a:extLst>
          </p:cNvPr>
          <p:cNvSpPr/>
          <p:nvPr/>
        </p:nvSpPr>
        <p:spPr>
          <a:xfrm>
            <a:off x="10675209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2" name="순서도: 연결자 181">
            <a:extLst>
              <a:ext uri="{FF2B5EF4-FFF2-40B4-BE49-F238E27FC236}">
                <a16:creationId xmlns:a16="http://schemas.microsoft.com/office/drawing/2014/main" id="{5BE558E6-7D55-4BDF-059C-ECFFA7826BFB}"/>
              </a:ext>
            </a:extLst>
          </p:cNvPr>
          <p:cNvSpPr/>
          <p:nvPr/>
        </p:nvSpPr>
        <p:spPr>
          <a:xfrm>
            <a:off x="11082957" y="2314633"/>
            <a:ext cx="312332" cy="297531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14C963BC-7396-D4B7-A253-C2DE3EA2030C}"/>
              </a:ext>
            </a:extLst>
          </p:cNvPr>
          <p:cNvSpPr txBox="1"/>
          <p:nvPr/>
        </p:nvSpPr>
        <p:spPr>
          <a:xfrm>
            <a:off x="9415989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AEF2D8A-16BA-3F6A-2D99-74E799E561C3}"/>
              </a:ext>
            </a:extLst>
          </p:cNvPr>
          <p:cNvSpPr txBox="1"/>
          <p:nvPr/>
        </p:nvSpPr>
        <p:spPr>
          <a:xfrm>
            <a:off x="9811815" y="2640394"/>
            <a:ext cx="3962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58E9A4AD-EF05-1F40-EE35-33BEF40DA4E4}"/>
              </a:ext>
            </a:extLst>
          </p:cNvPr>
          <p:cNvSpPr txBox="1"/>
          <p:nvPr/>
        </p:nvSpPr>
        <p:spPr>
          <a:xfrm>
            <a:off x="10149517" y="2644150"/>
            <a:ext cx="5373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육아라이프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E26CF5E0-4CC5-1767-FD1A-404B8AE9DE9D}"/>
              </a:ext>
            </a:extLst>
          </p:cNvPr>
          <p:cNvSpPr txBox="1"/>
          <p:nvPr/>
        </p:nvSpPr>
        <p:spPr>
          <a:xfrm>
            <a:off x="1062056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여성 케어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7BC88B10-7DD6-049A-0761-D5A4E3F72706}"/>
              </a:ext>
            </a:extLst>
          </p:cNvPr>
          <p:cNvSpPr txBox="1"/>
          <p:nvPr/>
        </p:nvSpPr>
        <p:spPr>
          <a:xfrm>
            <a:off x="10999314" y="2640394"/>
            <a:ext cx="47961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생활 지원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91C891D6-D7EF-4682-5C9B-3564511612FF}"/>
              </a:ext>
            </a:extLst>
          </p:cNvPr>
          <p:cNvSpPr txBox="1"/>
          <p:nvPr/>
        </p:nvSpPr>
        <p:spPr>
          <a:xfrm>
            <a:off x="9297638" y="3005881"/>
            <a:ext cx="2181294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기저귀</a:t>
            </a:r>
            <a:r>
              <a:rPr lang="en-US" altLang="ko-KR" sz="7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/</a:t>
            </a:r>
            <a:r>
              <a:rPr lang="ko-KR" altLang="en-US" sz="7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조제분유 지원 바우처로 구매가능한</a:t>
            </a:r>
            <a:r>
              <a:rPr lang="en-US" altLang="ko-KR" sz="7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7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상품은</a:t>
            </a:r>
            <a:r>
              <a:rPr lang="en-US" altLang="ko-KR" sz="7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?</a:t>
            </a:r>
            <a:endParaRPr lang="ko-KR" altLang="en-US" sz="75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96" name="직사각형 195">
            <a:extLst>
              <a:ext uri="{FF2B5EF4-FFF2-40B4-BE49-F238E27FC236}">
                <a16:creationId xmlns:a16="http://schemas.microsoft.com/office/drawing/2014/main" id="{257AAC7F-A24E-C3BA-3092-C3508BB2B476}"/>
              </a:ext>
            </a:extLst>
          </p:cNvPr>
          <p:cNvSpPr/>
          <p:nvPr/>
        </p:nvSpPr>
        <p:spPr>
          <a:xfrm>
            <a:off x="9436256" y="3283851"/>
            <a:ext cx="727822" cy="82680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8" name="직사각형 197">
            <a:extLst>
              <a:ext uri="{FF2B5EF4-FFF2-40B4-BE49-F238E27FC236}">
                <a16:creationId xmlns:a16="http://schemas.microsoft.com/office/drawing/2014/main" id="{16CCC0A7-BD77-A8A8-D440-CDA3B06D3C62}"/>
              </a:ext>
            </a:extLst>
          </p:cNvPr>
          <p:cNvSpPr/>
          <p:nvPr/>
        </p:nvSpPr>
        <p:spPr>
          <a:xfrm>
            <a:off x="10228344" y="3285901"/>
            <a:ext cx="727822" cy="82680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0" name="사각형: 둥근 모서리 199">
            <a:extLst>
              <a:ext uri="{FF2B5EF4-FFF2-40B4-BE49-F238E27FC236}">
                <a16:creationId xmlns:a16="http://schemas.microsoft.com/office/drawing/2014/main" id="{A7DD0F36-D137-0D0B-1E69-FA7E8CD5603C}"/>
              </a:ext>
            </a:extLst>
          </p:cNvPr>
          <p:cNvSpPr/>
          <p:nvPr/>
        </p:nvSpPr>
        <p:spPr>
          <a:xfrm>
            <a:off x="9427331" y="3136852"/>
            <a:ext cx="1967958" cy="84473"/>
          </a:xfrm>
          <a:prstGeom prst="roundRect">
            <a:avLst/>
          </a:prstGeom>
          <a:solidFill>
            <a:srgbClr val="0070C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D093D509-4FC8-2E68-3495-C4AF7FE3F025}"/>
              </a:ext>
            </a:extLst>
          </p:cNvPr>
          <p:cNvSpPr/>
          <p:nvPr/>
        </p:nvSpPr>
        <p:spPr>
          <a:xfrm>
            <a:off x="9374735" y="6026769"/>
            <a:ext cx="2090148" cy="1844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+mn-ea"/>
              </a:rPr>
              <a:t>푸터</a:t>
            </a: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 영역</a:t>
            </a: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6B0EB778-20BB-0BB8-5712-A7B21388D4D7}"/>
              </a:ext>
            </a:extLst>
          </p:cNvPr>
          <p:cNvSpPr/>
          <p:nvPr/>
        </p:nvSpPr>
        <p:spPr>
          <a:xfrm>
            <a:off x="9374735" y="5580509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자주 찾는 문의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1CC2444C-D097-8899-7C6A-C1CFA7AA0D73}"/>
              </a:ext>
            </a:extLst>
          </p:cNvPr>
          <p:cNvSpPr/>
          <p:nvPr/>
        </p:nvSpPr>
        <p:spPr>
          <a:xfrm>
            <a:off x="9376849" y="5798043"/>
            <a:ext cx="2090148" cy="180964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공지사항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AEE6629B-06FA-85EE-BFC5-A5D278568C45}"/>
              </a:ext>
            </a:extLst>
          </p:cNvPr>
          <p:cNvSpPr/>
          <p:nvPr/>
        </p:nvSpPr>
        <p:spPr>
          <a:xfrm>
            <a:off x="9374735" y="6283250"/>
            <a:ext cx="2090148" cy="144016"/>
          </a:xfrm>
          <a:prstGeom prst="rect">
            <a:avLst/>
          </a:prstGeom>
          <a:solidFill>
            <a:srgbClr val="00206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800" spc="-150" dirty="0">
                <a:solidFill>
                  <a:schemeClr val="bg1"/>
                </a:solidFill>
                <a:latin typeface="+mn-ea"/>
              </a:rPr>
              <a:t>하단 고정 탭 바 영역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2F5A160-D829-6A7E-CB63-5847B587CE7F}"/>
              </a:ext>
            </a:extLst>
          </p:cNvPr>
          <p:cNvSpPr/>
          <p:nvPr/>
        </p:nvSpPr>
        <p:spPr>
          <a:xfrm>
            <a:off x="9433297" y="4644884"/>
            <a:ext cx="727822" cy="82680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EDD9F98-872A-7C4D-7BAE-19E2A42B8D95}"/>
              </a:ext>
            </a:extLst>
          </p:cNvPr>
          <p:cNvSpPr/>
          <p:nvPr/>
        </p:nvSpPr>
        <p:spPr>
          <a:xfrm>
            <a:off x="10225385" y="4646934"/>
            <a:ext cx="727822" cy="82680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42506A-87D7-7797-72E2-A1294C46C42F}"/>
              </a:ext>
            </a:extLst>
          </p:cNvPr>
          <p:cNvSpPr txBox="1"/>
          <p:nvPr/>
        </p:nvSpPr>
        <p:spPr>
          <a:xfrm>
            <a:off x="331194" y="518652"/>
            <a:ext cx="370614" cy="228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7A8D40-5066-A761-5F3A-29FA66ABE547}"/>
              </a:ext>
            </a:extLst>
          </p:cNvPr>
          <p:cNvSpPr txBox="1"/>
          <p:nvPr/>
        </p:nvSpPr>
        <p:spPr>
          <a:xfrm>
            <a:off x="5605857" y="964372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태블릿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BC2FD-01E8-2A64-C153-9ED3CACD5D9D}"/>
              </a:ext>
            </a:extLst>
          </p:cNvPr>
          <p:cNvSpPr txBox="1"/>
          <p:nvPr/>
        </p:nvSpPr>
        <p:spPr>
          <a:xfrm>
            <a:off x="9291022" y="983030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3150684-494A-5537-5A29-295B58A4B663}"/>
              </a:ext>
            </a:extLst>
          </p:cNvPr>
          <p:cNvSpPr/>
          <p:nvPr/>
        </p:nvSpPr>
        <p:spPr>
          <a:xfrm>
            <a:off x="3531817" y="1127993"/>
            <a:ext cx="1430692" cy="106872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이벤트 롤링 배너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8EC9FD-1543-2EFC-EA96-82E94093587D}"/>
              </a:ext>
            </a:extLst>
          </p:cNvPr>
          <p:cNvSpPr txBox="1"/>
          <p:nvPr/>
        </p:nvSpPr>
        <p:spPr>
          <a:xfrm>
            <a:off x="3339647" y="1320417"/>
            <a:ext cx="192412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&gt;</a:t>
            </a:r>
            <a:endParaRPr lang="ko-KR" altLang="en-US" sz="3500" spc="-150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E1F0966-56AA-95A4-E68A-63BB3D383C30}"/>
              </a:ext>
            </a:extLst>
          </p:cNvPr>
          <p:cNvSpPr/>
          <p:nvPr/>
        </p:nvSpPr>
        <p:spPr>
          <a:xfrm>
            <a:off x="3888681" y="3803177"/>
            <a:ext cx="744211" cy="7430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순서도: 연결자 35">
            <a:extLst>
              <a:ext uri="{FF2B5EF4-FFF2-40B4-BE49-F238E27FC236}">
                <a16:creationId xmlns:a16="http://schemas.microsoft.com/office/drawing/2014/main" id="{AE5EE3AA-0DCC-6B81-04D2-E54CC8AD271F}"/>
              </a:ext>
            </a:extLst>
          </p:cNvPr>
          <p:cNvSpPr/>
          <p:nvPr/>
        </p:nvSpPr>
        <p:spPr>
          <a:xfrm>
            <a:off x="4451485" y="3938122"/>
            <a:ext cx="418856" cy="418856"/>
          </a:xfrm>
          <a:prstGeom prst="flowChartConnector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500B0F-2B08-DBB8-FA9B-0D3E5AC322AD}"/>
              </a:ext>
            </a:extLst>
          </p:cNvPr>
          <p:cNvSpPr txBox="1"/>
          <p:nvPr/>
        </p:nvSpPr>
        <p:spPr>
          <a:xfrm>
            <a:off x="4463747" y="3879218"/>
            <a:ext cx="38979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2500" spc="-15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4F85EA0-3BDC-F218-AA2D-59A2E3F46E06}"/>
              </a:ext>
            </a:extLst>
          </p:cNvPr>
          <p:cNvSpPr/>
          <p:nvPr/>
        </p:nvSpPr>
        <p:spPr>
          <a:xfrm>
            <a:off x="754785" y="4860429"/>
            <a:ext cx="1909760" cy="72008"/>
          </a:xfrm>
          <a:prstGeom prst="roundRect">
            <a:avLst/>
          </a:prstGeom>
          <a:solidFill>
            <a:schemeClr val="accent2">
              <a:lumMod val="75000"/>
              <a:alpha val="30000"/>
            </a:scheme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1C9C73-C9E1-013E-F681-A0FD816ECD7D}"/>
              </a:ext>
            </a:extLst>
          </p:cNvPr>
          <p:cNvSpPr txBox="1"/>
          <p:nvPr/>
        </p:nvSpPr>
        <p:spPr>
          <a:xfrm>
            <a:off x="655768" y="4696306"/>
            <a:ext cx="213391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여성 청소년 생리용품 바우처 상품 구경하세요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!</a:t>
            </a:r>
            <a:endParaRPr lang="ko-KR" altLang="en-US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0FB7B1F-8DDD-8206-7875-69A3F87D6B32}"/>
              </a:ext>
            </a:extLst>
          </p:cNvPr>
          <p:cNvSpPr/>
          <p:nvPr/>
        </p:nvSpPr>
        <p:spPr>
          <a:xfrm>
            <a:off x="706634" y="4981229"/>
            <a:ext cx="744211" cy="7430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C53DB937-C8DF-97A6-9B41-A91C116C4E73}"/>
              </a:ext>
            </a:extLst>
          </p:cNvPr>
          <p:cNvSpPr/>
          <p:nvPr/>
        </p:nvSpPr>
        <p:spPr>
          <a:xfrm>
            <a:off x="1498722" y="4988824"/>
            <a:ext cx="744211" cy="7430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741048D-0940-B7A0-1D35-9889EEB37306}"/>
              </a:ext>
            </a:extLst>
          </p:cNvPr>
          <p:cNvSpPr/>
          <p:nvPr/>
        </p:nvSpPr>
        <p:spPr>
          <a:xfrm>
            <a:off x="2290810" y="4981229"/>
            <a:ext cx="744211" cy="7430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E251B76-5DCA-FD9D-3BD7-6E938879E7F7}"/>
              </a:ext>
            </a:extLst>
          </p:cNvPr>
          <p:cNvSpPr/>
          <p:nvPr/>
        </p:nvSpPr>
        <p:spPr>
          <a:xfrm>
            <a:off x="3083105" y="4981370"/>
            <a:ext cx="744211" cy="7430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2A33CA0-F89D-A305-1EF1-C3A3E718C3BA}"/>
              </a:ext>
            </a:extLst>
          </p:cNvPr>
          <p:cNvSpPr/>
          <p:nvPr/>
        </p:nvSpPr>
        <p:spPr>
          <a:xfrm>
            <a:off x="3874986" y="4978208"/>
            <a:ext cx="744211" cy="7430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순서도: 연결자 63">
            <a:extLst>
              <a:ext uri="{FF2B5EF4-FFF2-40B4-BE49-F238E27FC236}">
                <a16:creationId xmlns:a16="http://schemas.microsoft.com/office/drawing/2014/main" id="{88AC2118-A6DD-F758-3725-6C83A547C60B}"/>
              </a:ext>
            </a:extLst>
          </p:cNvPr>
          <p:cNvSpPr/>
          <p:nvPr/>
        </p:nvSpPr>
        <p:spPr>
          <a:xfrm>
            <a:off x="4463354" y="5188504"/>
            <a:ext cx="418856" cy="418856"/>
          </a:xfrm>
          <a:prstGeom prst="flowChartConnector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A2CFAB-A46D-EA4D-AEF2-4E6FD8665F43}"/>
              </a:ext>
            </a:extLst>
          </p:cNvPr>
          <p:cNvSpPr txBox="1"/>
          <p:nvPr/>
        </p:nvSpPr>
        <p:spPr>
          <a:xfrm>
            <a:off x="4475616" y="5129600"/>
            <a:ext cx="38979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2500" spc="-15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65C34F-F96B-1C64-06A0-3A51E2B93FB2}"/>
              </a:ext>
            </a:extLst>
          </p:cNvPr>
          <p:cNvSpPr txBox="1"/>
          <p:nvPr/>
        </p:nvSpPr>
        <p:spPr>
          <a:xfrm>
            <a:off x="2169775" y="2411839"/>
            <a:ext cx="109196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카테고리별 상품 찾기</a:t>
            </a:r>
            <a:endParaRPr lang="ko-KR" altLang="en-US" sz="9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37B2186-C899-7B19-7BA1-9B81A2E3F5FF}"/>
              </a:ext>
            </a:extLst>
          </p:cNvPr>
          <p:cNvSpPr txBox="1"/>
          <p:nvPr/>
        </p:nvSpPr>
        <p:spPr>
          <a:xfrm>
            <a:off x="5580002" y="3591459"/>
            <a:ext cx="18710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여성 청소년 생리용품 바우처 상품 구경하세요</a:t>
            </a:r>
            <a:r>
              <a:rPr lang="en-US" altLang="ko-KR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!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445B0983-3E88-E5A0-6DA0-28DCDCD00F64}"/>
              </a:ext>
            </a:extLst>
          </p:cNvPr>
          <p:cNvSpPr/>
          <p:nvPr/>
        </p:nvSpPr>
        <p:spPr>
          <a:xfrm>
            <a:off x="5683469" y="3720172"/>
            <a:ext cx="1796838" cy="49016"/>
          </a:xfrm>
          <a:prstGeom prst="roundRect">
            <a:avLst/>
          </a:prstGeom>
          <a:solidFill>
            <a:srgbClr val="C0000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8" name="순서도: 연결자 87">
            <a:extLst>
              <a:ext uri="{FF2B5EF4-FFF2-40B4-BE49-F238E27FC236}">
                <a16:creationId xmlns:a16="http://schemas.microsoft.com/office/drawing/2014/main" id="{BA9A97C0-5298-D431-A9FF-3768D0CD58A4}"/>
              </a:ext>
            </a:extLst>
          </p:cNvPr>
          <p:cNvSpPr/>
          <p:nvPr/>
        </p:nvSpPr>
        <p:spPr>
          <a:xfrm>
            <a:off x="8461171" y="3175514"/>
            <a:ext cx="418856" cy="418856"/>
          </a:xfrm>
          <a:prstGeom prst="flowChartConnector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1A7A154-014A-B005-615E-30FD65EE2A97}"/>
              </a:ext>
            </a:extLst>
          </p:cNvPr>
          <p:cNvSpPr txBox="1"/>
          <p:nvPr/>
        </p:nvSpPr>
        <p:spPr>
          <a:xfrm>
            <a:off x="8473433" y="3116610"/>
            <a:ext cx="38979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2500" spc="-15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2" name="순서도: 연결자 91">
            <a:extLst>
              <a:ext uri="{FF2B5EF4-FFF2-40B4-BE49-F238E27FC236}">
                <a16:creationId xmlns:a16="http://schemas.microsoft.com/office/drawing/2014/main" id="{48C1389C-35C2-FC00-C381-F2ED3EA0C5BF}"/>
              </a:ext>
            </a:extLst>
          </p:cNvPr>
          <p:cNvSpPr/>
          <p:nvPr/>
        </p:nvSpPr>
        <p:spPr>
          <a:xfrm>
            <a:off x="8473040" y="3767205"/>
            <a:ext cx="418856" cy="418856"/>
          </a:xfrm>
          <a:prstGeom prst="flowChartConnector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6138845-7AD3-3C0F-0F3B-7BA971ED7298}"/>
              </a:ext>
            </a:extLst>
          </p:cNvPr>
          <p:cNvSpPr txBox="1"/>
          <p:nvPr/>
        </p:nvSpPr>
        <p:spPr>
          <a:xfrm>
            <a:off x="8485302" y="3708301"/>
            <a:ext cx="38979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2500" spc="-15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F6BC7F6C-9C78-5ECD-24C8-5D399E24BC0F}"/>
              </a:ext>
            </a:extLst>
          </p:cNvPr>
          <p:cNvSpPr/>
          <p:nvPr/>
        </p:nvSpPr>
        <p:spPr>
          <a:xfrm>
            <a:off x="11015501" y="3292077"/>
            <a:ext cx="439087" cy="82680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12EF1562-6F47-296A-0648-4A4A68B0D570}"/>
              </a:ext>
            </a:extLst>
          </p:cNvPr>
          <p:cNvSpPr/>
          <p:nvPr/>
        </p:nvSpPr>
        <p:spPr>
          <a:xfrm>
            <a:off x="11012542" y="4653110"/>
            <a:ext cx="439087" cy="82680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72C8719C-67BF-BC15-826E-76026F9AD26F}"/>
              </a:ext>
            </a:extLst>
          </p:cNvPr>
          <p:cNvCxnSpPr>
            <a:cxnSpLocks/>
          </p:cNvCxnSpPr>
          <p:nvPr/>
        </p:nvCxnSpPr>
        <p:spPr>
          <a:xfrm>
            <a:off x="9315484" y="3479691"/>
            <a:ext cx="2278053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>
            <a:extLst>
              <a:ext uri="{FF2B5EF4-FFF2-40B4-BE49-F238E27FC236}">
                <a16:creationId xmlns:a16="http://schemas.microsoft.com/office/drawing/2014/main" id="{175E8DB1-FCB0-764C-625A-F651131FC1BA}"/>
              </a:ext>
            </a:extLst>
          </p:cNvPr>
          <p:cNvCxnSpPr>
            <a:cxnSpLocks/>
          </p:cNvCxnSpPr>
          <p:nvPr/>
        </p:nvCxnSpPr>
        <p:spPr>
          <a:xfrm>
            <a:off x="9291022" y="4860429"/>
            <a:ext cx="2278053" cy="0"/>
          </a:xfrm>
          <a:prstGeom prst="straightConnector1">
            <a:avLst/>
          </a:prstGeom>
          <a:ln w="63500">
            <a:solidFill>
              <a:srgbClr val="234DD3">
                <a:alpha val="30000"/>
              </a:srgb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63656D0A-A594-727C-4BAA-1B0028BB14E6}"/>
              </a:ext>
            </a:extLst>
          </p:cNvPr>
          <p:cNvSpPr txBox="1"/>
          <p:nvPr/>
        </p:nvSpPr>
        <p:spPr>
          <a:xfrm>
            <a:off x="9336244" y="4428961"/>
            <a:ext cx="172996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여성 청소년 생리용품 바우처 상품 구경하세요</a:t>
            </a:r>
            <a:r>
              <a:rPr lang="en-US" altLang="ko-KR" sz="7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!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3CD7554C-8AE4-CBA2-7BB1-0A3BAA44C118}"/>
              </a:ext>
            </a:extLst>
          </p:cNvPr>
          <p:cNvSpPr/>
          <p:nvPr/>
        </p:nvSpPr>
        <p:spPr>
          <a:xfrm>
            <a:off x="9464756" y="4557674"/>
            <a:ext cx="1796838" cy="49016"/>
          </a:xfrm>
          <a:prstGeom prst="roundRect">
            <a:avLst/>
          </a:prstGeom>
          <a:solidFill>
            <a:srgbClr val="C00000">
              <a:alpha val="30000"/>
            </a:srgbClr>
          </a:solidFill>
          <a:ln w="3175">
            <a:solidFill>
              <a:srgbClr val="0070C0">
                <a:alpha val="3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862E983-7469-8024-6F41-853C51DA4351}"/>
              </a:ext>
            </a:extLst>
          </p:cNvPr>
          <p:cNvSpPr txBox="1"/>
          <p:nvPr/>
        </p:nvSpPr>
        <p:spPr>
          <a:xfrm>
            <a:off x="4217746" y="3564745"/>
            <a:ext cx="4940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 보기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C0C1DC4-59A6-A0CF-FF1A-F5DBF09B9692}"/>
              </a:ext>
            </a:extLst>
          </p:cNvPr>
          <p:cNvSpPr txBox="1"/>
          <p:nvPr/>
        </p:nvSpPr>
        <p:spPr>
          <a:xfrm>
            <a:off x="8324084" y="2973971"/>
            <a:ext cx="4090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 보기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483F038-86A3-75A9-3033-6656DF91D98B}"/>
              </a:ext>
            </a:extLst>
          </p:cNvPr>
          <p:cNvSpPr txBox="1"/>
          <p:nvPr/>
        </p:nvSpPr>
        <p:spPr>
          <a:xfrm>
            <a:off x="4202151" y="4689214"/>
            <a:ext cx="4940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 보기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902BDFE-76A0-DC92-D5BF-89F1E98C5848}"/>
              </a:ext>
            </a:extLst>
          </p:cNvPr>
          <p:cNvSpPr txBox="1"/>
          <p:nvPr/>
        </p:nvSpPr>
        <p:spPr>
          <a:xfrm>
            <a:off x="8290344" y="3613738"/>
            <a:ext cx="4090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 보기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0B8F992-4646-CA50-798C-BEF37CEF4768}"/>
              </a:ext>
            </a:extLst>
          </p:cNvPr>
          <p:cNvSpPr txBox="1"/>
          <p:nvPr/>
        </p:nvSpPr>
        <p:spPr>
          <a:xfrm>
            <a:off x="10646109" y="2691358"/>
            <a:ext cx="234360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5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</a:t>
            </a:r>
            <a:endParaRPr lang="ko-KR" altLang="en-US" sz="75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E632729-AA31-48CE-549B-FC97EAE534F3}"/>
              </a:ext>
            </a:extLst>
          </p:cNvPr>
          <p:cNvSpPr txBox="1"/>
          <p:nvPr/>
        </p:nvSpPr>
        <p:spPr>
          <a:xfrm>
            <a:off x="11245491" y="2988221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</a:t>
            </a:r>
            <a:endParaRPr lang="ko-KR" altLang="en-US" sz="12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9D751B59-CA43-6AEF-31C3-2046ED4F604E}"/>
              </a:ext>
            </a:extLst>
          </p:cNvPr>
          <p:cNvSpPr txBox="1"/>
          <p:nvPr/>
        </p:nvSpPr>
        <p:spPr>
          <a:xfrm>
            <a:off x="11245491" y="4412133"/>
            <a:ext cx="2760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&gt;</a:t>
            </a:r>
            <a:endParaRPr lang="ko-KR" altLang="en-US" sz="12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4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6095E-C0F3-9799-DE6E-28933DD0A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D168D1-3A09-F511-20AC-0CD5B5CDBFD4}"/>
              </a:ext>
            </a:extLst>
          </p:cNvPr>
          <p:cNvSpPr txBox="1"/>
          <p:nvPr/>
        </p:nvSpPr>
        <p:spPr>
          <a:xfrm>
            <a:off x="5609498" y="2700189"/>
            <a:ext cx="1765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600" u="sng" spc="-150" dirty="0">
                <a:latin typeface="맑은 고딕" panose="020B0503020000020004" pitchFamily="50" charset="-127"/>
              </a:rPr>
              <a:t>PC_</a:t>
            </a:r>
            <a:r>
              <a:rPr lang="ko-KR" altLang="en-US" sz="3600" u="sng" spc="-150" dirty="0">
                <a:latin typeface="맑은 고딕" panose="020B0503020000020004" pitchFamily="50" charset="-127"/>
              </a:rPr>
              <a:t>메인</a:t>
            </a:r>
            <a:endParaRPr lang="en-US" altLang="ko-KR" sz="3600" u="sng" spc="-1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5062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88671-E9AE-25B0-1DBB-EA9C7BCA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5A0CD51C-931D-A75D-3DA3-48ABF1FF90A2}"/>
              </a:ext>
            </a:extLst>
          </p:cNvPr>
          <p:cNvSpPr/>
          <p:nvPr/>
        </p:nvSpPr>
        <p:spPr>
          <a:xfrm>
            <a:off x="1440409" y="1024369"/>
            <a:ext cx="4711383" cy="18002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294D0F-2BFC-3FB9-8ABC-A7CD55B7025E}"/>
              </a:ext>
            </a:extLst>
          </p:cNvPr>
          <p:cNvSpPr txBox="1"/>
          <p:nvPr/>
        </p:nvSpPr>
        <p:spPr>
          <a:xfrm>
            <a:off x="1307907" y="78285"/>
            <a:ext cx="3770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109981-FB72-1978-22A2-F7986BCBFBAA}"/>
              </a:ext>
            </a:extLst>
          </p:cNvPr>
          <p:cNvSpPr txBox="1"/>
          <p:nvPr/>
        </p:nvSpPr>
        <p:spPr>
          <a:xfrm>
            <a:off x="1302717" y="330494"/>
            <a:ext cx="17187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https://www.vouchermall.co.kr/main/main.do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688B0F-9531-2EC0-DAB6-1F534E392567}"/>
              </a:ext>
            </a:extLst>
          </p:cNvPr>
          <p:cNvSpPr/>
          <p:nvPr/>
        </p:nvSpPr>
        <p:spPr>
          <a:xfrm>
            <a:off x="7921129" y="58428"/>
            <a:ext cx="95090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CH-U-MA-00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9FEFA-DE39-D2B1-5819-0E708C51B7AC}"/>
              </a:ext>
            </a:extLst>
          </p:cNvPr>
          <p:cNvSpPr txBox="1"/>
          <p:nvPr/>
        </p:nvSpPr>
        <p:spPr>
          <a:xfrm>
            <a:off x="10786816" y="84128"/>
            <a:ext cx="74892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2026.06.22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4139D-D470-BB7A-BC4E-FEC3289FFF82}"/>
              </a:ext>
            </a:extLst>
          </p:cNvPr>
          <p:cNvSpPr txBox="1"/>
          <p:nvPr/>
        </p:nvSpPr>
        <p:spPr>
          <a:xfrm>
            <a:off x="10801449" y="30911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고풀잎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" name="Group 59">
            <a:extLst>
              <a:ext uri="{FF2B5EF4-FFF2-40B4-BE49-F238E27FC236}">
                <a16:creationId xmlns:a16="http://schemas.microsoft.com/office/drawing/2014/main" id="{5B0B3F3A-BF1F-818B-331B-F601E4895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28363"/>
              </p:ext>
            </p:extLst>
          </p:nvPr>
        </p:nvGraphicFramePr>
        <p:xfrm>
          <a:off x="10128399" y="623854"/>
          <a:ext cx="2850436" cy="5978907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GNB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영역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선택 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2depth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첫번째 페이지로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2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검색 페이지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My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–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내 정보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화면으로 연결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아이콘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레이아웃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버튼으로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lvl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로그인 후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-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화면으로 연결</a:t>
                      </a: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3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기획전 상단 고정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타이틀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기획전 기간 출력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좌 우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롤링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배너 노출 순서 출력</a:t>
                      </a:r>
                      <a:endParaRPr lang="en-US" altLang="ko-KR" sz="800" b="0" u="none" kern="0" spc="-1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4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텍스트 배너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2depth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해당 화면으로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5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별 인기 상품 목록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1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기저귀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조제분유 지원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바우처 유형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2 :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여성청소년 생리 용품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썸네일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브랜드명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상품명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용량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+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가격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 구매 버튼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6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최근 본 상품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(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최대 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3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 출력</a:t>
                      </a: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)</a:t>
                      </a: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해당 상품 페이지 이동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6-2 TOP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네비게이션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화면 스크롤 업 기능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7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담기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장바구니 담기 기능</a:t>
                      </a: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7-2 </a:t>
                      </a:r>
                      <a:r>
                        <a:rPr lang="ko-KR" altLang="en-US" sz="800" b="1" u="sng" kern="0" spc="-150" baseline="0" dirty="0" err="1">
                          <a:solidFill>
                            <a:schemeClr val="tx1"/>
                          </a:solidFill>
                          <a:latin typeface="+mn-ea"/>
                        </a:rPr>
                        <a:t>바로구매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버튼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클릭 시 </a:t>
                      </a:r>
                      <a:r>
                        <a:rPr lang="en-US" altLang="ko-KR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800" b="0" u="none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주문서 작성 페이지로 이동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179A69E6-5BAB-04DC-6ED6-418FDB4FD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550" y="763750"/>
            <a:ext cx="629913" cy="211961"/>
          </a:xfrm>
          <a:prstGeom prst="rect">
            <a:avLst/>
          </a:prstGeom>
        </p:spPr>
      </p:pic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D04624F7-BDCF-E611-5FED-6BBF2A7379FF}"/>
              </a:ext>
            </a:extLst>
          </p:cNvPr>
          <p:cNvGrpSpPr/>
          <p:nvPr/>
        </p:nvGrpSpPr>
        <p:grpSpPr>
          <a:xfrm>
            <a:off x="1338667" y="4092166"/>
            <a:ext cx="3251211" cy="276999"/>
            <a:chOff x="420053" y="3671297"/>
            <a:chExt cx="3251211" cy="27699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6E07925-961E-B562-3766-E41DE3ABF5D3}"/>
                </a:ext>
              </a:extLst>
            </p:cNvPr>
            <p:cNvSpPr txBox="1"/>
            <p:nvPr/>
          </p:nvSpPr>
          <p:spPr>
            <a:xfrm>
              <a:off x="420053" y="3671297"/>
              <a:ext cx="32512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기저귀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조제분유 지원 바우처로 구매가능한 상품은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?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27A579E2-8F93-C51B-B34A-F5DD9485052E}"/>
                </a:ext>
              </a:extLst>
            </p:cNvPr>
            <p:cNvSpPr/>
            <p:nvPr/>
          </p:nvSpPr>
          <p:spPr>
            <a:xfrm>
              <a:off x="521794" y="3804280"/>
              <a:ext cx="3059997" cy="68939"/>
            </a:xfrm>
            <a:prstGeom prst="roundRect">
              <a:avLst/>
            </a:prstGeom>
            <a:solidFill>
              <a:srgbClr val="0070C0">
                <a:alpha val="30000"/>
              </a:srgb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DB10E2F3-361B-ABF1-F42A-56F29D7CEB25}"/>
              </a:ext>
            </a:extLst>
          </p:cNvPr>
          <p:cNvSpPr/>
          <p:nvPr/>
        </p:nvSpPr>
        <p:spPr>
          <a:xfrm>
            <a:off x="1454758" y="4400960"/>
            <a:ext cx="1163519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5EDB728-F6B3-1886-9073-46F2E327EC9E}"/>
              </a:ext>
            </a:extLst>
          </p:cNvPr>
          <p:cNvSpPr txBox="1"/>
          <p:nvPr/>
        </p:nvSpPr>
        <p:spPr>
          <a:xfrm>
            <a:off x="1338667" y="5385119"/>
            <a:ext cx="153757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ko-KR" sz="750" b="0" i="0" dirty="0" err="1">
                <a:solidFill>
                  <a:srgbClr val="333333"/>
                </a:solidFill>
                <a:effectLst/>
                <a:latin typeface="+mn-ea"/>
              </a:rPr>
              <a:t>마미포코</a:t>
            </a:r>
            <a:r>
              <a:rPr lang="ko-KR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  <a:endParaRPr lang="en-US" altLang="ko-KR" sz="750" b="0" i="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슈퍼컴포트팬티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특대형 여아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…..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endParaRPr lang="en-US" altLang="ko-KR" sz="800" b="0" i="0" spc="-150" dirty="0">
              <a:solidFill>
                <a:srgbClr val="333333"/>
              </a:solidFill>
              <a:effectLst/>
              <a:latin typeface="+mn-ea"/>
            </a:endParaRPr>
          </a:p>
          <a:p>
            <a:pPr algn="l" fontAlgn="t">
              <a:buNone/>
            </a:pP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36P </a:t>
            </a:r>
            <a:r>
              <a:rPr lang="ko-KR" altLang="ko-KR" sz="800" b="0" i="0" spc="-150" dirty="0" err="1">
                <a:solidFill>
                  <a:srgbClr val="333333"/>
                </a:solidFill>
                <a:effectLst/>
                <a:latin typeface="+mn-ea"/>
              </a:rPr>
              <a:t>x</a:t>
            </a:r>
            <a:r>
              <a:rPr lang="ko-KR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 3팩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3941AB-EC50-79EF-D746-B4BC87A9CFE7}"/>
              </a:ext>
            </a:extLst>
          </p:cNvPr>
          <p:cNvSpPr txBox="1"/>
          <p:nvPr/>
        </p:nvSpPr>
        <p:spPr>
          <a:xfrm>
            <a:off x="1367659" y="5698792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spc="-150" dirty="0">
                <a:solidFill>
                  <a:srgbClr val="333333"/>
                </a:solidFill>
                <a:latin typeface="+mn-ea"/>
              </a:rPr>
              <a:t>69,900</a:t>
            </a:r>
            <a:r>
              <a:rPr lang="ko-KR" altLang="en-US" sz="900" b="1" i="0" spc="-15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822705-32E1-005C-17B8-6272079C995F}"/>
              </a:ext>
            </a:extLst>
          </p:cNvPr>
          <p:cNvSpPr txBox="1"/>
          <p:nvPr/>
        </p:nvSpPr>
        <p:spPr>
          <a:xfrm>
            <a:off x="2039117" y="755973"/>
            <a:ext cx="12378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   상품     커뮤니티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91716E1-DEFD-ECCF-2633-F67276653688}"/>
              </a:ext>
            </a:extLst>
          </p:cNvPr>
          <p:cNvSpPr/>
          <p:nvPr/>
        </p:nvSpPr>
        <p:spPr>
          <a:xfrm>
            <a:off x="6233980" y="1034668"/>
            <a:ext cx="1812053" cy="17853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B7CA5A32-E978-D9A9-7E82-F6C5831F9F1D}"/>
              </a:ext>
            </a:extLst>
          </p:cNvPr>
          <p:cNvGrpSpPr/>
          <p:nvPr/>
        </p:nvGrpSpPr>
        <p:grpSpPr>
          <a:xfrm>
            <a:off x="7379319" y="795356"/>
            <a:ext cx="613818" cy="172355"/>
            <a:chOff x="6582398" y="795356"/>
            <a:chExt cx="613818" cy="172355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D5C0846F-A765-59D4-3D15-8C51F93B886E}"/>
                </a:ext>
              </a:extLst>
            </p:cNvPr>
            <p:cNvGrpSpPr/>
            <p:nvPr/>
          </p:nvGrpSpPr>
          <p:grpSpPr>
            <a:xfrm>
              <a:off x="6805795" y="795356"/>
              <a:ext cx="390421" cy="172355"/>
              <a:chOff x="6548593" y="711082"/>
              <a:chExt cx="652456" cy="288032"/>
            </a:xfrm>
          </p:grpSpPr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63625E45-4FB5-DA21-CB14-201D87E079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29443" y="711082"/>
                <a:ext cx="271606" cy="264061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EBC576A5-3D7C-E6AC-FFE7-D76E98CD2E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37124" t="19832" r="40203" b="17169"/>
              <a:stretch>
                <a:fillRect/>
              </a:stretch>
            </p:blipFill>
            <p:spPr>
              <a:xfrm>
                <a:off x="6548593" y="711082"/>
                <a:ext cx="384412" cy="288032"/>
              </a:xfrm>
              <a:prstGeom prst="rect">
                <a:avLst/>
              </a:prstGeom>
            </p:spPr>
          </p:pic>
        </p:grpSp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34448A32-D184-99B4-63E5-62AAEB430A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9832" r="76394" b="17169"/>
            <a:stretch>
              <a:fillRect/>
            </a:stretch>
          </p:blipFill>
          <p:spPr>
            <a:xfrm>
              <a:off x="6582398" y="798882"/>
              <a:ext cx="232970" cy="167661"/>
            </a:xfrm>
            <a:prstGeom prst="rect">
              <a:avLst/>
            </a:prstGeom>
          </p:spPr>
        </p:pic>
      </p:grp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0439C5C8-C359-8C7E-B20E-8D8F3B3CF41C}"/>
              </a:ext>
            </a:extLst>
          </p:cNvPr>
          <p:cNvSpPr/>
          <p:nvPr/>
        </p:nvSpPr>
        <p:spPr>
          <a:xfrm>
            <a:off x="6913017" y="2593424"/>
            <a:ext cx="542175" cy="156819"/>
          </a:xfrm>
          <a:prstGeom prst="round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1/5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11" name="모서리가 둥근 직사각형 114">
            <a:extLst>
              <a:ext uri="{FF2B5EF4-FFF2-40B4-BE49-F238E27FC236}">
                <a16:creationId xmlns:a16="http://schemas.microsoft.com/office/drawing/2014/main" id="{5DBB0AA5-00DE-5445-2E6A-B6903FAB63C0}"/>
              </a:ext>
            </a:extLst>
          </p:cNvPr>
          <p:cNvSpPr/>
          <p:nvPr/>
        </p:nvSpPr>
        <p:spPr>
          <a:xfrm>
            <a:off x="3170879" y="707149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3" name="모서리가 둥근 직사각형 114">
            <a:extLst>
              <a:ext uri="{FF2B5EF4-FFF2-40B4-BE49-F238E27FC236}">
                <a16:creationId xmlns:a16="http://schemas.microsoft.com/office/drawing/2014/main" id="{C6EBD9E0-698D-6CD3-C373-A1F36D1D4FF5}"/>
              </a:ext>
            </a:extLst>
          </p:cNvPr>
          <p:cNvSpPr/>
          <p:nvPr/>
        </p:nvSpPr>
        <p:spPr>
          <a:xfrm>
            <a:off x="8056140" y="726874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5" name="모서리가 둥근 직사각형 114">
            <a:extLst>
              <a:ext uri="{FF2B5EF4-FFF2-40B4-BE49-F238E27FC236}">
                <a16:creationId xmlns:a16="http://schemas.microsoft.com/office/drawing/2014/main" id="{EACD3F84-A700-AFF3-843F-CFE4946DC61A}"/>
              </a:ext>
            </a:extLst>
          </p:cNvPr>
          <p:cNvSpPr/>
          <p:nvPr/>
        </p:nvSpPr>
        <p:spPr>
          <a:xfrm>
            <a:off x="5674139" y="110609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7" name="모서리가 둥근 직사각형 114">
            <a:extLst>
              <a:ext uri="{FF2B5EF4-FFF2-40B4-BE49-F238E27FC236}">
                <a16:creationId xmlns:a16="http://schemas.microsoft.com/office/drawing/2014/main" id="{84F7B4BE-95FF-2091-7AC5-E3ECCEA9C4A3}"/>
              </a:ext>
            </a:extLst>
          </p:cNvPr>
          <p:cNvSpPr/>
          <p:nvPr/>
        </p:nvSpPr>
        <p:spPr>
          <a:xfrm>
            <a:off x="8234954" y="165460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19" name="모서리가 둥근 직사각형 114">
            <a:extLst>
              <a:ext uri="{FF2B5EF4-FFF2-40B4-BE49-F238E27FC236}">
                <a16:creationId xmlns:a16="http://schemas.microsoft.com/office/drawing/2014/main" id="{CB4C37BD-E441-9EE4-674B-D2F206150D35}"/>
              </a:ext>
            </a:extLst>
          </p:cNvPr>
          <p:cNvSpPr/>
          <p:nvPr/>
        </p:nvSpPr>
        <p:spPr>
          <a:xfrm>
            <a:off x="7959248" y="241851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3-3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21A412C4-28E3-6F12-6EF0-AD899A1D08E0}"/>
              </a:ext>
            </a:extLst>
          </p:cNvPr>
          <p:cNvSpPr/>
          <p:nvPr/>
        </p:nvSpPr>
        <p:spPr>
          <a:xfrm>
            <a:off x="69715" y="6450787"/>
            <a:ext cx="9990652" cy="209842"/>
          </a:xfrm>
          <a:prstGeom prst="rect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  <a:latin typeface="+mn-ea"/>
              </a:rPr>
              <a:t>▼</a:t>
            </a:r>
            <a:r>
              <a:rPr lang="ko-KR" altLang="en-US" sz="900" dirty="0">
                <a:solidFill>
                  <a:schemeClr val="bg1"/>
                </a:solidFill>
                <a:latin typeface="+mn-ea"/>
                <a:ea typeface="+mn-ea"/>
              </a:rPr>
              <a:t> 다음 페이지에서 이어짐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4A304C1E-9B73-752C-4515-6F62EBB33A72}"/>
              </a:ext>
            </a:extLst>
          </p:cNvPr>
          <p:cNvSpPr/>
          <p:nvPr/>
        </p:nvSpPr>
        <p:spPr>
          <a:xfrm>
            <a:off x="8326803" y="2721277"/>
            <a:ext cx="427764" cy="1553762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D711F5A-AC34-4740-341B-2C24730FCCDF}"/>
              </a:ext>
            </a:extLst>
          </p:cNvPr>
          <p:cNvSpPr txBox="1"/>
          <p:nvPr/>
        </p:nvSpPr>
        <p:spPr>
          <a:xfrm>
            <a:off x="8246585" y="2758287"/>
            <a:ext cx="5629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본 상품</a:t>
            </a:r>
          </a:p>
        </p:txBody>
      </p:sp>
      <p:sp>
        <p:nvSpPr>
          <p:cNvPr id="160" name="순서도: 연결자 159">
            <a:extLst>
              <a:ext uri="{FF2B5EF4-FFF2-40B4-BE49-F238E27FC236}">
                <a16:creationId xmlns:a16="http://schemas.microsoft.com/office/drawing/2014/main" id="{D28D99A1-8412-B462-E037-16A928603DC1}"/>
              </a:ext>
            </a:extLst>
          </p:cNvPr>
          <p:cNvSpPr/>
          <p:nvPr/>
        </p:nvSpPr>
        <p:spPr>
          <a:xfrm>
            <a:off x="8356594" y="2985786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2" name="순서도: 연결자 161">
            <a:extLst>
              <a:ext uri="{FF2B5EF4-FFF2-40B4-BE49-F238E27FC236}">
                <a16:creationId xmlns:a16="http://schemas.microsoft.com/office/drawing/2014/main" id="{4A422652-1CF7-E5E5-3793-9718BDE7FC4D}"/>
              </a:ext>
            </a:extLst>
          </p:cNvPr>
          <p:cNvSpPr/>
          <p:nvPr/>
        </p:nvSpPr>
        <p:spPr>
          <a:xfrm>
            <a:off x="8348515" y="339173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4" name="순서도: 연결자 163">
            <a:extLst>
              <a:ext uri="{FF2B5EF4-FFF2-40B4-BE49-F238E27FC236}">
                <a16:creationId xmlns:a16="http://schemas.microsoft.com/office/drawing/2014/main" id="{72C41E8C-4442-B734-78FD-E59BAB601B38}"/>
              </a:ext>
            </a:extLst>
          </p:cNvPr>
          <p:cNvSpPr/>
          <p:nvPr/>
        </p:nvSpPr>
        <p:spPr>
          <a:xfrm>
            <a:off x="8348515" y="3805963"/>
            <a:ext cx="384340" cy="384340"/>
          </a:xfrm>
          <a:prstGeom prst="flowChartConnector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B12B6A26-9704-154A-C18D-2003486FC651}"/>
              </a:ext>
            </a:extLst>
          </p:cNvPr>
          <p:cNvSpPr/>
          <p:nvPr/>
        </p:nvSpPr>
        <p:spPr>
          <a:xfrm>
            <a:off x="8532406" y="262818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00843D72-8B90-B631-082D-EE1F6A65F83B}"/>
              </a:ext>
            </a:extLst>
          </p:cNvPr>
          <p:cNvSpPr/>
          <p:nvPr/>
        </p:nvSpPr>
        <p:spPr>
          <a:xfrm>
            <a:off x="8643487" y="420245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6-2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순서도: 연결자 169">
            <a:extLst>
              <a:ext uri="{FF2B5EF4-FFF2-40B4-BE49-F238E27FC236}">
                <a16:creationId xmlns:a16="http://schemas.microsoft.com/office/drawing/2014/main" id="{CB57B217-2FD6-3960-8808-387775733793}"/>
              </a:ext>
            </a:extLst>
          </p:cNvPr>
          <p:cNvSpPr/>
          <p:nvPr/>
        </p:nvSpPr>
        <p:spPr>
          <a:xfrm>
            <a:off x="8356594" y="4296646"/>
            <a:ext cx="384340" cy="384340"/>
          </a:xfrm>
          <a:prstGeom prst="flowChartConnector">
            <a:avLst/>
          </a:prstGeom>
          <a:solidFill>
            <a:srgbClr val="0070C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^</a:t>
            </a:r>
          </a:p>
          <a:p>
            <a:pPr algn="ctr"/>
            <a:r>
              <a:rPr lang="en-US" altLang="ko-KR" sz="700" dirty="0">
                <a:solidFill>
                  <a:schemeClr val="bg1"/>
                </a:solidFill>
              </a:rPr>
              <a:t>TOP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72E7C-E1BD-CC67-7774-7778CC3074EE}"/>
              </a:ext>
            </a:extLst>
          </p:cNvPr>
          <p:cNvSpPr txBox="1"/>
          <p:nvPr/>
        </p:nvSpPr>
        <p:spPr>
          <a:xfrm>
            <a:off x="1451533" y="4407038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A57E2AD-75E7-C86E-3C7F-D7464FA0ED41}"/>
              </a:ext>
            </a:extLst>
          </p:cNvPr>
          <p:cNvSpPr txBox="1"/>
          <p:nvPr/>
        </p:nvSpPr>
        <p:spPr>
          <a:xfrm>
            <a:off x="6202604" y="1106092"/>
            <a:ext cx="1027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 돌아온 </a:t>
            </a:r>
            <a:endParaRPr lang="en-US" altLang="ko-KR" sz="12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sz="12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페이백</a:t>
            </a:r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이벤트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8AC318-3216-9830-A1D7-AF3B98C7D23E}"/>
              </a:ext>
            </a:extLst>
          </p:cNvPr>
          <p:cNvSpPr txBox="1"/>
          <p:nvPr/>
        </p:nvSpPr>
        <p:spPr>
          <a:xfrm>
            <a:off x="5904488" y="1508950"/>
            <a:ext cx="2428870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500" spc="-15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            &gt;</a:t>
            </a:r>
            <a:endParaRPr lang="ko-KR" altLang="en-US" sz="3500" spc="-15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6711F3-8111-EF6B-4096-C78FEA5ACF0B}"/>
              </a:ext>
            </a:extLst>
          </p:cNvPr>
          <p:cNvSpPr txBox="1"/>
          <p:nvPr/>
        </p:nvSpPr>
        <p:spPr>
          <a:xfrm>
            <a:off x="6216486" y="1530223"/>
            <a:ext cx="912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spc="-150" dirty="0"/>
              <a:t>기저귀 구매하고 </a:t>
            </a:r>
            <a:endParaRPr lang="en-US" altLang="ko-KR" sz="800" spc="-150" dirty="0"/>
          </a:p>
          <a:p>
            <a:r>
              <a:rPr lang="ko-KR" altLang="en-US" sz="800" spc="-150" dirty="0"/>
              <a:t>네이버페이 받자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D64D7A3-6E7C-5EF7-F835-4771DFD00289}"/>
              </a:ext>
            </a:extLst>
          </p:cNvPr>
          <p:cNvSpPr/>
          <p:nvPr/>
        </p:nvSpPr>
        <p:spPr>
          <a:xfrm>
            <a:off x="1451533" y="5196449"/>
            <a:ext cx="1163519" cy="18866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6406CD23-03AF-34B6-E5A7-190FABA997BE}"/>
              </a:ext>
            </a:extLst>
          </p:cNvPr>
          <p:cNvGrpSpPr/>
          <p:nvPr/>
        </p:nvGrpSpPr>
        <p:grpSpPr>
          <a:xfrm>
            <a:off x="1454758" y="5201882"/>
            <a:ext cx="1160294" cy="177354"/>
            <a:chOff x="2878982" y="5932470"/>
            <a:chExt cx="1160294" cy="17735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BCAAD7DF-6E5F-43E5-061B-F09941DF7A7B}"/>
                </a:ext>
              </a:extLst>
            </p:cNvPr>
            <p:cNvSpPr/>
            <p:nvPr/>
          </p:nvSpPr>
          <p:spPr>
            <a:xfrm>
              <a:off x="2878982" y="5932470"/>
              <a:ext cx="597442" cy="17735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AAFE849-8642-DFDC-2730-BE5808393584}"/>
                </a:ext>
              </a:extLst>
            </p:cNvPr>
            <p:cNvSpPr/>
            <p:nvPr/>
          </p:nvSpPr>
          <p:spPr>
            <a:xfrm>
              <a:off x="3464363" y="5932470"/>
              <a:ext cx="574913" cy="17735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7AF1F7B-FD21-0090-56AC-687C4C5557B8}"/>
              </a:ext>
            </a:extLst>
          </p:cNvPr>
          <p:cNvSpPr/>
          <p:nvPr/>
        </p:nvSpPr>
        <p:spPr>
          <a:xfrm>
            <a:off x="2826000" y="4404049"/>
            <a:ext cx="1163519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479530-44FB-514F-2F74-6D60702BE07A}"/>
              </a:ext>
            </a:extLst>
          </p:cNvPr>
          <p:cNvSpPr txBox="1"/>
          <p:nvPr/>
        </p:nvSpPr>
        <p:spPr>
          <a:xfrm>
            <a:off x="2662794" y="5396044"/>
            <a:ext cx="153757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>
                <a:solidFill>
                  <a:srgbClr val="333333"/>
                </a:solidFill>
                <a:effectLst/>
                <a:latin typeface="+mn-ea"/>
              </a:rPr>
              <a:t>임페리얼</a:t>
            </a:r>
            <a:r>
              <a:rPr lang="en-US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</a:p>
          <a:p>
            <a:pPr algn="l" fontAlgn="t">
              <a:buNone/>
            </a:pP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남양 임페리얼 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XIO 4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단계 </a:t>
            </a:r>
          </a:p>
          <a:p>
            <a:pPr algn="l" fontAlgn="t">
              <a:buNone/>
            </a:pP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800g x 3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캔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471C81-741A-DE3E-E8EE-6D32C2B7AAA3}"/>
              </a:ext>
            </a:extLst>
          </p:cNvPr>
          <p:cNvSpPr txBox="1"/>
          <p:nvPr/>
        </p:nvSpPr>
        <p:spPr>
          <a:xfrm>
            <a:off x="2764641" y="5709717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spc="-150" dirty="0">
                <a:solidFill>
                  <a:srgbClr val="333333"/>
                </a:solidFill>
                <a:latin typeface="+mn-ea"/>
              </a:rPr>
              <a:t>116,100</a:t>
            </a:r>
            <a:r>
              <a:rPr lang="ko-KR" altLang="en-US" sz="900" b="1" i="0" spc="-15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BC2C01-E36F-FBF8-1EE6-805811B66560}"/>
              </a:ext>
            </a:extLst>
          </p:cNvPr>
          <p:cNvSpPr txBox="1"/>
          <p:nvPr/>
        </p:nvSpPr>
        <p:spPr>
          <a:xfrm>
            <a:off x="2822775" y="4410127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57B4C68-7034-2AD9-6342-E9BE1EE78272}"/>
              </a:ext>
            </a:extLst>
          </p:cNvPr>
          <p:cNvSpPr/>
          <p:nvPr/>
        </p:nvSpPr>
        <p:spPr>
          <a:xfrm>
            <a:off x="2822775" y="5199538"/>
            <a:ext cx="1163519" cy="18866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83D9931-4FE1-F293-979D-1D704AB8100F}"/>
              </a:ext>
            </a:extLst>
          </p:cNvPr>
          <p:cNvGrpSpPr/>
          <p:nvPr/>
        </p:nvGrpSpPr>
        <p:grpSpPr>
          <a:xfrm>
            <a:off x="2826000" y="5204971"/>
            <a:ext cx="1160294" cy="177354"/>
            <a:chOff x="2878982" y="5932470"/>
            <a:chExt cx="1160294" cy="177354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EF369B1-CA36-07CC-A285-58FDD273B405}"/>
                </a:ext>
              </a:extLst>
            </p:cNvPr>
            <p:cNvSpPr/>
            <p:nvPr/>
          </p:nvSpPr>
          <p:spPr>
            <a:xfrm>
              <a:off x="2878982" y="5932470"/>
              <a:ext cx="597442" cy="17735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08DD472-827E-57D2-5FD5-FBF33CA10024}"/>
                </a:ext>
              </a:extLst>
            </p:cNvPr>
            <p:cNvSpPr/>
            <p:nvPr/>
          </p:nvSpPr>
          <p:spPr>
            <a:xfrm>
              <a:off x="3464363" y="5932470"/>
              <a:ext cx="574913" cy="17735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2E69E89-4295-005C-8243-2799B5C9DCCB}"/>
              </a:ext>
            </a:extLst>
          </p:cNvPr>
          <p:cNvSpPr/>
          <p:nvPr/>
        </p:nvSpPr>
        <p:spPr>
          <a:xfrm>
            <a:off x="4169654" y="4393124"/>
            <a:ext cx="1163519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42B0927-C79E-9866-D77B-0922D7083E67}"/>
              </a:ext>
            </a:extLst>
          </p:cNvPr>
          <p:cNvSpPr txBox="1"/>
          <p:nvPr/>
        </p:nvSpPr>
        <p:spPr>
          <a:xfrm>
            <a:off x="4079303" y="5385119"/>
            <a:ext cx="153757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킨도</a:t>
            </a:r>
            <a:r>
              <a:rPr lang="en-US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</a:p>
          <a:p>
            <a:pPr algn="l" fontAlgn="t">
              <a:buNone/>
            </a:pP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프리미엄 기저귀 </a:t>
            </a: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오슬림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en-US" sz="800" b="0" i="0" spc="-150" dirty="0" err="1">
                <a:solidFill>
                  <a:srgbClr val="333333"/>
                </a:solidFill>
                <a:effectLst/>
                <a:latin typeface="+mn-ea"/>
              </a:rPr>
              <a:t>베베가드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 밴드 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4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단계 대형 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26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800" b="0" i="0" spc="-150" dirty="0">
                <a:solidFill>
                  <a:srgbClr val="333333"/>
                </a:solidFill>
                <a:effectLst/>
                <a:latin typeface="+mn-ea"/>
              </a:rPr>
              <a:t>x1</a:t>
            </a:r>
            <a:r>
              <a:rPr lang="ko-KR" altLang="en-US" sz="80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D76A4C-14AB-9FEF-E4FB-333602841CD5}"/>
              </a:ext>
            </a:extLst>
          </p:cNvPr>
          <p:cNvSpPr txBox="1"/>
          <p:nvPr/>
        </p:nvSpPr>
        <p:spPr>
          <a:xfrm>
            <a:off x="4108295" y="5698792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17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,600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28B12B9-D21D-C443-CF54-B1295BD6C53C}"/>
              </a:ext>
            </a:extLst>
          </p:cNvPr>
          <p:cNvSpPr txBox="1"/>
          <p:nvPr/>
        </p:nvSpPr>
        <p:spPr>
          <a:xfrm>
            <a:off x="4166429" y="4399202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4F0C277-7A04-D567-8DA3-110FD37EDFE2}"/>
              </a:ext>
            </a:extLst>
          </p:cNvPr>
          <p:cNvSpPr/>
          <p:nvPr/>
        </p:nvSpPr>
        <p:spPr>
          <a:xfrm>
            <a:off x="4166429" y="5188613"/>
            <a:ext cx="1163519" cy="18866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B3944909-A0CF-3DCC-3D72-ABB974BF6825}"/>
              </a:ext>
            </a:extLst>
          </p:cNvPr>
          <p:cNvGrpSpPr/>
          <p:nvPr/>
        </p:nvGrpSpPr>
        <p:grpSpPr>
          <a:xfrm>
            <a:off x="4169654" y="5194046"/>
            <a:ext cx="1160294" cy="177354"/>
            <a:chOff x="2878982" y="5932470"/>
            <a:chExt cx="1160294" cy="177354"/>
          </a:xfrm>
        </p:grpSpPr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37EDDC8-AC37-8B32-5B2E-2170AC152DA2}"/>
                </a:ext>
              </a:extLst>
            </p:cNvPr>
            <p:cNvSpPr/>
            <p:nvPr/>
          </p:nvSpPr>
          <p:spPr>
            <a:xfrm>
              <a:off x="2878982" y="5932470"/>
              <a:ext cx="597442" cy="17735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5548658C-F042-DE1C-4C16-10A8B80BA5BF}"/>
                </a:ext>
              </a:extLst>
            </p:cNvPr>
            <p:cNvSpPr/>
            <p:nvPr/>
          </p:nvSpPr>
          <p:spPr>
            <a:xfrm>
              <a:off x="3464363" y="5932470"/>
              <a:ext cx="574913" cy="17735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2FABF0C-ED2E-9D87-0373-BD64437D672C}"/>
              </a:ext>
            </a:extLst>
          </p:cNvPr>
          <p:cNvSpPr/>
          <p:nvPr/>
        </p:nvSpPr>
        <p:spPr>
          <a:xfrm>
            <a:off x="5524170" y="4400960"/>
            <a:ext cx="1163519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0818DAC-09C1-A733-54FF-52A4A48572F0}"/>
              </a:ext>
            </a:extLst>
          </p:cNvPr>
          <p:cNvSpPr txBox="1"/>
          <p:nvPr/>
        </p:nvSpPr>
        <p:spPr>
          <a:xfrm>
            <a:off x="5433819" y="5392955"/>
            <a:ext cx="153757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altLang="ko-KR" sz="75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50" dirty="0" err="1">
                <a:solidFill>
                  <a:srgbClr val="333333"/>
                </a:solidFill>
                <a:latin typeface="+mn-ea"/>
              </a:rPr>
              <a:t>로맘스</a:t>
            </a:r>
            <a:r>
              <a:rPr lang="en-US" altLang="ko-KR" sz="750" dirty="0">
                <a:solidFill>
                  <a:srgbClr val="333333"/>
                </a:solidFill>
                <a:latin typeface="+mn-ea"/>
              </a:rPr>
              <a:t>] </a:t>
            </a:r>
          </a:p>
          <a:p>
            <a:pPr fontAlgn="t"/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로맘스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네이처소프트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팬티기저귀</a:t>
            </a:r>
            <a:endParaRPr lang="en-US" altLang="ko-KR" sz="800" spc="-150" dirty="0">
              <a:solidFill>
                <a:srgbClr val="333333"/>
              </a:solidFill>
              <a:latin typeface="+mn-ea"/>
            </a:endParaRPr>
          </a:p>
          <a:p>
            <a:pPr fontAlgn="t"/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6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 (Jumbo) 20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매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960AE11-8DFD-A1E5-A01E-D9CB6B6B5661}"/>
              </a:ext>
            </a:extLst>
          </p:cNvPr>
          <p:cNvSpPr txBox="1"/>
          <p:nvPr/>
        </p:nvSpPr>
        <p:spPr>
          <a:xfrm>
            <a:off x="5462811" y="5706628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72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,900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889566C-C222-AD80-172C-1D431D98B433}"/>
              </a:ext>
            </a:extLst>
          </p:cNvPr>
          <p:cNvSpPr txBox="1"/>
          <p:nvPr/>
        </p:nvSpPr>
        <p:spPr>
          <a:xfrm>
            <a:off x="5520945" y="4407038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EDDC1336-8C6E-BED8-36D0-571F7A5B6F4F}"/>
              </a:ext>
            </a:extLst>
          </p:cNvPr>
          <p:cNvSpPr/>
          <p:nvPr/>
        </p:nvSpPr>
        <p:spPr>
          <a:xfrm>
            <a:off x="5520945" y="5196449"/>
            <a:ext cx="1163519" cy="18866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FCBB95A1-4DCA-360B-6CDD-2BD4940AC67A}"/>
              </a:ext>
            </a:extLst>
          </p:cNvPr>
          <p:cNvGrpSpPr/>
          <p:nvPr/>
        </p:nvGrpSpPr>
        <p:grpSpPr>
          <a:xfrm>
            <a:off x="5524170" y="5201882"/>
            <a:ext cx="1160294" cy="177354"/>
            <a:chOff x="2878982" y="5932470"/>
            <a:chExt cx="1160294" cy="177354"/>
          </a:xfrm>
        </p:grpSpPr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682C0AAD-9748-354A-DF45-90A4E76A022C}"/>
                </a:ext>
              </a:extLst>
            </p:cNvPr>
            <p:cNvSpPr/>
            <p:nvPr/>
          </p:nvSpPr>
          <p:spPr>
            <a:xfrm>
              <a:off x="2878982" y="5932470"/>
              <a:ext cx="597442" cy="17735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86E154B0-EB4E-D96C-D417-EA0F5E9316DD}"/>
                </a:ext>
              </a:extLst>
            </p:cNvPr>
            <p:cNvSpPr/>
            <p:nvPr/>
          </p:nvSpPr>
          <p:spPr>
            <a:xfrm>
              <a:off x="3464363" y="5932470"/>
              <a:ext cx="574913" cy="17735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F560DEA4-5AF8-2F3E-A21B-31A9EBFACAF2}"/>
              </a:ext>
            </a:extLst>
          </p:cNvPr>
          <p:cNvSpPr/>
          <p:nvPr/>
        </p:nvSpPr>
        <p:spPr>
          <a:xfrm>
            <a:off x="6851918" y="4390035"/>
            <a:ext cx="1163519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C70657D-0BA6-C66A-B4F2-C04119511A5E}"/>
              </a:ext>
            </a:extLst>
          </p:cNvPr>
          <p:cNvSpPr txBox="1"/>
          <p:nvPr/>
        </p:nvSpPr>
        <p:spPr>
          <a:xfrm>
            <a:off x="6761567" y="5382030"/>
            <a:ext cx="153757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altLang="ko-KR" sz="75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5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en-US" altLang="ko-KR" sz="750" dirty="0">
                <a:solidFill>
                  <a:srgbClr val="333333"/>
                </a:solidFill>
                <a:latin typeface="+mn-ea"/>
              </a:rPr>
              <a:t>] </a:t>
            </a:r>
          </a:p>
          <a:p>
            <a:pPr fontAlgn="t"/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하기스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 </a:t>
            </a:r>
            <a:r>
              <a:rPr lang="ko-KR" altLang="en-US" sz="800" spc="-150" dirty="0" err="1">
                <a:solidFill>
                  <a:srgbClr val="333333"/>
                </a:solidFill>
                <a:latin typeface="+mn-ea"/>
              </a:rPr>
              <a:t>매직컴포트썸머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2026 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팬티형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7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단계 공용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34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매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x 4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팩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E2E463EF-2D2F-9DBE-F330-7A9569893973}"/>
              </a:ext>
            </a:extLst>
          </p:cNvPr>
          <p:cNvSpPr txBox="1"/>
          <p:nvPr/>
        </p:nvSpPr>
        <p:spPr>
          <a:xfrm>
            <a:off x="6790559" y="5695703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113,</a:t>
            </a:r>
            <a:r>
              <a:rPr lang="en-US" altLang="ko-KR" sz="900" b="1" dirty="0">
                <a:solidFill>
                  <a:srgbClr val="333333"/>
                </a:solidFill>
                <a:latin typeface="+mn-ea"/>
              </a:rPr>
              <a:t>8</a:t>
            </a:r>
            <a:r>
              <a:rPr lang="en-US" altLang="ko-KR" sz="900" b="1" i="0" dirty="0">
                <a:solidFill>
                  <a:srgbClr val="333333"/>
                </a:solidFill>
                <a:effectLst/>
                <a:latin typeface="+mn-ea"/>
              </a:rPr>
              <a:t>00</a:t>
            </a:r>
            <a:r>
              <a:rPr lang="ko-KR" altLang="en-US" sz="900" b="1" i="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C350795-C5C7-D301-071F-EDBBA6E3853E}"/>
              </a:ext>
            </a:extLst>
          </p:cNvPr>
          <p:cNvSpPr txBox="1"/>
          <p:nvPr/>
        </p:nvSpPr>
        <p:spPr>
          <a:xfrm>
            <a:off x="6848693" y="4396113"/>
            <a:ext cx="70724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기저귀</a:t>
            </a:r>
            <a:r>
              <a:rPr lang="en-US" altLang="ko-KR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조제분유 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49781AD5-CE48-38AC-D550-A4C1053AF784}"/>
              </a:ext>
            </a:extLst>
          </p:cNvPr>
          <p:cNvSpPr/>
          <p:nvPr/>
        </p:nvSpPr>
        <p:spPr>
          <a:xfrm>
            <a:off x="6848693" y="5185524"/>
            <a:ext cx="1163519" cy="18866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8D218FA-2807-D4AF-A2C2-5A7D1E47B1BA}"/>
              </a:ext>
            </a:extLst>
          </p:cNvPr>
          <p:cNvGrpSpPr/>
          <p:nvPr/>
        </p:nvGrpSpPr>
        <p:grpSpPr>
          <a:xfrm>
            <a:off x="6851918" y="5190957"/>
            <a:ext cx="1160294" cy="177354"/>
            <a:chOff x="2878982" y="5932470"/>
            <a:chExt cx="1160294" cy="177354"/>
          </a:xfrm>
        </p:grpSpPr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A85ABE1F-7B9C-69C3-B4D5-865D95E6DF88}"/>
                </a:ext>
              </a:extLst>
            </p:cNvPr>
            <p:cNvSpPr/>
            <p:nvPr/>
          </p:nvSpPr>
          <p:spPr>
            <a:xfrm>
              <a:off x="2878982" y="5932470"/>
              <a:ext cx="597442" cy="17735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FE7E9F45-C4C3-9FAF-04D0-F44E0345A3D2}"/>
                </a:ext>
              </a:extLst>
            </p:cNvPr>
            <p:cNvSpPr/>
            <p:nvPr/>
          </p:nvSpPr>
          <p:spPr>
            <a:xfrm>
              <a:off x="3464363" y="5932470"/>
              <a:ext cx="574913" cy="17735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A0CF454C-19FA-5B01-4744-9DF5CB73506E}"/>
              </a:ext>
            </a:extLst>
          </p:cNvPr>
          <p:cNvGrpSpPr/>
          <p:nvPr/>
        </p:nvGrpSpPr>
        <p:grpSpPr>
          <a:xfrm>
            <a:off x="1338589" y="6095598"/>
            <a:ext cx="3161738" cy="276999"/>
            <a:chOff x="420053" y="3671297"/>
            <a:chExt cx="3161738" cy="276999"/>
          </a:xfrm>
        </p:grpSpPr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36831AB5-A941-F48E-83C4-35557D9A7307}"/>
                </a:ext>
              </a:extLst>
            </p:cNvPr>
            <p:cNvSpPr txBox="1"/>
            <p:nvPr/>
          </p:nvSpPr>
          <p:spPr>
            <a:xfrm>
              <a:off x="420053" y="3671297"/>
              <a:ext cx="29498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여성 청소년 생리용품 바우처 상품 구경하세요</a:t>
              </a:r>
              <a:r>
                <a:rPr lang="en-US" altLang="ko-KR" sz="1200" b="1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</a:rPr>
                <a:t>!</a:t>
              </a:r>
              <a:endPara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4FE10DE0-8FB7-B02C-844F-A32A6E493857}"/>
                </a:ext>
              </a:extLst>
            </p:cNvPr>
            <p:cNvSpPr/>
            <p:nvPr/>
          </p:nvSpPr>
          <p:spPr>
            <a:xfrm>
              <a:off x="521794" y="3804280"/>
              <a:ext cx="3059997" cy="6893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  <a:alpha val="30000"/>
              </a:schemeClr>
            </a:solidFill>
            <a:ln w="3175">
              <a:solidFill>
                <a:srgbClr val="0070C0">
                  <a:alpha val="30000"/>
                </a:srgb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2659E91F-8D74-21E1-3522-4F2C680F468F}"/>
              </a:ext>
            </a:extLst>
          </p:cNvPr>
          <p:cNvSpPr txBox="1"/>
          <p:nvPr/>
        </p:nvSpPr>
        <p:spPr>
          <a:xfrm>
            <a:off x="7574878" y="4120320"/>
            <a:ext cx="4940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 보기</a:t>
            </a:r>
          </a:p>
        </p:txBody>
      </p:sp>
      <p:sp>
        <p:nvSpPr>
          <p:cNvPr id="137" name="순서도: 연결자 136">
            <a:extLst>
              <a:ext uri="{FF2B5EF4-FFF2-40B4-BE49-F238E27FC236}">
                <a16:creationId xmlns:a16="http://schemas.microsoft.com/office/drawing/2014/main" id="{3FB39A5E-8C08-C68B-91AF-BD21B581EC5F}"/>
              </a:ext>
            </a:extLst>
          </p:cNvPr>
          <p:cNvSpPr/>
          <p:nvPr/>
        </p:nvSpPr>
        <p:spPr>
          <a:xfrm>
            <a:off x="7832898" y="4666659"/>
            <a:ext cx="418856" cy="418856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3558B24C-46FE-8A6D-D770-9995712175B7}"/>
              </a:ext>
            </a:extLst>
          </p:cNvPr>
          <p:cNvSpPr txBox="1"/>
          <p:nvPr/>
        </p:nvSpPr>
        <p:spPr>
          <a:xfrm>
            <a:off x="7849121" y="4626883"/>
            <a:ext cx="38979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2500" spc="-15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5117DFB-C86D-D4CB-319E-B1D3B62E36B2}"/>
              </a:ext>
            </a:extLst>
          </p:cNvPr>
          <p:cNvSpPr txBox="1"/>
          <p:nvPr/>
        </p:nvSpPr>
        <p:spPr>
          <a:xfrm>
            <a:off x="7547777" y="6105776"/>
            <a:ext cx="49404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더 보기</a:t>
            </a: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F2A85265-CC0F-25D6-F11E-A9EB9AC284E6}"/>
              </a:ext>
            </a:extLst>
          </p:cNvPr>
          <p:cNvGrpSpPr/>
          <p:nvPr/>
        </p:nvGrpSpPr>
        <p:grpSpPr>
          <a:xfrm>
            <a:off x="3395878" y="3344289"/>
            <a:ext cx="2869067" cy="589286"/>
            <a:chOff x="3666066" y="3013420"/>
            <a:chExt cx="2869067" cy="589286"/>
          </a:xfrm>
        </p:grpSpPr>
        <p:sp>
          <p:nvSpPr>
            <p:cNvPr id="144" name="순서도: 연결자 143">
              <a:extLst>
                <a:ext uri="{FF2B5EF4-FFF2-40B4-BE49-F238E27FC236}">
                  <a16:creationId xmlns:a16="http://schemas.microsoft.com/office/drawing/2014/main" id="{719DE79F-5030-B0B3-A65E-0DA432EB6963}"/>
                </a:ext>
              </a:extLst>
            </p:cNvPr>
            <p:cNvSpPr/>
            <p:nvPr/>
          </p:nvSpPr>
          <p:spPr>
            <a:xfrm>
              <a:off x="3669051" y="3013421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5" name="순서도: 연결자 144">
              <a:extLst>
                <a:ext uri="{FF2B5EF4-FFF2-40B4-BE49-F238E27FC236}">
                  <a16:creationId xmlns:a16="http://schemas.microsoft.com/office/drawing/2014/main" id="{AB8FFA26-DC26-702C-B3C2-C441A95E564A}"/>
                </a:ext>
              </a:extLst>
            </p:cNvPr>
            <p:cNvSpPr/>
            <p:nvPr/>
          </p:nvSpPr>
          <p:spPr>
            <a:xfrm>
              <a:off x="425943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6" name="순서도: 연결자 145">
              <a:extLst>
                <a:ext uri="{FF2B5EF4-FFF2-40B4-BE49-F238E27FC236}">
                  <a16:creationId xmlns:a16="http://schemas.microsoft.com/office/drawing/2014/main" id="{8B2464EE-1A45-E058-AB30-FB354776213C}"/>
                </a:ext>
              </a:extLst>
            </p:cNvPr>
            <p:cNvSpPr/>
            <p:nvPr/>
          </p:nvSpPr>
          <p:spPr>
            <a:xfrm>
              <a:off x="4862830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7" name="순서도: 연결자 146">
              <a:extLst>
                <a:ext uri="{FF2B5EF4-FFF2-40B4-BE49-F238E27FC236}">
                  <a16:creationId xmlns:a16="http://schemas.microsoft.com/office/drawing/2014/main" id="{B8E01CE9-A6F5-2448-B8BB-D3698EF02542}"/>
                </a:ext>
              </a:extLst>
            </p:cNvPr>
            <p:cNvSpPr/>
            <p:nvPr/>
          </p:nvSpPr>
          <p:spPr>
            <a:xfrm>
              <a:off x="5451163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8" name="순서도: 연결자 147">
              <a:extLst>
                <a:ext uri="{FF2B5EF4-FFF2-40B4-BE49-F238E27FC236}">
                  <a16:creationId xmlns:a16="http://schemas.microsoft.com/office/drawing/2014/main" id="{DB086DE8-6C5B-8180-550D-8F069E25174F}"/>
                </a:ext>
              </a:extLst>
            </p:cNvPr>
            <p:cNvSpPr/>
            <p:nvPr/>
          </p:nvSpPr>
          <p:spPr>
            <a:xfrm>
              <a:off x="6039497" y="3013420"/>
              <a:ext cx="384340" cy="384340"/>
            </a:xfrm>
            <a:prstGeom prst="flowChartConnector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IMG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EBF77FB2-80FC-C2D1-C70D-7CBB10798A84}"/>
                </a:ext>
              </a:extLst>
            </p:cNvPr>
            <p:cNvSpPr txBox="1"/>
            <p:nvPr/>
          </p:nvSpPr>
          <p:spPr>
            <a:xfrm>
              <a:off x="3666066" y="3368926"/>
              <a:ext cx="37702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분유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D52E6EA-0E89-8E84-E18B-A97EEF22E518}"/>
                </a:ext>
              </a:extLst>
            </p:cNvPr>
            <p:cNvSpPr txBox="1"/>
            <p:nvPr/>
          </p:nvSpPr>
          <p:spPr>
            <a:xfrm>
              <a:off x="4177198" y="3371874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기저귀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5220604-9764-E4DD-68A9-756DDE4E7F5E}"/>
                </a:ext>
              </a:extLst>
            </p:cNvPr>
            <p:cNvSpPr txBox="1"/>
            <p:nvPr/>
          </p:nvSpPr>
          <p:spPr>
            <a:xfrm>
              <a:off x="4809280" y="3368926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생리대</a:t>
              </a: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55CF0F31-74F6-9065-D37A-819EA3DACC77}"/>
                </a:ext>
              </a:extLst>
            </p:cNvPr>
            <p:cNvSpPr txBox="1"/>
            <p:nvPr/>
          </p:nvSpPr>
          <p:spPr>
            <a:xfrm>
              <a:off x="5409083" y="3364436"/>
              <a:ext cx="4732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물티슈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C948F84C-3007-28C2-2FCF-0CBDC169322C}"/>
                </a:ext>
              </a:extLst>
            </p:cNvPr>
            <p:cNvSpPr txBox="1"/>
            <p:nvPr/>
          </p:nvSpPr>
          <p:spPr>
            <a:xfrm>
              <a:off x="5965746" y="3355706"/>
              <a:ext cx="56938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00" spc="-1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보조기기</a:t>
              </a:r>
            </a:p>
          </p:txBody>
        </p:sp>
      </p:grpSp>
      <p:sp>
        <p:nvSpPr>
          <p:cNvPr id="155" name="TextBox 154">
            <a:extLst>
              <a:ext uri="{FF2B5EF4-FFF2-40B4-BE49-F238E27FC236}">
                <a16:creationId xmlns:a16="http://schemas.microsoft.com/office/drawing/2014/main" id="{873A96DC-CEC4-B9CB-4028-442904A297BF}"/>
              </a:ext>
            </a:extLst>
          </p:cNvPr>
          <p:cNvSpPr txBox="1"/>
          <p:nvPr/>
        </p:nvSpPr>
        <p:spPr>
          <a:xfrm>
            <a:off x="4131200" y="2988221"/>
            <a:ext cx="14670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카테고리별 상품 찾기</a:t>
            </a:r>
          </a:p>
        </p:txBody>
      </p: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BA84DD2E-5BD2-EE99-0C05-9B8316FEBBF1}"/>
              </a:ext>
            </a:extLst>
          </p:cNvPr>
          <p:cNvSpPr/>
          <p:nvPr/>
        </p:nvSpPr>
        <p:spPr>
          <a:xfrm>
            <a:off x="1447808" y="2458122"/>
            <a:ext cx="4711383" cy="376345"/>
          </a:xfrm>
          <a:prstGeom prst="rect">
            <a:avLst/>
          </a:prstGeom>
          <a:solidFill>
            <a:schemeClr val="tx1">
              <a:alpha val="3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1A10431-A49C-963E-531A-3CD4D38EA1FA}"/>
              </a:ext>
            </a:extLst>
          </p:cNvPr>
          <p:cNvSpPr txBox="1"/>
          <p:nvPr/>
        </p:nvSpPr>
        <p:spPr>
          <a:xfrm>
            <a:off x="1419594" y="2555127"/>
            <a:ext cx="24128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무더위 이겨내기</a:t>
            </a: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 </a:t>
            </a:r>
            <a:r>
              <a:rPr lang="ko-KR" altLang="en-US" sz="1000" b="1" dirty="0" err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팸퍼스</a:t>
            </a: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BEST </a:t>
            </a:r>
            <a:r>
              <a:rPr lang="ko-KR" altLang="en-US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기획전</a:t>
            </a:r>
            <a:r>
              <a:rPr lang="en-US" altLang="ko-KR" sz="10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!</a:t>
            </a:r>
            <a:endParaRPr lang="ko-KR" altLang="en-US" sz="10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5917058-AF26-9DFB-CABE-B26585C597FC}"/>
              </a:ext>
            </a:extLst>
          </p:cNvPr>
          <p:cNvSpPr txBox="1"/>
          <p:nvPr/>
        </p:nvSpPr>
        <p:spPr>
          <a:xfrm>
            <a:off x="4752777" y="2570515"/>
            <a:ext cx="137702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800" dirty="0">
                <a:solidFill>
                  <a:schemeClr val="bg1"/>
                </a:solidFill>
              </a:rPr>
              <a:t>2026.06.22 ~ 2026.06.28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78" name="모서리가 둥근 직사각형 114">
            <a:extLst>
              <a:ext uri="{FF2B5EF4-FFF2-40B4-BE49-F238E27FC236}">
                <a16:creationId xmlns:a16="http://schemas.microsoft.com/office/drawing/2014/main" id="{FAAAE0C1-B5A5-9D49-44D7-74E1C8E4AEC9}"/>
              </a:ext>
            </a:extLst>
          </p:cNvPr>
          <p:cNvSpPr/>
          <p:nvPr/>
        </p:nvSpPr>
        <p:spPr>
          <a:xfrm>
            <a:off x="4420565" y="5047665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82" name="모서리가 둥근 직사각형 114">
            <a:extLst>
              <a:ext uri="{FF2B5EF4-FFF2-40B4-BE49-F238E27FC236}">
                <a16:creationId xmlns:a16="http://schemas.microsoft.com/office/drawing/2014/main" id="{4AE043B6-C3DC-1626-89E6-1616C937F506}"/>
              </a:ext>
            </a:extLst>
          </p:cNvPr>
          <p:cNvSpPr/>
          <p:nvPr/>
        </p:nvSpPr>
        <p:spPr>
          <a:xfrm>
            <a:off x="5090597" y="5040676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7-2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403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0135-9F0C-7D14-E0EA-628097448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직사각형 46">
            <a:extLst>
              <a:ext uri="{FF2B5EF4-FFF2-40B4-BE49-F238E27FC236}">
                <a16:creationId xmlns:a16="http://schemas.microsoft.com/office/drawing/2014/main" id="{876B80A7-1BB4-0FAD-2D82-F01E0F8ABC95}"/>
              </a:ext>
            </a:extLst>
          </p:cNvPr>
          <p:cNvSpPr/>
          <p:nvPr/>
        </p:nvSpPr>
        <p:spPr>
          <a:xfrm>
            <a:off x="86325" y="5621051"/>
            <a:ext cx="9972000" cy="111158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8EE906-21BB-4845-B8EC-6A8C54410341}"/>
              </a:ext>
            </a:extLst>
          </p:cNvPr>
          <p:cNvSpPr txBox="1"/>
          <p:nvPr/>
        </p:nvSpPr>
        <p:spPr>
          <a:xfrm>
            <a:off x="5303572" y="5811246"/>
            <a:ext cx="2736304" cy="645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고객센터 </a:t>
            </a:r>
            <a:r>
              <a:rPr lang="en-US" altLang="ko-K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1833-8546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09:00 ~ 18:00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주말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공휴일 휴무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점심시간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11:30 ~ 13:00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3C58BF-247C-87FF-A2A6-7E7EF3F18D4D}"/>
              </a:ext>
            </a:extLst>
          </p:cNvPr>
          <p:cNvSpPr txBox="1"/>
          <p:nvPr/>
        </p:nvSpPr>
        <p:spPr>
          <a:xfrm>
            <a:off x="7272186" y="5796533"/>
            <a:ext cx="2665167" cy="807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b="1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트라이언</a:t>
            </a:r>
            <a:r>
              <a:rPr lang="ko-KR" altLang="en-US" sz="8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소프트㈜</a:t>
            </a:r>
            <a:endParaRPr lang="en-US" altLang="ko-KR" sz="800" b="1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한창실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주소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 강남구 강남대로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566 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신영와코루빌딩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층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사업자등록번호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206-81-18204</a:t>
            </a: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통신판매업신고번호 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: 2018-</a:t>
            </a:r>
            <a:r>
              <a:rPr lang="ko-KR" altLang="en-US" sz="8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서울강남</a:t>
            </a:r>
            <a:r>
              <a:rPr lang="en-US" altLang="ko-KR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-04509</a:t>
            </a: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9A602C-210E-384A-CE11-072DC82B5CCF}"/>
              </a:ext>
            </a:extLst>
          </p:cNvPr>
          <p:cNvSpPr txBox="1"/>
          <p:nvPr/>
        </p:nvSpPr>
        <p:spPr>
          <a:xfrm>
            <a:off x="4064323" y="5811246"/>
            <a:ext cx="1239249" cy="62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정보 확인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이용약관</a:t>
            </a:r>
            <a:endParaRPr lang="en-US" altLang="ko-KR" sz="8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800" b="1" spc="-150" dirty="0">
                <a:solidFill>
                  <a:srgbClr val="234DD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개인정보 처리 방침</a:t>
            </a:r>
            <a:endParaRPr lang="ko-KR" altLang="en-US" sz="800" b="1" dirty="0">
              <a:solidFill>
                <a:srgbClr val="234DD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80" name="Group 59">
            <a:extLst>
              <a:ext uri="{FF2B5EF4-FFF2-40B4-BE49-F238E27FC236}">
                <a16:creationId xmlns:a16="http://schemas.microsoft.com/office/drawing/2014/main" id="{A5B60D3A-3820-50DB-149C-56A1F7583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9205800"/>
              </p:ext>
            </p:extLst>
          </p:nvPr>
        </p:nvGraphicFramePr>
        <p:xfrm>
          <a:off x="10128399" y="623854"/>
          <a:ext cx="2850436" cy="4604038"/>
        </p:xfrm>
        <a:graphic>
          <a:graphicData uri="http://schemas.openxmlformats.org/drawingml/2006/table">
            <a:tbl>
              <a:tblPr/>
              <a:tblGrid>
                <a:gridCol w="363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65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239">
                <a:tc gridSpan="2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75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/>
                          <a:cs typeface="+mn-cs"/>
                          <a:sym typeface="Wingdings" pitchFamily="2" charset="2"/>
                        </a:rPr>
                        <a:t>Description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/>
                        <a:cs typeface="+mn-cs"/>
                        <a:sym typeface="Wingdings" pitchFamily="2" charset="2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10235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8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자주 찾는 문의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FAQ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카테고리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&gt;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상세 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8-2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6801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9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공지사항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관리자에서 설정한 최신 공지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3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등록 일자  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제목 클릭 시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9-2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바로가기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</a:t>
                      </a:r>
                      <a:r>
                        <a:rPr kumimoji="0" lang="en-US" altLang="ko-KR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자주 찾는 문의 상세페이지 연결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32121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r>
                        <a:rPr lang="en-US" altLang="ko-KR" sz="800" spc="-150" dirty="0"/>
                        <a:t>10</a:t>
                      </a: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10-1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사용자 정보 확인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사용자 정보 확인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10-2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이용약관 텍스트 링크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이용약관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10-3 </a:t>
                      </a:r>
                      <a:r>
                        <a:rPr lang="ko-KR" altLang="en-US" sz="800" b="1" u="sng" kern="0" spc="-150" baseline="0" dirty="0">
                          <a:solidFill>
                            <a:schemeClr val="tx1"/>
                          </a:solidFill>
                          <a:latin typeface="+mn-ea"/>
                        </a:rPr>
                        <a:t>개인정보 처리 방침</a:t>
                      </a:r>
                      <a:endParaRPr lang="en-US" altLang="ko-KR" sz="800" b="1" u="sng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  <a:p>
                      <a:pPr marL="171450" marR="0" indent="-17145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-15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클릭 시 개인정보 처리방침 팝업 출력</a:t>
                      </a: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19251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337337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u="none" kern="0" spc="-150" baseline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7487419"/>
                  </a:ext>
                </a:extLst>
              </a:tr>
              <a:tr h="257905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9041089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095726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indent="-85725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u="none" kern="0" spc="-150" dirty="0">
                        <a:solidFill>
                          <a:srgbClr val="0070C0"/>
                        </a:solidFill>
                        <a:latin typeface="+mn-ea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060418"/>
                  </a:ext>
                </a:extLst>
              </a:tr>
              <a:tr h="226239"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</a:pPr>
                      <a:endParaRPr lang="ko-KR" altLang="en-US" sz="800" spc="-150" dirty="0"/>
                    </a:p>
                  </a:txBody>
                  <a:tcPr marL="45720" marR="4572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9640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-15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45720" marR="4572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663654"/>
                  </a:ext>
                </a:extLst>
              </a:tr>
            </a:tbl>
          </a:graphicData>
        </a:graphic>
      </p:graphicFrame>
      <p:sp>
        <p:nvSpPr>
          <p:cNvPr id="90" name="모서리가 둥근 직사각형 114">
            <a:extLst>
              <a:ext uri="{FF2B5EF4-FFF2-40B4-BE49-F238E27FC236}">
                <a16:creationId xmlns:a16="http://schemas.microsoft.com/office/drawing/2014/main" id="{227A188C-1BD6-3B2E-FFDD-9DD4F8B40329}"/>
              </a:ext>
            </a:extLst>
          </p:cNvPr>
          <p:cNvSpPr/>
          <p:nvPr/>
        </p:nvSpPr>
        <p:spPr>
          <a:xfrm>
            <a:off x="4677979" y="573923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3" name="모서리가 둥근 직사각형 114">
            <a:extLst>
              <a:ext uri="{FF2B5EF4-FFF2-40B4-BE49-F238E27FC236}">
                <a16:creationId xmlns:a16="http://schemas.microsoft.com/office/drawing/2014/main" id="{CC48EE5D-8E6A-AD02-44F6-E282197697F0}"/>
              </a:ext>
            </a:extLst>
          </p:cNvPr>
          <p:cNvSpPr/>
          <p:nvPr/>
        </p:nvSpPr>
        <p:spPr>
          <a:xfrm>
            <a:off x="4635998" y="60220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95" name="모서리가 둥근 직사각형 114">
            <a:extLst>
              <a:ext uri="{FF2B5EF4-FFF2-40B4-BE49-F238E27FC236}">
                <a16:creationId xmlns:a16="http://schemas.microsoft.com/office/drawing/2014/main" id="{F52A0812-9EA1-1DA2-B32A-ED006DF9B1D4}"/>
              </a:ext>
            </a:extLst>
          </p:cNvPr>
          <p:cNvSpPr/>
          <p:nvPr/>
        </p:nvSpPr>
        <p:spPr>
          <a:xfrm>
            <a:off x="4902765" y="6289773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10-3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2EB4D7-7D62-9F8E-77DE-B1D37AC98ED0}"/>
              </a:ext>
            </a:extLst>
          </p:cNvPr>
          <p:cNvSpPr/>
          <p:nvPr/>
        </p:nvSpPr>
        <p:spPr>
          <a:xfrm>
            <a:off x="1627074" y="288668"/>
            <a:ext cx="1163519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D29FA-BFB1-42B2-3D50-4BF8C28F2165}"/>
              </a:ext>
            </a:extLst>
          </p:cNvPr>
          <p:cNvSpPr txBox="1"/>
          <p:nvPr/>
        </p:nvSpPr>
        <p:spPr>
          <a:xfrm>
            <a:off x="1536723" y="1280663"/>
            <a:ext cx="153757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spc="-150" dirty="0">
                <a:solidFill>
                  <a:srgbClr val="333333"/>
                </a:solidFill>
                <a:effectLst/>
                <a:latin typeface="+mn-ea"/>
              </a:rPr>
              <a:t>깨끗한나라</a:t>
            </a:r>
            <a:r>
              <a:rPr lang="en-US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</a:p>
          <a:p>
            <a:pPr algn="l" fontAlgn="t">
              <a:buNone/>
            </a:pPr>
            <a:r>
              <a:rPr lang="ko-KR" altLang="en-US" sz="750" b="0" i="0" spc="-150" dirty="0">
                <a:solidFill>
                  <a:srgbClr val="333333"/>
                </a:solidFill>
                <a:effectLst/>
                <a:latin typeface="+mn-ea"/>
              </a:rPr>
              <a:t>프리미엄급 </a:t>
            </a:r>
            <a:r>
              <a:rPr lang="ko-KR" altLang="en-US" sz="750" b="0" i="0" spc="-150" dirty="0" err="1">
                <a:solidFill>
                  <a:srgbClr val="333333"/>
                </a:solidFill>
                <a:effectLst/>
                <a:latin typeface="+mn-ea"/>
              </a:rPr>
              <a:t>디어스킨</a:t>
            </a:r>
            <a:r>
              <a:rPr lang="ko-KR" altLang="en-US" sz="75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en-US" sz="750" b="0" i="0" spc="-150" dirty="0" err="1">
                <a:solidFill>
                  <a:srgbClr val="333333"/>
                </a:solidFill>
                <a:effectLst/>
                <a:latin typeface="+mn-ea"/>
              </a:rPr>
              <a:t>리얼</a:t>
            </a:r>
            <a:r>
              <a:rPr lang="ko-KR" altLang="en-US" sz="75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  <a:r>
              <a:rPr lang="ko-KR" altLang="en-US" sz="750" b="0" i="0" spc="-150" dirty="0" err="1">
                <a:solidFill>
                  <a:srgbClr val="333333"/>
                </a:solidFill>
                <a:effectLst/>
                <a:latin typeface="+mn-ea"/>
              </a:rPr>
              <a:t>모딜</a:t>
            </a:r>
            <a:r>
              <a:rPr lang="ko-KR" altLang="en-US" sz="750" b="0" i="0" spc="-150" dirty="0">
                <a:solidFill>
                  <a:srgbClr val="333333"/>
                </a:solidFill>
                <a:effectLst/>
                <a:latin typeface="+mn-ea"/>
              </a:rPr>
              <a:t> </a:t>
            </a:r>
          </a:p>
          <a:p>
            <a:pPr algn="l" fontAlgn="t">
              <a:buNone/>
            </a:pPr>
            <a:r>
              <a:rPr lang="ko-KR" altLang="en-US" sz="750" b="0" i="0" spc="-150" dirty="0">
                <a:solidFill>
                  <a:srgbClr val="333333"/>
                </a:solidFill>
                <a:effectLst/>
                <a:latin typeface="+mn-ea"/>
              </a:rPr>
              <a:t>중형 </a:t>
            </a:r>
            <a:r>
              <a:rPr lang="en-US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32P(16+16) </a:t>
            </a:r>
            <a:r>
              <a:rPr lang="ko-KR" altLang="en-US" sz="750" b="0" i="0" spc="-150" dirty="0">
                <a:solidFill>
                  <a:srgbClr val="333333"/>
                </a:solidFill>
                <a:effectLst/>
                <a:latin typeface="+mn-ea"/>
              </a:rPr>
              <a:t>생리대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B7F6F9-1900-3DE4-7F84-E314F41BC94B}"/>
              </a:ext>
            </a:extLst>
          </p:cNvPr>
          <p:cNvSpPr txBox="1"/>
          <p:nvPr/>
        </p:nvSpPr>
        <p:spPr>
          <a:xfrm>
            <a:off x="1565715" y="1594336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spc="-150" dirty="0">
                <a:solidFill>
                  <a:srgbClr val="333333"/>
                </a:solidFill>
                <a:latin typeface="+mn-ea"/>
              </a:rPr>
              <a:t>8,900</a:t>
            </a:r>
            <a:r>
              <a:rPr lang="ko-KR" altLang="en-US" sz="900" b="1" i="0" spc="-15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28CF3A-6350-4DFF-20DD-374A65CCEBBF}"/>
              </a:ext>
            </a:extLst>
          </p:cNvPr>
          <p:cNvSpPr txBox="1"/>
          <p:nvPr/>
        </p:nvSpPr>
        <p:spPr>
          <a:xfrm>
            <a:off x="1623849" y="294746"/>
            <a:ext cx="878712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8AE16B1-2178-4761-B4A1-8652A42D25D8}"/>
              </a:ext>
            </a:extLst>
          </p:cNvPr>
          <p:cNvSpPr/>
          <p:nvPr/>
        </p:nvSpPr>
        <p:spPr>
          <a:xfrm>
            <a:off x="1623849" y="1084157"/>
            <a:ext cx="1163519" cy="18866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88B45A-1F9A-7864-5207-632E2DE69206}"/>
              </a:ext>
            </a:extLst>
          </p:cNvPr>
          <p:cNvGrpSpPr/>
          <p:nvPr/>
        </p:nvGrpSpPr>
        <p:grpSpPr>
          <a:xfrm>
            <a:off x="1627074" y="1089590"/>
            <a:ext cx="1160294" cy="177354"/>
            <a:chOff x="2878982" y="5932470"/>
            <a:chExt cx="1160294" cy="177354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EA441145-3466-0958-E823-CD8CBCC78DB6}"/>
                </a:ext>
              </a:extLst>
            </p:cNvPr>
            <p:cNvSpPr/>
            <p:nvPr/>
          </p:nvSpPr>
          <p:spPr>
            <a:xfrm>
              <a:off x="2878982" y="5932470"/>
              <a:ext cx="597442" cy="17735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60E75A02-4B6F-2C97-49BA-B0F085CC6733}"/>
                </a:ext>
              </a:extLst>
            </p:cNvPr>
            <p:cNvSpPr/>
            <p:nvPr/>
          </p:nvSpPr>
          <p:spPr>
            <a:xfrm>
              <a:off x="3464363" y="5932470"/>
              <a:ext cx="574913" cy="17735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B3F37DD-4B3A-E65C-EE10-DE4F67A02D66}"/>
              </a:ext>
            </a:extLst>
          </p:cNvPr>
          <p:cNvSpPr/>
          <p:nvPr/>
        </p:nvSpPr>
        <p:spPr>
          <a:xfrm>
            <a:off x="3024056" y="299593"/>
            <a:ext cx="1163519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3E4E97-9DEE-DE8F-354B-146439BBE046}"/>
              </a:ext>
            </a:extLst>
          </p:cNvPr>
          <p:cNvSpPr txBox="1"/>
          <p:nvPr/>
        </p:nvSpPr>
        <p:spPr>
          <a:xfrm>
            <a:off x="2860850" y="1291588"/>
            <a:ext cx="153757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b="0" i="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바디피트</a:t>
            </a:r>
            <a:r>
              <a:rPr lang="en-US" altLang="ko-KR" sz="750" b="0" i="0" dirty="0">
                <a:solidFill>
                  <a:srgbClr val="333333"/>
                </a:solidFill>
                <a:effectLst/>
                <a:latin typeface="+mn-ea"/>
              </a:rPr>
              <a:t>] </a:t>
            </a:r>
          </a:p>
          <a:p>
            <a:pPr algn="l" fontAlgn="t">
              <a:buNone/>
            </a:pPr>
            <a:r>
              <a:rPr lang="ko-KR" altLang="en-US" sz="750" b="0" i="0" dirty="0">
                <a:solidFill>
                  <a:srgbClr val="333333"/>
                </a:solidFill>
                <a:effectLst/>
                <a:latin typeface="+mn-ea"/>
              </a:rPr>
              <a:t>천연코튼 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팬티라이너</a:t>
            </a:r>
            <a:r>
              <a:rPr lang="ko-KR" altLang="en-US" sz="750" b="0" i="0" dirty="0">
                <a:solidFill>
                  <a:srgbClr val="333333"/>
                </a:solidFill>
                <a:effectLst/>
                <a:latin typeface="+mn-ea"/>
              </a:rPr>
              <a:t> 일반 </a:t>
            </a:r>
            <a:r>
              <a:rPr lang="ko-KR" altLang="en-US" sz="750" b="0" i="0" dirty="0" err="1">
                <a:solidFill>
                  <a:srgbClr val="333333"/>
                </a:solidFill>
                <a:effectLst/>
                <a:latin typeface="+mn-ea"/>
              </a:rPr>
              <a:t>무향</a:t>
            </a:r>
            <a:r>
              <a:rPr lang="ko-KR" altLang="en-US" sz="750" b="0" i="0" dirty="0">
                <a:solidFill>
                  <a:srgbClr val="333333"/>
                </a:solidFill>
                <a:effectLst/>
                <a:latin typeface="+mn-ea"/>
              </a:rPr>
              <a:t> </a:t>
            </a:r>
          </a:p>
          <a:p>
            <a:pPr algn="l" fontAlgn="t">
              <a:buNone/>
            </a:pPr>
            <a:r>
              <a:rPr lang="en-US" altLang="ko-KR" sz="750" b="0" i="0" dirty="0">
                <a:solidFill>
                  <a:srgbClr val="333333"/>
                </a:solidFill>
                <a:effectLst/>
                <a:latin typeface="+mn-ea"/>
              </a:rPr>
              <a:t>120p(40Px3)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13F029-1710-5812-A97F-4AE8ADD198EB}"/>
              </a:ext>
            </a:extLst>
          </p:cNvPr>
          <p:cNvSpPr txBox="1"/>
          <p:nvPr/>
        </p:nvSpPr>
        <p:spPr>
          <a:xfrm>
            <a:off x="2962697" y="1605261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spc="-150" dirty="0">
                <a:solidFill>
                  <a:srgbClr val="333333"/>
                </a:solidFill>
                <a:latin typeface="+mn-ea"/>
              </a:rPr>
              <a:t>10,400</a:t>
            </a:r>
            <a:r>
              <a:rPr lang="ko-KR" altLang="en-US" sz="900" b="1" i="0" spc="-15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4C47B0-EBF1-BEA4-A809-1BCFA5A1290A}"/>
              </a:ext>
            </a:extLst>
          </p:cNvPr>
          <p:cNvSpPr txBox="1"/>
          <p:nvPr/>
        </p:nvSpPr>
        <p:spPr>
          <a:xfrm>
            <a:off x="3020831" y="305671"/>
            <a:ext cx="88415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D8A5F88-9185-7FAE-F16F-D0C7B2367C50}"/>
              </a:ext>
            </a:extLst>
          </p:cNvPr>
          <p:cNvSpPr/>
          <p:nvPr/>
        </p:nvSpPr>
        <p:spPr>
          <a:xfrm>
            <a:off x="3020831" y="1095082"/>
            <a:ext cx="1163519" cy="18866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A9E8892-C36F-3E57-5398-605A595021E9}"/>
              </a:ext>
            </a:extLst>
          </p:cNvPr>
          <p:cNvGrpSpPr/>
          <p:nvPr/>
        </p:nvGrpSpPr>
        <p:grpSpPr>
          <a:xfrm>
            <a:off x="3024056" y="1100515"/>
            <a:ext cx="1160294" cy="177354"/>
            <a:chOff x="2878982" y="5932470"/>
            <a:chExt cx="1160294" cy="177354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5F9FA356-862C-78B7-3C35-20C6EEEFD79F}"/>
                </a:ext>
              </a:extLst>
            </p:cNvPr>
            <p:cNvSpPr/>
            <p:nvPr/>
          </p:nvSpPr>
          <p:spPr>
            <a:xfrm>
              <a:off x="2878982" y="5932470"/>
              <a:ext cx="597442" cy="17735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F05E9C00-7D0E-B397-25AB-31F3333F6ACA}"/>
                </a:ext>
              </a:extLst>
            </p:cNvPr>
            <p:cNvSpPr/>
            <p:nvPr/>
          </p:nvSpPr>
          <p:spPr>
            <a:xfrm>
              <a:off x="3464363" y="5932470"/>
              <a:ext cx="574913" cy="17735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AE2EED6-AE78-0EA0-DCEF-C50BBDAD47C4}"/>
              </a:ext>
            </a:extLst>
          </p:cNvPr>
          <p:cNvSpPr/>
          <p:nvPr/>
        </p:nvSpPr>
        <p:spPr>
          <a:xfrm>
            <a:off x="4367710" y="288668"/>
            <a:ext cx="1163519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490F3C-9030-3C91-E83D-3CCA88D06129}"/>
              </a:ext>
            </a:extLst>
          </p:cNvPr>
          <p:cNvSpPr txBox="1"/>
          <p:nvPr/>
        </p:nvSpPr>
        <p:spPr>
          <a:xfrm>
            <a:off x="4277359" y="1280663"/>
            <a:ext cx="1537570" cy="438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t">
              <a:buNone/>
            </a:pPr>
            <a:r>
              <a:rPr lang="en-US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[</a:t>
            </a:r>
            <a:r>
              <a:rPr lang="ko-KR" altLang="en-US" sz="750" b="0" i="0" spc="-150" dirty="0" err="1">
                <a:solidFill>
                  <a:srgbClr val="333333"/>
                </a:solidFill>
                <a:effectLst/>
                <a:latin typeface="+mn-ea"/>
              </a:rPr>
              <a:t>좋은느낌</a:t>
            </a:r>
            <a:r>
              <a:rPr lang="en-US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] </a:t>
            </a:r>
          </a:p>
          <a:p>
            <a:pPr algn="l" fontAlgn="t">
              <a:buNone/>
            </a:pPr>
            <a:r>
              <a:rPr lang="ko-KR" altLang="en-US" sz="750" b="0" i="0" spc="-150" dirty="0" err="1">
                <a:solidFill>
                  <a:srgbClr val="333333"/>
                </a:solidFill>
                <a:effectLst/>
                <a:latin typeface="+mn-ea"/>
              </a:rPr>
              <a:t>좋은느낌</a:t>
            </a:r>
            <a:r>
              <a:rPr lang="ko-KR" altLang="en-US" sz="750" b="0" i="0" spc="-150" dirty="0">
                <a:solidFill>
                  <a:srgbClr val="333333"/>
                </a:solidFill>
                <a:effectLst/>
                <a:latin typeface="+mn-ea"/>
              </a:rPr>
              <a:t> 순수 울트라 날개 대형 </a:t>
            </a:r>
          </a:p>
          <a:p>
            <a:pPr algn="l" fontAlgn="t">
              <a:buNone/>
            </a:pPr>
            <a:r>
              <a:rPr lang="en-US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16</a:t>
            </a:r>
            <a:r>
              <a:rPr lang="ko-KR" altLang="en-US" sz="750" b="0" i="0" spc="-150" dirty="0">
                <a:solidFill>
                  <a:srgbClr val="333333"/>
                </a:solidFill>
                <a:effectLst/>
                <a:latin typeface="+mn-ea"/>
              </a:rPr>
              <a:t>매</a:t>
            </a:r>
            <a:r>
              <a:rPr lang="en-US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X 2</a:t>
            </a:r>
            <a:r>
              <a:rPr lang="ko-KR" altLang="en-US" sz="750" b="0" i="0" spc="-150" dirty="0">
                <a:solidFill>
                  <a:srgbClr val="333333"/>
                </a:solidFill>
                <a:effectLst/>
                <a:latin typeface="+mn-ea"/>
              </a:rPr>
              <a:t>팩</a:t>
            </a:r>
            <a:r>
              <a:rPr lang="en-US" altLang="ko-KR" sz="750" b="0" i="0" spc="-150" dirty="0">
                <a:solidFill>
                  <a:srgbClr val="333333"/>
                </a:solidFill>
                <a:effectLst/>
                <a:latin typeface="+mn-ea"/>
              </a:rPr>
              <a:t>(EA)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412BB4-EA4C-F6A9-6D94-40FE4946BAF1}"/>
              </a:ext>
            </a:extLst>
          </p:cNvPr>
          <p:cNvSpPr txBox="1"/>
          <p:nvPr/>
        </p:nvSpPr>
        <p:spPr>
          <a:xfrm>
            <a:off x="4306351" y="1594336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spc="-150" dirty="0">
                <a:solidFill>
                  <a:srgbClr val="333333"/>
                </a:solidFill>
                <a:latin typeface="+mn-ea"/>
              </a:rPr>
              <a:t>7</a:t>
            </a:r>
            <a:r>
              <a:rPr lang="en-US" altLang="ko-KR" sz="900" b="1" i="0" spc="-150" dirty="0">
                <a:solidFill>
                  <a:srgbClr val="333333"/>
                </a:solidFill>
                <a:effectLst/>
                <a:latin typeface="+mn-ea"/>
              </a:rPr>
              <a:t>,</a:t>
            </a:r>
            <a:r>
              <a:rPr lang="en-US" altLang="ko-KR" sz="900" b="1" spc="-150" dirty="0">
                <a:solidFill>
                  <a:srgbClr val="333333"/>
                </a:solidFill>
                <a:latin typeface="+mn-ea"/>
              </a:rPr>
              <a:t>0</a:t>
            </a:r>
            <a:r>
              <a:rPr lang="en-US" altLang="ko-KR" sz="900" b="1" i="0" spc="-150" dirty="0">
                <a:solidFill>
                  <a:srgbClr val="333333"/>
                </a:solidFill>
                <a:effectLst/>
                <a:latin typeface="+mn-ea"/>
              </a:rPr>
              <a:t>00</a:t>
            </a:r>
            <a:r>
              <a:rPr lang="ko-KR" altLang="en-US" sz="900" b="1" i="0" spc="-15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BCE483A-CBAC-E730-1BEE-3CD2B0F1AE9D}"/>
              </a:ext>
            </a:extLst>
          </p:cNvPr>
          <p:cNvSpPr txBox="1"/>
          <p:nvPr/>
        </p:nvSpPr>
        <p:spPr>
          <a:xfrm>
            <a:off x="4364485" y="294746"/>
            <a:ext cx="884155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64B5610-BA43-723E-8A91-72E04A33D303}"/>
              </a:ext>
            </a:extLst>
          </p:cNvPr>
          <p:cNvSpPr/>
          <p:nvPr/>
        </p:nvSpPr>
        <p:spPr>
          <a:xfrm>
            <a:off x="4364485" y="1084157"/>
            <a:ext cx="1163519" cy="18866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796D7A4-BA94-40F4-C9F2-3640C34BE498}"/>
              </a:ext>
            </a:extLst>
          </p:cNvPr>
          <p:cNvGrpSpPr/>
          <p:nvPr/>
        </p:nvGrpSpPr>
        <p:grpSpPr>
          <a:xfrm>
            <a:off x="4367710" y="1089590"/>
            <a:ext cx="1160294" cy="177354"/>
            <a:chOff x="2878982" y="5932470"/>
            <a:chExt cx="1160294" cy="177354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A3D8E84-5F61-5871-92D7-D82D160CE6DC}"/>
                </a:ext>
              </a:extLst>
            </p:cNvPr>
            <p:cNvSpPr/>
            <p:nvPr/>
          </p:nvSpPr>
          <p:spPr>
            <a:xfrm>
              <a:off x="2878982" y="5932470"/>
              <a:ext cx="597442" cy="17735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FC8663D6-8B9E-685C-B70A-4FE95DF4E53D}"/>
                </a:ext>
              </a:extLst>
            </p:cNvPr>
            <p:cNvSpPr/>
            <p:nvPr/>
          </p:nvSpPr>
          <p:spPr>
            <a:xfrm>
              <a:off x="3464363" y="5932470"/>
              <a:ext cx="574913" cy="17735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0846AA0-C57C-B303-3EA9-446BF8BBC5F4}"/>
              </a:ext>
            </a:extLst>
          </p:cNvPr>
          <p:cNvSpPr/>
          <p:nvPr/>
        </p:nvSpPr>
        <p:spPr>
          <a:xfrm>
            <a:off x="5722226" y="296504"/>
            <a:ext cx="1163519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2CDF50-7131-E49E-E14D-C1E68A43D0C3}"/>
              </a:ext>
            </a:extLst>
          </p:cNvPr>
          <p:cNvSpPr txBox="1"/>
          <p:nvPr/>
        </p:nvSpPr>
        <p:spPr>
          <a:xfrm>
            <a:off x="5631875" y="1288499"/>
            <a:ext cx="153757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altLang="ko-KR" sz="750" spc="-15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50" spc="-150" dirty="0" err="1">
                <a:solidFill>
                  <a:srgbClr val="333333"/>
                </a:solidFill>
                <a:latin typeface="+mn-ea"/>
              </a:rPr>
              <a:t>유한킴벌리</a:t>
            </a:r>
            <a:r>
              <a:rPr lang="en-US" altLang="ko-KR" sz="750" spc="-150" dirty="0">
                <a:solidFill>
                  <a:srgbClr val="333333"/>
                </a:solidFill>
                <a:latin typeface="+mn-ea"/>
              </a:rPr>
              <a:t>] </a:t>
            </a:r>
          </a:p>
          <a:p>
            <a:pPr fontAlgn="t"/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화이트 </a:t>
            </a:r>
            <a:r>
              <a:rPr lang="ko-KR" altLang="en-US" sz="750" spc="-150" dirty="0" err="1">
                <a:solidFill>
                  <a:srgbClr val="333333"/>
                </a:solidFill>
                <a:latin typeface="+mn-ea"/>
              </a:rPr>
              <a:t>제로필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 활동성 생리대 대형</a:t>
            </a:r>
            <a:r>
              <a:rPr lang="en-US" altLang="ko-KR" sz="750" spc="-150" dirty="0">
                <a:solidFill>
                  <a:srgbClr val="333333"/>
                </a:solidFill>
                <a:latin typeface="+mn-ea"/>
              </a:rPr>
              <a:t>14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매</a:t>
            </a:r>
            <a:r>
              <a:rPr lang="en-US" altLang="ko-KR" sz="750" spc="-150" dirty="0">
                <a:solidFill>
                  <a:srgbClr val="333333"/>
                </a:solidFill>
                <a:latin typeface="+mn-ea"/>
              </a:rPr>
              <a:t>X 3</a:t>
            </a:r>
            <a:r>
              <a:rPr lang="ko-KR" altLang="en-US" sz="75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750" spc="-150" dirty="0">
                <a:solidFill>
                  <a:srgbClr val="333333"/>
                </a:solidFill>
                <a:latin typeface="+mn-ea"/>
              </a:rPr>
              <a:t>JF20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65EEBD-FF0B-3533-2C53-ED23D641F3C4}"/>
              </a:ext>
            </a:extLst>
          </p:cNvPr>
          <p:cNvSpPr txBox="1"/>
          <p:nvPr/>
        </p:nvSpPr>
        <p:spPr>
          <a:xfrm>
            <a:off x="5660867" y="1602172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spc="-150" dirty="0">
                <a:solidFill>
                  <a:srgbClr val="333333"/>
                </a:solidFill>
                <a:latin typeface="+mn-ea"/>
              </a:rPr>
              <a:t>12</a:t>
            </a:r>
            <a:r>
              <a:rPr lang="en-US" altLang="ko-KR" sz="900" b="1" i="0" spc="-150" dirty="0">
                <a:solidFill>
                  <a:srgbClr val="333333"/>
                </a:solidFill>
                <a:effectLst/>
                <a:latin typeface="+mn-ea"/>
              </a:rPr>
              <a:t>,900</a:t>
            </a:r>
            <a:r>
              <a:rPr lang="ko-KR" altLang="en-US" sz="900" b="1" i="0" spc="-15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72EFEE6-57E6-EB2C-97BC-D5C4FB857872}"/>
              </a:ext>
            </a:extLst>
          </p:cNvPr>
          <p:cNvSpPr txBox="1"/>
          <p:nvPr/>
        </p:nvSpPr>
        <p:spPr>
          <a:xfrm>
            <a:off x="5719001" y="302582"/>
            <a:ext cx="865024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E2C4A4DC-1C7F-79D2-3E26-A47D77930F43}"/>
              </a:ext>
            </a:extLst>
          </p:cNvPr>
          <p:cNvSpPr/>
          <p:nvPr/>
        </p:nvSpPr>
        <p:spPr>
          <a:xfrm>
            <a:off x="5719001" y="1091993"/>
            <a:ext cx="1163519" cy="18866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4ACE3E62-FD8F-39F5-13F3-34A510A4F740}"/>
              </a:ext>
            </a:extLst>
          </p:cNvPr>
          <p:cNvGrpSpPr/>
          <p:nvPr/>
        </p:nvGrpSpPr>
        <p:grpSpPr>
          <a:xfrm>
            <a:off x="5722226" y="1097426"/>
            <a:ext cx="1160294" cy="177354"/>
            <a:chOff x="2878982" y="5932470"/>
            <a:chExt cx="1160294" cy="177354"/>
          </a:xfrm>
        </p:grpSpPr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01F4BAF1-0352-8A99-E5A8-B1D6E5473204}"/>
                </a:ext>
              </a:extLst>
            </p:cNvPr>
            <p:cNvSpPr/>
            <p:nvPr/>
          </p:nvSpPr>
          <p:spPr>
            <a:xfrm>
              <a:off x="2878982" y="5932470"/>
              <a:ext cx="597442" cy="17735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C282529C-F18D-1F31-656A-DCEC5C317E73}"/>
                </a:ext>
              </a:extLst>
            </p:cNvPr>
            <p:cNvSpPr/>
            <p:nvPr/>
          </p:nvSpPr>
          <p:spPr>
            <a:xfrm>
              <a:off x="3464363" y="5932470"/>
              <a:ext cx="574913" cy="17735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4A8F466A-0933-8CF7-A828-E33AE6737180}"/>
              </a:ext>
            </a:extLst>
          </p:cNvPr>
          <p:cNvSpPr/>
          <p:nvPr/>
        </p:nvSpPr>
        <p:spPr>
          <a:xfrm>
            <a:off x="7049974" y="285579"/>
            <a:ext cx="1163519" cy="97219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IMG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DAA5AEC-D0EF-422C-9C29-C1A2081F60A0}"/>
              </a:ext>
            </a:extLst>
          </p:cNvPr>
          <p:cNvSpPr txBox="1"/>
          <p:nvPr/>
        </p:nvSpPr>
        <p:spPr>
          <a:xfrm>
            <a:off x="6959623" y="1277574"/>
            <a:ext cx="1537570" cy="453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/>
            <a:r>
              <a:rPr lang="en-US" altLang="ko-KR" sz="750" dirty="0">
                <a:solidFill>
                  <a:srgbClr val="333333"/>
                </a:solidFill>
                <a:latin typeface="+mn-ea"/>
              </a:rPr>
              <a:t>[</a:t>
            </a:r>
            <a:r>
              <a:rPr lang="ko-KR" altLang="en-US" sz="750" dirty="0">
                <a:solidFill>
                  <a:srgbClr val="333333"/>
                </a:solidFill>
                <a:latin typeface="+mn-ea"/>
              </a:rPr>
              <a:t>춤추는 고래</a:t>
            </a:r>
            <a:r>
              <a:rPr lang="en-US" altLang="ko-KR" sz="750" dirty="0">
                <a:solidFill>
                  <a:srgbClr val="333333"/>
                </a:solidFill>
                <a:latin typeface="+mn-ea"/>
              </a:rPr>
              <a:t>] </a:t>
            </a:r>
          </a:p>
          <a:p>
            <a:pPr fontAlgn="t"/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대용량 입는  오버나이트 팬티형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7P x 26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팩 </a:t>
            </a:r>
            <a:r>
              <a:rPr lang="en-US" altLang="ko-KR" sz="800" spc="-150" dirty="0">
                <a:solidFill>
                  <a:srgbClr val="333333"/>
                </a:solidFill>
                <a:latin typeface="+mn-ea"/>
              </a:rPr>
              <a:t>/182</a:t>
            </a:r>
            <a:r>
              <a:rPr lang="ko-KR" altLang="en-US" sz="800" spc="-150" dirty="0">
                <a:solidFill>
                  <a:srgbClr val="333333"/>
                </a:solidFill>
                <a:latin typeface="+mn-ea"/>
              </a:rPr>
              <a:t>매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42106E5-D8DB-5EA3-D9CA-1960CE729AB3}"/>
              </a:ext>
            </a:extLst>
          </p:cNvPr>
          <p:cNvSpPr txBox="1"/>
          <p:nvPr/>
        </p:nvSpPr>
        <p:spPr>
          <a:xfrm>
            <a:off x="6988615" y="1591247"/>
            <a:ext cx="1340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fontAlgn="t">
              <a:buNone/>
            </a:pPr>
            <a:r>
              <a:rPr lang="en-US" altLang="ko-KR" sz="900" b="1" i="0" spc="-150" dirty="0">
                <a:solidFill>
                  <a:srgbClr val="333333"/>
                </a:solidFill>
                <a:effectLst/>
                <a:latin typeface="+mn-ea"/>
              </a:rPr>
              <a:t>168,000</a:t>
            </a:r>
            <a:r>
              <a:rPr lang="ko-KR" altLang="en-US" sz="900" b="1" i="0" spc="-150" dirty="0">
                <a:solidFill>
                  <a:srgbClr val="333333"/>
                </a:solidFill>
                <a:effectLst/>
                <a:latin typeface="+mn-ea"/>
              </a:rPr>
              <a:t>원</a:t>
            </a:r>
            <a:endParaRPr lang="ko-KR" altLang="ko-KR" sz="900" b="1" i="0" spc="-150" dirty="0">
              <a:solidFill>
                <a:srgbClr val="333333"/>
              </a:solidFill>
              <a:effectLst/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B972D02-F4EA-BF8D-954C-8CA64DBFF041}"/>
              </a:ext>
            </a:extLst>
          </p:cNvPr>
          <p:cNvSpPr txBox="1"/>
          <p:nvPr/>
        </p:nvSpPr>
        <p:spPr>
          <a:xfrm>
            <a:off x="7046749" y="291657"/>
            <a:ext cx="865024" cy="200055"/>
          </a:xfrm>
          <a:prstGeom prst="rect">
            <a:avLst/>
          </a:prstGeom>
          <a:solidFill>
            <a:schemeClr val="tx1"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700" spc="-150" dirty="0">
                <a:solidFill>
                  <a:schemeClr val="bg1"/>
                </a:solidFill>
                <a:latin typeface="맑은 고딕" panose="020B0503020000020004" pitchFamily="50" charset="-127"/>
              </a:rPr>
              <a:t>여성청소년 생리용품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76CB7AD-325F-9BDA-4A43-C3D10094461A}"/>
              </a:ext>
            </a:extLst>
          </p:cNvPr>
          <p:cNvSpPr/>
          <p:nvPr/>
        </p:nvSpPr>
        <p:spPr>
          <a:xfrm>
            <a:off x="7046749" y="1081068"/>
            <a:ext cx="1163519" cy="18866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FA4D8A37-A52F-35AF-8611-2B25DFA81183}"/>
              </a:ext>
            </a:extLst>
          </p:cNvPr>
          <p:cNvGrpSpPr/>
          <p:nvPr/>
        </p:nvGrpSpPr>
        <p:grpSpPr>
          <a:xfrm>
            <a:off x="7049974" y="1086501"/>
            <a:ext cx="1160294" cy="177354"/>
            <a:chOff x="2878982" y="5932470"/>
            <a:chExt cx="1160294" cy="177354"/>
          </a:xfrm>
        </p:grpSpPr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04063B44-598D-7850-5D03-A24A88EBD353}"/>
                </a:ext>
              </a:extLst>
            </p:cNvPr>
            <p:cNvSpPr/>
            <p:nvPr/>
          </p:nvSpPr>
          <p:spPr>
            <a:xfrm>
              <a:off x="2878982" y="5932470"/>
              <a:ext cx="597442" cy="17735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tx1"/>
                  </a:solidFill>
                </a:rPr>
                <a:t>담기</a:t>
              </a:r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1C94A1A9-6D66-0828-E38E-4C3B33245CFC}"/>
                </a:ext>
              </a:extLst>
            </p:cNvPr>
            <p:cNvSpPr/>
            <p:nvPr/>
          </p:nvSpPr>
          <p:spPr>
            <a:xfrm>
              <a:off x="3464363" y="5932470"/>
              <a:ext cx="574913" cy="177354"/>
            </a:xfrm>
            <a:prstGeom prst="rect">
              <a:avLst/>
            </a:prstGeom>
            <a:solidFill>
              <a:schemeClr val="tx1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ko-KR" altLang="en-US" sz="800" spc="-150" dirty="0">
                  <a:solidFill>
                    <a:schemeClr val="bg1"/>
                  </a:solidFill>
                </a:rPr>
                <a:t>바로 구매</a:t>
              </a:r>
            </a:p>
          </p:txBody>
        </p:sp>
      </p:grpSp>
      <p:sp>
        <p:nvSpPr>
          <p:cNvPr id="119" name="순서도: 연결자 118">
            <a:extLst>
              <a:ext uri="{FF2B5EF4-FFF2-40B4-BE49-F238E27FC236}">
                <a16:creationId xmlns:a16="http://schemas.microsoft.com/office/drawing/2014/main" id="{DDFB1ABA-B4BE-B965-2B9E-097CF7E32981}"/>
              </a:ext>
            </a:extLst>
          </p:cNvPr>
          <p:cNvSpPr/>
          <p:nvPr/>
        </p:nvSpPr>
        <p:spPr>
          <a:xfrm>
            <a:off x="7921129" y="507717"/>
            <a:ext cx="418856" cy="418856"/>
          </a:xfrm>
          <a:prstGeom prst="flowChartConnector">
            <a:avLst/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DB156613-A983-7106-F676-3B48DE3389A0}"/>
              </a:ext>
            </a:extLst>
          </p:cNvPr>
          <p:cNvSpPr txBox="1"/>
          <p:nvPr/>
        </p:nvSpPr>
        <p:spPr>
          <a:xfrm>
            <a:off x="7963383" y="467941"/>
            <a:ext cx="38979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spc="-1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2500" spc="-15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EB65F3D3-12A2-83FA-4E94-66FCCC2F68FF}"/>
              </a:ext>
            </a:extLst>
          </p:cNvPr>
          <p:cNvSpPr/>
          <p:nvPr/>
        </p:nvSpPr>
        <p:spPr>
          <a:xfrm>
            <a:off x="2818797" y="4122260"/>
            <a:ext cx="4484077" cy="8101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60159E4-F8AC-0363-4FD8-53E806727C76}"/>
              </a:ext>
            </a:extLst>
          </p:cNvPr>
          <p:cNvSpPr txBox="1"/>
          <p:nvPr/>
        </p:nvSpPr>
        <p:spPr>
          <a:xfrm>
            <a:off x="2760964" y="3851874"/>
            <a:ext cx="723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공지사항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6F6C394F-5807-2A18-A787-EF0C5A14F3CE}"/>
              </a:ext>
            </a:extLst>
          </p:cNvPr>
          <p:cNvSpPr txBox="1"/>
          <p:nvPr/>
        </p:nvSpPr>
        <p:spPr>
          <a:xfrm>
            <a:off x="2876895" y="4216285"/>
            <a:ext cx="23042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옵튜코리아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하기스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박스 기획전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B56125D-792D-DE4D-F72D-AA1E6922D4A0}"/>
              </a:ext>
            </a:extLst>
          </p:cNvPr>
          <p:cNvSpPr txBox="1"/>
          <p:nvPr/>
        </p:nvSpPr>
        <p:spPr>
          <a:xfrm>
            <a:off x="6422507" y="4216285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2026-06-11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68DBCC4-0A3E-B7BB-707A-6B3D73BBC676}"/>
              </a:ext>
            </a:extLst>
          </p:cNvPr>
          <p:cNvSpPr txBox="1"/>
          <p:nvPr/>
        </p:nvSpPr>
        <p:spPr>
          <a:xfrm>
            <a:off x="2876895" y="4391108"/>
            <a:ext cx="28337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올푸름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킨도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&amp;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마미포코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8294359-0BF7-731B-EE1E-FADC8C0415BD}"/>
              </a:ext>
            </a:extLst>
          </p:cNvPr>
          <p:cNvSpPr txBox="1"/>
          <p:nvPr/>
        </p:nvSpPr>
        <p:spPr>
          <a:xfrm>
            <a:off x="6422507" y="4391108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2026-06-10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5F62A69-791D-8D5D-A20C-39DAAF2FF5AC}"/>
              </a:ext>
            </a:extLst>
          </p:cNvPr>
          <p:cNvSpPr txBox="1"/>
          <p:nvPr/>
        </p:nvSpPr>
        <p:spPr>
          <a:xfrm>
            <a:off x="2876894" y="4554253"/>
            <a:ext cx="31720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대디포베베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X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로맘스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 기획전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1699E23-69CE-C733-C984-4D087CE70C91}"/>
              </a:ext>
            </a:extLst>
          </p:cNvPr>
          <p:cNvSpPr txBox="1"/>
          <p:nvPr/>
        </p:nvSpPr>
        <p:spPr>
          <a:xfrm>
            <a:off x="6422507" y="4554253"/>
            <a:ext cx="7885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</a:rPr>
              <a:t>2026-06-09</a:t>
            </a:r>
            <a:endParaRPr lang="ko-KR" altLang="en-US" sz="900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10DDBF66-DA52-F53B-114E-8F8791E72935}"/>
              </a:ext>
            </a:extLst>
          </p:cNvPr>
          <p:cNvSpPr txBox="1"/>
          <p:nvPr/>
        </p:nvSpPr>
        <p:spPr>
          <a:xfrm>
            <a:off x="6700969" y="3902401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43C431B5-06DD-5122-BA14-6820350DAA5E}"/>
              </a:ext>
            </a:extLst>
          </p:cNvPr>
          <p:cNvSpPr/>
          <p:nvPr/>
        </p:nvSpPr>
        <p:spPr>
          <a:xfrm>
            <a:off x="2859626" y="2944806"/>
            <a:ext cx="4484077" cy="83550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1779D96A-8482-CB7E-9576-AB172FD0F38D}"/>
              </a:ext>
            </a:extLst>
          </p:cNvPr>
          <p:cNvSpPr txBox="1"/>
          <p:nvPr/>
        </p:nvSpPr>
        <p:spPr>
          <a:xfrm>
            <a:off x="2760964" y="2666660"/>
            <a:ext cx="10631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자주 찾는 문의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82FE757B-39F8-DACF-D010-E3B9223F22C6}"/>
              </a:ext>
            </a:extLst>
          </p:cNvPr>
          <p:cNvSpPr txBox="1"/>
          <p:nvPr/>
        </p:nvSpPr>
        <p:spPr>
          <a:xfrm>
            <a:off x="6671724" y="2695613"/>
            <a:ext cx="6719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바로가기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71C47DE-AC82-FCD3-E189-1A5280D1ABA4}"/>
              </a:ext>
            </a:extLst>
          </p:cNvPr>
          <p:cNvSpPr txBox="1"/>
          <p:nvPr/>
        </p:nvSpPr>
        <p:spPr>
          <a:xfrm>
            <a:off x="2860421" y="3071863"/>
            <a:ext cx="437987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회원가입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이용안내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지원대상자가 자녀일 경우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자녀명으로 </a:t>
            </a:r>
            <a:r>
              <a:rPr lang="ko-KR" altLang="en-US" sz="900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가입해야하나요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A80448FE-4690-2C09-A15C-0CABC412CB68}"/>
              </a:ext>
            </a:extLst>
          </p:cNvPr>
          <p:cNvSpPr txBox="1"/>
          <p:nvPr/>
        </p:nvSpPr>
        <p:spPr>
          <a:xfrm>
            <a:off x="2860422" y="3246686"/>
            <a:ext cx="43506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ko-KR" altLang="en-US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결제수단에는 어떤 것들이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03E1F3E-ED40-7383-961B-DDFA11107507}"/>
              </a:ext>
            </a:extLst>
          </p:cNvPr>
          <p:cNvSpPr txBox="1"/>
          <p:nvPr/>
        </p:nvSpPr>
        <p:spPr>
          <a:xfrm>
            <a:off x="2860420" y="3409831"/>
            <a:ext cx="444245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주문</a:t>
            </a:r>
            <a:r>
              <a:rPr lang="en-US" altLang="ko-KR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결제</a:t>
            </a:r>
            <a:r>
              <a:rPr lang="en-US" altLang="ko-KR" sz="9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                                                             </a:t>
            </a:r>
            <a:r>
              <a:rPr lang="ko-KR" altLang="en-US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지원물품이 다른 바우처를 한번에 결제할 수 있나요</a:t>
            </a:r>
            <a:r>
              <a:rPr lang="en-US" altLang="ko-KR" sz="900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900" u="sng" spc="-15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4" name="모서리가 둥근 직사각형 114">
            <a:extLst>
              <a:ext uri="{FF2B5EF4-FFF2-40B4-BE49-F238E27FC236}">
                <a16:creationId xmlns:a16="http://schemas.microsoft.com/office/drawing/2014/main" id="{E5DEB733-F1DC-4CFD-BFD1-5413CE05BEE3}"/>
              </a:ext>
            </a:extLst>
          </p:cNvPr>
          <p:cNvSpPr/>
          <p:nvPr/>
        </p:nvSpPr>
        <p:spPr>
          <a:xfrm>
            <a:off x="7124275" y="303541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6" name="모서리가 둥근 직사각형 114">
            <a:extLst>
              <a:ext uri="{FF2B5EF4-FFF2-40B4-BE49-F238E27FC236}">
                <a16:creationId xmlns:a16="http://schemas.microsoft.com/office/drawing/2014/main" id="{EC15B2C9-2E96-E7A9-A4BA-BC97675D570F}"/>
              </a:ext>
            </a:extLst>
          </p:cNvPr>
          <p:cNvSpPr/>
          <p:nvPr/>
        </p:nvSpPr>
        <p:spPr>
          <a:xfrm>
            <a:off x="7178534" y="2568678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8-2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68" name="모서리가 둥근 직사각형 114">
            <a:extLst>
              <a:ext uri="{FF2B5EF4-FFF2-40B4-BE49-F238E27FC236}">
                <a16:creationId xmlns:a16="http://schemas.microsoft.com/office/drawing/2014/main" id="{E4592026-D694-BA62-EC01-C22B0A30DE90}"/>
              </a:ext>
            </a:extLst>
          </p:cNvPr>
          <p:cNvSpPr/>
          <p:nvPr/>
        </p:nvSpPr>
        <p:spPr>
          <a:xfrm>
            <a:off x="4370147" y="4166132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9-1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모서리가 둥근 직사각형 114">
            <a:extLst>
              <a:ext uri="{FF2B5EF4-FFF2-40B4-BE49-F238E27FC236}">
                <a16:creationId xmlns:a16="http://schemas.microsoft.com/office/drawing/2014/main" id="{F5C13C2A-0B7D-E06A-0385-9DB005E40C91}"/>
              </a:ext>
            </a:extLst>
          </p:cNvPr>
          <p:cNvSpPr/>
          <p:nvPr/>
        </p:nvSpPr>
        <p:spPr>
          <a:xfrm>
            <a:off x="7236892" y="3839041"/>
            <a:ext cx="357762" cy="144016"/>
          </a:xfrm>
          <a:prstGeom prst="roundRect">
            <a:avLst/>
          </a:prstGeom>
          <a:solidFill>
            <a:srgbClr val="C00000"/>
          </a:solidFill>
          <a:ln w="31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9-2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753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 w="3175">
          <a:solidFill>
            <a:schemeClr val="tx1">
              <a:lumMod val="50000"/>
              <a:lumOff val="50000"/>
            </a:schemeClr>
          </a:solidFill>
        </a:ln>
      </a:spPr>
      <a:bodyPr wrap="none" rtlCol="0" anchor="ctr"/>
      <a:lstStyle>
        <a:defPPr algn="ctr">
          <a:defRPr sz="1000" dirty="0">
            <a:solidFill>
              <a:schemeClr val="bg1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bg1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spc="-150" dirty="0" smtClean="0">
            <a:solidFill>
              <a:schemeClr val="tx1">
                <a:lumMod val="75000"/>
                <a:lumOff val="25000"/>
              </a:schemeClr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FC4C9E55A6BA342A7080202977ABE50" ma:contentTypeVersion="2" ma:contentTypeDescription="새 문서를 만듭니다." ma:contentTypeScope="" ma:versionID="5f0c3a76909df500a0514a0d061d1777">
  <xsd:schema xmlns:xsd="http://www.w3.org/2001/XMLSchema" xmlns:xs="http://www.w3.org/2001/XMLSchema" xmlns:p="http://schemas.microsoft.com/office/2006/metadata/properties" xmlns:ns3="c79ae3b7-9b9c-40a7-be7f-f9741b338b2e" targetNamespace="http://schemas.microsoft.com/office/2006/metadata/properties" ma:root="true" ma:fieldsID="dafcb9a81abbc5ee8269b4ad7e0634d6" ns3:_="">
    <xsd:import namespace="c79ae3b7-9b9c-40a7-be7f-f9741b338b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9ae3b7-9b9c-40a7-be7f-f9741b338b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B1250-1D00-4EEC-9ABF-992B3C3F3B59}">
  <ds:schemaRefs>
    <ds:schemaRef ds:uri="http://www.w3.org/XML/1998/namespace"/>
    <ds:schemaRef ds:uri="http://schemas.openxmlformats.org/package/2006/metadata/core-properties"/>
    <ds:schemaRef ds:uri="c79ae3b7-9b9c-40a7-be7f-f9741b338b2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EC15724-B754-4626-A6C8-8C3D7A19C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9ae3b7-9b9c-40a7-be7f-f9741b338b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C9F6248-8556-459F-BA68-F2ACF0C990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10990</TotalTime>
  <Words>3654</Words>
  <Application>Microsoft Office PowerPoint</Application>
  <PresentationFormat>사용자 지정</PresentationFormat>
  <Paragraphs>1303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30" baseType="lpstr">
      <vt:lpstr>나눔바른고딕OTF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</dc:creator>
  <cp:lastModifiedBy>py ko</cp:lastModifiedBy>
  <cp:revision>1360</cp:revision>
  <dcterms:created xsi:type="dcterms:W3CDTF">2020-09-28T12:25:11Z</dcterms:created>
  <dcterms:modified xsi:type="dcterms:W3CDTF">2026-06-25T01:10:22Z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0x0101005FC4C9E55A6BA342A7080202977ABE50</vt:lpwstr>
  </property>
  <property fmtid="{D5CDD505-2E9C-101B-9397-08002B2CF9AE}" pid="3" name="Fasoo_Trace_ID">
    <vt:lpwstr>eyAibm9kZUNvdW50IjogMiwgIm5vZGUxIiA6IHsiZHNkIjoiMDEwMDAwMDAwMDAwMzI2NyIsImxvZ1RpbWUiOiIyMDI0LTA5LTIzVDA4OjI5OjM4WiIsInBJRCI6MSwicHJvY2Vzc0lkIjo3NzQ5MiwicHJvY2Vzc05hbWUiOiJtc2VkZ2UuZXhlIiwidHJhY2VJZCI6IjQ4M0UwNTgwMjVCRjRERUNCMUQ0MjYzRUQzRjQ2Q0NGIiwidXNlckNvZGUiOiIyMDMxMTk5NiJ9LCJub2RlMiIgOiB7ImRzZCI6IjAxMDAwMDAwMDAwMDMyNjciLCJsb2dUaW1lIjoiMjAyNC0wOS0yM1QwODoyOTozOFoiLCJwSUQiOjEsInByb2Nlc3NJZCI6Nzc0OTIsInByb2Nlc3NOYW1lIjoibXNlZGdlLmV4ZSIsInRyYWNlSWQiOiI0ODNFMDU4MDI1QkY0REVDQjFENDI2M0VEM0Y0NkNDRiIsInVzZXJDb2RlIjoiMjAzMTE5OTYifSwibm9kZTMiIDogeyJkc2QiOiIwMTAwMDAwMDAwMDAzMjY3IiwibG9nVGltZSI6IjIwMjQtMDktMjNUMDg6Mjk6MzhaIiwicElEIjoxLCJwcm9jZXNzSWQiOjc3NDkyLCJwcm9jZXNzTmFtZSI6Im1zZWRnZS5leGUiLCJ0cmFjZUlkIjoiNDgzRTA1ODAyNUJGNERFQ0IxRDQyNjNFRDNGNDZDQ0YiLCJ1c2VyQ29kZSI6IjIwMzExOTk2In0sIm5vZGU0IiA6IHsiZHNkIjoiMDEwMDAwMDAwMDAwMzI2NyIsImxvZ1RpbWUiOiIyMDI0LTA5LTIzVDA4OjI5OjM4WiIsInBJRCI6MSwicHJvY2Vzc0lkIjo3NzQ5MiwicHJvY2Vzc05hbWUiOiJtc2VkZ2UuZXhlIiwidHJhY2VJZCI6IjQ4M0UwNTgwMjVCRjRERUNCMUQ0MjYzRUQzRjQ2Q0NGIiwidXNlckNvZGUiOiIyMDMxMTk5NiJ9LCJub2RlNSIgOiB7ICJ1c2VyQ29kZSIgOiAiIiwgInRyYWNlSWQiIDogIkNENzcwMkJCNzA3MkI1Q0YwNzg4NTE3OTYxMEYxN0VBIiwgImRzZCIgOiAiMDAwMDAwMDAwMDAwMDAwMCIsICJwSUQiIDogIjIwNDgiLCAibG9nVGltZSIgOiAiMjAyNC0wOS0yM1QwODozMjozNloiIH19</vt:lpwstr>
  </property>
  <property fmtid="{D5CDD505-2E9C-101B-9397-08002B2CF9AE}" pid="4" name="FDRClass">
    <vt:lpwstr>0</vt:lpwstr>
  </property>
  <property fmtid="{D5CDD505-2E9C-101B-9397-08002B2CF9AE}" pid="5" name="FDRSet">
    <vt:lpwstr>manual</vt:lpwstr>
  </property>
</Properties>
</file>