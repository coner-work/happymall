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1803" r:id="rId5"/>
    <p:sldId id="624" r:id="rId6"/>
    <p:sldId id="1973" r:id="rId7"/>
    <p:sldId id="1972" r:id="rId8"/>
    <p:sldId id="1969" r:id="rId9"/>
    <p:sldId id="1990" r:id="rId10"/>
    <p:sldId id="1971" r:id="rId11"/>
    <p:sldId id="1977" r:id="rId12"/>
    <p:sldId id="1979" r:id="rId13"/>
    <p:sldId id="1985" r:id="rId14"/>
    <p:sldId id="1986" r:id="rId15"/>
    <p:sldId id="1987" r:id="rId16"/>
    <p:sldId id="1976" r:id="rId17"/>
    <p:sldId id="1951" r:id="rId18"/>
    <p:sldId id="1991" r:id="rId19"/>
    <p:sldId id="1992" r:id="rId20"/>
    <p:sldId id="1966" r:id="rId21"/>
    <p:sldId id="1974" r:id="rId22"/>
    <p:sldId id="1988" r:id="rId23"/>
    <p:sldId id="1989" r:id="rId24"/>
    <p:sldId id="1993" r:id="rId25"/>
    <p:sldId id="1994" r:id="rId2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</p14:sldIdLst>
        </p14:section>
        <p14:section name="00_GNB" id="{BB5FA923-6665-4775-B851-ED40850EE80F}">
          <p14:sldIdLst>
            <p14:sldId id="1972"/>
            <p14:sldId id="1969"/>
            <p14:sldId id="1990"/>
            <p14:sldId id="1971"/>
            <p14:sldId id="1977"/>
          </p14:sldIdLst>
        </p14:section>
        <p14:section name="00_상품목록 개선 방향" id="{8A14055E-0F58-478E-B9DF-E7D317C16394}">
          <p14:sldIdLst>
            <p14:sldId id="1979"/>
            <p14:sldId id="1985"/>
            <p14:sldId id="1986"/>
            <p14:sldId id="1987"/>
          </p14:sldIdLst>
        </p14:section>
        <p14:section name="00_메인" id="{1F1C2826-7D56-4F54-9964-ABC6C7A34C65}">
          <p14:sldIdLst>
            <p14:sldId id="1976"/>
            <p14:sldId id="1951"/>
            <p14:sldId id="1991"/>
            <p14:sldId id="1992"/>
            <p14:sldId id="1966"/>
            <p14:sldId id="1974"/>
          </p14:sldIdLst>
        </p14:section>
        <p14:section name="00_메인 레이어 팝업" id="{60F971AF-0C9A-453C-BA9B-26BA05397CD2}">
          <p14:sldIdLst>
            <p14:sldId id="1988"/>
            <p14:sldId id="1989"/>
            <p14:sldId id="1993"/>
            <p14:sldId id="19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34A44E"/>
    <a:srgbClr val="342F94"/>
    <a:srgbClr val="00589A"/>
    <a:srgbClr val="F9B129"/>
    <a:srgbClr val="235A9A"/>
    <a:srgbClr val="97C139"/>
    <a:srgbClr val="FFFFFF"/>
    <a:srgbClr val="190DB3"/>
    <a:srgbClr val="56A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91" autoAdjust="0"/>
  </p:normalViewPr>
  <p:slideViewPr>
    <p:cSldViewPr>
      <p:cViewPr>
        <p:scale>
          <a:sx n="150" d="100"/>
          <a:sy n="150" d="100"/>
        </p:scale>
        <p:origin x="-2274" y="30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9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 - 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3623602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90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00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04312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506211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91602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66" r:id="rId8"/>
    <p:sldLayoutId id="2147483671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ouchermall.co.kr/main/main.d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ujikorea.co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99147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2026-08-03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347927"/>
              </p:ext>
            </p:extLst>
          </p:nvPr>
        </p:nvGraphicFramePr>
        <p:xfrm>
          <a:off x="360289" y="1293813"/>
          <a:ext cx="12241360" cy="3922372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타입으로 디자인 작업 요청 확인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일부 화면 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 목록 개선 화면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5182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레이어 팝업 설계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4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트라이언소프트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상품 관련 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 요구사항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찜하기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바로구매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 삭제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 선택 레이어에서 </a:t>
                      </a:r>
                      <a:r>
                        <a:rPr kumimoji="1" lang="ko-KR" altLang="en-US" sz="900" b="0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넣는걸로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ko-KR" altLang="en-US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2026-07-08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6/26,7/2 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화면설계 현업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완료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반영</a:t>
                      </a:r>
                      <a:endParaRPr kumimoji="1" lang="ko-KR" altLang="en-US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2026-07-15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7/15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 디자인 피드백에서 요청한 기획 추가 내용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2026-08-03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8/3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공지사항 유형 메인 팝업 추가 반영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고풀잎</a:t>
                      </a:r>
                      <a:endParaRPr kumimoji="1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참고 사항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288281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국민행복몰을 </a:t>
            </a:r>
            <a:r>
              <a:rPr lang="en-US" altLang="ko-KR" sz="1000" b="1" spc="-150" dirty="0">
                <a:latin typeface="+mn-ea"/>
              </a:rPr>
              <a:t>UIUX</a:t>
            </a:r>
            <a:r>
              <a:rPr lang="ko-KR" altLang="en-US" sz="1000" b="1" spc="-150" dirty="0">
                <a:latin typeface="+mn-ea"/>
              </a:rPr>
              <a:t> 리뉴얼 프로젝트를 위한 작업</a:t>
            </a:r>
            <a:r>
              <a:rPr lang="en-US" altLang="ko-KR" sz="1000" b="1" spc="-150" dirty="0">
                <a:latin typeface="+mn-ea"/>
              </a:rPr>
              <a:t>  </a:t>
            </a:r>
            <a:r>
              <a:rPr lang="en-US" altLang="ko-KR" sz="1000" b="1" spc="-150" dirty="0">
                <a:latin typeface="+mn-ea"/>
                <a:hlinkClick r:id="rId2"/>
              </a:rPr>
              <a:t>https://www.vouchermall.co.kr/main/main.do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행복몰</a:t>
            </a:r>
            <a:r>
              <a:rPr lang="ko-KR" altLang="en-US" sz="1000" spc="-150" dirty="0">
                <a:latin typeface="+mn-ea"/>
              </a:rPr>
              <a:t> 로고만 유지</a:t>
            </a:r>
            <a:r>
              <a:rPr lang="en-US" altLang="ko-KR" sz="1000" spc="-150" dirty="0">
                <a:latin typeface="+mn-ea"/>
              </a:rPr>
              <a:t>, </a:t>
            </a:r>
            <a:r>
              <a:rPr lang="ko-KR" altLang="en-US" sz="1000" spc="-150" dirty="0">
                <a:latin typeface="+mn-ea"/>
              </a:rPr>
              <a:t>별다른 </a:t>
            </a:r>
            <a:r>
              <a:rPr lang="en-US" altLang="ko-KR" sz="1000" dirty="0">
                <a:latin typeface="+mn-ea"/>
              </a:rPr>
              <a:t>CI </a:t>
            </a:r>
            <a:r>
              <a:rPr lang="ko-KR" altLang="en-US" sz="1000" spc="-150" dirty="0">
                <a:latin typeface="+mn-ea"/>
              </a:rPr>
              <a:t>가이드가 있거나 참고해야 할 디자인 소스는 없음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 err="1">
                <a:latin typeface="+mn-ea"/>
              </a:rPr>
              <a:t>웹표준</a:t>
            </a:r>
            <a:r>
              <a:rPr lang="en-US" altLang="ko-KR" sz="1000" spc="-150" dirty="0">
                <a:latin typeface="+mn-ea"/>
              </a:rPr>
              <a:t>,</a:t>
            </a:r>
            <a:r>
              <a:rPr lang="ko-KR" altLang="en-US" sz="1000" spc="-150" dirty="0">
                <a:latin typeface="+mn-ea"/>
              </a:rPr>
              <a:t>접근성 준수</a:t>
            </a:r>
            <a:endParaRPr lang="en-US" altLang="ko-KR" sz="1000" spc="-150" dirty="0">
              <a:latin typeface="+mn-ea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endParaRPr lang="en-US" altLang="ko-KR" sz="1000" spc="-15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E83F-6126-4EB7-5AC5-F85B18735097}"/>
              </a:ext>
            </a:extLst>
          </p:cNvPr>
          <p:cNvSpPr txBox="1"/>
          <p:nvPr/>
        </p:nvSpPr>
        <p:spPr>
          <a:xfrm>
            <a:off x="319754" y="1692077"/>
            <a:ext cx="6481688" cy="189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b="1" spc="-150" dirty="0">
                <a:latin typeface="+mn-ea"/>
              </a:rPr>
              <a:t>해상도</a:t>
            </a:r>
            <a:endParaRPr lang="en-US" altLang="ko-KR" sz="1000" b="1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latin typeface="+mn-ea"/>
              </a:rPr>
              <a:t>모바일 퍼스트 기반 반응형</a:t>
            </a:r>
            <a:endParaRPr lang="en-US" altLang="ko-KR" sz="1000" spc="-150" dirty="0">
              <a:latin typeface="+mn-ea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  <a:endParaRPr lang="en-US" altLang="ko-KR" sz="1000" spc="-150" dirty="0"/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02850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5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-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106559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625E4B-9D75-75A3-AA16-54A2BD458882}"/>
              </a:ext>
            </a:extLst>
          </p:cNvPr>
          <p:cNvSpPr txBox="1"/>
          <p:nvPr/>
        </p:nvSpPr>
        <p:spPr>
          <a:xfrm>
            <a:off x="9505305" y="5381390"/>
            <a:ext cx="3095694" cy="896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참고 </a:t>
            </a:r>
            <a:r>
              <a:rPr lang="en-US" altLang="ko-KR" sz="900" dirty="0">
                <a:latin typeface="+mn-ea"/>
              </a:rPr>
              <a:t>: </a:t>
            </a:r>
            <a:r>
              <a:rPr lang="ko-KR" altLang="en-US" sz="900" dirty="0">
                <a:latin typeface="+mn-ea"/>
                <a:hlinkClick r:id="rId3"/>
              </a:rPr>
              <a:t>https://mujikorea.co.kr/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        https://www.vouchermall.co.kr/main/main.do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               상단 헤더 검색 영역에서 검색 시</a:t>
            </a:r>
            <a:r>
              <a:rPr lang="en-US" altLang="ko-KR" sz="900" spc="-150" dirty="0">
                <a:latin typeface="+mn-ea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latin typeface="+mn-ea"/>
              </a:rPr>
              <a:t>               </a:t>
            </a:r>
            <a:r>
              <a:rPr lang="ko-KR" altLang="en-US" sz="900" spc="-150" dirty="0">
                <a:latin typeface="+mn-ea"/>
              </a:rPr>
              <a:t>상품 검색결과 공통 페이지로 떨어지는 구조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0153377" y="1932452"/>
            <a:ext cx="1804220" cy="172355"/>
            <a:chOff x="4185907" y="711082"/>
            <a:chExt cx="3015142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85907" y="711082"/>
              <a:ext cx="400230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1419B6A-75B7-0CA3-F253-FE11E83E78E4}"/>
              </a:ext>
            </a:extLst>
          </p:cNvPr>
          <p:cNvSpPr/>
          <p:nvPr/>
        </p:nvSpPr>
        <p:spPr>
          <a:xfrm>
            <a:off x="10153377" y="1880940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763A79F-5F4F-9552-79C1-4F29058B9CF2}"/>
              </a:ext>
            </a:extLst>
          </p:cNvPr>
          <p:cNvGrpSpPr/>
          <p:nvPr/>
        </p:nvGrpSpPr>
        <p:grpSpPr>
          <a:xfrm>
            <a:off x="10201917" y="2983926"/>
            <a:ext cx="1800722" cy="172355"/>
            <a:chOff x="4191753" y="711082"/>
            <a:chExt cx="3009296" cy="288032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E2691AE-B682-E2E2-B5EF-1C6B11D3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B386905B-4B00-AF20-99C8-4594C2FB3B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9832" r="76394" b="17169"/>
            <a:stretch>
              <a:fillRect/>
            </a:stretch>
          </p:blipFill>
          <p:spPr>
            <a:xfrm>
              <a:off x="4191753" y="711082"/>
              <a:ext cx="400230" cy="28803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262E29A-5B88-4A7A-17CC-9D613A5A6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7124" t="19832" r="40203" b="17169"/>
            <a:stretch>
              <a:fillRect/>
            </a:stretch>
          </p:blipFill>
          <p:spPr>
            <a:xfrm>
              <a:off x="6448904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8F4ACF-8199-44BF-49AD-EA34C5CDC4EA}"/>
              </a:ext>
            </a:extLst>
          </p:cNvPr>
          <p:cNvSpPr/>
          <p:nvPr/>
        </p:nvSpPr>
        <p:spPr>
          <a:xfrm>
            <a:off x="10198417" y="2932414"/>
            <a:ext cx="1309109" cy="261034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FA7DE-8DF0-B94E-E308-D494D954071A}"/>
              </a:ext>
            </a:extLst>
          </p:cNvPr>
          <p:cNvSpPr txBox="1"/>
          <p:nvPr/>
        </p:nvSpPr>
        <p:spPr>
          <a:xfrm>
            <a:off x="10297393" y="1903735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49F7FD-35EB-3C55-40B5-F12D73AD1BA3}"/>
              </a:ext>
            </a:extLst>
          </p:cNvPr>
          <p:cNvSpPr txBox="1"/>
          <p:nvPr/>
        </p:nvSpPr>
        <p:spPr>
          <a:xfrm>
            <a:off x="10369401" y="2957277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E3DF35-CCD8-3764-C520-D3A803398CDE}"/>
              </a:ext>
            </a:extLst>
          </p:cNvPr>
          <p:cNvGrpSpPr/>
          <p:nvPr/>
        </p:nvGrpSpPr>
        <p:grpSpPr>
          <a:xfrm>
            <a:off x="11243022" y="2962381"/>
            <a:ext cx="206499" cy="215444"/>
            <a:chOff x="5860406" y="1378645"/>
            <a:chExt cx="206499" cy="215444"/>
          </a:xfrm>
        </p:grpSpPr>
        <p:sp>
          <p:nvSpPr>
            <p:cNvPr id="37" name="순서도: 연결자 36">
              <a:extLst>
                <a:ext uri="{FF2B5EF4-FFF2-40B4-BE49-F238E27FC236}">
                  <a16:creationId xmlns:a16="http://schemas.microsoft.com/office/drawing/2014/main" id="{3730E5F3-154B-8A36-B698-CEC7FB4D6A7D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84A35F-4493-AE00-B2BF-F1DAA18031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60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247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-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688842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rgbClr val="234DD3"/>
                </a:solidFill>
                <a:latin typeface="맑은 고딕" panose="020B0503020000020004" pitchFamily="50" charset="-127"/>
              </a:rPr>
              <a:t>https://www.kurly.com/collection-groups/market-newproduct?collectionGroupsCode=market-newproduct&amp;filters=&amp;collection=newranking1</a:t>
            </a:r>
            <a:endParaRPr lang="en-US" altLang="ko-KR" sz="100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892ED18-1167-2617-B118-2AE6103F6D95}"/>
              </a:ext>
            </a:extLst>
          </p:cNvPr>
          <p:cNvSpPr/>
          <p:nvPr/>
        </p:nvSpPr>
        <p:spPr>
          <a:xfrm>
            <a:off x="413571" y="1110413"/>
            <a:ext cx="3159299" cy="23519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BF3B4E-9EB7-937E-C27D-D8B0D7802B9B}"/>
              </a:ext>
            </a:extLst>
          </p:cNvPr>
          <p:cNvSpPr/>
          <p:nvPr/>
        </p:nvSpPr>
        <p:spPr>
          <a:xfrm>
            <a:off x="413571" y="3084776"/>
            <a:ext cx="3159299" cy="36166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E23B-021B-29CE-16E7-A112ADEB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3" y="3120699"/>
            <a:ext cx="333375" cy="2952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A66131-3774-4C47-E6ED-EB095A96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0" t="-14360" r="-2290" b="14360"/>
          <a:stretch>
            <a:fillRect/>
          </a:stretch>
        </p:blipFill>
        <p:spPr>
          <a:xfrm>
            <a:off x="1454993" y="3058466"/>
            <a:ext cx="304800" cy="3429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B782FB-B488-E354-59CE-9DACA62BAD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2341213" y="3145710"/>
            <a:ext cx="334680" cy="250770"/>
          </a:xfrm>
          <a:prstGeom prst="rect">
            <a:avLst/>
          </a:prstGeom>
        </p:spPr>
      </p:pic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9CE2B33-C9EE-A460-19C3-D645B5AB5F24}"/>
              </a:ext>
            </a:extLst>
          </p:cNvPr>
          <p:cNvSpPr/>
          <p:nvPr/>
        </p:nvSpPr>
        <p:spPr>
          <a:xfrm>
            <a:off x="3148970" y="3126002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73D91-A581-4F7E-30F6-57254BA8A6F0}"/>
              </a:ext>
            </a:extLst>
          </p:cNvPr>
          <p:cNvSpPr txBox="1"/>
          <p:nvPr/>
        </p:nvSpPr>
        <p:spPr>
          <a:xfrm>
            <a:off x="288281" y="755973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A0E1E0B-C693-6C86-3DEA-CCB42A02F8D3}"/>
              </a:ext>
            </a:extLst>
          </p:cNvPr>
          <p:cNvCxnSpPr>
            <a:cxnSpLocks/>
          </p:cNvCxnSpPr>
          <p:nvPr/>
        </p:nvCxnSpPr>
        <p:spPr>
          <a:xfrm>
            <a:off x="3287406" y="3415974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93BDB08-56E0-0651-835B-A94F20381D96}"/>
              </a:ext>
            </a:extLst>
          </p:cNvPr>
          <p:cNvSpPr txBox="1"/>
          <p:nvPr/>
        </p:nvSpPr>
        <p:spPr>
          <a:xfrm>
            <a:off x="424436" y="363216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7649B29E-CEFA-0BA2-E9D5-C7AF6DE77C57}"/>
              </a:ext>
            </a:extLst>
          </p:cNvPr>
          <p:cNvSpPr/>
          <p:nvPr/>
        </p:nvSpPr>
        <p:spPr>
          <a:xfrm>
            <a:off x="5763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0DA94B41-92B3-3029-A96E-3384B3FAE69D}"/>
              </a:ext>
            </a:extLst>
          </p:cNvPr>
          <p:cNvSpPr/>
          <p:nvPr/>
        </p:nvSpPr>
        <p:spPr>
          <a:xfrm>
            <a:off x="1448013" y="29510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26CF9113-9D18-2645-3F30-0643A9425BFA}"/>
              </a:ext>
            </a:extLst>
          </p:cNvPr>
          <p:cNvSpPr/>
          <p:nvPr/>
        </p:nvSpPr>
        <p:spPr>
          <a:xfrm>
            <a:off x="2295057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2FB15CBC-665E-4C3B-3875-D1BBB5163F43}"/>
              </a:ext>
            </a:extLst>
          </p:cNvPr>
          <p:cNvSpPr/>
          <p:nvPr/>
        </p:nvSpPr>
        <p:spPr>
          <a:xfrm>
            <a:off x="3108525" y="29401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6977B3-6DA0-5C07-1944-805DD60E762F}"/>
              </a:ext>
            </a:extLst>
          </p:cNvPr>
          <p:cNvSpPr/>
          <p:nvPr/>
        </p:nvSpPr>
        <p:spPr>
          <a:xfrm>
            <a:off x="4070037" y="1121674"/>
            <a:ext cx="381642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19037C-1A7B-5856-2A37-EAF1C68386AA}"/>
              </a:ext>
            </a:extLst>
          </p:cNvPr>
          <p:cNvSpPr txBox="1"/>
          <p:nvPr/>
        </p:nvSpPr>
        <p:spPr>
          <a:xfrm>
            <a:off x="4205152" y="1507328"/>
            <a:ext cx="1784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3E99902-0B2A-D9F5-D50A-191ED905904A}"/>
              </a:ext>
            </a:extLst>
          </p:cNvPr>
          <p:cNvSpPr/>
          <p:nvPr/>
        </p:nvSpPr>
        <p:spPr>
          <a:xfrm>
            <a:off x="4133144" y="1110413"/>
            <a:ext cx="3154350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BAA4A-6EBB-05EA-1B9D-DF93A1275FB0}"/>
              </a:ext>
            </a:extLst>
          </p:cNvPr>
          <p:cNvSpPr txBox="1"/>
          <p:nvPr/>
        </p:nvSpPr>
        <p:spPr>
          <a:xfrm>
            <a:off x="4061136" y="787248"/>
            <a:ext cx="17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94B989-BD71-8C55-297A-11F6ED81C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152" y="1150639"/>
            <a:ext cx="1060021" cy="356689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B21A4B-4B8D-1A4F-4F42-72F52C9768C5}"/>
              </a:ext>
            </a:extLst>
          </p:cNvPr>
          <p:cNvGrpSpPr/>
          <p:nvPr/>
        </p:nvGrpSpPr>
        <p:grpSpPr>
          <a:xfrm>
            <a:off x="6554490" y="1233457"/>
            <a:ext cx="629913" cy="172355"/>
            <a:chOff x="6148364" y="711082"/>
            <a:chExt cx="1052685" cy="288032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F8F7136-2DFC-9AAC-77A4-24395601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245D7162-FE32-5995-06D9-917885F8C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23E884B-C941-B4BC-26A5-D19E8F7EC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4" name="순서도: 연결자 23">
            <a:extLst>
              <a:ext uri="{FF2B5EF4-FFF2-40B4-BE49-F238E27FC236}">
                <a16:creationId xmlns:a16="http://schemas.microsoft.com/office/drawing/2014/main" id="{7D26AFA9-8315-155B-C123-A3A851B554F1}"/>
              </a:ext>
            </a:extLst>
          </p:cNvPr>
          <p:cNvSpPr/>
          <p:nvPr/>
        </p:nvSpPr>
        <p:spPr>
          <a:xfrm>
            <a:off x="6469983" y="1108837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031CEF-43AF-7C0D-3DFD-D9E715024118}"/>
              </a:ext>
            </a:extLst>
          </p:cNvPr>
          <p:cNvSpPr/>
          <p:nvPr/>
        </p:nvSpPr>
        <p:spPr>
          <a:xfrm>
            <a:off x="4119745" y="2874165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B708351-D3A2-4343-C7A6-B2A24C07C21C}"/>
              </a:ext>
            </a:extLst>
          </p:cNvPr>
          <p:cNvSpPr/>
          <p:nvPr/>
        </p:nvSpPr>
        <p:spPr>
          <a:xfrm>
            <a:off x="4119745" y="2869502"/>
            <a:ext cx="3159299" cy="2307137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C6593D7B-6D22-F6E1-9CDA-E278AFF40FF4}"/>
              </a:ext>
            </a:extLst>
          </p:cNvPr>
          <p:cNvCxnSpPr/>
          <p:nvPr/>
        </p:nvCxnSpPr>
        <p:spPr>
          <a:xfrm>
            <a:off x="3816673" y="755973"/>
            <a:ext cx="0" cy="54006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4AB96A8-AB50-E190-CFE3-D1FECC75BF00}"/>
              </a:ext>
            </a:extLst>
          </p:cNvPr>
          <p:cNvSpPr/>
          <p:nvPr/>
        </p:nvSpPr>
        <p:spPr>
          <a:xfrm>
            <a:off x="4565584" y="2992134"/>
            <a:ext cx="2549183" cy="2610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6F82A8-6013-E96D-D8BA-2A37E42B30D4}"/>
              </a:ext>
            </a:extLst>
          </p:cNvPr>
          <p:cNvSpPr txBox="1"/>
          <p:nvPr/>
        </p:nvSpPr>
        <p:spPr>
          <a:xfrm>
            <a:off x="4775593" y="3035225"/>
            <a:ext cx="43473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</a:rPr>
              <a:t>기저귀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DE237448-A8EE-8E1B-C32F-1CC624A546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4622166" y="3048478"/>
            <a:ext cx="239492" cy="172355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51CC5C76-CECF-3D91-457C-B29B6B6FB38A}"/>
              </a:ext>
            </a:extLst>
          </p:cNvPr>
          <p:cNvGrpSpPr/>
          <p:nvPr/>
        </p:nvGrpSpPr>
        <p:grpSpPr>
          <a:xfrm>
            <a:off x="6806888" y="3031405"/>
            <a:ext cx="206499" cy="215444"/>
            <a:chOff x="5860406" y="1378645"/>
            <a:chExt cx="206499" cy="215444"/>
          </a:xfrm>
        </p:grpSpPr>
        <p:sp>
          <p:nvSpPr>
            <p:cNvPr id="57" name="순서도: 연결자 56">
              <a:extLst>
                <a:ext uri="{FF2B5EF4-FFF2-40B4-BE49-F238E27FC236}">
                  <a16:creationId xmlns:a16="http://schemas.microsoft.com/office/drawing/2014/main" id="{6E53A15B-9BD7-6AE5-4241-224ED1000833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A2BE35-C51D-CE47-54B0-B4B15429DA17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A321FD-56D2-4108-6C30-03A378231002}"/>
              </a:ext>
            </a:extLst>
          </p:cNvPr>
          <p:cNvSpPr txBox="1"/>
          <p:nvPr/>
        </p:nvSpPr>
        <p:spPr>
          <a:xfrm>
            <a:off x="4033325" y="2556173"/>
            <a:ext cx="3557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 검색  아이콘 클릭 시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검색 레이어 열림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544A1B-F6A6-0CC3-A793-0FAE05D6243F}"/>
              </a:ext>
            </a:extLst>
          </p:cNvPr>
          <p:cNvSpPr txBox="1"/>
          <p:nvPr/>
        </p:nvSpPr>
        <p:spPr>
          <a:xfrm>
            <a:off x="4174088" y="2944828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0EE6E7-158B-41A9-5B25-A02F01F609D6}"/>
              </a:ext>
            </a:extLst>
          </p:cNvPr>
          <p:cNvSpPr txBox="1"/>
          <p:nvPr/>
        </p:nvSpPr>
        <p:spPr>
          <a:xfrm>
            <a:off x="4533563" y="3453245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EADA3EB-C5EF-F70F-2E98-043887E0B94F}"/>
              </a:ext>
            </a:extLst>
          </p:cNvPr>
          <p:cNvCxnSpPr/>
          <p:nvPr/>
        </p:nvCxnSpPr>
        <p:spPr>
          <a:xfrm>
            <a:off x="4229054" y="3740774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FF52BB6-37F5-6D2E-5E40-E03FA93DE456}"/>
              </a:ext>
            </a:extLst>
          </p:cNvPr>
          <p:cNvCxnSpPr/>
          <p:nvPr/>
        </p:nvCxnSpPr>
        <p:spPr>
          <a:xfrm>
            <a:off x="4229054" y="3740774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6609E7F-3B60-1FFC-9BF0-43A25E08A24B}"/>
              </a:ext>
            </a:extLst>
          </p:cNvPr>
          <p:cNvSpPr txBox="1"/>
          <p:nvPr/>
        </p:nvSpPr>
        <p:spPr>
          <a:xfrm>
            <a:off x="6016074" y="3439726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1856DA3-A653-4882-FD90-8E4B3D30F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447"/>
              </p:ext>
            </p:extLst>
          </p:nvPr>
        </p:nvGraphicFramePr>
        <p:xfrm>
          <a:off x="4172105" y="3858930"/>
          <a:ext cx="3106938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/>
                        <a:t>물티슈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</a:t>
                      </a:r>
                      <a:r>
                        <a:rPr lang="ko-KR" altLang="en-US" sz="1000" dirty="0" err="1"/>
                        <a:t>좋은느낌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E86BB3A8-A032-E20D-67CD-63735F85343F}"/>
              </a:ext>
            </a:extLst>
          </p:cNvPr>
          <p:cNvSpPr txBox="1"/>
          <p:nvPr/>
        </p:nvSpPr>
        <p:spPr>
          <a:xfrm>
            <a:off x="5363521" y="4623695"/>
            <a:ext cx="611065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900" b="1" u="sng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전체  삭제</a:t>
            </a: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8CF0EF02-71EC-3A5A-F06E-72D8C1AB7C5C}"/>
              </a:ext>
            </a:extLst>
          </p:cNvPr>
          <p:cNvGrpSpPr/>
          <p:nvPr/>
        </p:nvGrpSpPr>
        <p:grpSpPr>
          <a:xfrm>
            <a:off x="6797053" y="3860863"/>
            <a:ext cx="206499" cy="215444"/>
            <a:chOff x="5860406" y="1378645"/>
            <a:chExt cx="206499" cy="215444"/>
          </a:xfrm>
        </p:grpSpPr>
        <p:sp>
          <p:nvSpPr>
            <p:cNvPr id="86" name="순서도: 연결자 85">
              <a:extLst>
                <a:ext uri="{FF2B5EF4-FFF2-40B4-BE49-F238E27FC236}">
                  <a16:creationId xmlns:a16="http://schemas.microsoft.com/office/drawing/2014/main" id="{D57A9A90-862E-AE25-E0F6-8D9EFE0162B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58FC39B-CA2E-13D5-40AC-C01D36CC508F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0F79A78-B923-51BC-DC39-364E9C47D050}"/>
              </a:ext>
            </a:extLst>
          </p:cNvPr>
          <p:cNvGrpSpPr/>
          <p:nvPr/>
        </p:nvGrpSpPr>
        <p:grpSpPr>
          <a:xfrm>
            <a:off x="6797053" y="4100814"/>
            <a:ext cx="206499" cy="215444"/>
            <a:chOff x="5860406" y="1378645"/>
            <a:chExt cx="206499" cy="215444"/>
          </a:xfrm>
        </p:grpSpPr>
        <p:sp>
          <p:nvSpPr>
            <p:cNvPr id="89" name="순서도: 연결자 88">
              <a:extLst>
                <a:ext uri="{FF2B5EF4-FFF2-40B4-BE49-F238E27FC236}">
                  <a16:creationId xmlns:a16="http://schemas.microsoft.com/office/drawing/2014/main" id="{0ADFB778-B9BB-78CB-9809-5F7CCB6C9A84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BB8F49-F099-A773-44F9-CDE6318D3AAD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75B8A0B-C6E6-D3D6-F8C5-9665B5B25807}"/>
              </a:ext>
            </a:extLst>
          </p:cNvPr>
          <p:cNvGrpSpPr/>
          <p:nvPr/>
        </p:nvGrpSpPr>
        <p:grpSpPr>
          <a:xfrm>
            <a:off x="6805445" y="4351326"/>
            <a:ext cx="206499" cy="215444"/>
            <a:chOff x="5860406" y="1378645"/>
            <a:chExt cx="206499" cy="215444"/>
          </a:xfrm>
        </p:grpSpPr>
        <p:sp>
          <p:nvSpPr>
            <p:cNvPr id="92" name="순서도: 연결자 91">
              <a:extLst>
                <a:ext uri="{FF2B5EF4-FFF2-40B4-BE49-F238E27FC236}">
                  <a16:creationId xmlns:a16="http://schemas.microsoft.com/office/drawing/2014/main" id="{2225982E-D87B-242E-6CFF-27683BDCCE9B}"/>
                </a:ext>
              </a:extLst>
            </p:cNvPr>
            <p:cNvSpPr/>
            <p:nvPr/>
          </p:nvSpPr>
          <p:spPr>
            <a:xfrm>
              <a:off x="5904905" y="1404045"/>
              <a:ext cx="162000" cy="162000"/>
            </a:xfrm>
            <a:prstGeom prst="flowChartConnector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9C5698-CB7E-45C1-8577-240888390472}"/>
                </a:ext>
              </a:extLst>
            </p:cNvPr>
            <p:cNvSpPr txBox="1"/>
            <p:nvPr/>
          </p:nvSpPr>
          <p:spPr>
            <a:xfrm>
              <a:off x="5860406" y="1378645"/>
              <a:ext cx="1948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76281FA-7DC2-538F-D66B-DBDF06D588A0}"/>
              </a:ext>
            </a:extLst>
          </p:cNvPr>
          <p:cNvSpPr txBox="1"/>
          <p:nvPr/>
        </p:nvSpPr>
        <p:spPr>
          <a:xfrm>
            <a:off x="6033432" y="3775597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F2443F-F401-D83F-2D9C-134E8F51470E}"/>
              </a:ext>
            </a:extLst>
          </p:cNvPr>
          <p:cNvSpPr txBox="1"/>
          <p:nvPr/>
        </p:nvSpPr>
        <p:spPr>
          <a:xfrm>
            <a:off x="6024459" y="4023928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5A5598-FD45-E236-05BC-818969DA45A0}"/>
              </a:ext>
            </a:extLst>
          </p:cNvPr>
          <p:cNvSpPr txBox="1"/>
          <p:nvPr/>
        </p:nvSpPr>
        <p:spPr>
          <a:xfrm>
            <a:off x="6024459" y="4241553"/>
            <a:ext cx="793807" cy="325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900" dirty="0">
                <a:latin typeface="맑은 고딕" panose="020B0503020000020004" pitchFamily="50" charset="-127"/>
              </a:rPr>
              <a:t>2026-06-26</a:t>
            </a:r>
            <a:endParaRPr lang="ko-KR" altLang="en-US" sz="900" dirty="0">
              <a:latin typeface="맑은 고딕" panose="020B0503020000020004" pitchFamily="50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2173B40-BFFA-FFF3-BA50-BD0127E2A6CA}"/>
              </a:ext>
            </a:extLst>
          </p:cNvPr>
          <p:cNvSpPr/>
          <p:nvPr/>
        </p:nvSpPr>
        <p:spPr>
          <a:xfrm>
            <a:off x="7385977" y="2842957"/>
            <a:ext cx="3159298" cy="7569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A517DF9F-A01B-5076-9455-3078C52B1EE7}"/>
              </a:ext>
            </a:extLst>
          </p:cNvPr>
          <p:cNvSpPr/>
          <p:nvPr/>
        </p:nvSpPr>
        <p:spPr>
          <a:xfrm>
            <a:off x="7385977" y="2838293"/>
            <a:ext cx="3159299" cy="3520153"/>
          </a:xfrm>
          <a:prstGeom prst="rect">
            <a:avLst/>
          </a:prstGeom>
          <a:solidFill>
            <a:schemeClr val="bg1">
              <a:alpha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069424-7F09-EDC6-129C-E4B3819E9158}"/>
              </a:ext>
            </a:extLst>
          </p:cNvPr>
          <p:cNvSpPr txBox="1"/>
          <p:nvPr/>
        </p:nvSpPr>
        <p:spPr>
          <a:xfrm>
            <a:off x="7799795" y="342203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latin typeface="맑은 고딕" panose="020B0503020000020004" pitchFamily="50" charset="-127"/>
              </a:rPr>
              <a:t>최근 검색어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77E9B84B-694F-4701-D8C9-955C065B1646}"/>
              </a:ext>
            </a:extLst>
          </p:cNvPr>
          <p:cNvCxnSpPr/>
          <p:nvPr/>
        </p:nvCxnSpPr>
        <p:spPr>
          <a:xfrm>
            <a:off x="7495286" y="3709566"/>
            <a:ext cx="294067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12FEFDBC-39C0-EE71-154B-AE4DE47A1C8F}"/>
              </a:ext>
            </a:extLst>
          </p:cNvPr>
          <p:cNvCxnSpPr/>
          <p:nvPr/>
        </p:nvCxnSpPr>
        <p:spPr>
          <a:xfrm>
            <a:off x="9017092" y="3709566"/>
            <a:ext cx="1440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73E11C94-443F-FB72-C73D-C89CCA9B0747}"/>
              </a:ext>
            </a:extLst>
          </p:cNvPr>
          <p:cNvSpPr txBox="1"/>
          <p:nvPr/>
        </p:nvSpPr>
        <p:spPr>
          <a:xfrm>
            <a:off x="9282306" y="3408518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인기 검색어</a:t>
            </a:r>
          </a:p>
        </p:txBody>
      </p:sp>
      <p:graphicFrame>
        <p:nvGraphicFramePr>
          <p:cNvPr id="111" name="표 110">
            <a:extLst>
              <a:ext uri="{FF2B5EF4-FFF2-40B4-BE49-F238E27FC236}">
                <a16:creationId xmlns:a16="http://schemas.microsoft.com/office/drawing/2014/main" id="{7AEDE87A-901E-034E-47F4-7CA600912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718750"/>
              </p:ext>
            </p:extLst>
          </p:nvPr>
        </p:nvGraphicFramePr>
        <p:xfrm>
          <a:off x="7438337" y="3827722"/>
          <a:ext cx="3106938" cy="243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6938">
                  <a:extLst>
                    <a:ext uri="{9D8B030D-6E8A-4147-A177-3AD203B41FA5}">
                      <a16:colId xmlns:a16="http://schemas.microsoft.com/office/drawing/2014/main" val="1567925605"/>
                    </a:ext>
                  </a:extLst>
                </a:gridCol>
              </a:tblGrid>
              <a:tr h="1622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1. </a:t>
                      </a:r>
                      <a:r>
                        <a:rPr lang="ko-KR" altLang="en-US" sz="1000" dirty="0" err="1"/>
                        <a:t>하기스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179357"/>
                  </a:ext>
                </a:extLst>
              </a:tr>
              <a:tr h="162264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000" dirty="0"/>
                        <a:t>2. </a:t>
                      </a:r>
                      <a:r>
                        <a:rPr lang="ko-KR" altLang="en-US" sz="1000" dirty="0" err="1"/>
                        <a:t>킨도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 </a:t>
                      </a:r>
                      <a:r>
                        <a:rPr lang="ko-KR" altLang="en-US" sz="1000" dirty="0" err="1"/>
                        <a:t>마미포코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15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4. </a:t>
                      </a:r>
                      <a:r>
                        <a:rPr lang="ko-KR" altLang="en-US" sz="1000" dirty="0"/>
                        <a:t>기저귀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9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5. </a:t>
                      </a:r>
                      <a:r>
                        <a:rPr lang="ko-KR" altLang="en-US" sz="1000" dirty="0" err="1"/>
                        <a:t>팬티라이너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9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6. </a:t>
                      </a:r>
                      <a:r>
                        <a:rPr lang="ko-KR" altLang="en-US" sz="1000" dirty="0"/>
                        <a:t>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66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7. </a:t>
                      </a:r>
                      <a:r>
                        <a:rPr lang="ko-KR" altLang="en-US" sz="1000" dirty="0"/>
                        <a:t>리베로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51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8. </a:t>
                      </a:r>
                      <a:r>
                        <a:rPr lang="ko-KR" altLang="en-US" sz="1000" dirty="0" err="1"/>
                        <a:t>모모래빗</a:t>
                      </a:r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74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9. </a:t>
                      </a:r>
                      <a:r>
                        <a:rPr lang="ko-KR" altLang="en-US" sz="1000" dirty="0"/>
                        <a:t>첫만남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211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10. </a:t>
                      </a:r>
                      <a:r>
                        <a:rPr lang="ko-KR" altLang="en-US" sz="1000" dirty="0"/>
                        <a:t>국내분유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978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E77FD5-44FB-97E7-8C3B-61AD4FB7C9BE}"/>
              </a:ext>
            </a:extLst>
          </p:cNvPr>
          <p:cNvSpPr txBox="1"/>
          <p:nvPr/>
        </p:nvSpPr>
        <p:spPr>
          <a:xfrm>
            <a:off x="288281" y="190942"/>
            <a:ext cx="15408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상품 목록 개선 방향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EB2C43-30C7-BAF3-D3AF-3349540C8683}"/>
              </a:ext>
            </a:extLst>
          </p:cNvPr>
          <p:cNvGrpSpPr/>
          <p:nvPr/>
        </p:nvGrpSpPr>
        <p:grpSpPr>
          <a:xfrm>
            <a:off x="379334" y="1555320"/>
            <a:ext cx="5074932" cy="2765194"/>
            <a:chOff x="469933" y="893893"/>
            <a:chExt cx="6227060" cy="33929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AF2BB7-3DE8-5E54-1019-32CFECC3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9933" y="902474"/>
              <a:ext cx="2229959" cy="338437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5FC0DEB-1BD0-C886-74BC-4EE744776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8240" y="893893"/>
              <a:ext cx="2376264" cy="3350256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19C06F3-F62E-ADE9-1A07-B3B74ECE9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0769" y="1037909"/>
              <a:ext cx="2016224" cy="3114764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544C3F-AB5B-FD42-CEFE-1A3909B0BC91}"/>
              </a:ext>
            </a:extLst>
          </p:cNvPr>
          <p:cNvSpPr/>
          <p:nvPr/>
        </p:nvSpPr>
        <p:spPr>
          <a:xfrm>
            <a:off x="6419434" y="1764085"/>
            <a:ext cx="1800200" cy="3105831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468585-279C-EBD6-3478-A0F0B124234D}"/>
              </a:ext>
            </a:extLst>
          </p:cNvPr>
          <p:cNvSpPr/>
          <p:nvPr/>
        </p:nvSpPr>
        <p:spPr>
          <a:xfrm>
            <a:off x="6556099" y="1887007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7DE7E43-0D03-8038-6D53-B93ECB26A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7516" y="2510349"/>
            <a:ext cx="1077259" cy="6480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4C7465C-F069-83FF-07AC-CC2A0FF3B3CC}"/>
              </a:ext>
            </a:extLst>
          </p:cNvPr>
          <p:cNvSpPr txBox="1"/>
          <p:nvPr/>
        </p:nvSpPr>
        <p:spPr>
          <a:xfrm>
            <a:off x="6486597" y="4140717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0070C0"/>
                </a:solidFill>
              </a:rPr>
              <a:t>기저귀</a:t>
            </a:r>
            <a:r>
              <a:rPr lang="en-US" altLang="ko-KR" spc="-120" dirty="0">
                <a:solidFill>
                  <a:srgbClr val="0070C0"/>
                </a:solidFill>
              </a:rPr>
              <a:t>/</a:t>
            </a:r>
            <a:r>
              <a:rPr lang="ko-KR" altLang="en-US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A453373-6E67-ED97-CBD3-FEE6157FD0DD}"/>
              </a:ext>
            </a:extLst>
          </p:cNvPr>
          <p:cNvGrpSpPr/>
          <p:nvPr/>
        </p:nvGrpSpPr>
        <p:grpSpPr>
          <a:xfrm>
            <a:off x="6928497" y="1888552"/>
            <a:ext cx="415498" cy="207749"/>
            <a:chOff x="5585876" y="994409"/>
            <a:chExt cx="415498" cy="20774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742406D0-F136-DBC6-3F30-5E70822FEAE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C50038-56C1-8D21-C33B-7D22D0CD20F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2E0AA9-74D6-1F56-E1FE-EEF0E1E08536}"/>
              </a:ext>
            </a:extLst>
          </p:cNvPr>
          <p:cNvGrpSpPr/>
          <p:nvPr/>
        </p:nvGrpSpPr>
        <p:grpSpPr>
          <a:xfrm>
            <a:off x="6573393" y="1890044"/>
            <a:ext cx="482570" cy="207749"/>
            <a:chOff x="5613970" y="995901"/>
            <a:chExt cx="482570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961C9EF-25A0-8171-9B62-4A7DAC953A7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C16A53-B8DA-C23F-5B16-23F685676B0F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249B850-2921-6715-405A-B4FB0D6D86B8}"/>
              </a:ext>
            </a:extLst>
          </p:cNvPr>
          <p:cNvGrpSpPr/>
          <p:nvPr/>
        </p:nvGrpSpPr>
        <p:grpSpPr>
          <a:xfrm>
            <a:off x="6482827" y="3188836"/>
            <a:ext cx="1725173" cy="1032222"/>
            <a:chOff x="2185676" y="1613537"/>
            <a:chExt cx="1725173" cy="103222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550125-427F-7751-2349-4B4320ED8E7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515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ts val="12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37B8C03-0B0E-C027-7A88-4787FA7CEB17}"/>
                </a:ext>
              </a:extLst>
            </p:cNvPr>
            <p:cNvSpPr txBox="1"/>
            <p:nvPr/>
          </p:nvSpPr>
          <p:spPr>
            <a:xfrm>
              <a:off x="2459662" y="2284122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E0B044-4733-4AF4-1BC4-1EC69856E44F}"/>
                </a:ext>
              </a:extLst>
            </p:cNvPr>
            <p:cNvSpPr txBox="1"/>
            <p:nvPr/>
          </p:nvSpPr>
          <p:spPr>
            <a:xfrm>
              <a:off x="2185676" y="2083146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B62A093-451B-8EA7-AAAF-7DB0B444E511}"/>
              </a:ext>
            </a:extLst>
          </p:cNvPr>
          <p:cNvSpPr txBox="1"/>
          <p:nvPr/>
        </p:nvSpPr>
        <p:spPr>
          <a:xfrm>
            <a:off x="7003736" y="3883051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F58B9CA-80BF-885F-58CF-A6BE3AB0B6E2}"/>
              </a:ext>
            </a:extLst>
          </p:cNvPr>
          <p:cNvCxnSpPr>
            <a:cxnSpLocks/>
          </p:cNvCxnSpPr>
          <p:nvPr/>
        </p:nvCxnSpPr>
        <p:spPr>
          <a:xfrm rot="-900000">
            <a:off x="7127491" y="3922663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A25D6A2-B957-C358-3B39-D75CA939BC78}"/>
              </a:ext>
            </a:extLst>
          </p:cNvPr>
          <p:cNvSpPr txBox="1"/>
          <p:nvPr/>
        </p:nvSpPr>
        <p:spPr>
          <a:xfrm>
            <a:off x="7904138" y="3867662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8AE137-B211-F363-88F5-FFC7DAB3F8F9}"/>
              </a:ext>
            </a:extLst>
          </p:cNvPr>
          <p:cNvSpPr txBox="1"/>
          <p:nvPr/>
        </p:nvSpPr>
        <p:spPr>
          <a:xfrm>
            <a:off x="7343995" y="4140349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3EF692-6903-50E0-252B-A1BFCC71DA60}"/>
              </a:ext>
            </a:extLst>
          </p:cNvPr>
          <p:cNvSpPr txBox="1"/>
          <p:nvPr/>
        </p:nvSpPr>
        <p:spPr>
          <a:xfrm>
            <a:off x="6486597" y="4364358"/>
            <a:ext cx="823318" cy="200055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34A44E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>
                <a:solidFill>
                  <a:srgbClr val="34A44E"/>
                </a:solidFill>
              </a:rPr>
              <a:t>첫만남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9429108-3408-31E4-D95E-FE290EDFC8FB}"/>
              </a:ext>
            </a:extLst>
          </p:cNvPr>
          <p:cNvSpPr/>
          <p:nvPr/>
        </p:nvSpPr>
        <p:spPr>
          <a:xfrm>
            <a:off x="6473170" y="4609764"/>
            <a:ext cx="1709013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BDD508-850F-A1D4-0F58-D285EDF20D2A}"/>
              </a:ext>
            </a:extLst>
          </p:cNvPr>
          <p:cNvSpPr txBox="1"/>
          <p:nvPr/>
        </p:nvSpPr>
        <p:spPr>
          <a:xfrm>
            <a:off x="379334" y="4412499"/>
            <a:ext cx="4459875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브랜드 담당자별 등록 이미지 스타일이 다 달라서 통일성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상품 목록 쪽 지저분해 보임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증정 등에 대한 표기 기능이 없어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썸네일에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모두 표기하는 추세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상품의 경우 기존 가격에 비해 얼마나 할인되고 있는지 확인 불가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 상품도 모두 무료배송 상태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태그 표기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되어있음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8C7618-0D0A-D166-4ECF-ADF5D264AAED}"/>
              </a:ext>
            </a:extLst>
          </p:cNvPr>
          <p:cNvSpPr txBox="1"/>
          <p:nvPr/>
        </p:nvSpPr>
        <p:spPr>
          <a:xfrm>
            <a:off x="294141" y="594726"/>
            <a:ext cx="10054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AS-IS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8E7A7C-8E2B-2DE9-FDD3-AB48C6437E83}"/>
              </a:ext>
            </a:extLst>
          </p:cNvPr>
          <p:cNvSpPr txBox="1"/>
          <p:nvPr/>
        </p:nvSpPr>
        <p:spPr>
          <a:xfrm>
            <a:off x="8466756" y="1769089"/>
            <a:ext cx="3328155" cy="2350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목록 이미지 가이드 통일 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단품 썸네일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등록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상품 태그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정액 동일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 전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금액 표기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태그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사은품 지급 상품 경우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표기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유기농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친환경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개의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구분자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있음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&gt;&gt;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생리대 상품에서만 표기 됨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        바우처 태그 표기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현재는 상품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개당 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매핑이지만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개이상이 될 수 있음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참고로 현재 바우처 구분은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개만 존재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기능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circleNumDbPlain" startAt="7"/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 담기 기능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A08B5C-A5F8-607F-70FA-6CE3AC6C769C}"/>
              </a:ext>
            </a:extLst>
          </p:cNvPr>
          <p:cNvCxnSpPr/>
          <p:nvPr/>
        </p:nvCxnSpPr>
        <p:spPr>
          <a:xfrm>
            <a:off x="5976913" y="1044005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2A12D94-EFE2-9BAD-BECD-0DE6FD2B340A}"/>
              </a:ext>
            </a:extLst>
          </p:cNvPr>
          <p:cNvSpPr txBox="1"/>
          <p:nvPr/>
        </p:nvSpPr>
        <p:spPr>
          <a:xfrm>
            <a:off x="5961128" y="596053"/>
            <a:ext cx="111729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endParaRPr lang="ko-KR" altLang="en-US" sz="2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FE784-A33E-3615-49B9-E38A58265019}"/>
              </a:ext>
            </a:extLst>
          </p:cNvPr>
          <p:cNvSpPr txBox="1"/>
          <p:nvPr/>
        </p:nvSpPr>
        <p:spPr>
          <a:xfrm>
            <a:off x="7358866" y="3182051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22EBE-DC7F-8F00-0695-03CD69F7DD33}"/>
              </a:ext>
            </a:extLst>
          </p:cNvPr>
          <p:cNvSpPr txBox="1"/>
          <p:nvPr/>
        </p:nvSpPr>
        <p:spPr>
          <a:xfrm>
            <a:off x="6326327" y="1347376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C29FF-041A-0154-D0DB-4F8DE164FA9C}"/>
              </a:ext>
            </a:extLst>
          </p:cNvPr>
          <p:cNvSpPr txBox="1"/>
          <p:nvPr/>
        </p:nvSpPr>
        <p:spPr>
          <a:xfrm>
            <a:off x="5992698" y="5190542"/>
            <a:ext cx="6589899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000" b="1" spc="-150" dirty="0"/>
              <a:t>* 참고 레퍼런스</a:t>
            </a:r>
          </a:p>
          <a:p>
            <a:endParaRPr lang="ko-KR" altLang="en-US" sz="800" spc="-150" dirty="0"/>
          </a:p>
          <a:p>
            <a:r>
              <a:rPr lang="ko-KR" altLang="en-US" sz="1000" spc="-150" dirty="0"/>
              <a:t>올리브영 https://www.oliveyoung.co.kr/</a:t>
            </a:r>
          </a:p>
          <a:p>
            <a:r>
              <a:rPr lang="ko-KR" altLang="en-US" sz="1000" spc="-150" dirty="0" err="1"/>
              <a:t>컬리</a:t>
            </a:r>
            <a:r>
              <a:rPr lang="ko-KR" altLang="en-US" sz="1000" spc="-150" dirty="0"/>
              <a:t> https://www.kurly.com/main</a:t>
            </a:r>
          </a:p>
          <a:p>
            <a:r>
              <a:rPr lang="ko-KR" altLang="en-US" sz="1000" spc="-150" dirty="0" err="1"/>
              <a:t>무인양품</a:t>
            </a:r>
            <a:r>
              <a:rPr lang="ko-KR" altLang="en-US" sz="1000" spc="-150" dirty="0"/>
              <a:t> https://mujikorea.co.kr/</a:t>
            </a:r>
          </a:p>
          <a:p>
            <a:r>
              <a:rPr lang="ko-KR" altLang="en-US" sz="1000" spc="-150" dirty="0" err="1"/>
              <a:t>무신사</a:t>
            </a:r>
            <a:r>
              <a:rPr lang="ko-KR" altLang="en-US" sz="1000" spc="-150" dirty="0"/>
              <a:t> https://www.musinsa.com/</a:t>
            </a:r>
          </a:p>
          <a:p>
            <a:r>
              <a:rPr lang="ko-KR" altLang="en-US" sz="1000" spc="-150" dirty="0" err="1"/>
              <a:t>오늘의집</a:t>
            </a:r>
            <a:r>
              <a:rPr lang="ko-KR" altLang="en-US" sz="1000" spc="-150" dirty="0"/>
              <a:t> https://ohou.se/</a:t>
            </a: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DA128FB5-07CE-2632-A4C2-70D945C49AA4}"/>
              </a:ext>
            </a:extLst>
          </p:cNvPr>
          <p:cNvSpPr/>
          <p:nvPr/>
        </p:nvSpPr>
        <p:spPr>
          <a:xfrm>
            <a:off x="7786515" y="19364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57F340F-B5BE-5A96-D458-74A96983B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201" y="4621205"/>
            <a:ext cx="182273" cy="165261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CDEB05-4EBF-5CA0-B600-9C2DFDF26B44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65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81E38-04E0-F7E5-7EBF-6702B966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CE1BD05-D24F-5F5C-93F0-555BC025C293}"/>
              </a:ext>
            </a:extLst>
          </p:cNvPr>
          <p:cNvSpPr/>
          <p:nvPr/>
        </p:nvSpPr>
        <p:spPr>
          <a:xfrm>
            <a:off x="432297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B78ECD8-655A-657B-9190-BBB2BE94EF5B}"/>
              </a:ext>
            </a:extLst>
          </p:cNvPr>
          <p:cNvSpPr/>
          <p:nvPr/>
        </p:nvSpPr>
        <p:spPr>
          <a:xfrm>
            <a:off x="568962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2A261CE5-165D-AC4A-40A0-51DCE555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2801851"/>
            <a:ext cx="1077259" cy="6480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CBAD869-7D3F-E740-37AD-4F901306DDB1}"/>
              </a:ext>
            </a:extLst>
          </p:cNvPr>
          <p:cNvSpPr txBox="1"/>
          <p:nvPr/>
        </p:nvSpPr>
        <p:spPr>
          <a:xfrm>
            <a:off x="575989" y="3491877"/>
            <a:ext cx="75931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7F6A958-1CE5-E602-8F63-8317FDAD2A9D}"/>
              </a:ext>
            </a:extLst>
          </p:cNvPr>
          <p:cNvGrpSpPr/>
          <p:nvPr/>
        </p:nvGrpSpPr>
        <p:grpSpPr>
          <a:xfrm>
            <a:off x="501427" y="3718347"/>
            <a:ext cx="1719436" cy="1189218"/>
            <a:chOff x="2191413" y="1613537"/>
            <a:chExt cx="1719436" cy="1189218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0CB19FA-EC98-E8A0-6366-B915BD28117A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21F12B2-79F3-F76A-0FB5-D7858E2C83E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7CF1D30-B7DF-D283-373C-11367046D73C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6C38DA1-3BF4-4857-36C2-275D12710116}"/>
              </a:ext>
            </a:extLst>
          </p:cNvPr>
          <p:cNvSpPr txBox="1"/>
          <p:nvPr/>
        </p:nvSpPr>
        <p:spPr>
          <a:xfrm>
            <a:off x="1016599" y="4577883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B205C6D-5E76-36F0-E5B9-623EBDE6531F}"/>
              </a:ext>
            </a:extLst>
          </p:cNvPr>
          <p:cNvCxnSpPr>
            <a:cxnSpLocks/>
          </p:cNvCxnSpPr>
          <p:nvPr/>
        </p:nvCxnSpPr>
        <p:spPr>
          <a:xfrm rot="-900000">
            <a:off x="1140354" y="4617495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6019AC2C-EFDD-F8C1-3B8E-2ED4C05B8EB0}"/>
              </a:ext>
            </a:extLst>
          </p:cNvPr>
          <p:cNvSpPr txBox="1"/>
          <p:nvPr/>
        </p:nvSpPr>
        <p:spPr>
          <a:xfrm>
            <a:off x="1917001" y="4562494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15D058-3727-B3B0-81BF-78D7AF33E312}"/>
              </a:ext>
            </a:extLst>
          </p:cNvPr>
          <p:cNvSpPr txBox="1"/>
          <p:nvPr/>
        </p:nvSpPr>
        <p:spPr>
          <a:xfrm>
            <a:off x="1342471" y="3489316"/>
            <a:ext cx="73027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DC106B01-7283-1F7E-BD5F-121D4638BD0B}"/>
              </a:ext>
            </a:extLst>
          </p:cNvPr>
          <p:cNvSpPr/>
          <p:nvPr/>
        </p:nvSpPr>
        <p:spPr>
          <a:xfrm>
            <a:off x="2370396" y="2055588"/>
            <a:ext cx="1800200" cy="2873632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F444928-30F2-A1FF-87AD-E12A675E532B}"/>
              </a:ext>
            </a:extLst>
          </p:cNvPr>
          <p:cNvSpPr/>
          <p:nvPr/>
        </p:nvSpPr>
        <p:spPr>
          <a:xfrm>
            <a:off x="2507061" y="2178509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7693E2F-8BA6-FEBC-5444-E952B069D02A}"/>
              </a:ext>
            </a:extLst>
          </p:cNvPr>
          <p:cNvSpPr txBox="1"/>
          <p:nvPr/>
        </p:nvSpPr>
        <p:spPr>
          <a:xfrm>
            <a:off x="2483880" y="3496887"/>
            <a:ext cx="78865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C420CF3-9780-3BAD-FACF-18CDD80D2808}"/>
              </a:ext>
            </a:extLst>
          </p:cNvPr>
          <p:cNvGrpSpPr/>
          <p:nvPr/>
        </p:nvGrpSpPr>
        <p:grpSpPr>
          <a:xfrm>
            <a:off x="600950" y="2193095"/>
            <a:ext cx="482570" cy="207749"/>
            <a:chOff x="5613970" y="995901"/>
            <a:chExt cx="482570" cy="207749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DEC053FF-841D-F5AA-4E62-9D6D73ABF7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153D86E-4A6E-48D4-1D17-1D5E8F8DE5DB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210DE81-A02A-7FC3-5E46-B850B055E73A}"/>
              </a:ext>
            </a:extLst>
          </p:cNvPr>
          <p:cNvGrpSpPr/>
          <p:nvPr/>
        </p:nvGrpSpPr>
        <p:grpSpPr>
          <a:xfrm>
            <a:off x="942699" y="2193095"/>
            <a:ext cx="415498" cy="207749"/>
            <a:chOff x="5585876" y="994409"/>
            <a:chExt cx="415498" cy="207749"/>
          </a:xfrm>
        </p:grpSpPr>
        <p:sp>
          <p:nvSpPr>
            <p:cNvPr id="134" name="사각형: 둥근 모서리 133">
              <a:extLst>
                <a:ext uri="{FF2B5EF4-FFF2-40B4-BE49-F238E27FC236}">
                  <a16:creationId xmlns:a16="http://schemas.microsoft.com/office/drawing/2014/main" id="{880AF64D-C0FE-1F50-7B3C-674311D9B99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678E3B0-567F-4E41-5D86-3BE4FF18401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pic>
        <p:nvPicPr>
          <p:cNvPr id="144" name="그림 143">
            <a:extLst>
              <a:ext uri="{FF2B5EF4-FFF2-40B4-BE49-F238E27FC236}">
                <a16:creationId xmlns:a16="http://schemas.microsoft.com/office/drawing/2014/main" id="{65AA7BBD-F648-51EB-2BF1-2C08A2202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29" y="2623718"/>
            <a:ext cx="685221" cy="81845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299FCCC-9554-1940-3A46-60730C697D7F}"/>
              </a:ext>
            </a:extLst>
          </p:cNvPr>
          <p:cNvSpPr txBox="1"/>
          <p:nvPr/>
        </p:nvSpPr>
        <p:spPr>
          <a:xfrm>
            <a:off x="288281" y="1274533"/>
            <a:ext cx="1279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B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FE16233-DACF-0E2C-0674-6840130D4663}"/>
              </a:ext>
            </a:extLst>
          </p:cNvPr>
          <p:cNvGrpSpPr/>
          <p:nvPr/>
        </p:nvGrpSpPr>
        <p:grpSpPr>
          <a:xfrm>
            <a:off x="2377430" y="3692029"/>
            <a:ext cx="1712439" cy="1286964"/>
            <a:chOff x="2198410" y="1613537"/>
            <a:chExt cx="1712439" cy="12869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5894E4-679E-496D-B307-5000B3E7965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29F8FE-17EA-B9F2-520A-733ABE2CB824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943153-DA17-86CE-F5B0-25CE853D8CD9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2386A3-EA7E-5C08-A287-8834462A5CC2}"/>
              </a:ext>
            </a:extLst>
          </p:cNvPr>
          <p:cNvSpPr txBox="1"/>
          <p:nvPr/>
        </p:nvSpPr>
        <p:spPr>
          <a:xfrm>
            <a:off x="3784456" y="463473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2B84C-6E9D-2504-653E-486220DDE0A6}"/>
              </a:ext>
            </a:extLst>
          </p:cNvPr>
          <p:cNvSpPr txBox="1"/>
          <p:nvPr/>
        </p:nvSpPr>
        <p:spPr>
          <a:xfrm>
            <a:off x="1358197" y="376671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6347C5-7538-2F20-920F-21F5B8E19306}"/>
              </a:ext>
            </a:extLst>
          </p:cNvPr>
          <p:cNvSpPr txBox="1"/>
          <p:nvPr/>
        </p:nvSpPr>
        <p:spPr>
          <a:xfrm>
            <a:off x="432295" y="1818674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C19604-9995-6A82-54BC-5E9BCE357132}"/>
              </a:ext>
            </a:extLst>
          </p:cNvPr>
          <p:cNvSpPr txBox="1"/>
          <p:nvPr/>
        </p:nvSpPr>
        <p:spPr>
          <a:xfrm>
            <a:off x="2201561" y="1829220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A2E0781-AD65-45E7-FE4E-68086C5955F9}"/>
              </a:ext>
            </a:extLst>
          </p:cNvPr>
          <p:cNvSpPr/>
          <p:nvPr/>
        </p:nvSpPr>
        <p:spPr>
          <a:xfrm>
            <a:off x="6938720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36C5D8-9E7B-A60F-D3DD-638F5A4F7FCD}"/>
              </a:ext>
            </a:extLst>
          </p:cNvPr>
          <p:cNvSpPr/>
          <p:nvPr/>
        </p:nvSpPr>
        <p:spPr>
          <a:xfrm>
            <a:off x="7075385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C231D9-08BB-CF6D-A77A-F4B0A5F08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802" y="2798380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1E961D-A2ED-B1C5-4654-1CE1A82ABFDB}"/>
              </a:ext>
            </a:extLst>
          </p:cNvPr>
          <p:cNvSpPr txBox="1"/>
          <p:nvPr/>
        </p:nvSpPr>
        <p:spPr>
          <a:xfrm>
            <a:off x="7075499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29E554E-2D97-CDBC-EA70-5F159B136863}"/>
              </a:ext>
            </a:extLst>
          </p:cNvPr>
          <p:cNvGrpSpPr/>
          <p:nvPr/>
        </p:nvGrpSpPr>
        <p:grpSpPr>
          <a:xfrm>
            <a:off x="7007850" y="3714876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76E35F-A6F7-3FC3-D90B-D4CA80EBB2C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4A1BEBC-8035-1309-044C-0E6806DFA02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3CC5AA-1425-10B6-EFF9-3F98981220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9B125C8-8E92-B0FB-F25A-D5959FCF9326}"/>
              </a:ext>
            </a:extLst>
          </p:cNvPr>
          <p:cNvSpPr txBox="1"/>
          <p:nvPr/>
        </p:nvSpPr>
        <p:spPr>
          <a:xfrm>
            <a:off x="7523022" y="4574412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63ED7C2-AFFF-90BD-26A9-15913288B80B}"/>
              </a:ext>
            </a:extLst>
          </p:cNvPr>
          <p:cNvCxnSpPr>
            <a:cxnSpLocks/>
          </p:cNvCxnSpPr>
          <p:nvPr/>
        </p:nvCxnSpPr>
        <p:spPr>
          <a:xfrm rot="-900000">
            <a:off x="7646777" y="461402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48F893-1AE5-9DB9-0634-CCD114907BCA}"/>
              </a:ext>
            </a:extLst>
          </p:cNvPr>
          <p:cNvSpPr txBox="1"/>
          <p:nvPr/>
        </p:nvSpPr>
        <p:spPr>
          <a:xfrm>
            <a:off x="8423424" y="455902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538752-082F-EDA2-F23F-DFE291968E59}"/>
              </a:ext>
            </a:extLst>
          </p:cNvPr>
          <p:cNvSpPr txBox="1"/>
          <p:nvPr/>
        </p:nvSpPr>
        <p:spPr>
          <a:xfrm>
            <a:off x="7873731" y="516300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DABC135-BB27-4A85-D175-279617300BFE}"/>
              </a:ext>
            </a:extLst>
          </p:cNvPr>
          <p:cNvSpPr/>
          <p:nvPr/>
        </p:nvSpPr>
        <p:spPr>
          <a:xfrm>
            <a:off x="8876819" y="205211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7D300C-9FE1-F20D-310C-965DDCA9700B}"/>
              </a:ext>
            </a:extLst>
          </p:cNvPr>
          <p:cNvSpPr/>
          <p:nvPr/>
        </p:nvSpPr>
        <p:spPr>
          <a:xfrm>
            <a:off x="9013484" y="217503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0C543B5-C00C-D9E3-7FAA-6911CCBA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352" y="2620247"/>
            <a:ext cx="685221" cy="81845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70D03FC-FD66-3F56-AA6F-628EBB365F20}"/>
              </a:ext>
            </a:extLst>
          </p:cNvPr>
          <p:cNvSpPr txBox="1"/>
          <p:nvPr/>
        </p:nvSpPr>
        <p:spPr>
          <a:xfrm>
            <a:off x="6794704" y="1271062"/>
            <a:ext cx="13227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상품 개선 </a:t>
            </a:r>
            <a:r>
              <a:rPr lang="en-US" altLang="ko-KR" sz="1200" b="1" dirty="0">
                <a:solidFill>
                  <a:srgbClr val="0070C0"/>
                </a:solidFill>
                <a:latin typeface="+mn-ea"/>
              </a:rPr>
              <a:t>type  C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913F5DD-091F-D1C2-3F2C-D255F433FA24}"/>
              </a:ext>
            </a:extLst>
          </p:cNvPr>
          <p:cNvGrpSpPr/>
          <p:nvPr/>
        </p:nvGrpSpPr>
        <p:grpSpPr>
          <a:xfrm>
            <a:off x="8883853" y="3688558"/>
            <a:ext cx="1712439" cy="1286964"/>
            <a:chOff x="2198410" y="1613537"/>
            <a:chExt cx="1712439" cy="128696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97B6CC6-D38C-B42C-BA6B-67C6E300B679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189481D-857E-5926-01AD-01A091D1A675}"/>
                </a:ext>
              </a:extLst>
            </p:cNvPr>
            <p:cNvSpPr txBox="1"/>
            <p:nvPr/>
          </p:nvSpPr>
          <p:spPr>
            <a:xfrm>
              <a:off x="2458146" y="2538864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9002B42-8632-BC72-0ECF-3B57519E205F}"/>
                </a:ext>
              </a:extLst>
            </p:cNvPr>
            <p:cNvSpPr txBox="1"/>
            <p:nvPr/>
          </p:nvSpPr>
          <p:spPr>
            <a:xfrm>
              <a:off x="2198410" y="2418459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F98B592-DF31-2A73-A940-AFBB94D79A3D}"/>
              </a:ext>
            </a:extLst>
          </p:cNvPr>
          <p:cNvSpPr txBox="1"/>
          <p:nvPr/>
        </p:nvSpPr>
        <p:spPr>
          <a:xfrm>
            <a:off x="10290879" y="4631265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D8AC7D-8CA9-D5F7-49ED-556F94D7539B}"/>
              </a:ext>
            </a:extLst>
          </p:cNvPr>
          <p:cNvSpPr txBox="1"/>
          <p:nvPr/>
        </p:nvSpPr>
        <p:spPr>
          <a:xfrm>
            <a:off x="7864620" y="3763242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F6A78A-3537-9633-A45A-69FDDDAEDCED}"/>
              </a:ext>
            </a:extLst>
          </p:cNvPr>
          <p:cNvSpPr txBox="1"/>
          <p:nvPr/>
        </p:nvSpPr>
        <p:spPr>
          <a:xfrm>
            <a:off x="6938718" y="1815203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많이 노출되는 케이스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6DA7E0-4AE8-C0B7-0432-7820286EEAC3}"/>
              </a:ext>
            </a:extLst>
          </p:cNvPr>
          <p:cNvSpPr txBox="1"/>
          <p:nvPr/>
        </p:nvSpPr>
        <p:spPr>
          <a:xfrm>
            <a:off x="8763388" y="1818102"/>
            <a:ext cx="16914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태그 제일 적게 노출되는 케이스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5F3E87B-9591-D457-E918-B5339F836FFE}"/>
              </a:ext>
            </a:extLst>
          </p:cNvPr>
          <p:cNvSpPr/>
          <p:nvPr/>
        </p:nvSpPr>
        <p:spPr>
          <a:xfrm>
            <a:off x="7069820" y="486031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4785806D-ED00-5E98-6883-0789372C65C9}"/>
              </a:ext>
            </a:extLst>
          </p:cNvPr>
          <p:cNvGrpSpPr/>
          <p:nvPr/>
        </p:nvGrpSpPr>
        <p:grpSpPr>
          <a:xfrm>
            <a:off x="7069820" y="3497431"/>
            <a:ext cx="482570" cy="207749"/>
            <a:chOff x="5613970" y="995901"/>
            <a:chExt cx="482570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5E91E6F-F961-95BE-F4DC-46D28258752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99055C9-C6E7-FF48-8BDE-77E32818C763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1217912-8E3E-38D9-D25B-856727AD0820}"/>
              </a:ext>
            </a:extLst>
          </p:cNvPr>
          <p:cNvGrpSpPr/>
          <p:nvPr/>
        </p:nvGrpSpPr>
        <p:grpSpPr>
          <a:xfrm>
            <a:off x="7411569" y="3497431"/>
            <a:ext cx="415498" cy="207749"/>
            <a:chOff x="5585876" y="994409"/>
            <a:chExt cx="415498" cy="207749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FA55F886-63B4-E620-8CB7-C02B491587CF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0D50FDC-B59F-0A0A-4887-6515BB5BC8A2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F465438-00E5-03BF-42A6-F5F6A28CBEB7}"/>
              </a:ext>
            </a:extLst>
          </p:cNvPr>
          <p:cNvSpPr txBox="1"/>
          <p:nvPr/>
        </p:nvSpPr>
        <p:spPr>
          <a:xfrm>
            <a:off x="8972635" y="516556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442EA22-44EF-4FF2-7EA1-649F06AACCDF}"/>
              </a:ext>
            </a:extLst>
          </p:cNvPr>
          <p:cNvSpPr/>
          <p:nvPr/>
        </p:nvSpPr>
        <p:spPr>
          <a:xfrm>
            <a:off x="8972635" y="4860319"/>
            <a:ext cx="1566339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A15EF1-1F6D-B9D5-EDDE-85AB1E925C35}"/>
              </a:ext>
            </a:extLst>
          </p:cNvPr>
          <p:cNvSpPr txBox="1"/>
          <p:nvPr/>
        </p:nvSpPr>
        <p:spPr>
          <a:xfrm>
            <a:off x="4308092" y="2046035"/>
            <a:ext cx="2232248" cy="1519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b="1" spc="-150" dirty="0">
                <a:latin typeface="+mn-ea"/>
              </a:rPr>
              <a:t>2026</a:t>
            </a:r>
            <a:r>
              <a:rPr lang="ko-KR" altLang="en-US" sz="900" b="1" spc="-150" dirty="0">
                <a:latin typeface="+mn-ea"/>
              </a:rPr>
              <a:t>년 </a:t>
            </a:r>
            <a:r>
              <a:rPr lang="en-US" altLang="ko-KR" sz="900" b="1" spc="-150" dirty="0">
                <a:latin typeface="+mn-ea"/>
              </a:rPr>
              <a:t>7</a:t>
            </a:r>
            <a:r>
              <a:rPr lang="ko-KR" altLang="en-US" sz="900" b="1" spc="-150" dirty="0">
                <a:latin typeface="+mn-ea"/>
              </a:rPr>
              <a:t>월</a:t>
            </a:r>
            <a:r>
              <a:rPr lang="en-US" altLang="ko-KR" sz="900" b="1" spc="-150" dirty="0">
                <a:latin typeface="+mn-ea"/>
              </a:rPr>
              <a:t>1</a:t>
            </a:r>
            <a:r>
              <a:rPr lang="ko-KR" altLang="en-US" sz="900" b="1" spc="-150" dirty="0">
                <a:latin typeface="+mn-ea"/>
              </a:rPr>
              <a:t>일 기준 바우처 태그 매핑</a:t>
            </a:r>
            <a:endParaRPr lang="en-US" altLang="ko-KR" sz="900" b="1" spc="-15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8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기저귀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분유 </a:t>
            </a:r>
            <a:r>
              <a:rPr lang="en-US" altLang="ko-KR" sz="900" spc="-150" dirty="0">
                <a:latin typeface="+mn-ea"/>
              </a:rPr>
              <a:t>-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생리대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생리팬티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여성청소년 생리대지원</a:t>
            </a:r>
            <a:endParaRPr lang="en-US" altLang="ko-KR" sz="900" spc="-15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+mn-ea"/>
              </a:rPr>
              <a:t>물티슈 </a:t>
            </a:r>
            <a:r>
              <a:rPr lang="en-US" altLang="ko-KR" sz="900" spc="-150" dirty="0">
                <a:latin typeface="+mn-ea"/>
              </a:rPr>
              <a:t>– </a:t>
            </a:r>
            <a:r>
              <a:rPr lang="ko-KR" altLang="en-US" sz="900" spc="-150" dirty="0">
                <a:latin typeface="+mn-ea"/>
              </a:rPr>
              <a:t>기저귀</a:t>
            </a:r>
            <a:r>
              <a:rPr lang="en-US" altLang="ko-KR" sz="900" spc="-150" dirty="0">
                <a:latin typeface="+mn-ea"/>
              </a:rPr>
              <a:t>/</a:t>
            </a:r>
            <a:r>
              <a:rPr lang="ko-KR" altLang="en-US" sz="900" spc="-150" dirty="0">
                <a:latin typeface="+mn-ea"/>
              </a:rPr>
              <a:t>조제분유</a:t>
            </a:r>
            <a:r>
              <a:rPr lang="en-US" altLang="ko-KR" sz="900" spc="-150" dirty="0">
                <a:latin typeface="+mn-ea"/>
              </a:rPr>
              <a:t>, </a:t>
            </a:r>
            <a:r>
              <a:rPr lang="ko-KR" altLang="en-US" sz="900" spc="-150" dirty="0">
                <a:latin typeface="+mn-ea"/>
              </a:rPr>
              <a:t>첫만남 이용권</a:t>
            </a:r>
            <a:r>
              <a:rPr lang="en-US" altLang="ko-KR" sz="900" spc="-150" dirty="0">
                <a:latin typeface="+mn-ea"/>
              </a:rPr>
              <a:t>(</a:t>
            </a:r>
            <a:r>
              <a:rPr lang="ko-KR" altLang="en-US" sz="900" spc="-150" dirty="0">
                <a:latin typeface="+mn-ea"/>
              </a:rPr>
              <a:t>예상</a:t>
            </a:r>
            <a:r>
              <a:rPr lang="en-US" altLang="ko-KR" sz="900" spc="-150" dirty="0">
                <a:latin typeface="+mn-ea"/>
              </a:rPr>
              <a:t>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FE4D55-B8BD-9DF9-2A3F-EE0BFAF3F740}"/>
              </a:ext>
            </a:extLst>
          </p:cNvPr>
          <p:cNvSpPr txBox="1"/>
          <p:nvPr/>
        </p:nvSpPr>
        <p:spPr>
          <a:xfrm>
            <a:off x="4198545" y="1728980"/>
            <a:ext cx="2089730" cy="29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바우처 태그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~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최대 </a:t>
            </a:r>
            <a:r>
              <a:rPr lang="en-US" altLang="ko-KR" sz="1000" spc="-150" dirty="0">
                <a:solidFill>
                  <a:srgbClr val="C00000"/>
                </a:solidFill>
                <a:latin typeface="+mn-ea"/>
              </a:rPr>
              <a:t>2</a:t>
            </a:r>
            <a:r>
              <a:rPr lang="ko-KR" altLang="en-US" sz="1000" spc="-150" dirty="0">
                <a:solidFill>
                  <a:srgbClr val="C00000"/>
                </a:solidFill>
                <a:latin typeface="+mn-ea"/>
              </a:rPr>
              <a:t>개 출력 가능 </a:t>
            </a:r>
            <a:endParaRPr lang="en-US" altLang="ko-KR" sz="1000" spc="-15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B952061-4A92-259B-DD24-26D0C8078025}"/>
              </a:ext>
            </a:extLst>
          </p:cNvPr>
          <p:cNvCxnSpPr/>
          <p:nvPr/>
        </p:nvCxnSpPr>
        <p:spPr>
          <a:xfrm>
            <a:off x="6696993" y="935993"/>
            <a:ext cx="0" cy="496855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하트 6">
            <a:extLst>
              <a:ext uri="{FF2B5EF4-FFF2-40B4-BE49-F238E27FC236}">
                <a16:creationId xmlns:a16="http://schemas.microsoft.com/office/drawing/2014/main" id="{7262F495-6A14-E645-EAA3-8B2524FDDFEA}"/>
              </a:ext>
            </a:extLst>
          </p:cNvPr>
          <p:cNvSpPr/>
          <p:nvPr/>
        </p:nvSpPr>
        <p:spPr>
          <a:xfrm>
            <a:off x="1817385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하트 9">
            <a:extLst>
              <a:ext uri="{FF2B5EF4-FFF2-40B4-BE49-F238E27FC236}">
                <a16:creationId xmlns:a16="http://schemas.microsoft.com/office/drawing/2014/main" id="{13AF968C-89DF-C600-6304-0FC361C0C964}"/>
              </a:ext>
            </a:extLst>
          </p:cNvPr>
          <p:cNvSpPr/>
          <p:nvPr/>
        </p:nvSpPr>
        <p:spPr>
          <a:xfrm>
            <a:off x="3744649" y="225312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하트 11">
            <a:extLst>
              <a:ext uri="{FF2B5EF4-FFF2-40B4-BE49-F238E27FC236}">
                <a16:creationId xmlns:a16="http://schemas.microsoft.com/office/drawing/2014/main" id="{600BA16C-5E03-6866-4711-7A1150AFBBC3}"/>
              </a:ext>
            </a:extLst>
          </p:cNvPr>
          <p:cNvSpPr/>
          <p:nvPr/>
        </p:nvSpPr>
        <p:spPr>
          <a:xfrm>
            <a:off x="8291222" y="2249956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하트 13">
            <a:extLst>
              <a:ext uri="{FF2B5EF4-FFF2-40B4-BE49-F238E27FC236}">
                <a16:creationId xmlns:a16="http://schemas.microsoft.com/office/drawing/2014/main" id="{49E69F92-797B-9F5E-FCBB-6F306141BCE5}"/>
              </a:ext>
            </a:extLst>
          </p:cNvPr>
          <p:cNvSpPr/>
          <p:nvPr/>
        </p:nvSpPr>
        <p:spPr>
          <a:xfrm>
            <a:off x="10251072" y="22539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068044-CDA5-80C1-4997-574264665762}"/>
              </a:ext>
            </a:extLst>
          </p:cNvPr>
          <p:cNvSpPr/>
          <p:nvPr/>
        </p:nvSpPr>
        <p:spPr>
          <a:xfrm>
            <a:off x="436550" y="4860429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83FA160-EBFA-DE32-35DC-BAC432078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301" y="4871870"/>
            <a:ext cx="182273" cy="16526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4F0405AF-6EB6-C1B3-68F9-D53B10740566}"/>
              </a:ext>
            </a:extLst>
          </p:cNvPr>
          <p:cNvSpPr/>
          <p:nvPr/>
        </p:nvSpPr>
        <p:spPr>
          <a:xfrm>
            <a:off x="2378887" y="4860035"/>
            <a:ext cx="1795801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   담기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A0B3AC0-72CE-51E5-0DFA-2464764F4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638" y="4871476"/>
            <a:ext cx="182273" cy="16526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B32F1FF-A614-0674-A5C2-396AE2B27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948" y="4885005"/>
            <a:ext cx="182273" cy="16526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FFE89F3-F93A-3DAD-A48F-47D91D459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52" y="4881703"/>
            <a:ext cx="182273" cy="165261"/>
          </a:xfrm>
          <a:prstGeom prst="rect">
            <a:avLst/>
          </a:prstGeom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2F7D11EE-E2FC-B064-1503-0F234AB6E8F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668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46C6A2-7B92-88FD-F3C7-8F22F4182A9B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ECE343-8B4F-7B5D-698D-1DC5DEC66A2E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46691C-FCF0-BA9B-8CDA-B4C565ED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79" y="1375287"/>
            <a:ext cx="1077259" cy="6480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4964559-3514-6B60-EE97-A2255939A11D}"/>
              </a:ext>
            </a:extLst>
          </p:cNvPr>
          <p:cNvSpPr txBox="1"/>
          <p:nvPr/>
        </p:nvSpPr>
        <p:spPr>
          <a:xfrm>
            <a:off x="569076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E42426C-AC90-101C-904F-DDBBC42C57EC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6A491D-79FC-4C12-BD8C-A3B1928A898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51CF956-E124-AB7E-EF2B-06E469D3F9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1F3F38E-A23B-215D-5B81-B02FADEA6350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523DBF5-0428-179B-DC72-D6B807F8302F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1ECF36E-1671-FDC0-175F-3C8F151237B1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0BA310B-B013-B4D2-28B1-7FB5808FA488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D7A82A-D978-E02C-FD76-32D8C4DDD249}"/>
              </a:ext>
            </a:extLst>
          </p:cNvPr>
          <p:cNvSpPr txBox="1"/>
          <p:nvPr/>
        </p:nvSpPr>
        <p:spPr>
          <a:xfrm>
            <a:off x="1367308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CFA78D-5E13-60A0-B5E4-657A0FE2DA2A}"/>
              </a:ext>
            </a:extLst>
          </p:cNvPr>
          <p:cNvSpPr/>
          <p:nvPr/>
        </p:nvSpPr>
        <p:spPr>
          <a:xfrm>
            <a:off x="563397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6C8504D-D459-F312-19E4-E811717952F9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BDCDE3C-7908-4886-9A74-99EF49CD264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3B54498-982B-94DD-D6CA-02B5CC3FC49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0F11B0F-3062-47CE-921B-2F80977060A1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031ACB85-89CE-D86D-9050-8D6DDB51E1EC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221B647-5DD4-9587-7458-CD95EFA4105A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EFB75E-01ED-8EFA-0099-2D2D932B7C5E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FCB47F2-F013-A12B-2C55-6C8F843CC26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17AD8ACB-16BD-8E41-F1B7-4C36A1ED0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78" y="1375287"/>
            <a:ext cx="1077259" cy="64807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12ACF63-FEA8-9E0F-69B4-9C165141AEC0}"/>
              </a:ext>
            </a:extLst>
          </p:cNvPr>
          <p:cNvSpPr txBox="1"/>
          <p:nvPr/>
        </p:nvSpPr>
        <p:spPr>
          <a:xfrm>
            <a:off x="2593675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3216184-091E-620E-8486-31D7F9592F78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3458191-9870-9E58-ABC0-AB66C92A43E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E8EBA4C-EE1F-06A5-D2E7-0345E991E2D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8587A7-41E4-A7E6-2C38-6B7C5ADB756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F583D5F-F9EB-3BC0-110F-DD27D6F64621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7F9FEE4-92C2-7860-C6AA-DE7F960FA66C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E2BDBA-B7A4-8981-88C1-F5060EB0F463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D97F43-EFE9-C10A-F4F1-C59F4871120B}"/>
              </a:ext>
            </a:extLst>
          </p:cNvPr>
          <p:cNvSpPr txBox="1"/>
          <p:nvPr/>
        </p:nvSpPr>
        <p:spPr>
          <a:xfrm>
            <a:off x="3391907" y="3739908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C70F93F-1255-2862-9A8D-ED9B2A346EFE}"/>
              </a:ext>
            </a:extLst>
          </p:cNvPr>
          <p:cNvSpPr/>
          <p:nvPr/>
        </p:nvSpPr>
        <p:spPr>
          <a:xfrm>
            <a:off x="2587996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D445A55-F5BA-A1A0-BEBB-6B38F5FD23D0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FE5C3AED-E980-06AA-8BF5-F880223510F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C804800-B0A9-4944-2FD4-EF206EC23E2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EC9B6C6-8853-C915-B855-3D7EC02DD067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9058CE5D-9F28-8F39-DFF0-236679CFC190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3DF9C2B5-D92D-8DC8-2090-EB7F94D98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17" y="1358220"/>
            <a:ext cx="1077259" cy="6480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77AFDDC1-2473-FC13-4846-06B53957FC9B}"/>
              </a:ext>
            </a:extLst>
          </p:cNvPr>
          <p:cNvSpPr txBox="1"/>
          <p:nvPr/>
        </p:nvSpPr>
        <p:spPr>
          <a:xfrm>
            <a:off x="4642314" y="3725402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C9A5F1CA-32A0-972B-9991-DE768DF5D00F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D173AD8-6025-3E68-609A-E4965BF6BF55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315E7C-CA5F-C575-6F7A-5C850C47BEDF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2621087-7790-78BB-1E7D-23474D6D84B3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BA51BF8-8091-DC61-299A-EB93E1F05FD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4CCC23-C0D1-BC0E-7812-1148D5D24CC5}"/>
              </a:ext>
            </a:extLst>
          </p:cNvPr>
          <p:cNvSpPr txBox="1"/>
          <p:nvPr/>
        </p:nvSpPr>
        <p:spPr>
          <a:xfrm>
            <a:off x="5440546" y="3722841"/>
            <a:ext cx="75647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700" spc="-12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첫만남 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1C5BB78D-BE94-B5ED-9226-24EEFF5666E7}"/>
              </a:ext>
            </a:extLst>
          </p:cNvPr>
          <p:cNvSpPr/>
          <p:nvPr/>
        </p:nvSpPr>
        <p:spPr>
          <a:xfrm>
            <a:off x="4636635" y="342015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542D7F-B528-5089-0F8F-979FEA2AFB8A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28133A1-CE74-0385-4835-14A08317BA4D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DDC0D1E7-DA70-56B4-ECAF-50EA8F0C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21" y="1375287"/>
            <a:ext cx="1077259" cy="648072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48A3A43F-E8C1-206A-03F5-01838C55FD4A}"/>
              </a:ext>
            </a:extLst>
          </p:cNvPr>
          <p:cNvSpPr txBox="1"/>
          <p:nvPr/>
        </p:nvSpPr>
        <p:spPr>
          <a:xfrm>
            <a:off x="6658018" y="3742469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9DA2F960-B6B0-5E7B-FE5E-D19B68C82E34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19B653D-E9B3-ADFC-5ABB-F8C9E5352411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5600E7B-E5DF-A00E-A23F-613C14E3AA89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C79F027-FE96-D056-D76F-6B68DCC4A99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7355E2F6-8B2D-BD92-BD6E-B35BE097E4B6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84D138AF-A0B1-104A-1D3B-6B8907FCDDA8}"/>
              </a:ext>
            </a:extLst>
          </p:cNvPr>
          <p:cNvSpPr/>
          <p:nvPr/>
        </p:nvSpPr>
        <p:spPr>
          <a:xfrm>
            <a:off x="6652339" y="343722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AC81C32-099D-99EB-F144-C6737D51CE3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C292B09-DE38-D665-86A4-5046EA2C593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E3D99C99-A17F-9FB8-7E96-D46A7CB56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46" y="1377678"/>
            <a:ext cx="1077259" cy="648072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80ED4759-47B1-8ED7-3CCB-2F7C3C622B66}"/>
              </a:ext>
            </a:extLst>
          </p:cNvPr>
          <p:cNvSpPr txBox="1"/>
          <p:nvPr/>
        </p:nvSpPr>
        <p:spPr>
          <a:xfrm>
            <a:off x="8607843" y="3744860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첫만남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4DAD84-892F-BA0A-4D7D-6619572DA10C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F5D5B10-82E6-011E-578E-6B2892888F5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7BCB446-82D8-9858-E43A-8B32AF087BC5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B0EEF17-F7F7-B30E-467D-90681E54DBA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5787C28-9E76-7A11-E080-B13138CB877A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C7C12CD6-F795-E60B-9CD5-A24A3F83B317}"/>
              </a:ext>
            </a:extLst>
          </p:cNvPr>
          <p:cNvSpPr/>
          <p:nvPr/>
        </p:nvSpPr>
        <p:spPr>
          <a:xfrm>
            <a:off x="8602164" y="343961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BA9D657-12C2-2932-2A42-A33FCB369A38}"/>
              </a:ext>
            </a:extLst>
          </p:cNvPr>
          <p:cNvSpPr txBox="1"/>
          <p:nvPr/>
        </p:nvSpPr>
        <p:spPr>
          <a:xfrm>
            <a:off x="406208" y="163275"/>
            <a:ext cx="5464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기저귀</a:t>
            </a:r>
            <a:r>
              <a:rPr lang="en-US" altLang="ko-KR" sz="1200" b="1" spc="-150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조제분유 지원 상품 출력 케이스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첫만남 이용권은 현재 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없으나 확장 예정으로 예시 태그 반영</a:t>
            </a:r>
            <a:r>
              <a:rPr lang="en-US" altLang="ko-KR" sz="1000" b="1" spc="-15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1000" b="1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86B06442-1215-ADF1-2F36-C5F380C28A12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82738784-AA26-5296-DFE2-D30561718458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67" name="그림 266">
            <a:extLst>
              <a:ext uri="{FF2B5EF4-FFF2-40B4-BE49-F238E27FC236}">
                <a16:creationId xmlns:a16="http://schemas.microsoft.com/office/drawing/2014/main" id="{50A18C94-FFC2-EE64-6B2D-299534AA4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579" y="1377613"/>
            <a:ext cx="1077259" cy="648072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AED6AA02-069B-C197-C394-3F58EE13647D}"/>
              </a:ext>
            </a:extLst>
          </p:cNvPr>
          <p:cNvSpPr txBox="1"/>
          <p:nvPr/>
        </p:nvSpPr>
        <p:spPr>
          <a:xfrm>
            <a:off x="10555276" y="3744795"/>
            <a:ext cx="786556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기저귀</a:t>
            </a:r>
            <a:r>
              <a:rPr lang="en-US" altLang="ko-KR" spc="-120" dirty="0"/>
              <a:t>/</a:t>
            </a:r>
            <a:r>
              <a:rPr lang="ko-KR" altLang="en-US" spc="-120" dirty="0"/>
              <a:t>분유 </a:t>
            </a:r>
          </a:p>
        </p:txBody>
      </p: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6D0B31AF-BEE8-1F38-7A94-04DDEEA1B593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4005D165-C103-66E5-B631-7F95DE3435B2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192A93EA-9E5A-444C-FE5B-F29073DAB62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EF460879-EEE8-0E0B-7403-62D2D3F60138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0FDFF82C-1933-638C-DABF-351C56BDACA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274" name="사각형: 둥근 모서리 273">
            <a:extLst>
              <a:ext uri="{FF2B5EF4-FFF2-40B4-BE49-F238E27FC236}">
                <a16:creationId xmlns:a16="http://schemas.microsoft.com/office/drawing/2014/main" id="{163A9488-8ED1-7C7F-91C4-6E3310EA811C}"/>
              </a:ext>
            </a:extLst>
          </p:cNvPr>
          <p:cNvSpPr/>
          <p:nvPr/>
        </p:nvSpPr>
        <p:spPr>
          <a:xfrm>
            <a:off x="10549597" y="343955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DD9DEA32-8D45-5880-16A2-BC126C5D106C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281" name="사각형: 둥근 모서리 280">
              <a:extLst>
                <a:ext uri="{FF2B5EF4-FFF2-40B4-BE49-F238E27FC236}">
                  <a16:creationId xmlns:a16="http://schemas.microsoft.com/office/drawing/2014/main" id="{C2B0C585-4E93-DED7-AFF9-56FAE7B3BC58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E3CEC6CB-8FCF-6341-9B57-70B8D58843B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하트 2">
            <a:extLst>
              <a:ext uri="{FF2B5EF4-FFF2-40B4-BE49-F238E27FC236}">
                <a16:creationId xmlns:a16="http://schemas.microsoft.com/office/drawing/2014/main" id="{717A9D80-9CAE-A4ED-4BCD-7CD966CFA682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하트 4">
            <a:extLst>
              <a:ext uri="{FF2B5EF4-FFF2-40B4-BE49-F238E27FC236}">
                <a16:creationId xmlns:a16="http://schemas.microsoft.com/office/drawing/2014/main" id="{6C61AFA1-97C7-8E3E-A180-A6A4206019D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하트 6">
            <a:extLst>
              <a:ext uri="{FF2B5EF4-FFF2-40B4-BE49-F238E27FC236}">
                <a16:creationId xmlns:a16="http://schemas.microsoft.com/office/drawing/2014/main" id="{D4F5F748-D374-BE76-86EA-95A47B87F911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하트 8">
            <a:extLst>
              <a:ext uri="{FF2B5EF4-FFF2-40B4-BE49-F238E27FC236}">
                <a16:creationId xmlns:a16="http://schemas.microsoft.com/office/drawing/2014/main" id="{6F9F7EBE-0D7D-91F2-8A57-0E82DEFE772E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하트 10">
            <a:extLst>
              <a:ext uri="{FF2B5EF4-FFF2-40B4-BE49-F238E27FC236}">
                <a16:creationId xmlns:a16="http://schemas.microsoft.com/office/drawing/2014/main" id="{3B7BC5E1-0AA9-88DC-4262-4D9C6A827B61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A557C1D3-069A-694A-704E-4CA4B470F415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8EF8DD6-ACE8-BB4D-EFC2-1492832F4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51568"/>
            <a:ext cx="182273" cy="16526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0329714-183B-90B8-B210-FE57DC31A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61133"/>
            <a:ext cx="182273" cy="1652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982F04-9D5F-7237-0128-125740272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51568"/>
            <a:ext cx="182273" cy="16526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9FE4C16-0D27-BAE6-3654-CE20C56A4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51568"/>
            <a:ext cx="182273" cy="16526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9577D0F-2C5C-82AA-6243-AEDCAC57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59651"/>
            <a:ext cx="182273" cy="165261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5ADCA3B-5FE5-245B-E7E2-977337512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59651"/>
            <a:ext cx="182273" cy="165261"/>
          </a:xfrm>
          <a:prstGeom prst="rect">
            <a:avLst/>
          </a:prstGeom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9F925DEC-8153-BAC2-4B05-041570221EAF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2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81603C2-902D-C006-65D7-31FFD66008C3}"/>
              </a:ext>
            </a:extLst>
          </p:cNvPr>
          <p:cNvSpPr/>
          <p:nvPr/>
        </p:nvSpPr>
        <p:spPr>
          <a:xfrm>
            <a:off x="432297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23F54B-AF95-BAB9-0E14-0427C23ABE2D}"/>
              </a:ext>
            </a:extLst>
          </p:cNvPr>
          <p:cNvSpPr/>
          <p:nvPr/>
        </p:nvSpPr>
        <p:spPr>
          <a:xfrm>
            <a:off x="568962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AF31C-67A3-569B-E7EA-11F16145FE78}"/>
              </a:ext>
            </a:extLst>
          </p:cNvPr>
          <p:cNvSpPr txBox="1"/>
          <p:nvPr/>
        </p:nvSpPr>
        <p:spPr>
          <a:xfrm>
            <a:off x="569076" y="3742469"/>
            <a:ext cx="105103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F0DFFE4-72CC-C17D-5B0B-17A7C3594C37}"/>
              </a:ext>
            </a:extLst>
          </p:cNvPr>
          <p:cNvGrpSpPr/>
          <p:nvPr/>
        </p:nvGrpSpPr>
        <p:grpSpPr>
          <a:xfrm>
            <a:off x="501427" y="2291783"/>
            <a:ext cx="1719436" cy="1189218"/>
            <a:chOff x="2191413" y="1613537"/>
            <a:chExt cx="1719436" cy="118921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CD1FE7-3C78-5804-EB52-6D44F4104E2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0F4DF6-A0E3-6ABA-1AF2-86645FB03976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FC7377-AC86-B449-CBC5-A4977D6B4DAB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147A503-2851-9B4B-BFF0-200AC1B2778A}"/>
              </a:ext>
            </a:extLst>
          </p:cNvPr>
          <p:cNvSpPr txBox="1"/>
          <p:nvPr/>
        </p:nvSpPr>
        <p:spPr>
          <a:xfrm>
            <a:off x="1016599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B857D61-DD75-4CB1-B7E0-B8F04C209BA8}"/>
              </a:ext>
            </a:extLst>
          </p:cNvPr>
          <p:cNvCxnSpPr>
            <a:cxnSpLocks/>
          </p:cNvCxnSpPr>
          <p:nvPr/>
        </p:nvCxnSpPr>
        <p:spPr>
          <a:xfrm rot="-900000">
            <a:off x="1140354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376DB5-8CD5-B161-A745-2EBEC820EF67}"/>
              </a:ext>
            </a:extLst>
          </p:cNvPr>
          <p:cNvSpPr txBox="1"/>
          <p:nvPr/>
        </p:nvSpPr>
        <p:spPr>
          <a:xfrm>
            <a:off x="1917001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61F75F5-C883-AF58-AF83-FCE6D25C963E}"/>
              </a:ext>
            </a:extLst>
          </p:cNvPr>
          <p:cNvGrpSpPr/>
          <p:nvPr/>
        </p:nvGrpSpPr>
        <p:grpSpPr>
          <a:xfrm>
            <a:off x="563397" y="2074338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CF86A3D-D3C5-D43D-CC7B-86BC944BEC8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F88E5F-57D8-E050-0756-F00D113069DA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13F0313-3DC0-6F05-5D3F-E7D6A097EFED}"/>
              </a:ext>
            </a:extLst>
          </p:cNvPr>
          <p:cNvGrpSpPr/>
          <p:nvPr/>
        </p:nvGrpSpPr>
        <p:grpSpPr>
          <a:xfrm>
            <a:off x="905146" y="2074338"/>
            <a:ext cx="415498" cy="207749"/>
            <a:chOff x="5585876" y="994409"/>
            <a:chExt cx="415498" cy="207749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5E5AF5E-DFEE-2A52-D28F-22D7F6C9378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53A2B3-876E-2927-E1A6-F8D1EE695D87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67DE1D-C0FA-F1FE-BE75-D39F86E45D47}"/>
              </a:ext>
            </a:extLst>
          </p:cNvPr>
          <p:cNvSpPr/>
          <p:nvPr/>
        </p:nvSpPr>
        <p:spPr>
          <a:xfrm>
            <a:off x="2456896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156F48-BE9F-BD50-87FD-D2350C7A5441}"/>
              </a:ext>
            </a:extLst>
          </p:cNvPr>
          <p:cNvSpPr/>
          <p:nvPr/>
        </p:nvSpPr>
        <p:spPr>
          <a:xfrm>
            <a:off x="2593561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9E6EAC-A5E3-5D7D-C271-CA52DEAD4620}"/>
              </a:ext>
            </a:extLst>
          </p:cNvPr>
          <p:cNvSpPr txBox="1"/>
          <p:nvPr/>
        </p:nvSpPr>
        <p:spPr>
          <a:xfrm>
            <a:off x="2593674" y="3742469"/>
            <a:ext cx="1078719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3992083-2333-DDDB-444B-00D87715E380}"/>
              </a:ext>
            </a:extLst>
          </p:cNvPr>
          <p:cNvGrpSpPr/>
          <p:nvPr/>
        </p:nvGrpSpPr>
        <p:grpSpPr>
          <a:xfrm>
            <a:off x="2526026" y="2291783"/>
            <a:ext cx="1719436" cy="1189218"/>
            <a:chOff x="2191413" y="1613537"/>
            <a:chExt cx="1719436" cy="118921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8E07C1C-595D-24FC-3556-9E18AE4260C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26061BF-74F8-3F62-52C2-739259E0991C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A3B210-AE11-89FD-7635-F7DDBF9646A7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D174BE6-EF47-B625-BA27-B7A6B5ECB1D3}"/>
              </a:ext>
            </a:extLst>
          </p:cNvPr>
          <p:cNvSpPr txBox="1"/>
          <p:nvPr/>
        </p:nvSpPr>
        <p:spPr>
          <a:xfrm>
            <a:off x="3041198" y="315131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F8AEBF7-45BD-2C6E-A269-9E17B0A8629D}"/>
              </a:ext>
            </a:extLst>
          </p:cNvPr>
          <p:cNvCxnSpPr>
            <a:cxnSpLocks/>
          </p:cNvCxnSpPr>
          <p:nvPr/>
        </p:nvCxnSpPr>
        <p:spPr>
          <a:xfrm rot="-900000">
            <a:off x="3164953" y="3190931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F4CA37F-6BB1-6A52-43CA-E75BB7439318}"/>
              </a:ext>
            </a:extLst>
          </p:cNvPr>
          <p:cNvSpPr txBox="1"/>
          <p:nvPr/>
        </p:nvSpPr>
        <p:spPr>
          <a:xfrm>
            <a:off x="3941600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F196D23-C298-7E80-CA7B-F161834AD764}"/>
              </a:ext>
            </a:extLst>
          </p:cNvPr>
          <p:cNvGrpSpPr/>
          <p:nvPr/>
        </p:nvGrpSpPr>
        <p:grpSpPr>
          <a:xfrm>
            <a:off x="2587996" y="2074338"/>
            <a:ext cx="482570" cy="207749"/>
            <a:chOff x="5613970" y="995901"/>
            <a:chExt cx="482570" cy="20774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C4CF8667-926C-9D7F-8BA8-35719E8ADCB1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9F1A43D-5150-468A-AA6A-B863D4DC8126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36E0888-800B-91BA-400F-A446B99A7E63}"/>
              </a:ext>
            </a:extLst>
          </p:cNvPr>
          <p:cNvSpPr/>
          <p:nvPr/>
        </p:nvSpPr>
        <p:spPr>
          <a:xfrm>
            <a:off x="4505535" y="611957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A0942C9-41C4-18C6-06C9-FFB2194995C8}"/>
              </a:ext>
            </a:extLst>
          </p:cNvPr>
          <p:cNvSpPr/>
          <p:nvPr/>
        </p:nvSpPr>
        <p:spPr>
          <a:xfrm>
            <a:off x="4642200" y="734878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2DCE6-F256-6EEA-52F5-9ADA3638884F}"/>
              </a:ext>
            </a:extLst>
          </p:cNvPr>
          <p:cNvSpPr txBox="1"/>
          <p:nvPr/>
        </p:nvSpPr>
        <p:spPr>
          <a:xfrm>
            <a:off x="4642313" y="3725402"/>
            <a:ext cx="1065345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ACB46BF-10C9-6412-3F59-95E7C8474251}"/>
              </a:ext>
            </a:extLst>
          </p:cNvPr>
          <p:cNvGrpSpPr/>
          <p:nvPr/>
        </p:nvGrpSpPr>
        <p:grpSpPr>
          <a:xfrm>
            <a:off x="4574665" y="2274716"/>
            <a:ext cx="1719436" cy="1189218"/>
            <a:chOff x="2191413" y="1613537"/>
            <a:chExt cx="1719436" cy="118921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FC8F70-D6B2-F9A6-15C0-6445C0B3CD9B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079312-186B-5418-944F-BBBEAA465BC8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A80DC3-E2A7-FA5A-F55E-890B0A4A2D1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100E2DC-D533-B53D-28E4-6B3685B0AE83}"/>
              </a:ext>
            </a:extLst>
          </p:cNvPr>
          <p:cNvSpPr txBox="1"/>
          <p:nvPr/>
        </p:nvSpPr>
        <p:spPr>
          <a:xfrm>
            <a:off x="5990239" y="3118863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FC0B3EE-730A-EFB6-0980-522F1B10330C}"/>
              </a:ext>
            </a:extLst>
          </p:cNvPr>
          <p:cNvSpPr/>
          <p:nvPr/>
        </p:nvSpPr>
        <p:spPr>
          <a:xfrm>
            <a:off x="6521239" y="629024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745BF44-8739-FAD3-583D-61EC9C414AAB}"/>
              </a:ext>
            </a:extLst>
          </p:cNvPr>
          <p:cNvSpPr/>
          <p:nvPr/>
        </p:nvSpPr>
        <p:spPr>
          <a:xfrm>
            <a:off x="6657904" y="751945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74157-FC76-E81F-79DC-8BB70647F53D}"/>
              </a:ext>
            </a:extLst>
          </p:cNvPr>
          <p:cNvSpPr txBox="1"/>
          <p:nvPr/>
        </p:nvSpPr>
        <p:spPr>
          <a:xfrm>
            <a:off x="6658018" y="3742469"/>
            <a:ext cx="1072960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989F7BAA-B1DE-E5D5-1BFB-0176D5DE4341}"/>
              </a:ext>
            </a:extLst>
          </p:cNvPr>
          <p:cNvGrpSpPr/>
          <p:nvPr/>
        </p:nvGrpSpPr>
        <p:grpSpPr>
          <a:xfrm>
            <a:off x="6590369" y="2291783"/>
            <a:ext cx="1719436" cy="1189218"/>
            <a:chOff x="2191413" y="1613537"/>
            <a:chExt cx="1719436" cy="118921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71AD0BB-E52D-8FF7-C23C-E332E6E18AB4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0A3CD48-8ACE-7BBC-53BE-030A439DD6FD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E62BEDD-E514-5410-C411-24E32F5CAC6F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76E0810A-B7D6-FD2D-9873-87FE6F28613F}"/>
              </a:ext>
            </a:extLst>
          </p:cNvPr>
          <p:cNvSpPr txBox="1"/>
          <p:nvPr/>
        </p:nvSpPr>
        <p:spPr>
          <a:xfrm>
            <a:off x="8005943" y="3135930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D980B68-8DBB-CFA5-805D-6BC896B78108}"/>
              </a:ext>
            </a:extLst>
          </p:cNvPr>
          <p:cNvSpPr/>
          <p:nvPr/>
        </p:nvSpPr>
        <p:spPr>
          <a:xfrm>
            <a:off x="8471064" y="631415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0CF1381-3AA9-38F0-C1C1-E8F4B21A4961}"/>
              </a:ext>
            </a:extLst>
          </p:cNvPr>
          <p:cNvSpPr/>
          <p:nvPr/>
        </p:nvSpPr>
        <p:spPr>
          <a:xfrm>
            <a:off x="8607729" y="754336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19DBEF-6E9C-064E-A677-E370019F075F}"/>
              </a:ext>
            </a:extLst>
          </p:cNvPr>
          <p:cNvSpPr txBox="1"/>
          <p:nvPr/>
        </p:nvSpPr>
        <p:spPr>
          <a:xfrm>
            <a:off x="8607843" y="3744860"/>
            <a:ext cx="1070568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 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23B77DB-1EB1-E075-6851-3B32AE38F7DB}"/>
              </a:ext>
            </a:extLst>
          </p:cNvPr>
          <p:cNvGrpSpPr/>
          <p:nvPr/>
        </p:nvGrpSpPr>
        <p:grpSpPr>
          <a:xfrm>
            <a:off x="8540194" y="2294174"/>
            <a:ext cx="1719436" cy="1189218"/>
            <a:chOff x="2191413" y="1613537"/>
            <a:chExt cx="1719436" cy="118921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62F7D01-E42E-DC05-6671-1A7CC9A3217C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DBF5954-CC45-3AAB-6B7E-DE2BC645D544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EE865F0-2A71-2BB2-8F41-9B83B365568E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3822900F-BA39-FCFF-33B0-FE1A60A98367}"/>
              </a:ext>
            </a:extLst>
          </p:cNvPr>
          <p:cNvSpPr txBox="1"/>
          <p:nvPr/>
        </p:nvSpPr>
        <p:spPr>
          <a:xfrm>
            <a:off x="9955768" y="3138321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81D5014-FC2F-6419-19A9-F314407F10BD}"/>
              </a:ext>
            </a:extLst>
          </p:cNvPr>
          <p:cNvSpPr/>
          <p:nvPr/>
        </p:nvSpPr>
        <p:spPr>
          <a:xfrm>
            <a:off x="10418497" y="631350"/>
            <a:ext cx="1800200" cy="3456384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977F21C-C2FC-ABC3-3D24-1C2C1B4DDCEF}"/>
              </a:ext>
            </a:extLst>
          </p:cNvPr>
          <p:cNvSpPr/>
          <p:nvPr/>
        </p:nvSpPr>
        <p:spPr>
          <a:xfrm>
            <a:off x="10555162" y="754271"/>
            <a:ext cx="1503784" cy="12818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0434171-0175-9B39-D166-4879F1E3EA71}"/>
              </a:ext>
            </a:extLst>
          </p:cNvPr>
          <p:cNvSpPr txBox="1"/>
          <p:nvPr/>
        </p:nvSpPr>
        <p:spPr>
          <a:xfrm>
            <a:off x="10555275" y="3744795"/>
            <a:ext cx="966253" cy="200055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pc="-120" dirty="0"/>
              <a:t>여성청소년 생리대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F658829D-CF4F-637D-6F55-E2663E588A9D}"/>
              </a:ext>
            </a:extLst>
          </p:cNvPr>
          <p:cNvGrpSpPr/>
          <p:nvPr/>
        </p:nvGrpSpPr>
        <p:grpSpPr>
          <a:xfrm>
            <a:off x="10487627" y="2294109"/>
            <a:ext cx="1719436" cy="1189218"/>
            <a:chOff x="2191413" y="1613537"/>
            <a:chExt cx="1719436" cy="1189218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8903487-7389-FB93-1282-AA303A25D21E}"/>
                </a:ext>
              </a:extLst>
            </p:cNvPr>
            <p:cNvSpPr txBox="1"/>
            <p:nvPr/>
          </p:nvSpPr>
          <p:spPr>
            <a:xfrm>
              <a:off x="2201837" y="1613537"/>
              <a:ext cx="1709012" cy="6809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lnSpc>
                  <a:spcPct val="150000"/>
                </a:lnSpc>
                <a:buNone/>
              </a:pP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r>
                <a:rPr lang="ko-KR" altLang="en-US" sz="750" spc="-150" dirty="0">
                  <a:solidFill>
                    <a:srgbClr val="333333"/>
                  </a:solidFill>
                  <a:latin typeface="+mn-ea"/>
                </a:rPr>
                <a:t>브랜드명</a:t>
              </a:r>
              <a:r>
                <a:rPr lang="en-US" altLang="ko-KR" sz="75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750" b="1" i="0" spc="-150" dirty="0">
                <a:solidFill>
                  <a:srgbClr val="34A44E"/>
                </a:solidFill>
                <a:effectLst/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en-US" altLang="ko-KR" sz="900" i="0" spc="-15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ko-KR" altLang="en-US" sz="800" spc="-150" dirty="0" err="1">
                  <a:solidFill>
                    <a:srgbClr val="333333"/>
                  </a:solidFill>
                  <a:latin typeface="+mn-ea"/>
                </a:rPr>
                <a:t>상품명상품명상품명상품명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………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endParaRPr lang="en-US" altLang="ko-KR" sz="800" spc="-150" dirty="0">
                <a:solidFill>
                  <a:srgbClr val="333333"/>
                </a:solidFill>
                <a:latin typeface="+mn-ea"/>
              </a:endParaRPr>
            </a:p>
            <a:p>
              <a:pPr fontAlgn="t"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상품명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최대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2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줄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..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길어지면</a:t>
              </a:r>
              <a:r>
                <a:rPr lang="en-US" altLang="ko-KR" sz="8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처리입니다</a:t>
              </a:r>
              <a:r>
                <a:rPr lang="en-US" altLang="ko-KR" sz="900" spc="-1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$</a:t>
              </a:r>
              <a:endParaRPr lang="en-US" altLang="ko-KR" sz="900" i="0" spc="-150" dirty="0">
                <a:solidFill>
                  <a:schemeClr val="accent5">
                    <a:lumMod val="7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4D64426-C9C6-8226-4600-CE0FD493A3DA}"/>
                </a:ext>
              </a:extLst>
            </p:cNvPr>
            <p:cNvSpPr txBox="1"/>
            <p:nvPr/>
          </p:nvSpPr>
          <p:spPr>
            <a:xfrm>
              <a:off x="2458146" y="2441118"/>
              <a:ext cx="1340064" cy="3616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r>
                <a:rPr lang="en-US" altLang="ko-KR" sz="850" b="1" i="0" dirty="0">
                  <a:solidFill>
                    <a:srgbClr val="333333"/>
                  </a:solidFill>
                  <a:effectLst/>
                  <a:latin typeface="+mn-ea"/>
                </a:rPr>
                <a:t>75</a:t>
              </a:r>
              <a:r>
                <a:rPr lang="en-US" altLang="ko-KR" sz="850" b="1" dirty="0">
                  <a:solidFill>
                    <a:srgbClr val="333333"/>
                  </a:solidFill>
                  <a:latin typeface="+mn-ea"/>
                </a:rPr>
                <a:t>,800</a:t>
              </a:r>
              <a:r>
                <a:rPr lang="en-US" altLang="ko-KR" sz="850" b="1" i="0" dirty="0">
                  <a:solidFill>
                    <a:schemeClr val="accent5">
                      <a:lumMod val="75000"/>
                    </a:schemeClr>
                  </a:solidFill>
                  <a:effectLst/>
                  <a:latin typeface="+mn-ea"/>
                </a:rPr>
                <a:t>$</a:t>
              </a:r>
              <a:endParaRPr lang="en-US" altLang="ko-KR" sz="850" b="1" i="0" dirty="0">
                <a:solidFill>
                  <a:srgbClr val="333333"/>
                </a:solidFill>
                <a:effectLst/>
                <a:latin typeface="+mn-ea"/>
              </a:endParaRPr>
            </a:p>
            <a:p>
              <a:pPr algn="r" fontAlgn="t">
                <a:buNone/>
              </a:pP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0C4E319-93C9-6686-7DB8-0B4416D73071}"/>
                </a:ext>
              </a:extLst>
            </p:cNvPr>
            <p:cNvSpPr txBox="1"/>
            <p:nvPr/>
          </p:nvSpPr>
          <p:spPr>
            <a:xfrm>
              <a:off x="2191413" y="2340875"/>
              <a:ext cx="82331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1196401" rtl="0" eaLnBrk="1" fontAlgn="t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$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용량</a:t>
              </a:r>
              <a:r>
                <a:rPr kumimoji="0" lang="en-US" altLang="ko-KR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8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수량</a:t>
              </a:r>
              <a:r>
                <a:rPr lang="en-US" altLang="ko-KR" sz="800" spc="-150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endParaRPr kumimoji="0" lang="ko-KR" altLang="ko-KR" sz="800" b="0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567812AB-B240-D411-60F4-1A77D57FF30D}"/>
              </a:ext>
            </a:extLst>
          </p:cNvPr>
          <p:cNvSpPr txBox="1"/>
          <p:nvPr/>
        </p:nvSpPr>
        <p:spPr>
          <a:xfrm>
            <a:off x="11903201" y="3138256"/>
            <a:ext cx="248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ko-KR" altLang="en-US" sz="800" b="1" i="0" dirty="0">
                <a:effectLst/>
                <a:latin typeface="+mn-ea"/>
              </a:rPr>
              <a:t>원</a:t>
            </a:r>
            <a:endParaRPr lang="ko-KR" altLang="ko-KR" sz="800" b="1" i="0" spc="-150" dirty="0">
              <a:effectLst/>
              <a:latin typeface="+mn-ea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4A1414C-D1AE-8AEF-D4C6-D6A246725103}"/>
              </a:ext>
            </a:extLst>
          </p:cNvPr>
          <p:cNvGrpSpPr/>
          <p:nvPr/>
        </p:nvGrpSpPr>
        <p:grpSpPr>
          <a:xfrm>
            <a:off x="10549597" y="2055149"/>
            <a:ext cx="415498" cy="207749"/>
            <a:chOff x="5585876" y="994409"/>
            <a:chExt cx="415498" cy="207749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60A768AF-ECD7-BBB3-D56D-C1E282DACCC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E794864-D30D-B914-5696-3CC90C6209F0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C2E00AE-4D70-510A-79A2-9F69E144120F}"/>
              </a:ext>
            </a:extLst>
          </p:cNvPr>
          <p:cNvSpPr txBox="1"/>
          <p:nvPr/>
        </p:nvSpPr>
        <p:spPr>
          <a:xfrm>
            <a:off x="406208" y="163275"/>
            <a:ext cx="2650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rgbClr val="0070C0"/>
                </a:solidFill>
                <a:latin typeface="+mn-ea"/>
              </a:rPr>
              <a:t>여성청소년 생리대 지원 상품 출력 케이스</a:t>
            </a:r>
            <a:endParaRPr lang="en-US" altLang="ko-KR" sz="1200" b="1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52FAD939-7123-FD54-195C-C16BE6CBE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91" y="1121135"/>
            <a:ext cx="981612" cy="895575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F2E74185-877C-A97A-C639-551415D8AE14}"/>
              </a:ext>
            </a:extLst>
          </p:cNvPr>
          <p:cNvSpPr txBox="1"/>
          <p:nvPr/>
        </p:nvSpPr>
        <p:spPr>
          <a:xfrm>
            <a:off x="1320854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B54CF58A-4AA7-C121-8248-03C16946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383" y="1137550"/>
            <a:ext cx="981612" cy="895575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D54CDCE2-1403-5ABE-DCF5-0439A949B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62" y="1120483"/>
            <a:ext cx="981612" cy="895575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86FC20B-F2C4-197A-425E-9248CB2B6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593" y="1137550"/>
            <a:ext cx="981612" cy="895575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D3840085-1E3A-B1D9-ABC8-5D924024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551" y="1137550"/>
            <a:ext cx="981612" cy="895575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309266AD-ECB5-97B3-ED89-7D246C13D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248" y="1120483"/>
            <a:ext cx="981612" cy="895575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DD512C3-8B43-DB8C-F491-1037D23E4097}"/>
              </a:ext>
            </a:extLst>
          </p:cNvPr>
          <p:cNvSpPr txBox="1"/>
          <p:nvPr/>
        </p:nvSpPr>
        <p:spPr>
          <a:xfrm>
            <a:off x="3377235" y="2340873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 </a:t>
            </a: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068D1-C432-1E35-F9B9-FAAB763AA1A2}"/>
              </a:ext>
            </a:extLst>
          </p:cNvPr>
          <p:cNvSpPr txBox="1"/>
          <p:nvPr/>
        </p:nvSpPr>
        <p:spPr>
          <a:xfrm>
            <a:off x="5373704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유기농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C159DB-E4B5-A59A-639F-5822840CED11}"/>
              </a:ext>
            </a:extLst>
          </p:cNvPr>
          <p:cNvSpPr txBox="1"/>
          <p:nvPr/>
        </p:nvSpPr>
        <p:spPr>
          <a:xfrm>
            <a:off x="7420652" y="2338027"/>
            <a:ext cx="8233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1196401" rtl="0" eaLnBrk="1" fontAlgn="t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rgbClr val="34A44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친</a:t>
            </a:r>
            <a:r>
              <a:rPr lang="ko-KR" altLang="en-US" sz="800" b="1" spc="-150" dirty="0">
                <a:solidFill>
                  <a:srgbClr val="34A44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kumimoji="0" lang="ko-KR" altLang="ko-KR" sz="800" b="1" i="0" u="none" strike="noStrike" kern="1200" cap="none" spc="-150" normalizeH="0" baseline="0" noProof="0" dirty="0">
              <a:ln>
                <a:noFill/>
              </a:ln>
              <a:solidFill>
                <a:srgbClr val="34A44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하트 12">
            <a:extLst>
              <a:ext uri="{FF2B5EF4-FFF2-40B4-BE49-F238E27FC236}">
                <a16:creationId xmlns:a16="http://schemas.microsoft.com/office/drawing/2014/main" id="{5764D119-BB7F-3FB2-90D4-79FF57941325}"/>
              </a:ext>
            </a:extLst>
          </p:cNvPr>
          <p:cNvSpPr/>
          <p:nvPr/>
        </p:nvSpPr>
        <p:spPr>
          <a:xfrm>
            <a:off x="1817385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C76E372F-9046-9B92-E35F-53632394C638}"/>
              </a:ext>
            </a:extLst>
          </p:cNvPr>
          <p:cNvSpPr/>
          <p:nvPr/>
        </p:nvSpPr>
        <p:spPr>
          <a:xfrm>
            <a:off x="3812493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하트 51">
            <a:extLst>
              <a:ext uri="{FF2B5EF4-FFF2-40B4-BE49-F238E27FC236}">
                <a16:creationId xmlns:a16="http://schemas.microsoft.com/office/drawing/2014/main" id="{4CE55A02-B983-38BF-E496-3A3837C97974}"/>
              </a:ext>
            </a:extLst>
          </p:cNvPr>
          <p:cNvSpPr/>
          <p:nvPr/>
        </p:nvSpPr>
        <p:spPr>
          <a:xfrm>
            <a:off x="5854099" y="82343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하트 71">
            <a:extLst>
              <a:ext uri="{FF2B5EF4-FFF2-40B4-BE49-F238E27FC236}">
                <a16:creationId xmlns:a16="http://schemas.microsoft.com/office/drawing/2014/main" id="{239E598A-B91F-311E-7764-AF61B8D89820}"/>
              </a:ext>
            </a:extLst>
          </p:cNvPr>
          <p:cNvSpPr/>
          <p:nvPr/>
        </p:nvSpPr>
        <p:spPr>
          <a:xfrm>
            <a:off x="7864652" y="821710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하트 98">
            <a:extLst>
              <a:ext uri="{FF2B5EF4-FFF2-40B4-BE49-F238E27FC236}">
                <a16:creationId xmlns:a16="http://schemas.microsoft.com/office/drawing/2014/main" id="{1EBBBED1-C46D-D0B7-998C-4FFAD862D154}"/>
              </a:ext>
            </a:extLst>
          </p:cNvPr>
          <p:cNvSpPr/>
          <p:nvPr/>
        </p:nvSpPr>
        <p:spPr>
          <a:xfrm>
            <a:off x="9819832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하트 102">
            <a:extLst>
              <a:ext uri="{FF2B5EF4-FFF2-40B4-BE49-F238E27FC236}">
                <a16:creationId xmlns:a16="http://schemas.microsoft.com/office/drawing/2014/main" id="{9E47E139-58A9-CCE7-5DDD-22F95DF12F00}"/>
              </a:ext>
            </a:extLst>
          </p:cNvPr>
          <p:cNvSpPr/>
          <p:nvPr/>
        </p:nvSpPr>
        <p:spPr>
          <a:xfrm>
            <a:off x="11761910" y="81939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5EC7F7D0-EAAF-25E8-5600-145AFA854059}"/>
              </a:ext>
            </a:extLst>
          </p:cNvPr>
          <p:cNvSpPr/>
          <p:nvPr/>
        </p:nvSpPr>
        <p:spPr>
          <a:xfrm>
            <a:off x="563397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5D70EFD9-042F-563F-D9BF-C6F528B64818}"/>
              </a:ext>
            </a:extLst>
          </p:cNvPr>
          <p:cNvSpPr/>
          <p:nvPr/>
        </p:nvSpPr>
        <p:spPr>
          <a:xfrm>
            <a:off x="2587996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751AB049-8B0F-0A8F-58E6-C5F657D25685}"/>
              </a:ext>
            </a:extLst>
          </p:cNvPr>
          <p:cNvSpPr/>
          <p:nvPr/>
        </p:nvSpPr>
        <p:spPr>
          <a:xfrm>
            <a:off x="4636635" y="3450639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A3B9F59-B412-71FA-5B2A-B01F180A1203}"/>
              </a:ext>
            </a:extLst>
          </p:cNvPr>
          <p:cNvSpPr/>
          <p:nvPr/>
        </p:nvSpPr>
        <p:spPr>
          <a:xfrm>
            <a:off x="6652339" y="3467706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36649B6B-23CD-261F-0FE0-1370B82F3C51}"/>
              </a:ext>
            </a:extLst>
          </p:cNvPr>
          <p:cNvSpPr/>
          <p:nvPr/>
        </p:nvSpPr>
        <p:spPr>
          <a:xfrm>
            <a:off x="8602164" y="3470097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3B4F52AE-C297-255D-D75A-935D361D1F1A}"/>
              </a:ext>
            </a:extLst>
          </p:cNvPr>
          <p:cNvSpPr/>
          <p:nvPr/>
        </p:nvSpPr>
        <p:spPr>
          <a:xfrm>
            <a:off x="10549597" y="3470032"/>
            <a:ext cx="1560387" cy="2130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CE150F78-2FF3-26DB-1E45-1A47FA1B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71" y="3482048"/>
            <a:ext cx="182273" cy="165261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3010AF0-B1AB-205E-B269-BFD2C7B6B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176" y="3491613"/>
            <a:ext cx="182273" cy="165261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090C279-6115-44AF-AAB7-04A172A52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56" y="3482048"/>
            <a:ext cx="182273" cy="165261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D909D4AD-70DD-25FF-955D-D51CE112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126" y="3482048"/>
            <a:ext cx="182273" cy="165261"/>
          </a:xfrm>
          <a:prstGeom prst="rect">
            <a:avLst/>
          </a:prstGeom>
        </p:spPr>
      </p:pic>
      <p:pic>
        <p:nvPicPr>
          <p:cNvPr id="158" name="그림 157">
            <a:extLst>
              <a:ext uri="{FF2B5EF4-FFF2-40B4-BE49-F238E27FC236}">
                <a16:creationId xmlns:a16="http://schemas.microsoft.com/office/drawing/2014/main" id="{4995FBDF-4EB3-4B05-EBBB-CD0A2666C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017" y="3490131"/>
            <a:ext cx="182273" cy="165261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9680482-9168-E0FE-23BA-E93EE72D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473" y="3490131"/>
            <a:ext cx="182273" cy="165261"/>
          </a:xfrm>
          <a:prstGeom prst="rect">
            <a:avLst/>
          </a:prstGeom>
        </p:spPr>
      </p:pic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25FF1A9F-BADB-A693-D1F0-EC4D031CA748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3274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상품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43649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668047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91618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440607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623743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88617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442075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88658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434933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88659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436401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91875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78437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881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88659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437648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85658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439116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85699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431974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85700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433442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-15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상품</a:t>
            </a:r>
            <a:endParaRPr kumimoji="0" lang="ko-KR" altLang="en-US" sz="800" b="0" i="0" u="none" strike="noStrike" kern="1200" cap="none" spc="-15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513F95E-70F0-9168-C535-8D81718BA4D8}"/>
              </a:ext>
            </a:extLst>
          </p:cNvPr>
          <p:cNvSpPr/>
          <p:nvPr/>
        </p:nvSpPr>
        <p:spPr>
          <a:xfrm>
            <a:off x="4668383" y="3209977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C51E1-803C-517C-702E-4E3BEF2BB67A}"/>
              </a:ext>
            </a:extLst>
          </p:cNvPr>
          <p:cNvSpPr txBox="1"/>
          <p:nvPr/>
        </p:nvSpPr>
        <p:spPr>
          <a:xfrm>
            <a:off x="4588165" y="3246987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0604FE5D-6304-C02B-091F-E71F95054014}"/>
              </a:ext>
            </a:extLst>
          </p:cNvPr>
          <p:cNvSpPr/>
          <p:nvPr/>
        </p:nvSpPr>
        <p:spPr>
          <a:xfrm>
            <a:off x="4698174" y="347448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순서도: 연결자 34">
            <a:extLst>
              <a:ext uri="{FF2B5EF4-FFF2-40B4-BE49-F238E27FC236}">
                <a16:creationId xmlns:a16="http://schemas.microsoft.com/office/drawing/2014/main" id="{B2FDEB7C-585F-1FE2-D0E5-522D71A2F966}"/>
              </a:ext>
            </a:extLst>
          </p:cNvPr>
          <p:cNvSpPr/>
          <p:nvPr/>
        </p:nvSpPr>
        <p:spPr>
          <a:xfrm>
            <a:off x="4690095" y="388043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4238DA5E-8D67-CCAB-1B73-962EB1A03D07}"/>
              </a:ext>
            </a:extLst>
          </p:cNvPr>
          <p:cNvSpPr/>
          <p:nvPr/>
        </p:nvSpPr>
        <p:spPr>
          <a:xfrm>
            <a:off x="4690095" y="429466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순서도: 연결자 52">
            <a:extLst>
              <a:ext uri="{FF2B5EF4-FFF2-40B4-BE49-F238E27FC236}">
                <a16:creationId xmlns:a16="http://schemas.microsoft.com/office/drawing/2014/main" id="{B2E76ECE-1750-4CEA-E13D-7F53F482899E}"/>
              </a:ext>
            </a:extLst>
          </p:cNvPr>
          <p:cNvSpPr/>
          <p:nvPr/>
        </p:nvSpPr>
        <p:spPr>
          <a:xfrm>
            <a:off x="4698174" y="478534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7" name="순서도: 연결자 56">
            <a:extLst>
              <a:ext uri="{FF2B5EF4-FFF2-40B4-BE49-F238E27FC236}">
                <a16:creationId xmlns:a16="http://schemas.microsoft.com/office/drawing/2014/main" id="{14232DE3-5C84-DC30-C119-77A246869B6F}"/>
              </a:ext>
            </a:extLst>
          </p:cNvPr>
          <p:cNvSpPr/>
          <p:nvPr/>
        </p:nvSpPr>
        <p:spPr>
          <a:xfrm>
            <a:off x="8424086" y="547202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1" name="순서도: 연결자 60">
            <a:extLst>
              <a:ext uri="{FF2B5EF4-FFF2-40B4-BE49-F238E27FC236}">
                <a16:creationId xmlns:a16="http://schemas.microsoft.com/office/drawing/2014/main" id="{1F59C4F8-3134-D426-75E4-AA5B7E2A0AB5}"/>
              </a:ext>
            </a:extLst>
          </p:cNvPr>
          <p:cNvSpPr/>
          <p:nvPr/>
        </p:nvSpPr>
        <p:spPr>
          <a:xfrm>
            <a:off x="11233497" y="621824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5261-BBA6-BCF1-9D8E-9ED1AA8F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CD7080-6CFC-E1DA-7DF9-AC606897131A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E00E6-66A9-377C-E05B-108C3C4854D3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055214-6E72-985F-795E-C6AB3D8F3882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5F38D9-110A-A090-5E66-E2C45CE8F9B5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C7C0F-1E6B-4D60-7C8A-4A92B69CD216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371DB-C537-3B8D-9ABC-EB67876C440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59F9F61-F8C7-272D-FBE3-94734804B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112574"/>
              </p:ext>
            </p:extLst>
          </p:nvPr>
        </p:nvGraphicFramePr>
        <p:xfrm>
          <a:off x="10128399" y="623854"/>
          <a:ext cx="2850436" cy="614724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마우스 오버 시 하단 메뉴 레이어 열림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검색어 입력 후 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공통검색 결과 화면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CH-U-SE-00-00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목록 화면으로 연결 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CH-U-CA-01-01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탭 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하단에 관련 바우처 상품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할인태그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사은품태그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찜하기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유기농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친환경 태그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생리대제품에만 출력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담기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구매 가능한 바우처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추후 복수 바우처 노출 가능성 있음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국민행복몰 추천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4x2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59599A6-A043-B186-2884-3CF8D90B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988CC2A-2B4D-C5FD-B6B4-BD89D10A6A20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4A2E3BA-0398-4CDF-0E7B-3FF1B42498CA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BE47E456-871E-5BC2-249C-BD146EBB602F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874CE489-1AD4-6AA7-009D-D8CDE203A852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8364A44-7B02-A2AE-64FE-06A05A750C11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30E0D853-3B16-2D20-E63B-DB5E9E73BA6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47999694-028B-0024-D0D5-9F83B056AE05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58AABD2-F8BB-4051-50CB-D5867447919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216FD2E-2917-B0EA-9C5F-FCFE4EAA106D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DD1EEA9-B81D-9E68-5D4F-CA418C365EAD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123B9E8-531C-87F8-A7A3-02180324BBDF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074CF85-D73F-32A9-3E4E-2475FBB5F422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C4997F11-676F-0565-7158-A35DF39DE4F6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5CDC364-5C3D-7A3E-3FA4-AFAA426E630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B9A61B80-A17A-2D3D-2F2C-DE74BA90C89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2860913-B913-D2A8-C4F4-27C61F0EB252}"/>
              </a:ext>
            </a:extLst>
          </p:cNvPr>
          <p:cNvSpPr/>
          <p:nvPr/>
        </p:nvSpPr>
        <p:spPr>
          <a:xfrm>
            <a:off x="2257677" y="4413054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457678-F14F-3625-689F-05BC3CC47556}"/>
              </a:ext>
            </a:extLst>
          </p:cNvPr>
          <p:cNvSpPr txBox="1"/>
          <p:nvPr/>
        </p:nvSpPr>
        <p:spPr>
          <a:xfrm>
            <a:off x="2245556" y="4118119"/>
            <a:ext cx="975428" cy="215444"/>
          </a:xfrm>
          <a:prstGeom prst="rect">
            <a:avLst/>
          </a:prstGeom>
          <a:noFill/>
          <a:ln w="31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D13CD0C-1DA9-5B6B-DB53-6D81B1217C58}"/>
              </a:ext>
            </a:extLst>
          </p:cNvPr>
          <p:cNvSpPr/>
          <p:nvPr/>
        </p:nvSpPr>
        <p:spPr>
          <a:xfrm>
            <a:off x="3760435" y="4413054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C399FB4-AD78-2E19-438D-AAC32FC501A9}"/>
              </a:ext>
            </a:extLst>
          </p:cNvPr>
          <p:cNvSpPr/>
          <p:nvPr/>
        </p:nvSpPr>
        <p:spPr>
          <a:xfrm>
            <a:off x="5231873" y="4417401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DADD6EC-EB22-C8FD-1B09-2AC7D74DB2A3}"/>
              </a:ext>
            </a:extLst>
          </p:cNvPr>
          <p:cNvSpPr txBox="1"/>
          <p:nvPr/>
        </p:nvSpPr>
        <p:spPr>
          <a:xfrm>
            <a:off x="2178386" y="5389597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8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8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8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전용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상품명은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줄까지나옵니다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…………….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5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6714A-1F19-B791-B374-6D62DFBCF75F}"/>
              </a:ext>
            </a:extLst>
          </p:cNvPr>
          <p:cNvSpPr txBox="1"/>
          <p:nvPr/>
        </p:nvSpPr>
        <p:spPr>
          <a:xfrm>
            <a:off x="2926712" y="5938432"/>
            <a:ext cx="78827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2A6472-78DF-015C-658A-52485034DF08}"/>
              </a:ext>
            </a:extLst>
          </p:cNvPr>
          <p:cNvSpPr txBox="1"/>
          <p:nvPr/>
        </p:nvSpPr>
        <p:spPr>
          <a:xfrm>
            <a:off x="3710210" y="5373585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임페리얼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남양 임페리얼 </a:t>
            </a:r>
            <a:r>
              <a:rPr lang="en-US" altLang="ko-KR" spc="-150" dirty="0"/>
              <a:t>XIO 4</a:t>
            </a:r>
            <a:r>
              <a:rPr lang="ko-KR" altLang="en-US" spc="-150" dirty="0"/>
              <a:t>단계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spc="-150" dirty="0"/>
          </a:p>
          <a:p>
            <a:endParaRPr lang="en-US" altLang="ko-KR" sz="500" spc="-150" dirty="0"/>
          </a:p>
          <a:p>
            <a:r>
              <a:rPr lang="en-US" altLang="ko-KR" spc="-150" dirty="0"/>
              <a:t>800g</a:t>
            </a:r>
            <a:r>
              <a:rPr lang="ko-KR" altLang="ko-KR" spc="-150" dirty="0"/>
              <a:t> </a:t>
            </a:r>
            <a:r>
              <a:rPr lang="ko-KR" altLang="ko-KR" spc="-150" dirty="0" err="1"/>
              <a:t>x</a:t>
            </a:r>
            <a:r>
              <a:rPr lang="ko-KR" altLang="ko-KR" spc="-150" dirty="0"/>
              <a:t> 3</a:t>
            </a:r>
            <a:r>
              <a:rPr lang="ko-KR" altLang="en-US" spc="-150" dirty="0"/>
              <a:t>캔</a:t>
            </a:r>
            <a:endParaRPr lang="ko-KR" altLang="ko-KR" spc="-1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1FBCF-244D-044F-F310-E0521B2EE160}"/>
              </a:ext>
            </a:extLst>
          </p:cNvPr>
          <p:cNvSpPr txBox="1"/>
          <p:nvPr/>
        </p:nvSpPr>
        <p:spPr>
          <a:xfrm>
            <a:off x="3764343" y="59377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F66BE0-F5C8-9DEB-E628-C62EB1786EA6}"/>
              </a:ext>
            </a:extLst>
          </p:cNvPr>
          <p:cNvSpPr txBox="1"/>
          <p:nvPr/>
        </p:nvSpPr>
        <p:spPr>
          <a:xfrm>
            <a:off x="5157138" y="5370602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오브맘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/>
              <a:t>알프스 청정 프리미엄 </a:t>
            </a:r>
            <a:r>
              <a:rPr lang="ko-KR" altLang="en-US" dirty="0" err="1"/>
              <a:t>오브맘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r>
              <a:rPr lang="en-US" altLang="ko-KR" dirty="0"/>
              <a:t>..</a:t>
            </a:r>
          </a:p>
          <a:p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2,3</a:t>
            </a:r>
            <a:r>
              <a:rPr lang="ko-KR" altLang="en-US" dirty="0"/>
              <a:t>단계 </a:t>
            </a:r>
            <a:r>
              <a:rPr lang="en-US" altLang="ko-KR" dirty="0"/>
              <a:t>200ml X 24</a:t>
            </a:r>
            <a:r>
              <a:rPr lang="ko-KR" altLang="en-US" dirty="0"/>
              <a:t>입</a:t>
            </a:r>
            <a:endParaRPr lang="ko-KR" altLang="ko-K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279BB2-B2C9-729E-1EBC-0641AFADCA47}"/>
              </a:ext>
            </a:extLst>
          </p:cNvPr>
          <p:cNvSpPr txBox="1"/>
          <p:nvPr/>
        </p:nvSpPr>
        <p:spPr>
          <a:xfrm>
            <a:off x="5348056" y="5948035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97AFE-9C73-A466-51EE-E98A0A57640E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A7E26C6-D8C7-B402-C64D-E78D53FE606A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62DF1E1-63A8-53F0-11A6-FFA62B8F0CCD}"/>
              </a:ext>
            </a:extLst>
          </p:cNvPr>
          <p:cNvGrpSpPr/>
          <p:nvPr/>
        </p:nvGrpSpPr>
        <p:grpSpPr>
          <a:xfrm>
            <a:off x="7602714" y="795356"/>
            <a:ext cx="390426" cy="172355"/>
            <a:chOff x="6548585" y="711082"/>
            <a:chExt cx="652464" cy="28803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EE644B70-30D4-43D8-7121-7D2403AC8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9705809E-9F9E-3A8B-353E-41D5BF8F6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8144CDF-ECE4-39E6-0F9D-748CF3C729CB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FF1A79-5393-3365-510E-79A8098C6B34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FF1B7D3-0EA2-BB35-D134-FA73AE00F9B7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4C93DCE-3A59-E73D-C5C2-CC4486387912}"/>
              </a:ext>
            </a:extLst>
          </p:cNvPr>
          <p:cNvSpPr/>
          <p:nvPr/>
        </p:nvSpPr>
        <p:spPr>
          <a:xfrm>
            <a:off x="6702215" y="4413054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5208A7-91EA-F1F1-6C37-BC92E89B9642}"/>
              </a:ext>
            </a:extLst>
          </p:cNvPr>
          <p:cNvSpPr txBox="1"/>
          <p:nvPr/>
        </p:nvSpPr>
        <p:spPr>
          <a:xfrm>
            <a:off x="6627480" y="5366255"/>
            <a:ext cx="153757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 spc="-15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dirty="0"/>
              <a:t>[</a:t>
            </a:r>
            <a:r>
              <a:rPr lang="ko-KR" altLang="en-US" dirty="0" err="1"/>
              <a:t>유한킴벌리</a:t>
            </a:r>
            <a:r>
              <a:rPr lang="ko-KR" altLang="ko-KR" dirty="0"/>
              <a:t>] </a:t>
            </a:r>
            <a:endParaRPr lang="en-US" altLang="ko-KR" dirty="0"/>
          </a:p>
          <a:p>
            <a:r>
              <a:rPr lang="ko-KR" altLang="en-US" dirty="0" err="1"/>
              <a:t>하기스</a:t>
            </a:r>
            <a:r>
              <a:rPr lang="ko-KR" altLang="en-US" dirty="0"/>
              <a:t> </a:t>
            </a:r>
            <a:r>
              <a:rPr lang="ko-KR" altLang="en-US" dirty="0" err="1"/>
              <a:t>맥스드라이</a:t>
            </a:r>
            <a:r>
              <a:rPr lang="ko-KR" altLang="en-US" dirty="0"/>
              <a:t> </a:t>
            </a:r>
            <a:r>
              <a:rPr lang="en-US" altLang="ko-KR" dirty="0"/>
              <a:t>2025 6</a:t>
            </a:r>
            <a:r>
              <a:rPr lang="ko-KR" altLang="en-US" dirty="0"/>
              <a:t>단계</a:t>
            </a:r>
            <a:r>
              <a:rPr lang="en-US" altLang="ko-KR" dirty="0"/>
              <a:t>...</a:t>
            </a:r>
          </a:p>
          <a:p>
            <a:r>
              <a:rPr lang="ko-KR" altLang="en-US" dirty="0"/>
              <a:t>팬티형</a:t>
            </a:r>
            <a:r>
              <a:rPr lang="en-US" altLang="ko-KR" dirty="0"/>
              <a:t> </a:t>
            </a:r>
            <a:r>
              <a:rPr lang="ko-KR" altLang="en-US" dirty="0"/>
              <a:t>여아 </a:t>
            </a:r>
            <a:endParaRPr lang="en-US" altLang="ko-KR" dirty="0"/>
          </a:p>
          <a:p>
            <a:endParaRPr lang="en-US" altLang="ko-KR" sz="500" dirty="0"/>
          </a:p>
          <a:p>
            <a:r>
              <a:rPr lang="en-US" altLang="ko-KR" dirty="0"/>
              <a:t>38</a:t>
            </a:r>
            <a:r>
              <a:rPr lang="ko-KR" altLang="en-US" dirty="0"/>
              <a:t>매 </a:t>
            </a:r>
            <a:r>
              <a:rPr lang="en-US" altLang="ko-KR" dirty="0"/>
              <a:t>X2</a:t>
            </a:r>
            <a:r>
              <a:rPr lang="ko-KR" altLang="en-US" dirty="0"/>
              <a:t>팩 </a:t>
            </a:r>
            <a:r>
              <a:rPr lang="en-US" altLang="ko-KR" dirty="0"/>
              <a:t>KA30…</a:t>
            </a:r>
            <a:endParaRPr lang="ko-KR" altLang="ko-K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1BBE87-5601-95C5-2944-1EB85648E49D}"/>
              </a:ext>
            </a:extLst>
          </p:cNvPr>
          <p:cNvSpPr txBox="1"/>
          <p:nvPr/>
        </p:nvSpPr>
        <p:spPr>
          <a:xfrm>
            <a:off x="6810770" y="5933857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E533C738-66B3-2D9F-931B-A93020D4B0A4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C577161C-91C4-6655-415C-D987C9D70190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017CD3A2-56E1-9A5E-0268-CCDE27D9E20D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DB9D2BD1-FEE2-78D4-5C96-7B0B99CF7445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29AF753B-38E2-EF35-4309-981B4C614555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725DF936-59DC-6972-6401-3179DFB08BFD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A1C35832-FB91-9373-395E-F7F143730D9B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45B24AC3-8491-35B9-3BF7-54A33EE67092}"/>
              </a:ext>
            </a:extLst>
          </p:cNvPr>
          <p:cNvSpPr/>
          <p:nvPr/>
        </p:nvSpPr>
        <p:spPr>
          <a:xfrm flipH="1">
            <a:off x="1684932" y="4425263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087C474-8F22-9936-CF76-FFDE63409345}"/>
              </a:ext>
            </a:extLst>
          </p:cNvPr>
          <p:cNvSpPr/>
          <p:nvPr/>
        </p:nvSpPr>
        <p:spPr>
          <a:xfrm>
            <a:off x="76605" y="6612596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FE054B5-8CF9-D8ED-A14C-96AF8BE5CE88}"/>
              </a:ext>
            </a:extLst>
          </p:cNvPr>
          <p:cNvSpPr txBox="1"/>
          <p:nvPr/>
        </p:nvSpPr>
        <p:spPr>
          <a:xfrm>
            <a:off x="187354" y="4811506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상단 탭 선택 시</a:t>
            </a:r>
            <a:r>
              <a:rPr lang="en-US" altLang="ko-KR" sz="1000" i="1" spc="-150" dirty="0">
                <a:solidFill>
                  <a:srgbClr val="234DD3"/>
                </a:solidFill>
                <a:latin typeface="+mn-ea"/>
              </a:rPr>
              <a:t>,  </a:t>
            </a: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관련  바우처  인기 상품 출력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B5E642C7-44DA-9190-36A6-AA3118225443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121170" y="4946774"/>
            <a:ext cx="642718" cy="34352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65975052-7DE5-A04B-B1BC-470D4B7815C1}"/>
              </a:ext>
            </a:extLst>
          </p:cNvPr>
          <p:cNvSpPr txBox="1"/>
          <p:nvPr/>
        </p:nvSpPr>
        <p:spPr>
          <a:xfrm>
            <a:off x="8186646" y="4715942"/>
            <a:ext cx="11544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상품출력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5BB8CFBC-6797-BE8F-81EB-A3B812DA330C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DA38D827-3A77-C08E-2106-27684B957841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D3E6790A-4B61-4A74-3658-73E602B9F3C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54F6077E-F588-0A23-62F8-6404655F4F69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0ECFA0AB-DA53-04AD-920B-FFA1A6BDC7C9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F914A784-8CF5-AB64-E7D6-98317BA90619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E0C396AC-7EBE-6C76-51E9-E392BA5AD113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46B32023-2D33-CBF9-EDCB-112D16ED9C56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D0AC01F-E89A-C2DE-8219-BB01321CC1FB}"/>
              </a:ext>
            </a:extLst>
          </p:cNvPr>
          <p:cNvCxnSpPr>
            <a:cxnSpLocks/>
          </p:cNvCxnSpPr>
          <p:nvPr/>
        </p:nvCxnSpPr>
        <p:spPr>
          <a:xfrm>
            <a:off x="288281" y="640272"/>
            <a:ext cx="0" cy="384097"/>
          </a:xfrm>
          <a:prstGeom prst="straightConnector1">
            <a:avLst/>
          </a:prstGeom>
          <a:ln w="31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F5CBAE2-F5BB-8AE6-A6FF-449EEA30DA59}"/>
              </a:ext>
            </a:extLst>
          </p:cNvPr>
          <p:cNvSpPr txBox="1"/>
          <p:nvPr/>
        </p:nvSpPr>
        <p:spPr>
          <a:xfrm>
            <a:off x="288281" y="668625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스크롤 다운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</a:p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 항시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TOP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고정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75DD85D-8A53-8306-30E7-6D9095F8B692}"/>
              </a:ext>
            </a:extLst>
          </p:cNvPr>
          <p:cNvSpPr/>
          <p:nvPr/>
        </p:nvSpPr>
        <p:spPr>
          <a:xfrm>
            <a:off x="6480969" y="761871"/>
            <a:ext cx="1097843" cy="230833"/>
          </a:xfrm>
          <a:prstGeom prst="round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89F77B-3760-DA5E-1ABB-6B54B05A2C05}"/>
              </a:ext>
            </a:extLst>
          </p:cNvPr>
          <p:cNvSpPr txBox="1"/>
          <p:nvPr/>
        </p:nvSpPr>
        <p:spPr>
          <a:xfrm>
            <a:off x="6455708" y="754466"/>
            <a:ext cx="5357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6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FF5E493-709D-0987-38DE-697EBF7CDE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32" r="76394" b="17169"/>
          <a:stretch>
            <a:fillRect/>
          </a:stretch>
        </p:blipFill>
        <p:spPr>
          <a:xfrm>
            <a:off x="7339320" y="781154"/>
            <a:ext cx="239492" cy="172355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40758955-DC6A-1D06-D0C2-FC0334AC3F10}"/>
              </a:ext>
            </a:extLst>
          </p:cNvPr>
          <p:cNvSpPr/>
          <p:nvPr/>
        </p:nvSpPr>
        <p:spPr>
          <a:xfrm>
            <a:off x="2257677" y="6400477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D9B1B64-50C6-A5B6-9016-422093B6B409}"/>
              </a:ext>
            </a:extLst>
          </p:cNvPr>
          <p:cNvSpPr/>
          <p:nvPr/>
        </p:nvSpPr>
        <p:spPr>
          <a:xfrm>
            <a:off x="6697845" y="6373963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6619465-E324-D835-1945-CA68E533F61F}"/>
              </a:ext>
            </a:extLst>
          </p:cNvPr>
          <p:cNvSpPr/>
          <p:nvPr/>
        </p:nvSpPr>
        <p:spPr>
          <a:xfrm>
            <a:off x="3731350" y="6400477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C81E495-812E-DC3E-082F-57C4404DC830}"/>
              </a:ext>
            </a:extLst>
          </p:cNvPr>
          <p:cNvSpPr/>
          <p:nvPr/>
        </p:nvSpPr>
        <p:spPr>
          <a:xfrm>
            <a:off x="5231500" y="6388746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52AFA81-B883-CD8E-E38D-688073DEFA5A}"/>
              </a:ext>
            </a:extLst>
          </p:cNvPr>
          <p:cNvGrpSpPr/>
          <p:nvPr/>
        </p:nvGrpSpPr>
        <p:grpSpPr>
          <a:xfrm>
            <a:off x="2282010" y="4436785"/>
            <a:ext cx="482570" cy="207749"/>
            <a:chOff x="5613970" y="995901"/>
            <a:chExt cx="482570" cy="20774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F1C3FC3B-06D6-B13D-3901-AA69ECE663D9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AE2A5E0-11CE-7E6D-5CB0-4804E03BA7F8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F0D43A0-0F94-21AB-60E5-5DB5A24796F2}"/>
              </a:ext>
            </a:extLst>
          </p:cNvPr>
          <p:cNvGrpSpPr/>
          <p:nvPr/>
        </p:nvGrpSpPr>
        <p:grpSpPr>
          <a:xfrm>
            <a:off x="2621288" y="4434672"/>
            <a:ext cx="415498" cy="207749"/>
            <a:chOff x="5585876" y="994409"/>
            <a:chExt cx="415498" cy="207749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66A7843-6004-B63A-2793-651B5785E3C3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B25F2DC-4462-2A02-8953-1B28EA90F30C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93F78CFC-093A-BA4E-AC53-4204EE9B98D1}"/>
              </a:ext>
            </a:extLst>
          </p:cNvPr>
          <p:cNvSpPr txBox="1"/>
          <p:nvPr/>
        </p:nvSpPr>
        <p:spPr>
          <a:xfrm>
            <a:off x="2628700" y="5971629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B99B7A8-295A-4954-67BB-C289EA98184F}"/>
              </a:ext>
            </a:extLst>
          </p:cNvPr>
          <p:cNvCxnSpPr>
            <a:cxnSpLocks/>
          </p:cNvCxnSpPr>
          <p:nvPr/>
        </p:nvCxnSpPr>
        <p:spPr>
          <a:xfrm rot="-900000">
            <a:off x="2744616" y="6007588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7A866D4A-5985-42FA-A2E9-CA50300C4FF2}"/>
              </a:ext>
            </a:extLst>
          </p:cNvPr>
          <p:cNvSpPr txBox="1"/>
          <p:nvPr/>
        </p:nvSpPr>
        <p:spPr>
          <a:xfrm>
            <a:off x="2275000" y="615215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9EAA086-EAB3-1316-A83C-655CF07DBEB1}"/>
              </a:ext>
            </a:extLst>
          </p:cNvPr>
          <p:cNvSpPr txBox="1"/>
          <p:nvPr/>
        </p:nvSpPr>
        <p:spPr>
          <a:xfrm>
            <a:off x="3765445" y="615950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C500960-0DB2-A2DC-897D-23A9734C9927}"/>
              </a:ext>
            </a:extLst>
          </p:cNvPr>
          <p:cNvSpPr txBox="1"/>
          <p:nvPr/>
        </p:nvSpPr>
        <p:spPr>
          <a:xfrm>
            <a:off x="5255890" y="614855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9ED60F1-4872-884C-FFF3-7BA402AC06C5}"/>
              </a:ext>
            </a:extLst>
          </p:cNvPr>
          <p:cNvSpPr txBox="1"/>
          <p:nvPr/>
        </p:nvSpPr>
        <p:spPr>
          <a:xfrm>
            <a:off x="6716065" y="614855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2989C3F-3C9F-A166-E15E-A3F1FEED9899}"/>
              </a:ext>
            </a:extLst>
          </p:cNvPr>
          <p:cNvGrpSpPr/>
          <p:nvPr/>
        </p:nvGrpSpPr>
        <p:grpSpPr>
          <a:xfrm>
            <a:off x="5272431" y="4428471"/>
            <a:ext cx="482570" cy="207749"/>
            <a:chOff x="5613970" y="995901"/>
            <a:chExt cx="482570" cy="207749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31DAD8D2-FC44-B1E7-D820-6EF63783AAD4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94D458F-BD6E-CA5A-BD2A-9596E5EBF07D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5F9C610C-F957-DDA1-6F35-5F2BEA1A6478}"/>
              </a:ext>
            </a:extLst>
          </p:cNvPr>
          <p:cNvSpPr txBox="1"/>
          <p:nvPr/>
        </p:nvSpPr>
        <p:spPr>
          <a:xfrm>
            <a:off x="5543219" y="5965545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5</a:t>
            </a: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5,000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3900560-A617-6A16-658B-FADEEA3FEC55}"/>
              </a:ext>
            </a:extLst>
          </p:cNvPr>
          <p:cNvCxnSpPr>
            <a:cxnSpLocks/>
          </p:cNvCxnSpPr>
          <p:nvPr/>
        </p:nvCxnSpPr>
        <p:spPr>
          <a:xfrm rot="-900000">
            <a:off x="5659135" y="6001504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55E22C43-F161-87E4-76AE-1703769DE7E0}"/>
              </a:ext>
            </a:extLst>
          </p:cNvPr>
          <p:cNvGrpSpPr/>
          <p:nvPr/>
        </p:nvGrpSpPr>
        <p:grpSpPr>
          <a:xfrm>
            <a:off x="6702215" y="4423123"/>
            <a:ext cx="415498" cy="207749"/>
            <a:chOff x="5585876" y="994409"/>
            <a:chExt cx="415498" cy="207749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8E9CE267-23D2-6199-93E9-FB8A198171B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96760F0-9E98-A3AA-2566-F95A6110D51F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081FB29E-8B0B-871D-2BB9-A3AFB29FFC8C}"/>
              </a:ext>
            </a:extLst>
          </p:cNvPr>
          <p:cNvSpPr/>
          <p:nvPr/>
        </p:nvSpPr>
        <p:spPr>
          <a:xfrm>
            <a:off x="7741869" y="42782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하트 25">
            <a:extLst>
              <a:ext uri="{FF2B5EF4-FFF2-40B4-BE49-F238E27FC236}">
                <a16:creationId xmlns:a16="http://schemas.microsoft.com/office/drawing/2014/main" id="{D89B28F0-1BDD-C362-DAA8-9093E7812146}"/>
              </a:ext>
            </a:extLst>
          </p:cNvPr>
          <p:cNvSpPr/>
          <p:nvPr/>
        </p:nvSpPr>
        <p:spPr>
          <a:xfrm>
            <a:off x="3352430" y="44450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하트 34">
            <a:extLst>
              <a:ext uri="{FF2B5EF4-FFF2-40B4-BE49-F238E27FC236}">
                <a16:creationId xmlns:a16="http://schemas.microsoft.com/office/drawing/2014/main" id="{1D59C2AC-3BE8-6D2D-A5DA-8DD2CE887F66}"/>
              </a:ext>
            </a:extLst>
          </p:cNvPr>
          <p:cNvSpPr/>
          <p:nvPr/>
        </p:nvSpPr>
        <p:spPr>
          <a:xfrm>
            <a:off x="6291853" y="44450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하트 36">
            <a:extLst>
              <a:ext uri="{FF2B5EF4-FFF2-40B4-BE49-F238E27FC236}">
                <a16:creationId xmlns:a16="http://schemas.microsoft.com/office/drawing/2014/main" id="{7BAC9791-D695-2DD3-A379-BEECB6B566BE}"/>
              </a:ext>
            </a:extLst>
          </p:cNvPr>
          <p:cNvSpPr/>
          <p:nvPr/>
        </p:nvSpPr>
        <p:spPr>
          <a:xfrm>
            <a:off x="4837005" y="44450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하트 89">
            <a:extLst>
              <a:ext uri="{FF2B5EF4-FFF2-40B4-BE49-F238E27FC236}">
                <a16:creationId xmlns:a16="http://schemas.microsoft.com/office/drawing/2014/main" id="{A77F6DFC-D5E2-1F2B-697A-15465B1A1BC2}"/>
              </a:ext>
            </a:extLst>
          </p:cNvPr>
          <p:cNvSpPr/>
          <p:nvPr/>
        </p:nvSpPr>
        <p:spPr>
          <a:xfrm>
            <a:off x="7787092" y="44472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0DB59772-2639-7FD3-C88F-F119A447B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860" y="6411166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AE1C309E-7A82-DEA3-3FB9-F5DA69840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949" y="6422159"/>
            <a:ext cx="159684" cy="14478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47F49354-E507-7BE5-98F7-DB2A682DC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789" y="6410428"/>
            <a:ext cx="159684" cy="144780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62517E8E-DB2B-0776-2676-596562554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607" y="6395645"/>
            <a:ext cx="159684" cy="144780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3ACB618-138B-3B9B-4098-A4F53B4FA74E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B9FF94-D2FC-43DC-2545-DC6C6538CDB0}"/>
              </a:ext>
            </a:extLst>
          </p:cNvPr>
          <p:cNvSpPr txBox="1"/>
          <p:nvPr/>
        </p:nvSpPr>
        <p:spPr>
          <a:xfrm>
            <a:off x="3234705" y="4118119"/>
            <a:ext cx="975428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27" name="모서리가 둥근 직사각형 114">
            <a:extLst>
              <a:ext uri="{FF2B5EF4-FFF2-40B4-BE49-F238E27FC236}">
                <a16:creationId xmlns:a16="http://schemas.microsoft.com/office/drawing/2014/main" id="{B6EF33B7-66B1-9659-308C-83E56965E6E9}"/>
              </a:ext>
            </a:extLst>
          </p:cNvPr>
          <p:cNvSpPr/>
          <p:nvPr/>
        </p:nvSpPr>
        <p:spPr>
          <a:xfrm>
            <a:off x="4090814" y="40063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9B19B1-C9EE-4F74-B974-75895657123F}"/>
              </a:ext>
            </a:extLst>
          </p:cNvPr>
          <p:cNvSpPr/>
          <p:nvPr/>
        </p:nvSpPr>
        <p:spPr bwMode="auto">
          <a:xfrm>
            <a:off x="12965317" y="640272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7/15 1.01v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7/15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디자인 피드백에서 나온 기획수정 내용 반영 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바우처 별 탭 유형으로 변경 적용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5-3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추천 상품 영역 추가 반영</a:t>
            </a:r>
          </a:p>
        </p:txBody>
      </p:sp>
    </p:spTree>
    <p:extLst>
      <p:ext uri="{BB962C8B-B14F-4D97-AF65-F5344CB8AC3E}">
        <p14:creationId xmlns:p14="http://schemas.microsoft.com/office/powerpoint/2010/main" val="369472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CFA8-1502-B58C-D40B-9808E1B43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C618FD-E077-B410-CFAB-804F2235A881}"/>
              </a:ext>
            </a:extLst>
          </p:cNvPr>
          <p:cNvSpPr txBox="1"/>
          <p:nvPr/>
        </p:nvSpPr>
        <p:spPr>
          <a:xfrm>
            <a:off x="2163097" y="1839989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/>
              <a:t>깨끗한나라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프리미엄급 </a:t>
            </a:r>
            <a:r>
              <a:rPr lang="ko-KR" altLang="en-US" spc="-150" dirty="0" err="1"/>
              <a:t>디어스킨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리얼</a:t>
            </a:r>
            <a:r>
              <a:rPr lang="ko-KR" altLang="en-US" spc="-150" dirty="0"/>
              <a:t> </a:t>
            </a:r>
            <a:r>
              <a:rPr lang="ko-KR" altLang="en-US" spc="-150" dirty="0" err="1"/>
              <a:t>모딜</a:t>
            </a:r>
            <a:r>
              <a:rPr lang="ko-KR" altLang="en-US" spc="-150" dirty="0"/>
              <a:t> 중형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32P(16+16)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CFD59-A100-2DF5-C364-AEC8FAE4AF21}"/>
              </a:ext>
            </a:extLst>
          </p:cNvPr>
          <p:cNvSpPr txBox="1"/>
          <p:nvPr/>
        </p:nvSpPr>
        <p:spPr>
          <a:xfrm>
            <a:off x="2325340" y="233823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964D84-3F04-F42D-0751-5E55283813C0}"/>
              </a:ext>
            </a:extLst>
          </p:cNvPr>
          <p:cNvSpPr txBox="1"/>
          <p:nvPr/>
        </p:nvSpPr>
        <p:spPr>
          <a:xfrm>
            <a:off x="3694122" y="1881692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r>
              <a:rPr lang="ko-KR" altLang="ko-KR" spc="-150" dirty="0"/>
              <a:t>[</a:t>
            </a:r>
            <a:r>
              <a:rPr lang="ko-KR" altLang="en-US" spc="-150" dirty="0" err="1"/>
              <a:t>바디피트</a:t>
            </a:r>
            <a:r>
              <a:rPr lang="ko-KR" altLang="ko-KR" spc="-150" dirty="0"/>
              <a:t>] </a:t>
            </a:r>
            <a:endParaRPr lang="en-US" altLang="ko-KR" spc="-150" dirty="0"/>
          </a:p>
          <a:p>
            <a:r>
              <a:rPr lang="ko-KR" altLang="en-US" spc="-150" dirty="0"/>
              <a:t>천연코튼 </a:t>
            </a:r>
            <a:r>
              <a:rPr lang="ko-KR" altLang="en-US" spc="-150" dirty="0" err="1"/>
              <a:t>팬티라이너</a:t>
            </a:r>
            <a:r>
              <a:rPr lang="ko-KR" altLang="en-US" spc="-150" dirty="0"/>
              <a:t> 일반 </a:t>
            </a:r>
            <a:r>
              <a:rPr lang="ko-KR" altLang="en-US" spc="-150" dirty="0" err="1"/>
              <a:t>무향</a:t>
            </a:r>
            <a:r>
              <a:rPr lang="ko-KR" altLang="ko-KR" spc="-150" dirty="0"/>
              <a:t> </a:t>
            </a:r>
            <a:endParaRPr lang="en-US" altLang="ko-KR" spc="-150" dirty="0"/>
          </a:p>
          <a:p>
            <a:endParaRPr lang="en-US" altLang="ko-KR" dirty="0"/>
          </a:p>
          <a:p>
            <a:r>
              <a:rPr lang="en-US" altLang="ko-KR" dirty="0"/>
              <a:t>120p(40Px3)</a:t>
            </a:r>
            <a:endParaRPr lang="ko-KR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C42DCD-011D-C1AB-6437-AC7A7BD3D1C3}"/>
              </a:ext>
            </a:extLst>
          </p:cNvPr>
          <p:cNvSpPr txBox="1"/>
          <p:nvPr/>
        </p:nvSpPr>
        <p:spPr>
          <a:xfrm>
            <a:off x="3738754" y="2353822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F6764A-8904-D183-A101-3C12B4C0CDA0}"/>
              </a:ext>
            </a:extLst>
          </p:cNvPr>
          <p:cNvSpPr txBox="1"/>
          <p:nvPr/>
        </p:nvSpPr>
        <p:spPr>
          <a:xfrm>
            <a:off x="5125099" y="1889797"/>
            <a:ext cx="153757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11547-28E6-7872-1DBE-9AF9B97E920F}"/>
              </a:ext>
            </a:extLst>
          </p:cNvPr>
          <p:cNvSpPr txBox="1"/>
          <p:nvPr/>
        </p:nvSpPr>
        <p:spPr>
          <a:xfrm>
            <a:off x="5315989" y="2315268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A7DA62F-91C6-848C-B69B-CFD092DF3DE6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483DDCC-86C4-65DE-91B4-C80B98B2322A}"/>
              </a:ext>
            </a:extLst>
          </p:cNvPr>
          <p:cNvSpPr/>
          <p:nvPr/>
        </p:nvSpPr>
        <p:spPr>
          <a:xfrm>
            <a:off x="2876893" y="4660346"/>
            <a:ext cx="4466809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509F58-D877-7852-6418-02DF3D410045}"/>
              </a:ext>
            </a:extLst>
          </p:cNvPr>
          <p:cNvSpPr txBox="1"/>
          <p:nvPr/>
        </p:nvSpPr>
        <p:spPr>
          <a:xfrm>
            <a:off x="2760964" y="4389960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F33284-F4F4-5C08-3829-9C904EAE87D9}"/>
              </a:ext>
            </a:extLst>
          </p:cNvPr>
          <p:cNvSpPr txBox="1"/>
          <p:nvPr/>
        </p:nvSpPr>
        <p:spPr>
          <a:xfrm>
            <a:off x="2876895" y="4754371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3C0859-8FC3-378D-89FF-18FA482A6AE3}"/>
              </a:ext>
            </a:extLst>
          </p:cNvPr>
          <p:cNvSpPr txBox="1"/>
          <p:nvPr/>
        </p:nvSpPr>
        <p:spPr>
          <a:xfrm>
            <a:off x="6422507" y="4754371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3289A5-06D7-96D3-DF72-F7D3D28ECCAC}"/>
              </a:ext>
            </a:extLst>
          </p:cNvPr>
          <p:cNvSpPr txBox="1"/>
          <p:nvPr/>
        </p:nvSpPr>
        <p:spPr>
          <a:xfrm>
            <a:off x="2876895" y="497139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EA9D9D-4F78-1D42-CECB-CE78C0CDC64F}"/>
              </a:ext>
            </a:extLst>
          </p:cNvPr>
          <p:cNvSpPr txBox="1"/>
          <p:nvPr/>
        </p:nvSpPr>
        <p:spPr>
          <a:xfrm>
            <a:off x="6422507" y="497139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A72A72-D6DB-FBB0-3892-A470BA8A4B3A}"/>
              </a:ext>
            </a:extLst>
          </p:cNvPr>
          <p:cNvSpPr txBox="1"/>
          <p:nvPr/>
        </p:nvSpPr>
        <p:spPr>
          <a:xfrm>
            <a:off x="2876894" y="5190815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40101B-B018-07D6-78BA-06BE6AA4F2E5}"/>
              </a:ext>
            </a:extLst>
          </p:cNvPr>
          <p:cNvSpPr txBox="1"/>
          <p:nvPr/>
        </p:nvSpPr>
        <p:spPr>
          <a:xfrm>
            <a:off x="6422507" y="519081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56485C-FCC4-D2B1-EBF5-3B71FFAD41F2}"/>
              </a:ext>
            </a:extLst>
          </p:cNvPr>
          <p:cNvSpPr txBox="1"/>
          <p:nvPr/>
        </p:nvSpPr>
        <p:spPr>
          <a:xfrm>
            <a:off x="6700969" y="444048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3EDDF46-CAC3-1D8B-DDAC-9F74FE0EFC3F}"/>
              </a:ext>
            </a:extLst>
          </p:cNvPr>
          <p:cNvSpPr/>
          <p:nvPr/>
        </p:nvSpPr>
        <p:spPr>
          <a:xfrm>
            <a:off x="2859626" y="3482892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A2FB75-02CE-2CC1-7151-3407CE2E4D57}"/>
              </a:ext>
            </a:extLst>
          </p:cNvPr>
          <p:cNvSpPr txBox="1"/>
          <p:nvPr/>
        </p:nvSpPr>
        <p:spPr>
          <a:xfrm>
            <a:off x="2760964" y="3204746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FAABFF-A3E9-7E1E-790A-073EACFB9C50}"/>
              </a:ext>
            </a:extLst>
          </p:cNvPr>
          <p:cNvSpPr txBox="1"/>
          <p:nvPr/>
        </p:nvSpPr>
        <p:spPr>
          <a:xfrm>
            <a:off x="6671724" y="32336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67B013-CCD8-AEE7-4A90-493BE1674A64}"/>
              </a:ext>
            </a:extLst>
          </p:cNvPr>
          <p:cNvSpPr txBox="1"/>
          <p:nvPr/>
        </p:nvSpPr>
        <p:spPr>
          <a:xfrm>
            <a:off x="2860421" y="3560711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86D19B0-6F42-7BBE-C615-47214BAB4B96}"/>
              </a:ext>
            </a:extLst>
          </p:cNvPr>
          <p:cNvSpPr txBox="1"/>
          <p:nvPr/>
        </p:nvSpPr>
        <p:spPr>
          <a:xfrm>
            <a:off x="2860422" y="3784772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191B00-EA82-322C-5C58-158D262D5964}"/>
              </a:ext>
            </a:extLst>
          </p:cNvPr>
          <p:cNvSpPr txBox="1"/>
          <p:nvPr/>
        </p:nvSpPr>
        <p:spPr>
          <a:xfrm>
            <a:off x="2860420" y="4011223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69957-4D41-DBDF-AE4A-9016C73AE506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51727-9C9C-4E23-93D8-978438C63ECF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ED5D16-FE8D-73FE-6CAF-B0E223F7B4B5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252E54-BABF-BB26-1972-BBEB733C6F01}"/>
              </a:ext>
            </a:extLst>
          </p:cNvPr>
          <p:cNvSpPr/>
          <p:nvPr/>
        </p:nvSpPr>
        <p:spPr>
          <a:xfrm>
            <a:off x="2257677" y="87077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4EEFF27-9A63-E1E8-1594-A0313BDBBA2D}"/>
              </a:ext>
            </a:extLst>
          </p:cNvPr>
          <p:cNvSpPr/>
          <p:nvPr/>
        </p:nvSpPr>
        <p:spPr>
          <a:xfrm>
            <a:off x="3760435" y="87077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57A77B7-4871-408C-0279-37A5AC4CAF34}"/>
              </a:ext>
            </a:extLst>
          </p:cNvPr>
          <p:cNvSpPr/>
          <p:nvPr/>
        </p:nvSpPr>
        <p:spPr>
          <a:xfrm>
            <a:off x="5231873" y="87512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87084E-9544-3865-BEF8-D6072A64CEF4}"/>
              </a:ext>
            </a:extLst>
          </p:cNvPr>
          <p:cNvSpPr/>
          <p:nvPr/>
        </p:nvSpPr>
        <p:spPr>
          <a:xfrm>
            <a:off x="6702215" y="87077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530B4D-ADFE-7DB2-7B2F-976845C2830D}"/>
              </a:ext>
            </a:extLst>
          </p:cNvPr>
          <p:cNvSpPr txBox="1"/>
          <p:nvPr/>
        </p:nvSpPr>
        <p:spPr>
          <a:xfrm>
            <a:off x="6616805" y="1888339"/>
            <a:ext cx="1666888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FFBF65-B0B0-48B5-93C0-0339CB030C4F}"/>
              </a:ext>
            </a:extLst>
          </p:cNvPr>
          <p:cNvSpPr txBox="1"/>
          <p:nvPr/>
        </p:nvSpPr>
        <p:spPr>
          <a:xfrm>
            <a:off x="6807696" y="2313810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507C94E5-3E65-48CA-7C70-680573B4F6E6}"/>
              </a:ext>
            </a:extLst>
          </p:cNvPr>
          <p:cNvGraphicFramePr>
            <a:graphicFrameLocks noGrp="1"/>
          </p:cNvGraphicFramePr>
          <p:nvPr/>
        </p:nvGraphicFramePr>
        <p:xfrm>
          <a:off x="10153377" y="623854"/>
          <a:ext cx="2825458" cy="5213638"/>
        </p:xfrm>
        <a:graphic>
          <a:graphicData uri="http://schemas.openxmlformats.org/drawingml/2006/table">
            <a:tbl>
              <a:tblPr/>
              <a:tblGrid>
                <a:gridCol w="33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 화면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CH-U-CO-02-01-01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 목록 연결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CH-U-CO-01-01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CH-U-VE-01-01-01p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CH-U-TE-01-01-01p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CH-U-PP-01-01-01p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402C5DF3-8DAD-2760-C3DE-F5D96130E0D2}"/>
              </a:ext>
            </a:extLst>
          </p:cNvPr>
          <p:cNvSpPr/>
          <p:nvPr/>
        </p:nvSpPr>
        <p:spPr>
          <a:xfrm>
            <a:off x="7124275" y="3573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73C1A975-3E37-1D23-89D4-909B5E4CF793}"/>
              </a:ext>
            </a:extLst>
          </p:cNvPr>
          <p:cNvSpPr/>
          <p:nvPr/>
        </p:nvSpPr>
        <p:spPr>
          <a:xfrm>
            <a:off x="7178534" y="34202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D168F1F5-2535-106F-D7FD-13A32061F7B3}"/>
              </a:ext>
            </a:extLst>
          </p:cNvPr>
          <p:cNvSpPr/>
          <p:nvPr/>
        </p:nvSpPr>
        <p:spPr>
          <a:xfrm>
            <a:off x="4370147" y="470421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6EBD01ED-5826-956A-5758-559429AA1CEE}"/>
              </a:ext>
            </a:extLst>
          </p:cNvPr>
          <p:cNvSpPr/>
          <p:nvPr/>
        </p:nvSpPr>
        <p:spPr>
          <a:xfrm>
            <a:off x="7236892" y="437712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5C73E907-F8F2-5FC9-24AF-B48FA1C5375D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925B2073-9885-BC55-B714-C2ABFD1276F3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2141E093-A0AF-9C7C-8615-1FBD7C99D472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473C72D0-8EE2-E3FD-43A3-63FC1FCD6479}"/>
              </a:ext>
            </a:extLst>
          </p:cNvPr>
          <p:cNvGrpSpPr/>
          <p:nvPr/>
        </p:nvGrpSpPr>
        <p:grpSpPr>
          <a:xfrm>
            <a:off x="2635379" y="905370"/>
            <a:ext cx="415498" cy="207749"/>
            <a:chOff x="5588056" y="998808"/>
            <a:chExt cx="415498" cy="207749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80B898E7-92F4-E60C-4CCF-46DAB00DB3EB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DC6D2FB-985D-D224-7B78-35A9F16D2A8D}"/>
                </a:ext>
              </a:extLst>
            </p:cNvPr>
            <p:cNvSpPr txBox="1"/>
            <p:nvPr/>
          </p:nvSpPr>
          <p:spPr>
            <a:xfrm>
              <a:off x="5588056" y="998808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친환경</a:t>
              </a: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4395CDA-69BA-BF6B-CFBA-0FACECD9FE69}"/>
              </a:ext>
            </a:extLst>
          </p:cNvPr>
          <p:cNvGrpSpPr/>
          <p:nvPr/>
        </p:nvGrpSpPr>
        <p:grpSpPr>
          <a:xfrm>
            <a:off x="2257417" y="902005"/>
            <a:ext cx="482570" cy="207749"/>
            <a:chOff x="5583273" y="998808"/>
            <a:chExt cx="482570" cy="207749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FF0F3422-E2F2-DA46-8B24-0FF6194A0F8D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34A4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D92898D-7136-BAD3-1A51-D91244E8EAE8}"/>
                </a:ext>
              </a:extLst>
            </p:cNvPr>
            <p:cNvSpPr txBox="1"/>
            <p:nvPr/>
          </p:nvSpPr>
          <p:spPr>
            <a:xfrm>
              <a:off x="5583273" y="998808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rgbClr val="34A44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유기농</a:t>
              </a: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FDBB758C-D472-2CD1-2BB7-C4DB3A531671}"/>
              </a:ext>
            </a:extLst>
          </p:cNvPr>
          <p:cNvSpPr txBox="1"/>
          <p:nvPr/>
        </p:nvSpPr>
        <p:spPr>
          <a:xfrm>
            <a:off x="2208961" y="2601239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984CB07-639B-9FB3-15F1-D801BC6B907C}"/>
              </a:ext>
            </a:extLst>
          </p:cNvPr>
          <p:cNvSpPr txBox="1"/>
          <p:nvPr/>
        </p:nvSpPr>
        <p:spPr>
          <a:xfrm>
            <a:off x="3749258" y="2601239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9A11E11-8AF9-A507-5635-2A7EF9AEAA8A}"/>
              </a:ext>
            </a:extLst>
          </p:cNvPr>
          <p:cNvSpPr txBox="1"/>
          <p:nvPr/>
        </p:nvSpPr>
        <p:spPr>
          <a:xfrm>
            <a:off x="5241213" y="2616284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387FE4E-1978-6620-E416-5677CF5607C8}"/>
              </a:ext>
            </a:extLst>
          </p:cNvPr>
          <p:cNvSpPr txBox="1"/>
          <p:nvPr/>
        </p:nvSpPr>
        <p:spPr>
          <a:xfrm>
            <a:off x="6709873" y="261224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2C3E267-4B78-3BEB-C915-BF225E8A7543}"/>
              </a:ext>
            </a:extLst>
          </p:cNvPr>
          <p:cNvSpPr txBox="1"/>
          <p:nvPr/>
        </p:nvSpPr>
        <p:spPr>
          <a:xfrm>
            <a:off x="4098680" y="2388024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15,800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9CE7D97-2908-B18C-F129-F0268FAD1239}"/>
              </a:ext>
            </a:extLst>
          </p:cNvPr>
          <p:cNvCxnSpPr>
            <a:cxnSpLocks/>
          </p:cNvCxnSpPr>
          <p:nvPr/>
        </p:nvCxnSpPr>
        <p:spPr>
          <a:xfrm rot="-900000">
            <a:off x="4258761" y="2436346"/>
            <a:ext cx="342356" cy="132742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F2EAE47-3B2A-78F6-A998-2A61B3EB6482}"/>
              </a:ext>
            </a:extLst>
          </p:cNvPr>
          <p:cNvGrpSpPr/>
          <p:nvPr/>
        </p:nvGrpSpPr>
        <p:grpSpPr>
          <a:xfrm>
            <a:off x="3811189" y="902005"/>
            <a:ext cx="482570" cy="207749"/>
            <a:chOff x="5613970" y="995901"/>
            <a:chExt cx="482570" cy="207749"/>
          </a:xfrm>
        </p:grpSpPr>
        <p:sp>
          <p:nvSpPr>
            <p:cNvPr id="112" name="사각형: 둥근 모서리 111">
              <a:extLst>
                <a:ext uri="{FF2B5EF4-FFF2-40B4-BE49-F238E27FC236}">
                  <a16:creationId xmlns:a16="http://schemas.microsoft.com/office/drawing/2014/main" id="{8D036C08-A609-51AD-B375-088180F4F980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864B09E-091A-B3AF-63F6-D35E316D3037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708E0CFE-8A23-435D-8B62-41D4DB12173A}"/>
              </a:ext>
            </a:extLst>
          </p:cNvPr>
          <p:cNvGrpSpPr/>
          <p:nvPr/>
        </p:nvGrpSpPr>
        <p:grpSpPr>
          <a:xfrm>
            <a:off x="6719273" y="881768"/>
            <a:ext cx="415498" cy="207749"/>
            <a:chOff x="5585876" y="994409"/>
            <a:chExt cx="415498" cy="207749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B7613664-6243-D96C-E71C-C6B6263F9ECA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A41B30-6132-8A7B-E18A-B5FF5395363B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6C849E-2330-2DF7-4C85-735347774326}"/>
              </a:ext>
            </a:extLst>
          </p:cNvPr>
          <p:cNvSpPr/>
          <p:nvPr/>
        </p:nvSpPr>
        <p:spPr>
          <a:xfrm>
            <a:off x="2195584" y="2834292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9D202-FE9F-E764-C421-E328D7F36B15}"/>
              </a:ext>
            </a:extLst>
          </p:cNvPr>
          <p:cNvSpPr/>
          <p:nvPr/>
        </p:nvSpPr>
        <p:spPr>
          <a:xfrm>
            <a:off x="6709873" y="2814386"/>
            <a:ext cx="1310400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2BD2FF-6CB4-7965-6873-5BE3C88856C8}"/>
              </a:ext>
            </a:extLst>
          </p:cNvPr>
          <p:cNvSpPr/>
          <p:nvPr/>
        </p:nvSpPr>
        <p:spPr>
          <a:xfrm>
            <a:off x="3714215" y="2815619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C988399-350B-84CE-BC5B-7A2A9BC0A35A}"/>
              </a:ext>
            </a:extLst>
          </p:cNvPr>
          <p:cNvSpPr/>
          <p:nvPr/>
        </p:nvSpPr>
        <p:spPr>
          <a:xfrm>
            <a:off x="5232297" y="2807016"/>
            <a:ext cx="1355696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24" name="하트 23">
            <a:extLst>
              <a:ext uri="{FF2B5EF4-FFF2-40B4-BE49-F238E27FC236}">
                <a16:creationId xmlns:a16="http://schemas.microsoft.com/office/drawing/2014/main" id="{7372F4EE-E886-1CB1-AB50-0B2181F9440A}"/>
              </a:ext>
            </a:extLst>
          </p:cNvPr>
          <p:cNvSpPr/>
          <p:nvPr/>
        </p:nvSpPr>
        <p:spPr>
          <a:xfrm>
            <a:off x="3331876" y="9197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하트 58">
            <a:extLst>
              <a:ext uri="{FF2B5EF4-FFF2-40B4-BE49-F238E27FC236}">
                <a16:creationId xmlns:a16="http://schemas.microsoft.com/office/drawing/2014/main" id="{1DEFFE7D-CC7B-BD89-4CA6-6373A06005CD}"/>
              </a:ext>
            </a:extLst>
          </p:cNvPr>
          <p:cNvSpPr/>
          <p:nvPr/>
        </p:nvSpPr>
        <p:spPr>
          <a:xfrm>
            <a:off x="6271299" y="9197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하트 63">
            <a:extLst>
              <a:ext uri="{FF2B5EF4-FFF2-40B4-BE49-F238E27FC236}">
                <a16:creationId xmlns:a16="http://schemas.microsoft.com/office/drawing/2014/main" id="{A3C04ABF-2D06-AE5A-3F04-01C4C2F06102}"/>
              </a:ext>
            </a:extLst>
          </p:cNvPr>
          <p:cNvSpPr/>
          <p:nvPr/>
        </p:nvSpPr>
        <p:spPr>
          <a:xfrm>
            <a:off x="4816451" y="91974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하트 66">
            <a:extLst>
              <a:ext uri="{FF2B5EF4-FFF2-40B4-BE49-F238E27FC236}">
                <a16:creationId xmlns:a16="http://schemas.microsoft.com/office/drawing/2014/main" id="{A3DF594B-3FC7-A0A5-73F0-296B128503AA}"/>
              </a:ext>
            </a:extLst>
          </p:cNvPr>
          <p:cNvSpPr/>
          <p:nvPr/>
        </p:nvSpPr>
        <p:spPr>
          <a:xfrm>
            <a:off x="7766538" y="921968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36D7567F-2960-B2AD-7224-9F95DB47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06" y="2853749"/>
            <a:ext cx="159684" cy="14478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541D88A7-F2B0-7DE2-DE58-25C794AA7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735" y="2817899"/>
            <a:ext cx="159684" cy="144780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5754FD2A-CEB2-0463-00C9-AD6430A98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971" y="2824908"/>
            <a:ext cx="159684" cy="14478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801A1568-9C4C-887D-7F0C-FD5BC150A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542" y="2837742"/>
            <a:ext cx="159684" cy="144780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2D90537-92BE-A9A5-487C-60B5D7645E9A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115C9B3-8017-9EA5-BB55-7A7A05F99097}"/>
              </a:ext>
            </a:extLst>
          </p:cNvPr>
          <p:cNvGrpSpPr/>
          <p:nvPr/>
        </p:nvGrpSpPr>
        <p:grpSpPr>
          <a:xfrm>
            <a:off x="4373504" y="334958"/>
            <a:ext cx="1467068" cy="276999"/>
            <a:chOff x="2633068" y="3728198"/>
            <a:chExt cx="1467068" cy="2769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098FF8-6CC6-C5C4-5D08-0E8FA985AA58}"/>
                </a:ext>
              </a:extLst>
            </p:cNvPr>
            <p:cNvSpPr txBox="1"/>
            <p:nvPr/>
          </p:nvSpPr>
          <p:spPr>
            <a:xfrm>
              <a:off x="2633068" y="3728198"/>
              <a:ext cx="14670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국민행복몰 추천 상품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F201C93-A491-221D-A822-6DB93C667881}"/>
                </a:ext>
              </a:extLst>
            </p:cNvPr>
            <p:cNvSpPr/>
            <p:nvPr/>
          </p:nvSpPr>
          <p:spPr>
            <a:xfrm>
              <a:off x="2698120" y="3914867"/>
              <a:ext cx="1343482" cy="8429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  <a:alpha val="30000"/>
              </a:scheme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95E9D7F-8872-4859-C2E2-34BD3C7CE34F}"/>
              </a:ext>
            </a:extLst>
          </p:cNvPr>
          <p:cNvCxnSpPr>
            <a:cxnSpLocks/>
            <a:endCxn id="19" idx="2"/>
          </p:cNvCxnSpPr>
          <p:nvPr/>
        </p:nvCxnSpPr>
        <p:spPr>
          <a:xfrm flipV="1">
            <a:off x="8093880" y="1048224"/>
            <a:ext cx="642718" cy="34352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590E57C-DD21-DCDE-E8F3-B6C417F2B9DC}"/>
              </a:ext>
            </a:extLst>
          </p:cNvPr>
          <p:cNvSpPr txBox="1"/>
          <p:nvPr/>
        </p:nvSpPr>
        <p:spPr>
          <a:xfrm>
            <a:off x="8159356" y="817392"/>
            <a:ext cx="11544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상품출력</a:t>
            </a:r>
          </a:p>
        </p:txBody>
      </p: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A20D8CA5-223A-07F2-B363-ADD4106EEECF}"/>
              </a:ext>
            </a:extLst>
          </p:cNvPr>
          <p:cNvSpPr/>
          <p:nvPr/>
        </p:nvSpPr>
        <p:spPr>
          <a:xfrm>
            <a:off x="5840572" y="3298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339332-6556-F683-153F-EF25DBAE0074}"/>
              </a:ext>
            </a:extLst>
          </p:cNvPr>
          <p:cNvSpPr/>
          <p:nvPr/>
        </p:nvSpPr>
        <p:spPr bwMode="auto">
          <a:xfrm>
            <a:off x="12965317" y="640272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7/15 1.01v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7/15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디자인 피드백에서 나온 기획수정 내용 반영 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바우처 별 탭 유형으로 변경 적용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5-3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추천 상품 영역 추가 반영</a:t>
            </a:r>
          </a:p>
        </p:txBody>
      </p:sp>
    </p:spTree>
    <p:extLst>
      <p:ext uri="{BB962C8B-B14F-4D97-AF65-F5344CB8AC3E}">
        <p14:creationId xmlns:p14="http://schemas.microsoft.com/office/powerpoint/2010/main" val="3093657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455831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455831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432374"/>
            <a:ext cx="1537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0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875981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416362"/>
            <a:ext cx="153757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0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0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900" spc="-150" dirty="0">
              <a:solidFill>
                <a:srgbClr val="333333"/>
              </a:solidFill>
              <a:latin typeface="+mn-ea"/>
            </a:endParaRPr>
          </a:p>
          <a:p>
            <a:pPr algn="l" fontAlgn="t">
              <a:buNone/>
            </a:pP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863033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69755"/>
              </p:ext>
            </p:extLst>
          </p:nvPr>
        </p:nvGraphicFramePr>
        <p:xfrm>
          <a:off x="10128399" y="623854"/>
          <a:ext cx="2850436" cy="34644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CH-U-MO-CA-01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 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     </a:t>
                      </a: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CH-U-LO-01-01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   CH-U-MY-01-01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77909"/>
            <a:ext cx="3159299" cy="361585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endParaRPr lang="en-US" altLang="ko-KR" sz="4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683144"/>
            <a:ext cx="3159299" cy="689453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추천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682AA7A-42E3-DAB7-4FDA-3E3D704790BC}"/>
              </a:ext>
            </a:extLst>
          </p:cNvPr>
          <p:cNvSpPr/>
          <p:nvPr/>
        </p:nvSpPr>
        <p:spPr>
          <a:xfrm>
            <a:off x="312625" y="6328469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E689B44-FB17-7262-6CB0-215E2E71CA65}"/>
              </a:ext>
            </a:extLst>
          </p:cNvPr>
          <p:cNvSpPr/>
          <p:nvPr/>
        </p:nvSpPr>
        <p:spPr>
          <a:xfrm>
            <a:off x="1815383" y="6321905"/>
            <a:ext cx="1310399" cy="18814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</a:rPr>
              <a:t>담기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EE0F128-E760-5C91-8DD6-4B9A42CBD9E4}"/>
              </a:ext>
            </a:extLst>
          </p:cNvPr>
          <p:cNvGrpSpPr/>
          <p:nvPr/>
        </p:nvGrpSpPr>
        <p:grpSpPr>
          <a:xfrm>
            <a:off x="3693489" y="2611651"/>
            <a:ext cx="1310399" cy="207749"/>
            <a:chOff x="359703" y="5197925"/>
            <a:chExt cx="1310399" cy="207749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3DB7685A-4315-F6A1-378D-975DB1479E48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FE6918F9-CF3F-CD7B-427B-07BCD4382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DF8E1AB-236C-427D-378E-6485B68D7055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4137476-B548-6D0E-A736-D74B09F0AE5B}"/>
              </a:ext>
            </a:extLst>
          </p:cNvPr>
          <p:cNvGrpSpPr/>
          <p:nvPr/>
        </p:nvGrpSpPr>
        <p:grpSpPr>
          <a:xfrm>
            <a:off x="5196247" y="2605087"/>
            <a:ext cx="1310399" cy="207749"/>
            <a:chOff x="359703" y="5197925"/>
            <a:chExt cx="1310399" cy="207749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1931F2F3-40CD-EA4E-7BDB-6947B0B5DDC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0BB88116-C99F-8176-4E24-ED576F638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28331D5-9489-1A34-C02E-4FD7F1990174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9702EB23-44EE-18B2-D08F-B3B11336A43A}"/>
              </a:ext>
            </a:extLst>
          </p:cNvPr>
          <p:cNvGrpSpPr/>
          <p:nvPr/>
        </p:nvGrpSpPr>
        <p:grpSpPr>
          <a:xfrm>
            <a:off x="3658211" y="5315693"/>
            <a:ext cx="1310399" cy="207749"/>
            <a:chOff x="359703" y="5197925"/>
            <a:chExt cx="1310399" cy="207749"/>
          </a:xfrm>
        </p:grpSpPr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8AD89DA0-0186-239F-4621-D37CD2C84056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1" name="그림 110">
              <a:extLst>
                <a:ext uri="{FF2B5EF4-FFF2-40B4-BE49-F238E27FC236}">
                  <a16:creationId xmlns:a16="http://schemas.microsoft.com/office/drawing/2014/main" id="{9656A858-F79C-A5D7-2118-672204E9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D7BAAA2-04EA-D990-5267-8DC88C285A99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843E51F6-1628-E697-0EA0-9C54143EABE8}"/>
              </a:ext>
            </a:extLst>
          </p:cNvPr>
          <p:cNvGrpSpPr/>
          <p:nvPr/>
        </p:nvGrpSpPr>
        <p:grpSpPr>
          <a:xfrm>
            <a:off x="5181346" y="5313861"/>
            <a:ext cx="1310399" cy="207749"/>
            <a:chOff x="359703" y="5197925"/>
            <a:chExt cx="1310399" cy="207749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989E6B22-D819-1551-34A2-DAC9D70C476E}"/>
                </a:ext>
              </a:extLst>
            </p:cNvPr>
            <p:cNvSpPr/>
            <p:nvPr/>
          </p:nvSpPr>
          <p:spPr>
            <a:xfrm>
              <a:off x="359703" y="5207729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50" dirty="0">
                <a:solidFill>
                  <a:schemeClr val="tx1"/>
                </a:solidFill>
              </a:endParaRPr>
            </a:p>
          </p:txBody>
        </p:sp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00ACA482-7306-4442-A019-05FD5605F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176" y="5219168"/>
              <a:ext cx="182273" cy="165261"/>
            </a:xfrm>
            <a:prstGeom prst="rect">
              <a:avLst/>
            </a:prstGeom>
          </p:spPr>
        </p:pic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05883C8-B9C5-99B9-04F8-D35016B546BF}"/>
                </a:ext>
              </a:extLst>
            </p:cNvPr>
            <p:cNvSpPr txBox="1"/>
            <p:nvPr/>
          </p:nvSpPr>
          <p:spPr>
            <a:xfrm>
              <a:off x="887344" y="5197925"/>
              <a:ext cx="45790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t">
                <a:buNone/>
              </a:pPr>
              <a:r>
                <a:rPr lang="ko-KR" altLang="en-US" sz="750" b="0" i="0" dirty="0">
                  <a:solidFill>
                    <a:srgbClr val="333333"/>
                  </a:solidFill>
                  <a:effectLst/>
                  <a:latin typeface="+mn-ea"/>
                </a:rPr>
                <a:t>담기</a:t>
              </a:r>
              <a:endParaRPr lang="ko-KR" altLang="ko-KR" sz="900" b="0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F0313F8-E996-EE60-6713-BDECC8235B3F}"/>
              </a:ext>
            </a:extLst>
          </p:cNvPr>
          <p:cNvGrpSpPr/>
          <p:nvPr/>
        </p:nvGrpSpPr>
        <p:grpSpPr>
          <a:xfrm>
            <a:off x="345770" y="4509856"/>
            <a:ext cx="482570" cy="207749"/>
            <a:chOff x="5613970" y="995901"/>
            <a:chExt cx="482570" cy="207749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5CEC055-E287-CB48-9E61-291C1241E867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9697CBE-C88A-61A4-5B61-15D993265872}"/>
                </a:ext>
              </a:extLst>
            </p:cNvPr>
            <p:cNvSpPr txBox="1"/>
            <p:nvPr/>
          </p:nvSpPr>
          <p:spPr>
            <a:xfrm>
              <a:off x="5613970" y="995901"/>
              <a:ext cx="482570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할인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31E20DB-3A35-6725-C9DA-4A29684B5855}"/>
              </a:ext>
            </a:extLst>
          </p:cNvPr>
          <p:cNvGrpSpPr/>
          <p:nvPr/>
        </p:nvGrpSpPr>
        <p:grpSpPr>
          <a:xfrm>
            <a:off x="685048" y="4507743"/>
            <a:ext cx="415498" cy="207749"/>
            <a:chOff x="5585876" y="994409"/>
            <a:chExt cx="415498" cy="2077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40FDC3B5-438E-8CFF-4C31-3DF34FA8997E}"/>
                </a:ext>
              </a:extLst>
            </p:cNvPr>
            <p:cNvSpPr/>
            <p:nvPr/>
          </p:nvSpPr>
          <p:spPr>
            <a:xfrm>
              <a:off x="5623465" y="1020156"/>
              <a:ext cx="353448" cy="161973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3D18F84-10D2-AA06-A176-07E934C1B00E}"/>
                </a:ext>
              </a:extLst>
            </p:cNvPr>
            <p:cNvSpPr txBox="1"/>
            <p:nvPr/>
          </p:nvSpPr>
          <p:spPr>
            <a:xfrm>
              <a:off x="5585876" y="994409"/>
              <a:ext cx="415498" cy="2077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5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사은품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87CB2502-3E63-293D-9D00-AEBD545D7151}"/>
              </a:ext>
            </a:extLst>
          </p:cNvPr>
          <p:cNvSpPr txBox="1"/>
          <p:nvPr/>
        </p:nvSpPr>
        <p:spPr>
          <a:xfrm>
            <a:off x="665727" y="5902177"/>
            <a:ext cx="6311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t">
              <a:buNone/>
            </a:pPr>
            <a:r>
              <a:rPr lang="en-US" altLang="ko-KR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95,800</a:t>
            </a:r>
            <a:r>
              <a:rPr lang="ko-KR" altLang="en-US" sz="700" i="0" dirty="0"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원</a:t>
            </a:r>
            <a:endParaRPr lang="ko-KR" altLang="ko-KR" sz="700" i="0" spc="-150" dirty="0">
              <a:solidFill>
                <a:schemeClr val="bg1">
                  <a:lumMod val="50000"/>
                </a:schemeClr>
              </a:solidFill>
              <a:effectLst/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665773A-51D1-2431-7DDC-BFF9FFAEBEAB}"/>
              </a:ext>
            </a:extLst>
          </p:cNvPr>
          <p:cNvSpPr txBox="1"/>
          <p:nvPr/>
        </p:nvSpPr>
        <p:spPr>
          <a:xfrm>
            <a:off x="312027" y="6082700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D6E6976-D69C-367B-FCE6-BB420A7D744E}"/>
              </a:ext>
            </a:extLst>
          </p:cNvPr>
          <p:cNvSpPr txBox="1"/>
          <p:nvPr/>
        </p:nvSpPr>
        <p:spPr>
          <a:xfrm>
            <a:off x="1824134" y="6116685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8D7C4CE-780A-11DB-4937-0CE65A9B4081}"/>
              </a:ext>
            </a:extLst>
          </p:cNvPr>
          <p:cNvSpPr txBox="1"/>
          <p:nvPr/>
        </p:nvSpPr>
        <p:spPr>
          <a:xfrm>
            <a:off x="3684139" y="2408928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FD6652-AEA0-27DD-9421-237982F28E46}"/>
              </a:ext>
            </a:extLst>
          </p:cNvPr>
          <p:cNvSpPr txBox="1"/>
          <p:nvPr/>
        </p:nvSpPr>
        <p:spPr>
          <a:xfrm>
            <a:off x="5196246" y="2392232"/>
            <a:ext cx="650738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0070C0"/>
                </a:solidFill>
              </a:rPr>
              <a:t>기저귀</a:t>
            </a:r>
            <a:r>
              <a:rPr lang="en-US" altLang="ko-KR" sz="600" spc="-120" dirty="0">
                <a:solidFill>
                  <a:srgbClr val="0070C0"/>
                </a:solidFill>
              </a:rPr>
              <a:t>/</a:t>
            </a:r>
            <a:r>
              <a:rPr lang="ko-KR" altLang="en-US" sz="600" spc="-120" dirty="0">
                <a:solidFill>
                  <a:srgbClr val="0070C0"/>
                </a:solidFill>
              </a:rPr>
              <a:t>분유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D7FF245-E45B-91F3-9B43-446194FE359B}"/>
              </a:ext>
            </a:extLst>
          </p:cNvPr>
          <p:cNvSpPr txBox="1"/>
          <p:nvPr/>
        </p:nvSpPr>
        <p:spPr>
          <a:xfrm>
            <a:off x="3657146" y="5141951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2410B1D-56B9-012A-E47E-8566A837196D}"/>
              </a:ext>
            </a:extLst>
          </p:cNvPr>
          <p:cNvSpPr txBox="1"/>
          <p:nvPr/>
        </p:nvSpPr>
        <p:spPr>
          <a:xfrm>
            <a:off x="5182785" y="5119732"/>
            <a:ext cx="723275" cy="18466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700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ctr"/>
            <a:r>
              <a:rPr lang="ko-KR" altLang="en-US" sz="600" spc="-120" dirty="0">
                <a:solidFill>
                  <a:srgbClr val="7030A0"/>
                </a:solidFill>
              </a:rPr>
              <a:t>여성청소년 생리대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9BA0EDB-0CA2-CB68-0677-55303EB48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543" y="6350150"/>
            <a:ext cx="159684" cy="14478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7AFF937B-7132-DEE5-14E5-1D3DD9CABC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1424" y="6342067"/>
            <a:ext cx="159684" cy="144780"/>
          </a:xfrm>
          <a:prstGeom prst="rect">
            <a:avLst/>
          </a:prstGeom>
        </p:spPr>
      </p:pic>
      <p:sp>
        <p:nvSpPr>
          <p:cNvPr id="78" name="하트 77">
            <a:extLst>
              <a:ext uri="{FF2B5EF4-FFF2-40B4-BE49-F238E27FC236}">
                <a16:creationId xmlns:a16="http://schemas.microsoft.com/office/drawing/2014/main" id="{1E3C0F53-6011-59E4-E657-8796CCC9EAA9}"/>
              </a:ext>
            </a:extLst>
          </p:cNvPr>
          <p:cNvSpPr/>
          <p:nvPr/>
        </p:nvSpPr>
        <p:spPr>
          <a:xfrm>
            <a:off x="4756364" y="823315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하트 78">
            <a:extLst>
              <a:ext uri="{FF2B5EF4-FFF2-40B4-BE49-F238E27FC236}">
                <a16:creationId xmlns:a16="http://schemas.microsoft.com/office/drawing/2014/main" id="{4096CDAE-C686-D68C-66C1-5C5B0B6A6D50}"/>
              </a:ext>
            </a:extLst>
          </p:cNvPr>
          <p:cNvSpPr/>
          <p:nvPr/>
        </p:nvSpPr>
        <p:spPr>
          <a:xfrm>
            <a:off x="1403688" y="4510239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하트 100">
            <a:extLst>
              <a:ext uri="{FF2B5EF4-FFF2-40B4-BE49-F238E27FC236}">
                <a16:creationId xmlns:a16="http://schemas.microsoft.com/office/drawing/2014/main" id="{AAE95CC5-AF45-CCEF-1C63-9F624834078D}"/>
              </a:ext>
            </a:extLst>
          </p:cNvPr>
          <p:cNvSpPr/>
          <p:nvPr/>
        </p:nvSpPr>
        <p:spPr>
          <a:xfrm>
            <a:off x="2877877" y="4502042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하트 126">
            <a:extLst>
              <a:ext uri="{FF2B5EF4-FFF2-40B4-BE49-F238E27FC236}">
                <a16:creationId xmlns:a16="http://schemas.microsoft.com/office/drawing/2014/main" id="{E0599009-12F0-9293-A55D-72045C91950C}"/>
              </a:ext>
            </a:extLst>
          </p:cNvPr>
          <p:cNvSpPr/>
          <p:nvPr/>
        </p:nvSpPr>
        <p:spPr>
          <a:xfrm>
            <a:off x="6299790" y="802797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1" name="하트 130">
            <a:extLst>
              <a:ext uri="{FF2B5EF4-FFF2-40B4-BE49-F238E27FC236}">
                <a16:creationId xmlns:a16="http://schemas.microsoft.com/office/drawing/2014/main" id="{CAFD726D-594E-D92D-7E31-2C14A9E60DDB}"/>
              </a:ext>
            </a:extLst>
          </p:cNvPr>
          <p:cNvSpPr/>
          <p:nvPr/>
        </p:nvSpPr>
        <p:spPr>
          <a:xfrm>
            <a:off x="4740163" y="3708941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하트 133">
            <a:extLst>
              <a:ext uri="{FF2B5EF4-FFF2-40B4-BE49-F238E27FC236}">
                <a16:creationId xmlns:a16="http://schemas.microsoft.com/office/drawing/2014/main" id="{413867A8-9D9D-2B55-7E06-173787447D05}"/>
              </a:ext>
            </a:extLst>
          </p:cNvPr>
          <p:cNvSpPr/>
          <p:nvPr/>
        </p:nvSpPr>
        <p:spPr>
          <a:xfrm>
            <a:off x="6283589" y="3688423"/>
            <a:ext cx="163855" cy="145402"/>
          </a:xfrm>
          <a:prstGeom prst="hear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C9DBFD2-D9FE-BFB5-B830-D2223EE3FDE6}"/>
              </a:ext>
            </a:extLst>
          </p:cNvPr>
          <p:cNvSpPr/>
          <p:nvPr/>
        </p:nvSpPr>
        <p:spPr bwMode="auto">
          <a:xfrm>
            <a:off x="12961937" y="0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7/8 0.05v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7/7 </a:t>
            </a:r>
            <a:r>
              <a:rPr kumimoji="1" lang="ko-KR" altLang="en-US" sz="800" b="1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트라이언소프트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추가요청사항 반영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i="0" u="none" strike="noStrike" kern="0" cap="none" spc="-15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찜하기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기능 추가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ko-KR" altLang="en-US" sz="800" kern="0" spc="-15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바로구매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삭제 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7D44-FE60-F6FA-DFF7-9E9CA8A784F7}"/>
              </a:ext>
            </a:extLst>
          </p:cNvPr>
          <p:cNvSpPr txBox="1"/>
          <p:nvPr/>
        </p:nvSpPr>
        <p:spPr>
          <a:xfrm>
            <a:off x="305211" y="4146134"/>
            <a:ext cx="975428" cy="215444"/>
          </a:xfrm>
          <a:prstGeom prst="rect">
            <a:avLst/>
          </a:prstGeom>
          <a:noFill/>
          <a:ln w="31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894056-4DEF-EB18-4F94-1727841C1FFA}"/>
              </a:ext>
            </a:extLst>
          </p:cNvPr>
          <p:cNvSpPr txBox="1"/>
          <p:nvPr/>
        </p:nvSpPr>
        <p:spPr>
          <a:xfrm>
            <a:off x="1294360" y="4146134"/>
            <a:ext cx="975428" cy="215444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146181-4D68-3CC0-4542-21792BD88645}"/>
              </a:ext>
            </a:extLst>
          </p:cNvPr>
          <p:cNvSpPr txBox="1"/>
          <p:nvPr/>
        </p:nvSpPr>
        <p:spPr>
          <a:xfrm>
            <a:off x="4369119" y="3260430"/>
            <a:ext cx="1431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추천상품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EFB1D1A-6E01-F3CD-8CCC-1B4C68E14DA2}"/>
              </a:ext>
            </a:extLst>
          </p:cNvPr>
          <p:cNvSpPr/>
          <p:nvPr/>
        </p:nvSpPr>
        <p:spPr>
          <a:xfrm>
            <a:off x="4464745" y="3418976"/>
            <a:ext cx="1224136" cy="74178"/>
          </a:xfrm>
          <a:prstGeom prst="round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C393C48-E733-0B42-6690-60E168E327E6}"/>
              </a:ext>
            </a:extLst>
          </p:cNvPr>
          <p:cNvSpPr/>
          <p:nvPr/>
        </p:nvSpPr>
        <p:spPr bwMode="auto">
          <a:xfrm>
            <a:off x="12961938" y="602155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7/15 1.01v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7/15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디자인 피드백에서 나온 기획수정 내용 반영 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권용현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</a:t>
            </a: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조상희</a:t>
            </a:r>
            <a:r>
              <a:rPr kumimoji="1" lang="en-US" altLang="ko-KR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B)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</a:t>
            </a:r>
            <a:r>
              <a:rPr kumimoji="1" lang="ko-KR" altLang="en-US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바우처 별 탭 유형으로 변경 적용</a:t>
            </a:r>
            <a:endParaRPr kumimoji="1" lang="en-US" altLang="ko-KR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1" lang="en-US" altLang="ko-KR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5-3</a:t>
            </a:r>
            <a:r>
              <a:rPr kumimoji="1" lang="ko-KR" altLang="en-US" sz="80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추천 상품 영역 추가 반영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FB8950A-D1B6-6A58-A458-BFCA9E347DF6}"/>
              </a:ext>
            </a:extLst>
          </p:cNvPr>
          <p:cNvSpPr/>
          <p:nvPr/>
        </p:nvSpPr>
        <p:spPr>
          <a:xfrm>
            <a:off x="163054" y="652650"/>
            <a:ext cx="3437595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4E3BFEC2-9546-612C-5429-F28884CA7B12}"/>
              </a:ext>
            </a:extLst>
          </p:cNvPr>
          <p:cNvSpPr/>
          <p:nvPr/>
        </p:nvSpPr>
        <p:spPr>
          <a:xfrm>
            <a:off x="163054" y="3924325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2DD44-7A17-B766-50BC-1240A9D9DD09}"/>
              </a:ext>
            </a:extLst>
          </p:cNvPr>
          <p:cNvSpPr txBox="1"/>
          <p:nvPr/>
        </p:nvSpPr>
        <p:spPr>
          <a:xfrm>
            <a:off x="195171" y="6210624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2EEF4-A34F-696C-DA88-3A2621C673B2}"/>
              </a:ext>
            </a:extLst>
          </p:cNvPr>
          <p:cNvSpPr txBox="1"/>
          <p:nvPr/>
        </p:nvSpPr>
        <p:spPr>
          <a:xfrm>
            <a:off x="3177263" y="6210624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E4A514-A03D-E546-4092-953A39AA4DBA}"/>
              </a:ext>
            </a:extLst>
          </p:cNvPr>
          <p:cNvSpPr/>
          <p:nvPr/>
        </p:nvSpPr>
        <p:spPr>
          <a:xfrm>
            <a:off x="156020" y="6182488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5D039E-3277-660F-149B-1FE2DDFFCD2D}"/>
              </a:ext>
            </a:extLst>
          </p:cNvPr>
          <p:cNvSpPr/>
          <p:nvPr/>
        </p:nvSpPr>
        <p:spPr>
          <a:xfrm>
            <a:off x="2761801" y="406834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12820D-85AC-8F55-63C8-712666E0308B}"/>
              </a:ext>
            </a:extLst>
          </p:cNvPr>
          <p:cNvSpPr txBox="1"/>
          <p:nvPr/>
        </p:nvSpPr>
        <p:spPr>
          <a:xfrm>
            <a:off x="360289" y="4280494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리베로 기저귀</a:t>
            </a:r>
            <a:r>
              <a:rPr lang="en-US" altLang="ko-KR" sz="1200" spc="-15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00" spc="-150" dirty="0"/>
              <a:t>7</a:t>
            </a:r>
            <a:r>
              <a:rPr lang="ko-KR" altLang="en-US" sz="1200" spc="-150" dirty="0"/>
              <a:t>월 특별 기획전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rgbClr val="FF0000"/>
                </a:solidFill>
              </a:rPr>
              <a:t>최대 </a:t>
            </a:r>
            <a:r>
              <a:rPr lang="en-US" altLang="ko-KR" sz="1200" spc="-150" dirty="0">
                <a:solidFill>
                  <a:srgbClr val="FF0000"/>
                </a:solidFill>
              </a:rPr>
              <a:t>35% </a:t>
            </a:r>
            <a:r>
              <a:rPr lang="ko-KR" altLang="en-US" sz="1200" spc="-150" dirty="0">
                <a:solidFill>
                  <a:srgbClr val="FF0000"/>
                </a:solidFill>
              </a:rPr>
              <a:t>할인</a:t>
            </a:r>
            <a:endParaRPr lang="ko-KR" altLang="ko-KR" sz="1200" dirty="0">
              <a:solidFill>
                <a:srgbClr val="FF000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8D5222A-2BC4-9D0E-1418-90EB8E95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912" y="4375014"/>
            <a:ext cx="1422063" cy="165761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65770A-A1D1-7D2D-8617-4898256E81B7}"/>
              </a:ext>
            </a:extLst>
          </p:cNvPr>
          <p:cNvSpPr/>
          <p:nvPr/>
        </p:nvSpPr>
        <p:spPr>
          <a:xfrm>
            <a:off x="444386" y="5259607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6B41C32-84C3-55A3-55C0-BC34AC34444A}"/>
              </a:ext>
            </a:extLst>
          </p:cNvPr>
          <p:cNvCxnSpPr>
            <a:cxnSpLocks/>
          </p:cNvCxnSpPr>
          <p:nvPr/>
        </p:nvCxnSpPr>
        <p:spPr>
          <a:xfrm>
            <a:off x="333679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9AE5FFBB-F137-03E3-C7A4-5D4141908CE3}"/>
              </a:ext>
            </a:extLst>
          </p:cNvPr>
          <p:cNvSpPr/>
          <p:nvPr/>
        </p:nvSpPr>
        <p:spPr>
          <a:xfrm>
            <a:off x="3796975" y="3923771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7E9055-E005-FAE1-D879-4A38C2881AA6}"/>
              </a:ext>
            </a:extLst>
          </p:cNvPr>
          <p:cNvSpPr txBox="1"/>
          <p:nvPr/>
        </p:nvSpPr>
        <p:spPr>
          <a:xfrm>
            <a:off x="3829092" y="6210070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E71CA4-3247-4F1A-1DE8-D59467311AE0}"/>
              </a:ext>
            </a:extLst>
          </p:cNvPr>
          <p:cNvSpPr txBox="1"/>
          <p:nvPr/>
        </p:nvSpPr>
        <p:spPr>
          <a:xfrm>
            <a:off x="6811184" y="6210070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F8D85F-A1D4-B5DF-A2D3-C1F2F4C84F0A}"/>
              </a:ext>
            </a:extLst>
          </p:cNvPr>
          <p:cNvSpPr/>
          <p:nvPr/>
        </p:nvSpPr>
        <p:spPr>
          <a:xfrm>
            <a:off x="3789941" y="6181934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7378515-96C7-8798-C635-28E1ACEE5592}"/>
              </a:ext>
            </a:extLst>
          </p:cNvPr>
          <p:cNvSpPr/>
          <p:nvPr/>
        </p:nvSpPr>
        <p:spPr>
          <a:xfrm>
            <a:off x="6395722" y="4067787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52BDB9-FED3-B508-A454-678972B3C6C4}"/>
              </a:ext>
            </a:extLst>
          </p:cNvPr>
          <p:cNvSpPr txBox="1"/>
          <p:nvPr/>
        </p:nvSpPr>
        <p:spPr>
          <a:xfrm>
            <a:off x="3994210" y="4279940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062C846-7B88-0E33-5C74-390CF96BE53A}"/>
              </a:ext>
            </a:extLst>
          </p:cNvPr>
          <p:cNvSpPr/>
          <p:nvPr/>
        </p:nvSpPr>
        <p:spPr>
          <a:xfrm>
            <a:off x="4078307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91533FA-29C2-1D9E-6DA5-B63EF687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368" y="4444451"/>
            <a:ext cx="1352239" cy="1467125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BFEAC12-EED3-8996-1E57-39A3D96D4B05}"/>
              </a:ext>
            </a:extLst>
          </p:cNvPr>
          <p:cNvCxnSpPr>
            <a:cxnSpLocks/>
          </p:cNvCxnSpPr>
          <p:nvPr/>
        </p:nvCxnSpPr>
        <p:spPr>
          <a:xfrm>
            <a:off x="3865122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82BF003-46C8-6E2E-120D-82BDD806A241}"/>
              </a:ext>
            </a:extLst>
          </p:cNvPr>
          <p:cNvSpPr txBox="1"/>
          <p:nvPr/>
        </p:nvSpPr>
        <p:spPr>
          <a:xfrm>
            <a:off x="1307907" y="78285"/>
            <a:ext cx="20681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)_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기획전 유형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68B9B5-EFFF-3145-179C-AC76D53041BD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635687-90F7-CB99-AF19-141C0F8019D1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54794-55A8-7139-91CD-C3FC20E655B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69D69C-4F41-DE9B-E67B-506F0DEA54B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사각형: 둥근 위쪽 모서리 54">
            <a:extLst>
              <a:ext uri="{FF2B5EF4-FFF2-40B4-BE49-F238E27FC236}">
                <a16:creationId xmlns:a16="http://schemas.microsoft.com/office/drawing/2014/main" id="{4F13D1D1-6DC9-250E-45D7-BA75190D543E}"/>
              </a:ext>
            </a:extLst>
          </p:cNvPr>
          <p:cNvSpPr/>
          <p:nvPr/>
        </p:nvSpPr>
        <p:spPr>
          <a:xfrm>
            <a:off x="7381189" y="3905234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6015BA-116A-613B-0A1A-74EF50150459}"/>
              </a:ext>
            </a:extLst>
          </p:cNvPr>
          <p:cNvSpPr txBox="1"/>
          <p:nvPr/>
        </p:nvSpPr>
        <p:spPr>
          <a:xfrm>
            <a:off x="7413306" y="6191533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DC7D01-4565-0709-5552-98C8C56DB9C2}"/>
              </a:ext>
            </a:extLst>
          </p:cNvPr>
          <p:cNvSpPr txBox="1"/>
          <p:nvPr/>
        </p:nvSpPr>
        <p:spPr>
          <a:xfrm>
            <a:off x="10395398" y="6191533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1AA524D-FBFA-102F-FA89-8FB57930D19C}"/>
              </a:ext>
            </a:extLst>
          </p:cNvPr>
          <p:cNvSpPr/>
          <p:nvPr/>
        </p:nvSpPr>
        <p:spPr>
          <a:xfrm>
            <a:off x="7374155" y="6163397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3692BE2-9D58-0DF2-BF3A-8195675FE18E}"/>
              </a:ext>
            </a:extLst>
          </p:cNvPr>
          <p:cNvSpPr/>
          <p:nvPr/>
        </p:nvSpPr>
        <p:spPr>
          <a:xfrm>
            <a:off x="9979936" y="4049250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661A5B-4837-4E49-9768-9FD7C0FBDA50}"/>
              </a:ext>
            </a:extLst>
          </p:cNvPr>
          <p:cNvSpPr txBox="1"/>
          <p:nvPr/>
        </p:nvSpPr>
        <p:spPr>
          <a:xfrm>
            <a:off x="7578424" y="4261403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b="1" spc="-150" dirty="0" err="1"/>
              <a:t>비씨카드</a:t>
            </a:r>
            <a:r>
              <a:rPr lang="ko-KR" altLang="en-US" sz="1200" b="1" spc="-150" dirty="0"/>
              <a:t> 결제 수단 추가 안내</a:t>
            </a:r>
            <a:endParaRPr lang="ko-KR" altLang="ko-KR" sz="1200" b="1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4BCE097-3FDE-7BCB-C9E9-2474F44FF082}"/>
              </a:ext>
            </a:extLst>
          </p:cNvPr>
          <p:cNvSpPr/>
          <p:nvPr/>
        </p:nvSpPr>
        <p:spPr>
          <a:xfrm>
            <a:off x="7698525" y="5580509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433FB5B-0368-D2CC-2A87-D57C70E03EF5}"/>
              </a:ext>
            </a:extLst>
          </p:cNvPr>
          <p:cNvSpPr txBox="1"/>
          <p:nvPr/>
        </p:nvSpPr>
        <p:spPr>
          <a:xfrm>
            <a:off x="7578424" y="4552317"/>
            <a:ext cx="2378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spc="-150" dirty="0"/>
              <a:t>22</a:t>
            </a:r>
            <a:r>
              <a:rPr lang="ko-KR" altLang="en-US" sz="1200" spc="-150" dirty="0"/>
              <a:t>년 </a:t>
            </a:r>
            <a:r>
              <a:rPr lang="en-US" altLang="ko-KR" sz="1200" spc="-150" dirty="0"/>
              <a:t>1</a:t>
            </a:r>
            <a:r>
              <a:rPr lang="ko-KR" altLang="en-US" sz="1200" spc="-150" dirty="0"/>
              <a:t>월 </a:t>
            </a:r>
            <a:r>
              <a:rPr lang="en-US" altLang="ko-KR" sz="1200" spc="-150" dirty="0"/>
              <a:t>3</a:t>
            </a:r>
            <a:r>
              <a:rPr lang="ko-KR" altLang="en-US" sz="1200" spc="-150" dirty="0"/>
              <a:t>일부터 </a:t>
            </a:r>
            <a:r>
              <a:rPr lang="ko-KR" altLang="en-US" sz="1200" spc="-150" dirty="0" err="1"/>
              <a:t>비씨카드</a:t>
            </a:r>
            <a:r>
              <a:rPr lang="ko-KR" altLang="en-US" sz="1200" spc="-150" dirty="0"/>
              <a:t> 결제 시</a:t>
            </a:r>
            <a:r>
              <a:rPr lang="en-US" altLang="ko-KR" sz="1200" spc="-150" dirty="0"/>
              <a:t> </a:t>
            </a:r>
            <a:r>
              <a:rPr lang="ko-KR" altLang="en-US" sz="1200" spc="-150" dirty="0" err="1"/>
              <a:t>전자바우처</a:t>
            </a:r>
            <a:r>
              <a:rPr lang="ko-KR" altLang="en-US" sz="1200" spc="-150" dirty="0"/>
              <a:t> 사용 가능</a:t>
            </a:r>
            <a:endParaRPr lang="en-US" altLang="ko-KR" sz="1200" spc="-150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6A9E173-AE86-1511-E4F2-DBD2DB6E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238" y="4963158"/>
            <a:ext cx="1414108" cy="948418"/>
          </a:xfrm>
          <a:prstGeom prst="rect">
            <a:avLst/>
          </a:prstGeom>
        </p:spPr>
      </p:pic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151E7D4-312A-BD84-312A-CB1C18D26351}"/>
              </a:ext>
            </a:extLst>
          </p:cNvPr>
          <p:cNvCxnSpPr>
            <a:cxnSpLocks/>
          </p:cNvCxnSpPr>
          <p:nvPr/>
        </p:nvCxnSpPr>
        <p:spPr>
          <a:xfrm>
            <a:off x="7474743" y="3765858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Group 59">
            <a:extLst>
              <a:ext uri="{FF2B5EF4-FFF2-40B4-BE49-F238E27FC236}">
                <a16:creationId xmlns:a16="http://schemas.microsoft.com/office/drawing/2014/main" id="{202DECA1-1526-573A-12A8-8840BCF7B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87744"/>
              </p:ext>
            </p:extLst>
          </p:nvPr>
        </p:nvGraphicFramePr>
        <p:xfrm>
          <a:off x="10122181" y="653522"/>
          <a:ext cx="2760612" cy="2398205"/>
        </p:xfrm>
        <a:graphic>
          <a:graphicData uri="http://schemas.openxmlformats.org/drawingml/2006/table">
            <a:tbl>
              <a:tblPr/>
              <a:tblGrid>
                <a:gridCol w="3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/>
                        <a:t> </a:t>
                      </a:r>
                      <a:r>
                        <a:rPr lang="en-US" altLang="ko-KR" sz="800" b="1" u="sng" spc="-150" dirty="0"/>
                        <a:t>*  </a:t>
                      </a:r>
                      <a:r>
                        <a:rPr lang="ko-KR" altLang="en-US" sz="800" b="1" u="sng" spc="-150" dirty="0"/>
                        <a:t>팝업 정의</a:t>
                      </a:r>
                      <a:endParaRPr lang="en-US" altLang="ko-KR" sz="800" b="1" u="sng" spc="-15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관리자에서 등록한 이미지 배너가 </a:t>
                      </a:r>
                      <a:r>
                        <a:rPr lang="ko-KR" altLang="en-US" sz="800" spc="-150" baseline="0" dirty="0" err="1"/>
                        <a:t>롤링되는</a:t>
                      </a:r>
                      <a:r>
                        <a:rPr lang="ko-KR" altLang="en-US" sz="800" spc="-150" baseline="0" dirty="0"/>
                        <a:t> 형태</a:t>
                      </a:r>
                      <a:endParaRPr lang="en-US" altLang="ko-KR" sz="800" spc="-150" baseline="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자동 롤링 </a:t>
                      </a:r>
                      <a:r>
                        <a:rPr lang="en-US" altLang="ko-KR" sz="800" spc="-150" baseline="0" dirty="0"/>
                        <a:t>( 3</a:t>
                      </a:r>
                      <a:r>
                        <a:rPr lang="ko-KR" altLang="en-US" sz="800" spc="-150" baseline="0" dirty="0"/>
                        <a:t>초마다 자동 롤링</a:t>
                      </a:r>
                      <a:r>
                        <a:rPr lang="en-US" altLang="ko-KR" sz="800" spc="-150" baseline="0" dirty="0"/>
                        <a:t>, </a:t>
                      </a:r>
                      <a:r>
                        <a:rPr lang="ko-KR" altLang="en-US" sz="800" spc="-150" baseline="0" dirty="0"/>
                        <a:t>터치로 좌우 슬라이드 가능</a:t>
                      </a:r>
                      <a:r>
                        <a:rPr lang="en-US" altLang="ko-KR" sz="800" spc="-150" baseline="0" dirty="0"/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클릭 시 상세 페이지로 랜딩</a:t>
                      </a:r>
                      <a:endParaRPr lang="en-US" altLang="ko-KR" sz="800" spc="-150" baseline="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643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배너 개수 출력 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현재 화면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개수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34944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이미지 배너 영역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관리자에서 등록한 이미지 배너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상세 페이지 연결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오늘 하루 보지 않기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 해당 일자 자정까지 해당 팝업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비출력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닫기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해당 팝업 닫기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34945"/>
                  </a:ext>
                </a:extLst>
              </a:tr>
            </a:tbl>
          </a:graphicData>
        </a:graphic>
      </p:graphicFrame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B518238E-696F-8821-0B87-9EF801B72412}"/>
              </a:ext>
            </a:extLst>
          </p:cNvPr>
          <p:cNvSpPr/>
          <p:nvPr/>
        </p:nvSpPr>
        <p:spPr>
          <a:xfrm>
            <a:off x="3212038" y="39763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0" name="모서리가 둥근 직사각형 114">
            <a:extLst>
              <a:ext uri="{FF2B5EF4-FFF2-40B4-BE49-F238E27FC236}">
                <a16:creationId xmlns:a16="http://schemas.microsoft.com/office/drawing/2014/main" id="{76456FC3-885B-A8BC-FEC5-150232C776A4}"/>
              </a:ext>
            </a:extLst>
          </p:cNvPr>
          <p:cNvSpPr/>
          <p:nvPr/>
        </p:nvSpPr>
        <p:spPr>
          <a:xfrm>
            <a:off x="352687" y="427994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1C124951-6323-92AF-681E-EB597319ADFE}"/>
              </a:ext>
            </a:extLst>
          </p:cNvPr>
          <p:cNvSpPr/>
          <p:nvPr/>
        </p:nvSpPr>
        <p:spPr>
          <a:xfrm>
            <a:off x="983306" y="610992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53E93AC5-6159-9A28-22BE-165200D8BCDF}"/>
              </a:ext>
            </a:extLst>
          </p:cNvPr>
          <p:cNvSpPr/>
          <p:nvPr/>
        </p:nvSpPr>
        <p:spPr>
          <a:xfrm>
            <a:off x="3292593" y="60749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006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D2CE-EA73-EAEA-0CE9-69AF6BC8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B821A13C-D8CD-6FE3-875B-08535B9D0F31}"/>
              </a:ext>
            </a:extLst>
          </p:cNvPr>
          <p:cNvSpPr txBox="1"/>
          <p:nvPr/>
        </p:nvSpPr>
        <p:spPr>
          <a:xfrm>
            <a:off x="1307907" y="78285"/>
            <a:ext cx="18998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(PC)-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이벤트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기획전 유형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51271A-AAEC-9342-4069-B7F7FCE66CE1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349737-84ED-1B07-08A1-5A22AA37594C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CH-U-MA-00-01p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33D8D5-F569-73B4-7AE6-48DF9B77F6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E45AE6-8828-6730-167E-E2EEF56B4E6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290411A-64EA-4431-DBD3-75240E6A332E}"/>
              </a:ext>
            </a:extLst>
          </p:cNvPr>
          <p:cNvSpPr/>
          <p:nvPr/>
        </p:nvSpPr>
        <p:spPr>
          <a:xfrm>
            <a:off x="66411" y="662110"/>
            <a:ext cx="9999718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90" name="사각형: 둥근 위쪽 모서리 89">
            <a:extLst>
              <a:ext uri="{FF2B5EF4-FFF2-40B4-BE49-F238E27FC236}">
                <a16:creationId xmlns:a16="http://schemas.microsoft.com/office/drawing/2014/main" id="{9F6FD013-3FDF-6886-0305-A7AF1F3E5D97}"/>
              </a:ext>
            </a:extLst>
          </p:cNvPr>
          <p:cNvSpPr/>
          <p:nvPr/>
        </p:nvSpPr>
        <p:spPr>
          <a:xfrm>
            <a:off x="3168601" y="2052117"/>
            <a:ext cx="3437594" cy="25202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01E2BF3-F97F-85C9-7362-276C510096B0}"/>
              </a:ext>
            </a:extLst>
          </p:cNvPr>
          <p:cNvSpPr txBox="1"/>
          <p:nvPr/>
        </p:nvSpPr>
        <p:spPr>
          <a:xfrm>
            <a:off x="3200718" y="4338416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91FD9B-C373-F4CA-C93A-5C9450FC833D}"/>
              </a:ext>
            </a:extLst>
          </p:cNvPr>
          <p:cNvSpPr txBox="1"/>
          <p:nvPr/>
        </p:nvSpPr>
        <p:spPr>
          <a:xfrm>
            <a:off x="6182810" y="4338416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11C6FA5-73F9-2533-479F-FDB1C98A97CF}"/>
              </a:ext>
            </a:extLst>
          </p:cNvPr>
          <p:cNvSpPr/>
          <p:nvPr/>
        </p:nvSpPr>
        <p:spPr>
          <a:xfrm>
            <a:off x="3161567" y="4310280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C0B89FB9-5A93-89E4-59B2-CC59E899A94B}"/>
              </a:ext>
            </a:extLst>
          </p:cNvPr>
          <p:cNvSpPr/>
          <p:nvPr/>
        </p:nvSpPr>
        <p:spPr>
          <a:xfrm>
            <a:off x="5767348" y="2196133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7B994A2-264B-690D-0F44-FCF0B7070DAD}"/>
              </a:ext>
            </a:extLst>
          </p:cNvPr>
          <p:cNvSpPr txBox="1"/>
          <p:nvPr/>
        </p:nvSpPr>
        <p:spPr>
          <a:xfrm>
            <a:off x="3365836" y="2408286"/>
            <a:ext cx="2232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spc="-150" dirty="0"/>
              <a:t>가볍게 체험하세요</a:t>
            </a:r>
            <a:r>
              <a:rPr lang="en-US" altLang="ko-KR" sz="1200" spc="-150" dirty="0"/>
              <a:t>!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로맘스</a:t>
            </a:r>
            <a:r>
              <a:rPr lang="ko-KR" altLang="en-US" sz="1200" spc="-150" dirty="0">
                <a:solidFill>
                  <a:srgbClr val="234DD3"/>
                </a:solidFill>
              </a:rPr>
              <a:t> </a:t>
            </a:r>
            <a:r>
              <a:rPr lang="ko-KR" altLang="en-US" sz="1200" spc="-150" dirty="0" err="1">
                <a:solidFill>
                  <a:srgbClr val="234DD3"/>
                </a:solidFill>
              </a:rPr>
              <a:t>에어키키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spc="-150" dirty="0" err="1">
                <a:solidFill>
                  <a:srgbClr val="234DD3"/>
                </a:solidFill>
              </a:rPr>
              <a:t>풀커버</a:t>
            </a:r>
            <a:r>
              <a:rPr lang="ko-KR" altLang="en-US" sz="1200" spc="-150" dirty="0">
                <a:solidFill>
                  <a:srgbClr val="234DD3"/>
                </a:solidFill>
              </a:rPr>
              <a:t> 팬티기저귀</a:t>
            </a:r>
            <a:endParaRPr lang="en-US" altLang="ko-KR" sz="1200" spc="-150" dirty="0">
              <a:solidFill>
                <a:srgbClr val="234DD3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b="1" spc="-150" dirty="0" err="1">
                <a:solidFill>
                  <a:srgbClr val="FF0000"/>
                </a:solidFill>
              </a:rPr>
              <a:t>체험팩</a:t>
            </a:r>
            <a:r>
              <a:rPr lang="ko-KR" altLang="en-US" sz="1200" b="1" spc="-150" dirty="0">
                <a:solidFill>
                  <a:srgbClr val="FF0000"/>
                </a:solidFill>
              </a:rPr>
              <a:t> 특가</a:t>
            </a:r>
            <a:endParaRPr lang="ko-KR" altLang="ko-KR" sz="1200" b="1" dirty="0">
              <a:solidFill>
                <a:srgbClr val="FF0000"/>
              </a:solidFill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E769774-5347-4184-46EE-8B94D2327B3B}"/>
              </a:ext>
            </a:extLst>
          </p:cNvPr>
          <p:cNvSpPr/>
          <p:nvPr/>
        </p:nvSpPr>
        <p:spPr>
          <a:xfrm>
            <a:off x="3449933" y="3708855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74BBE4F0-261E-CD90-F38C-BBBAC692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94" y="2572797"/>
            <a:ext cx="1352239" cy="1467125"/>
          </a:xfrm>
          <a:prstGeom prst="rect">
            <a:avLst/>
          </a:prstGeom>
        </p:spPr>
      </p:pic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32D10556-F1A1-DFF3-5C21-90CDC8A6AA7B}"/>
              </a:ext>
            </a:extLst>
          </p:cNvPr>
          <p:cNvCxnSpPr>
            <a:cxnSpLocks/>
          </p:cNvCxnSpPr>
          <p:nvPr/>
        </p:nvCxnSpPr>
        <p:spPr>
          <a:xfrm>
            <a:off x="3312617" y="1908101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826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37E9-3458-9107-AD22-4E197613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9F925D2-9B36-9611-FA40-9CC2F83B935C}"/>
              </a:ext>
            </a:extLst>
          </p:cNvPr>
          <p:cNvSpPr/>
          <p:nvPr/>
        </p:nvSpPr>
        <p:spPr>
          <a:xfrm>
            <a:off x="163054" y="652650"/>
            <a:ext cx="3437595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i="1" dirty="0">
                <a:solidFill>
                  <a:schemeClr val="bg1"/>
                </a:solidFill>
              </a:rPr>
              <a:t>바닥 </a:t>
            </a:r>
            <a:r>
              <a:rPr lang="ko-KR" altLang="en-US" sz="1000" i="1" dirty="0" err="1">
                <a:solidFill>
                  <a:schemeClr val="bg1"/>
                </a:solidFill>
              </a:rPr>
              <a:t>딤</a:t>
            </a:r>
            <a:r>
              <a:rPr lang="ko-KR" altLang="en-US" sz="1000" i="1" dirty="0">
                <a:solidFill>
                  <a:schemeClr val="bg1"/>
                </a:solidFill>
              </a:rPr>
              <a:t> 처리</a:t>
            </a:r>
          </a:p>
        </p:txBody>
      </p:sp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A5E9AFFA-8C83-0840-2ACC-BF1064A95B1F}"/>
              </a:ext>
            </a:extLst>
          </p:cNvPr>
          <p:cNvSpPr/>
          <p:nvPr/>
        </p:nvSpPr>
        <p:spPr>
          <a:xfrm>
            <a:off x="163054" y="3924325"/>
            <a:ext cx="3437594" cy="2520280"/>
          </a:xfrm>
          <a:prstGeom prst="round2Same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88ABFA-1152-7E88-7B20-2B990DA306B7}"/>
              </a:ext>
            </a:extLst>
          </p:cNvPr>
          <p:cNvSpPr txBox="1"/>
          <p:nvPr/>
        </p:nvSpPr>
        <p:spPr>
          <a:xfrm>
            <a:off x="195171" y="6210624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021DD-9AFA-E6EC-71CC-16791840EE27}"/>
              </a:ext>
            </a:extLst>
          </p:cNvPr>
          <p:cNvSpPr txBox="1"/>
          <p:nvPr/>
        </p:nvSpPr>
        <p:spPr>
          <a:xfrm>
            <a:off x="3177263" y="6210624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0AB648-BEBD-5E9F-301E-EF9331E57B04}"/>
              </a:ext>
            </a:extLst>
          </p:cNvPr>
          <p:cNvSpPr/>
          <p:nvPr/>
        </p:nvSpPr>
        <p:spPr>
          <a:xfrm>
            <a:off x="156020" y="6182488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747EB04-B930-8179-987C-EF41600C24C1}"/>
              </a:ext>
            </a:extLst>
          </p:cNvPr>
          <p:cNvSpPr/>
          <p:nvPr/>
        </p:nvSpPr>
        <p:spPr>
          <a:xfrm>
            <a:off x="2761801" y="4068341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B8542-218E-7852-BC02-9A308BBFF557}"/>
              </a:ext>
            </a:extLst>
          </p:cNvPr>
          <p:cNvSpPr txBox="1"/>
          <p:nvPr/>
        </p:nvSpPr>
        <p:spPr>
          <a:xfrm>
            <a:off x="360289" y="4280494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spc="-150" dirty="0"/>
              <a:t>$2026</a:t>
            </a:r>
            <a:r>
              <a:rPr lang="ko-KR" altLang="en-US" sz="1200" spc="-150" dirty="0"/>
              <a:t>년 </a:t>
            </a:r>
            <a:r>
              <a:rPr lang="en-US" altLang="ko-KR" sz="1200" spc="-150" dirty="0"/>
              <a:t>8</a:t>
            </a:r>
            <a:r>
              <a:rPr lang="ko-KR" altLang="en-US" sz="1200" spc="-150" dirty="0"/>
              <a:t>월</a:t>
            </a:r>
            <a:r>
              <a:rPr lang="en-US" altLang="ko-KR" sz="1200" spc="-150" dirty="0"/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1200" spc="-150" dirty="0"/>
              <a:t>서비스 정기점검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/>
                </a:solidFill>
              </a:rPr>
              <a:t>안내 공지</a:t>
            </a:r>
            <a:r>
              <a:rPr lang="en-US" altLang="ko-KR" sz="1200" spc="-150" dirty="0">
                <a:solidFill>
                  <a:schemeClr val="tx1"/>
                </a:solidFill>
              </a:rPr>
              <a:t>$</a:t>
            </a:r>
            <a:endParaRPr lang="ko-KR" altLang="ko-KR" sz="12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510F35-A6FE-D8CC-0853-FBA07B9265EC}"/>
              </a:ext>
            </a:extLst>
          </p:cNvPr>
          <p:cNvSpPr/>
          <p:nvPr/>
        </p:nvSpPr>
        <p:spPr>
          <a:xfrm>
            <a:off x="444386" y="5259607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3290FB1-3D1A-B6B3-994D-ADF62D072C5F}"/>
              </a:ext>
            </a:extLst>
          </p:cNvPr>
          <p:cNvCxnSpPr>
            <a:cxnSpLocks/>
          </p:cNvCxnSpPr>
          <p:nvPr/>
        </p:nvCxnSpPr>
        <p:spPr>
          <a:xfrm>
            <a:off x="333679" y="3780309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87564D6-A5D8-C35F-8E1C-D4A888B93639}"/>
              </a:ext>
            </a:extLst>
          </p:cNvPr>
          <p:cNvSpPr txBox="1"/>
          <p:nvPr/>
        </p:nvSpPr>
        <p:spPr>
          <a:xfrm>
            <a:off x="1307907" y="78285"/>
            <a:ext cx="18902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 _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유형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6408C8-D5AE-E786-4551-98C2B6A123A8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90B44A8-EB03-E244-46D8-165E7F48B0EF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CH-U-MA-00-02p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C9E439-D080-B2FC-2636-197288CAD09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07AFE1-0C94-13ED-B7FE-5B2218E137C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6" name="Group 59">
            <a:extLst>
              <a:ext uri="{FF2B5EF4-FFF2-40B4-BE49-F238E27FC236}">
                <a16:creationId xmlns:a16="http://schemas.microsoft.com/office/drawing/2014/main" id="{AA93236A-5B4B-C80B-D6AC-4D264C904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190936"/>
              </p:ext>
            </p:extLst>
          </p:nvPr>
        </p:nvGraphicFramePr>
        <p:xfrm>
          <a:off x="10122181" y="653522"/>
          <a:ext cx="2760612" cy="2441831"/>
        </p:xfrm>
        <a:graphic>
          <a:graphicData uri="http://schemas.openxmlformats.org/drawingml/2006/table">
            <a:tbl>
              <a:tblPr/>
              <a:tblGrid>
                <a:gridCol w="352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sng" spc="-150" dirty="0"/>
                        <a:t> </a:t>
                      </a:r>
                      <a:r>
                        <a:rPr lang="en-US" altLang="ko-KR" sz="800" b="1" u="sng" spc="-150" dirty="0"/>
                        <a:t>*  </a:t>
                      </a:r>
                      <a:r>
                        <a:rPr lang="ko-KR" altLang="en-US" sz="800" b="1" u="sng" spc="-150" dirty="0"/>
                        <a:t>팝업 정의</a:t>
                      </a:r>
                      <a:endParaRPr lang="en-US" altLang="ko-KR" sz="800" b="1" u="sng" spc="-15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관리자에서 등록한 이벤트</a:t>
                      </a:r>
                      <a:r>
                        <a:rPr lang="en-US" altLang="ko-KR" sz="800" spc="-150" baseline="0" dirty="0"/>
                        <a:t>/</a:t>
                      </a:r>
                      <a:r>
                        <a:rPr lang="ko-KR" altLang="en-US" sz="800" spc="-150" baseline="0" dirty="0"/>
                        <a:t>기획전</a:t>
                      </a:r>
                      <a:r>
                        <a:rPr lang="en-US" altLang="ko-KR" sz="800" spc="-150" baseline="0" dirty="0"/>
                        <a:t>/</a:t>
                      </a:r>
                      <a:r>
                        <a:rPr lang="ko-KR" altLang="en-US" sz="800" spc="-150" baseline="0" dirty="0"/>
                        <a:t>공지사항 이미지가 </a:t>
                      </a:r>
                      <a:r>
                        <a:rPr lang="ko-KR" altLang="en-US" sz="800" spc="-150" baseline="0" dirty="0" err="1"/>
                        <a:t>롤링되는</a:t>
                      </a:r>
                      <a:r>
                        <a:rPr lang="ko-KR" altLang="en-US" sz="800" spc="-150" baseline="0" dirty="0"/>
                        <a:t> 형태</a:t>
                      </a:r>
                      <a:endParaRPr lang="en-US" altLang="ko-KR" sz="800" spc="-150" baseline="0" dirty="0"/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자동 롤링 </a:t>
                      </a:r>
                      <a:r>
                        <a:rPr lang="en-US" altLang="ko-KR" sz="800" spc="-150" baseline="0" dirty="0"/>
                        <a:t>( 3</a:t>
                      </a:r>
                      <a:r>
                        <a:rPr lang="ko-KR" altLang="en-US" sz="800" spc="-150" baseline="0" dirty="0"/>
                        <a:t>초마다 자동 롤링</a:t>
                      </a:r>
                      <a:r>
                        <a:rPr lang="en-US" altLang="ko-KR" sz="800" spc="-150" baseline="0" dirty="0"/>
                        <a:t>, </a:t>
                      </a:r>
                      <a:r>
                        <a:rPr lang="ko-KR" altLang="en-US" sz="800" spc="-150" baseline="0" dirty="0"/>
                        <a:t>터치로 좌우 슬라이드 가능</a:t>
                      </a:r>
                      <a:r>
                        <a:rPr lang="en-US" altLang="ko-KR" sz="800" spc="-150" baseline="0" dirty="0"/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baseline="0" dirty="0"/>
                        <a:t>클릭 시 상세 페이지로 랜딩</a:t>
                      </a:r>
                      <a:endParaRPr lang="en-US" altLang="ko-KR" sz="800" spc="-150" baseline="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6434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관리자에서 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“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공지사항 유형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＂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을 선택할 경우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타이틀 영역만 관리자에서 입력 가능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디자인은 고정 스타일로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전시 순위는 지정 가능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349443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15124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934945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FA965808-AE2C-A150-BDF3-C5B458F6F6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457" y="4387599"/>
            <a:ext cx="1350039" cy="135003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3F87B9E-2BD1-E0EA-9E26-7BBCB9C2A45C}"/>
              </a:ext>
            </a:extLst>
          </p:cNvPr>
          <p:cNvSpPr/>
          <p:nvPr/>
        </p:nvSpPr>
        <p:spPr bwMode="auto">
          <a:xfrm>
            <a:off x="12961938" y="602155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/3 1.02v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공지사항용 고정 메인 팝업 디자인 추가 반영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781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ED99-CE08-A60E-96E5-D75A2C76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D706C94D-1DA8-A64F-B15B-CD1C1665944C}"/>
              </a:ext>
            </a:extLst>
          </p:cNvPr>
          <p:cNvSpPr txBox="1"/>
          <p:nvPr/>
        </p:nvSpPr>
        <p:spPr>
          <a:xfrm>
            <a:off x="1307907" y="78285"/>
            <a:ext cx="16818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레이어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(PC)_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유형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6B505A-6FE5-933B-B968-7EE09FA6DD45}"/>
              </a:ext>
            </a:extLst>
          </p:cNvPr>
          <p:cNvSpPr txBox="1"/>
          <p:nvPr/>
        </p:nvSpPr>
        <p:spPr>
          <a:xfrm>
            <a:off x="1302717" y="330494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BBC439-A385-3414-3F41-D3409D86B13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B7FFB66-FBB9-FAFB-3BE7-60442F962245}"/>
              </a:ext>
            </a:extLst>
          </p:cNvPr>
          <p:cNvSpPr/>
          <p:nvPr/>
        </p:nvSpPr>
        <p:spPr>
          <a:xfrm>
            <a:off x="66411" y="662110"/>
            <a:ext cx="9999718" cy="5791955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i="1" dirty="0">
              <a:solidFill>
                <a:schemeClr val="bg1"/>
              </a:solidFill>
            </a:endParaRPr>
          </a:p>
        </p:txBody>
      </p:sp>
      <p:sp>
        <p:nvSpPr>
          <p:cNvPr id="90" name="사각형: 둥근 위쪽 모서리 89">
            <a:extLst>
              <a:ext uri="{FF2B5EF4-FFF2-40B4-BE49-F238E27FC236}">
                <a16:creationId xmlns:a16="http://schemas.microsoft.com/office/drawing/2014/main" id="{87F136D7-DA0A-C51D-05B8-572EFF4A6D80}"/>
              </a:ext>
            </a:extLst>
          </p:cNvPr>
          <p:cNvSpPr/>
          <p:nvPr/>
        </p:nvSpPr>
        <p:spPr>
          <a:xfrm>
            <a:off x="3168601" y="2052117"/>
            <a:ext cx="3437594" cy="25202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ABBBF6D-23C7-CCC4-F8B9-325FF5F7B3FF}"/>
              </a:ext>
            </a:extLst>
          </p:cNvPr>
          <p:cNvSpPr txBox="1"/>
          <p:nvPr/>
        </p:nvSpPr>
        <p:spPr>
          <a:xfrm>
            <a:off x="3200718" y="4338416"/>
            <a:ext cx="9044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843C2E-26F5-E259-824B-E38E8618E5FB}"/>
              </a:ext>
            </a:extLst>
          </p:cNvPr>
          <p:cNvSpPr txBox="1"/>
          <p:nvPr/>
        </p:nvSpPr>
        <p:spPr>
          <a:xfrm>
            <a:off x="6182810" y="4338416"/>
            <a:ext cx="3513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A637F05-3271-B95D-286E-AEA1855B6AF8}"/>
              </a:ext>
            </a:extLst>
          </p:cNvPr>
          <p:cNvSpPr/>
          <p:nvPr/>
        </p:nvSpPr>
        <p:spPr>
          <a:xfrm>
            <a:off x="3161567" y="4310280"/>
            <a:ext cx="3437594" cy="262117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74EEAC7A-247C-8B13-C71D-00FC40F8D014}"/>
              </a:ext>
            </a:extLst>
          </p:cNvPr>
          <p:cNvSpPr/>
          <p:nvPr/>
        </p:nvSpPr>
        <p:spPr>
          <a:xfrm>
            <a:off x="5767348" y="2196133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2/5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6C12E43-FCB6-57D1-7EA6-6B1251EB4F97}"/>
              </a:ext>
            </a:extLst>
          </p:cNvPr>
          <p:cNvSpPr txBox="1"/>
          <p:nvPr/>
        </p:nvSpPr>
        <p:spPr>
          <a:xfrm>
            <a:off x="3365836" y="2408286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fontAlgn="t">
              <a:buNone/>
              <a:defRPr sz="800" b="0" i="0">
                <a:solidFill>
                  <a:srgbClr val="333333"/>
                </a:solidFill>
                <a:effectLst/>
                <a:latin typeface="+mn-ea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spc="-150" dirty="0"/>
              <a:t>2026</a:t>
            </a:r>
            <a:r>
              <a:rPr lang="ko-KR" altLang="en-US" sz="1200" spc="-150" dirty="0"/>
              <a:t>년</a:t>
            </a:r>
            <a:r>
              <a:rPr lang="en-US" altLang="ko-KR" sz="1200" spc="-150" dirty="0"/>
              <a:t>8</a:t>
            </a:r>
            <a:r>
              <a:rPr lang="ko-KR" altLang="en-US" sz="1200" spc="-150" dirty="0"/>
              <a:t>월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/>
              <a:t>서비스정기점검</a:t>
            </a:r>
            <a:endParaRPr lang="en-US" altLang="ko-KR" sz="1200" spc="-150" dirty="0"/>
          </a:p>
          <a:p>
            <a:pPr>
              <a:lnSpc>
                <a:spcPct val="150000"/>
              </a:lnSpc>
            </a:pPr>
            <a:r>
              <a:rPr lang="ko-KR" altLang="en-US" sz="1200" spc="-150" dirty="0"/>
              <a:t>안내공지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869CD975-8FD1-C30D-D7FF-9E00B196628F}"/>
              </a:ext>
            </a:extLst>
          </p:cNvPr>
          <p:cNvSpPr/>
          <p:nvPr/>
        </p:nvSpPr>
        <p:spPr>
          <a:xfrm>
            <a:off x="3449933" y="3708855"/>
            <a:ext cx="996023" cy="188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</a:rPr>
              <a:t>바로 가기</a:t>
            </a: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EED947F2-753E-73A2-83FA-936DF95A2298}"/>
              </a:ext>
            </a:extLst>
          </p:cNvPr>
          <p:cNvCxnSpPr>
            <a:cxnSpLocks/>
          </p:cNvCxnSpPr>
          <p:nvPr/>
        </p:nvCxnSpPr>
        <p:spPr>
          <a:xfrm>
            <a:off x="3312617" y="1908101"/>
            <a:ext cx="3096344" cy="0"/>
          </a:xfrm>
          <a:prstGeom prst="straightConnector1">
            <a:avLst/>
          </a:prstGeom>
          <a:ln w="63500">
            <a:solidFill>
              <a:srgbClr val="FF0000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7B6E93-6866-5BF9-C59C-21EAECA96959}"/>
              </a:ext>
            </a:extLst>
          </p:cNvPr>
          <p:cNvSpPr/>
          <p:nvPr/>
        </p:nvSpPr>
        <p:spPr>
          <a:xfrm>
            <a:off x="7921129" y="58428"/>
            <a:ext cx="122180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CH-U-MA-00-02p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6156D-A999-DD8D-E7CB-7530A26D7EB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2026.08.03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F0F6C6-20C1-CB7D-AA4B-4DC2CC09A5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460" y="2482200"/>
            <a:ext cx="1350039" cy="135003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2C80BB-FEB4-E796-9629-EAFE2FEC2BBD}"/>
              </a:ext>
            </a:extLst>
          </p:cNvPr>
          <p:cNvSpPr/>
          <p:nvPr/>
        </p:nvSpPr>
        <p:spPr bwMode="auto">
          <a:xfrm>
            <a:off x="12961938" y="602155"/>
            <a:ext cx="2808063" cy="594726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kumimoji="1" lang="en-US" altLang="ko-KR" sz="800" b="0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/3 1.02v</a:t>
            </a:r>
          </a:p>
          <a:p>
            <a:pPr marL="171450" marR="0" lvl="0" indent="-17145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kern="0" spc="-1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공지사항용 고정 메인 팝업 디자인 추가 반영</a:t>
            </a:r>
            <a:endParaRPr kumimoji="1" lang="ko-KR" altLang="en-US" sz="80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938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12692</TotalTime>
  <Words>3234</Words>
  <Application>Microsoft Office PowerPoint</Application>
  <PresentationFormat>사용자 지정</PresentationFormat>
  <Paragraphs>1019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1541</cp:revision>
  <dcterms:created xsi:type="dcterms:W3CDTF">2020-09-28T12:25:11Z</dcterms:created>
  <dcterms:modified xsi:type="dcterms:W3CDTF">2026-08-03T08:18:09Z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