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1803" r:id="rId5"/>
    <p:sldId id="624" r:id="rId6"/>
    <p:sldId id="1973" r:id="rId7"/>
    <p:sldId id="1976" r:id="rId8"/>
    <p:sldId id="1963" r:id="rId9"/>
    <p:sldId id="1951" r:id="rId10"/>
    <p:sldId id="2070" r:id="rId11"/>
    <p:sldId id="2071" r:id="rId12"/>
    <p:sldId id="2072" r:id="rId13"/>
    <p:sldId id="2073" r:id="rId14"/>
    <p:sldId id="2074" r:id="rId15"/>
    <p:sldId id="2075" r:id="rId16"/>
    <p:sldId id="2076" r:id="rId17"/>
    <p:sldId id="2030" r:id="rId18"/>
    <p:sldId id="2077" r:id="rId19"/>
    <p:sldId id="2078" r:id="rId20"/>
    <p:sldId id="2079" r:id="rId21"/>
    <p:sldId id="2080" r:id="rId22"/>
    <p:sldId id="2081" r:id="rId23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623F"/>
    <a:srgbClr val="234DD3"/>
    <a:srgbClr val="34A44E"/>
    <a:srgbClr val="97C139"/>
    <a:srgbClr val="FBFBFB"/>
    <a:srgbClr val="EB7A67"/>
    <a:srgbClr val="F28C7A"/>
    <a:srgbClr val="00589A"/>
    <a:srgbClr val="F9B129"/>
    <a:srgbClr val="235A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FE5ACE-61F4-4EDA-A773-D7B9A88AD0E6}" v="104" dt="2026-07-22T06:14:33.242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144" autoAdjust="0"/>
    <p:restoredTop sz="97402" autoAdjust="0"/>
  </p:normalViewPr>
  <p:slideViewPr>
    <p:cSldViewPr>
      <p:cViewPr>
        <p:scale>
          <a:sx n="125" d="100"/>
          <a:sy n="125" d="100"/>
        </p:scale>
        <p:origin x="1308" y="384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103" d="100"/>
          <a:sy n="103" d="100"/>
        </p:scale>
        <p:origin x="4650" y="132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한나 조" userId="65a288ce2c9026c1" providerId="LiveId" clId="{C15A6EEB-526C-46C9-82AA-A02ABBD41001}"/>
    <pc:docChg chg="undo custSel modSld">
      <pc:chgData name="한나 조" userId="65a288ce2c9026c1" providerId="LiveId" clId="{C15A6EEB-526C-46C9-82AA-A02ABBD41001}" dt="2026-07-22T06:14:41.394" v="1109" actId="1035"/>
      <pc:docMkLst>
        <pc:docMk/>
      </pc:docMkLst>
      <pc:sldChg chg="modSp mod">
        <pc:chgData name="한나 조" userId="65a288ce2c9026c1" providerId="LiveId" clId="{C15A6EEB-526C-46C9-82AA-A02ABBD41001}" dt="2026-07-22T06:14:41.394" v="1109" actId="1035"/>
        <pc:sldMkLst>
          <pc:docMk/>
          <pc:sldMk cId="1502338924" sldId="1963"/>
        </pc:sldMkLst>
        <pc:graphicFrameChg chg="mod modGraphic">
          <ac:chgData name="한나 조" userId="65a288ce2c9026c1" providerId="LiveId" clId="{C15A6EEB-526C-46C9-82AA-A02ABBD41001}" dt="2026-07-22T06:14:41.394" v="1109" actId="1035"/>
          <ac:graphicFrameMkLst>
            <pc:docMk/>
            <pc:sldMk cId="1502338924" sldId="1963"/>
            <ac:graphicFrameMk id="4" creationId="{134ADAFA-E86E-DE69-794B-48681F98638F}"/>
          </ac:graphicFrameMkLst>
        </pc:graphicFrameChg>
      </pc:sldChg>
      <pc:sldChg chg="modSp mod">
        <pc:chgData name="한나 조" userId="65a288ce2c9026c1" providerId="LiveId" clId="{C15A6EEB-526C-46C9-82AA-A02ABBD41001}" dt="2026-07-22T06:10:25.401" v="931" actId="20577"/>
        <pc:sldMkLst>
          <pc:docMk/>
          <pc:sldMk cId="712698974" sldId="1973"/>
        </pc:sldMkLst>
        <pc:graphicFrameChg chg="mod modGraphic">
          <ac:chgData name="한나 조" userId="65a288ce2c9026c1" providerId="LiveId" clId="{C15A6EEB-526C-46C9-82AA-A02ABBD41001}" dt="2026-07-22T06:10:25.401" v="931" actId="20577"/>
          <ac:graphicFrameMkLst>
            <pc:docMk/>
            <pc:sldMk cId="712698974" sldId="1973"/>
            <ac:graphicFrameMk id="6" creationId="{9F464C77-6E6B-ABE3-7113-FE09A1F5BB45}"/>
          </ac:graphicFrameMkLst>
        </pc:graphicFrameChg>
      </pc:sldChg>
      <pc:sldChg chg="addSp delSp modSp mod">
        <pc:chgData name="한나 조" userId="65a288ce2c9026c1" providerId="LiveId" clId="{C15A6EEB-526C-46C9-82AA-A02ABBD41001}" dt="2026-07-22T05:48:35.875" v="677" actId="20577"/>
        <pc:sldMkLst>
          <pc:docMk/>
          <pc:sldMk cId="3638914303" sldId="2071"/>
        </pc:sldMkLst>
        <pc:spChg chg="del">
          <ac:chgData name="한나 조" userId="65a288ce2c9026c1" providerId="LiveId" clId="{C15A6EEB-526C-46C9-82AA-A02ABBD41001}" dt="2026-07-22T03:41:12" v="0" actId="478"/>
          <ac:spMkLst>
            <pc:docMk/>
            <pc:sldMk cId="3638914303" sldId="2071"/>
            <ac:spMk id="27" creationId="{6E8E45B4-63AC-B4D0-ABDF-AD1D659CCEF0}"/>
          </ac:spMkLst>
        </pc:spChg>
        <pc:spChg chg="add mod">
          <ac:chgData name="한나 조" userId="65a288ce2c9026c1" providerId="LiveId" clId="{C15A6EEB-526C-46C9-82AA-A02ABBD41001}" dt="2026-07-22T03:42:39.115" v="47" actId="1076"/>
          <ac:spMkLst>
            <pc:docMk/>
            <pc:sldMk cId="3638914303" sldId="2071"/>
            <ac:spMk id="30" creationId="{8C4C9D6D-6658-94BB-5A8E-1F4DA26BD956}"/>
          </ac:spMkLst>
        </pc:spChg>
        <pc:spChg chg="add mod">
          <ac:chgData name="한나 조" userId="65a288ce2c9026c1" providerId="LiveId" clId="{C15A6EEB-526C-46C9-82AA-A02ABBD41001}" dt="2026-07-22T03:42:35.160" v="46" actId="1076"/>
          <ac:spMkLst>
            <pc:docMk/>
            <pc:sldMk cId="3638914303" sldId="2071"/>
            <ac:spMk id="35" creationId="{9B4EF4DA-2BA4-7A6B-1E26-BA1E43BF1373}"/>
          </ac:spMkLst>
        </pc:spChg>
        <pc:spChg chg="del">
          <ac:chgData name="한나 조" userId="65a288ce2c9026c1" providerId="LiveId" clId="{C15A6EEB-526C-46C9-82AA-A02ABBD41001}" dt="2026-07-22T03:41:12" v="0" actId="478"/>
          <ac:spMkLst>
            <pc:docMk/>
            <pc:sldMk cId="3638914303" sldId="2071"/>
            <ac:spMk id="158" creationId="{B785AC30-3D7F-03AC-C1F7-ED8056C59618}"/>
          </ac:spMkLst>
        </pc:spChg>
        <pc:spChg chg="del">
          <ac:chgData name="한나 조" userId="65a288ce2c9026c1" providerId="LiveId" clId="{C15A6EEB-526C-46C9-82AA-A02ABBD41001}" dt="2026-07-22T03:41:12" v="0" actId="478"/>
          <ac:spMkLst>
            <pc:docMk/>
            <pc:sldMk cId="3638914303" sldId="2071"/>
            <ac:spMk id="183" creationId="{FB398D39-338A-0DC0-5192-2B0D6907594D}"/>
          </ac:spMkLst>
        </pc:spChg>
        <pc:spChg chg="del">
          <ac:chgData name="한나 조" userId="65a288ce2c9026c1" providerId="LiveId" clId="{C15A6EEB-526C-46C9-82AA-A02ABBD41001}" dt="2026-07-22T03:41:12" v="0" actId="478"/>
          <ac:spMkLst>
            <pc:docMk/>
            <pc:sldMk cId="3638914303" sldId="2071"/>
            <ac:spMk id="191" creationId="{BA03F08F-1013-8498-6E18-E80DA21DFB27}"/>
          </ac:spMkLst>
        </pc:spChg>
        <pc:spChg chg="del">
          <ac:chgData name="한나 조" userId="65a288ce2c9026c1" providerId="LiveId" clId="{C15A6EEB-526C-46C9-82AA-A02ABBD41001}" dt="2026-07-22T03:41:12" v="0" actId="478"/>
          <ac:spMkLst>
            <pc:docMk/>
            <pc:sldMk cId="3638914303" sldId="2071"/>
            <ac:spMk id="192" creationId="{FE4EA89F-2E21-A7FD-351B-83CB7DC87F75}"/>
          </ac:spMkLst>
        </pc:spChg>
        <pc:spChg chg="del">
          <ac:chgData name="한나 조" userId="65a288ce2c9026c1" providerId="LiveId" clId="{C15A6EEB-526C-46C9-82AA-A02ABBD41001}" dt="2026-07-22T03:41:12" v="0" actId="478"/>
          <ac:spMkLst>
            <pc:docMk/>
            <pc:sldMk cId="3638914303" sldId="2071"/>
            <ac:spMk id="193" creationId="{536B0FB7-2EA8-8B68-5D95-1C61CD1D803A}"/>
          </ac:spMkLst>
        </pc:spChg>
        <pc:spChg chg="del">
          <ac:chgData name="한나 조" userId="65a288ce2c9026c1" providerId="LiveId" clId="{C15A6EEB-526C-46C9-82AA-A02ABBD41001}" dt="2026-07-22T03:41:12" v="0" actId="478"/>
          <ac:spMkLst>
            <pc:docMk/>
            <pc:sldMk cId="3638914303" sldId="2071"/>
            <ac:spMk id="194" creationId="{2CFB12A1-A3F3-EE77-9647-02C8438CBD46}"/>
          </ac:spMkLst>
        </pc:spChg>
        <pc:spChg chg="del">
          <ac:chgData name="한나 조" userId="65a288ce2c9026c1" providerId="LiveId" clId="{C15A6EEB-526C-46C9-82AA-A02ABBD41001}" dt="2026-07-22T03:41:12" v="0" actId="478"/>
          <ac:spMkLst>
            <pc:docMk/>
            <pc:sldMk cId="3638914303" sldId="2071"/>
            <ac:spMk id="195" creationId="{A0321840-C878-0E52-B003-B53C36C08B59}"/>
          </ac:spMkLst>
        </pc:spChg>
        <pc:spChg chg="mod">
          <ac:chgData name="한나 조" userId="65a288ce2c9026c1" providerId="LiveId" clId="{C15A6EEB-526C-46C9-82AA-A02ABBD41001}" dt="2026-07-22T03:56:15.476" v="126" actId="20577"/>
          <ac:spMkLst>
            <pc:docMk/>
            <pc:sldMk cId="3638914303" sldId="2071"/>
            <ac:spMk id="197" creationId="{1830E202-A0B0-6DE6-3021-66263CAD0A78}"/>
          </ac:spMkLst>
        </pc:spChg>
        <pc:spChg chg="del mod">
          <ac:chgData name="한나 조" userId="65a288ce2c9026c1" providerId="LiveId" clId="{C15A6EEB-526C-46C9-82AA-A02ABBD41001}" dt="2026-07-22T03:56:12.007" v="124" actId="478"/>
          <ac:spMkLst>
            <pc:docMk/>
            <pc:sldMk cId="3638914303" sldId="2071"/>
            <ac:spMk id="198" creationId="{2C98C832-96F8-B01F-63AE-5F99D6CD943F}"/>
          </ac:spMkLst>
        </pc:spChg>
        <pc:spChg chg="mod">
          <ac:chgData name="한나 조" userId="65a288ce2c9026c1" providerId="LiveId" clId="{C15A6EEB-526C-46C9-82AA-A02ABBD41001}" dt="2026-07-22T03:42:27.719" v="43" actId="1076"/>
          <ac:spMkLst>
            <pc:docMk/>
            <pc:sldMk cId="3638914303" sldId="2071"/>
            <ac:spMk id="204" creationId="{94A32FCD-2D77-99F0-9855-C27B37D2CE96}"/>
          </ac:spMkLst>
        </pc:spChg>
        <pc:spChg chg="mod">
          <ac:chgData name="한나 조" userId="65a288ce2c9026c1" providerId="LiveId" clId="{C15A6EEB-526C-46C9-82AA-A02ABBD41001}" dt="2026-07-22T03:42:27.719" v="43" actId="1076"/>
          <ac:spMkLst>
            <pc:docMk/>
            <pc:sldMk cId="3638914303" sldId="2071"/>
            <ac:spMk id="206" creationId="{0A0B0D59-7A04-230E-65B7-EAB97CCFD20B}"/>
          </ac:spMkLst>
        </pc:spChg>
        <pc:spChg chg="mod">
          <ac:chgData name="한나 조" userId="65a288ce2c9026c1" providerId="LiveId" clId="{C15A6EEB-526C-46C9-82AA-A02ABBD41001}" dt="2026-07-22T03:42:27.719" v="43" actId="1076"/>
          <ac:spMkLst>
            <pc:docMk/>
            <pc:sldMk cId="3638914303" sldId="2071"/>
            <ac:spMk id="207" creationId="{DC88FB88-DACE-FDB3-74A5-EA3B2A7C45B1}"/>
          </ac:spMkLst>
        </pc:spChg>
        <pc:spChg chg="mod">
          <ac:chgData name="한나 조" userId="65a288ce2c9026c1" providerId="LiveId" clId="{C15A6EEB-526C-46C9-82AA-A02ABBD41001}" dt="2026-07-22T03:42:27.719" v="43" actId="1076"/>
          <ac:spMkLst>
            <pc:docMk/>
            <pc:sldMk cId="3638914303" sldId="2071"/>
            <ac:spMk id="208" creationId="{91D4973E-2E03-7B8A-0400-822F947C6224}"/>
          </ac:spMkLst>
        </pc:spChg>
        <pc:spChg chg="mod">
          <ac:chgData name="한나 조" userId="65a288ce2c9026c1" providerId="LiveId" clId="{C15A6EEB-526C-46C9-82AA-A02ABBD41001}" dt="2026-07-22T03:42:27.719" v="43" actId="1076"/>
          <ac:spMkLst>
            <pc:docMk/>
            <pc:sldMk cId="3638914303" sldId="2071"/>
            <ac:spMk id="209" creationId="{D1D49CAF-842F-A068-7C8C-CB5B6789B758}"/>
          </ac:spMkLst>
        </pc:spChg>
        <pc:spChg chg="mod">
          <ac:chgData name="한나 조" userId="65a288ce2c9026c1" providerId="LiveId" clId="{C15A6EEB-526C-46C9-82AA-A02ABBD41001}" dt="2026-07-22T03:42:27.719" v="43" actId="1076"/>
          <ac:spMkLst>
            <pc:docMk/>
            <pc:sldMk cId="3638914303" sldId="2071"/>
            <ac:spMk id="210" creationId="{82054B0F-44CD-6429-5598-81E4A149F70E}"/>
          </ac:spMkLst>
        </pc:spChg>
        <pc:spChg chg="mod">
          <ac:chgData name="한나 조" userId="65a288ce2c9026c1" providerId="LiveId" clId="{C15A6EEB-526C-46C9-82AA-A02ABBD41001}" dt="2026-07-22T03:42:27.719" v="43" actId="1076"/>
          <ac:spMkLst>
            <pc:docMk/>
            <pc:sldMk cId="3638914303" sldId="2071"/>
            <ac:spMk id="216" creationId="{87D143DA-3271-ADE6-1F25-4994B6879EDB}"/>
          </ac:spMkLst>
        </pc:spChg>
        <pc:spChg chg="mod">
          <ac:chgData name="한나 조" userId="65a288ce2c9026c1" providerId="LiveId" clId="{C15A6EEB-526C-46C9-82AA-A02ABBD41001}" dt="2026-07-22T03:42:27.719" v="43" actId="1076"/>
          <ac:spMkLst>
            <pc:docMk/>
            <pc:sldMk cId="3638914303" sldId="2071"/>
            <ac:spMk id="217" creationId="{9FD73299-59E9-033A-103D-844B63BE194E}"/>
          </ac:spMkLst>
        </pc:spChg>
        <pc:spChg chg="mod">
          <ac:chgData name="한나 조" userId="65a288ce2c9026c1" providerId="LiveId" clId="{C15A6EEB-526C-46C9-82AA-A02ABBD41001}" dt="2026-07-22T03:42:27.719" v="43" actId="1076"/>
          <ac:spMkLst>
            <pc:docMk/>
            <pc:sldMk cId="3638914303" sldId="2071"/>
            <ac:spMk id="218" creationId="{E22E3689-9607-DEF2-D1C8-652871A1036D}"/>
          </ac:spMkLst>
        </pc:spChg>
        <pc:spChg chg="mod">
          <ac:chgData name="한나 조" userId="65a288ce2c9026c1" providerId="LiveId" clId="{C15A6EEB-526C-46C9-82AA-A02ABBD41001}" dt="2026-07-22T03:42:27.719" v="43" actId="1076"/>
          <ac:spMkLst>
            <pc:docMk/>
            <pc:sldMk cId="3638914303" sldId="2071"/>
            <ac:spMk id="219" creationId="{9ADC09EC-0F57-49E7-73E7-D8A5028E75A5}"/>
          </ac:spMkLst>
        </pc:spChg>
        <pc:grpChg chg="del">
          <ac:chgData name="한나 조" userId="65a288ce2c9026c1" providerId="LiveId" clId="{C15A6EEB-526C-46C9-82AA-A02ABBD41001}" dt="2026-07-22T03:41:12" v="0" actId="478"/>
          <ac:grpSpMkLst>
            <pc:docMk/>
            <pc:sldMk cId="3638914303" sldId="2071"/>
            <ac:grpSpMk id="184" creationId="{26DBA6AA-98D7-AA0C-5832-9A5289D94465}"/>
          </ac:grpSpMkLst>
        </pc:grpChg>
        <pc:grpChg chg="del">
          <ac:chgData name="한나 조" userId="65a288ce2c9026c1" providerId="LiveId" clId="{C15A6EEB-526C-46C9-82AA-A02ABBD41001}" dt="2026-07-22T03:41:12" v="0" actId="478"/>
          <ac:grpSpMkLst>
            <pc:docMk/>
            <pc:sldMk cId="3638914303" sldId="2071"/>
            <ac:grpSpMk id="187" creationId="{D986F5E5-45A1-3225-326E-AEE3B471D8CF}"/>
          </ac:grpSpMkLst>
        </pc:grpChg>
        <pc:graphicFrameChg chg="mod modGraphic">
          <ac:chgData name="한나 조" userId="65a288ce2c9026c1" providerId="LiveId" clId="{C15A6EEB-526C-46C9-82AA-A02ABBD41001}" dt="2026-07-22T05:48:35.875" v="677" actId="20577"/>
          <ac:graphicFrameMkLst>
            <pc:docMk/>
            <pc:sldMk cId="3638914303" sldId="2071"/>
            <ac:graphicFrameMk id="8" creationId="{ACC60DE9-6D9B-F79D-326C-392750D7BA16}"/>
          </ac:graphicFrameMkLst>
        </pc:graphicFrameChg>
        <pc:picChg chg="add mod">
          <ac:chgData name="한나 조" userId="65a288ce2c9026c1" providerId="LiveId" clId="{C15A6EEB-526C-46C9-82AA-A02ABBD41001}" dt="2026-07-22T03:42:39.115" v="47" actId="1076"/>
          <ac:picMkLst>
            <pc:docMk/>
            <pc:sldMk cId="3638914303" sldId="2071"/>
            <ac:picMk id="2" creationId="{B3F2B4CE-A783-FA60-8500-30E3D2F385CE}"/>
          </ac:picMkLst>
        </pc:picChg>
        <pc:cxnChg chg="add mod">
          <ac:chgData name="한나 조" userId="65a288ce2c9026c1" providerId="LiveId" clId="{C15A6EEB-526C-46C9-82AA-A02ABBD41001}" dt="2026-07-22T03:42:41.461" v="48" actId="14100"/>
          <ac:cxnSpMkLst>
            <pc:docMk/>
            <pc:sldMk cId="3638914303" sldId="2071"/>
            <ac:cxnSpMk id="34" creationId="{87C9C27E-C37A-3E1C-C2D4-F3E750642A5E}"/>
          </ac:cxnSpMkLst>
        </pc:cxnChg>
      </pc:sldChg>
      <pc:sldChg chg="delSp modSp mod">
        <pc:chgData name="한나 조" userId="65a288ce2c9026c1" providerId="LiveId" clId="{C15A6EEB-526C-46C9-82AA-A02ABBD41001}" dt="2026-07-22T06:11:06.314" v="955" actId="20577"/>
        <pc:sldMkLst>
          <pc:docMk/>
          <pc:sldMk cId="3153783423" sldId="2072"/>
        </pc:sldMkLst>
        <pc:spChg chg="mod">
          <ac:chgData name="한나 조" userId="65a288ce2c9026c1" providerId="LiveId" clId="{C15A6EEB-526C-46C9-82AA-A02ABBD41001}" dt="2026-07-22T04:02:21.362" v="514" actId="1076"/>
          <ac:spMkLst>
            <pc:docMk/>
            <pc:sldMk cId="3153783423" sldId="2072"/>
            <ac:spMk id="2" creationId="{8DDE5553-EB46-9CA8-EB5B-97FFF7317874}"/>
          </ac:spMkLst>
        </pc:spChg>
        <pc:spChg chg="mod">
          <ac:chgData name="한나 조" userId="65a288ce2c9026c1" providerId="LiveId" clId="{C15A6EEB-526C-46C9-82AA-A02ABBD41001}" dt="2026-07-22T04:02:07.205" v="512" actId="14100"/>
          <ac:spMkLst>
            <pc:docMk/>
            <pc:sldMk cId="3153783423" sldId="2072"/>
            <ac:spMk id="10" creationId="{DD95433F-1F09-6CA5-8B86-AA9F422983E1}"/>
          </ac:spMkLst>
        </pc:spChg>
        <pc:spChg chg="mod">
          <ac:chgData name="한나 조" userId="65a288ce2c9026c1" providerId="LiveId" clId="{C15A6EEB-526C-46C9-82AA-A02ABBD41001}" dt="2026-07-22T04:01:39.345" v="504"/>
          <ac:spMkLst>
            <pc:docMk/>
            <pc:sldMk cId="3153783423" sldId="2072"/>
            <ac:spMk id="12" creationId="{8E457E1D-25AA-A03F-5178-3FA8625A4D66}"/>
          </ac:spMkLst>
        </pc:spChg>
        <pc:spChg chg="mod">
          <ac:chgData name="한나 조" userId="65a288ce2c9026c1" providerId="LiveId" clId="{C15A6EEB-526C-46C9-82AA-A02ABBD41001}" dt="2026-07-22T04:01:48.923" v="506" actId="1038"/>
          <ac:spMkLst>
            <pc:docMk/>
            <pc:sldMk cId="3153783423" sldId="2072"/>
            <ac:spMk id="15" creationId="{A793F6CC-05B9-448B-7CC7-2FB4EF92C5DE}"/>
          </ac:spMkLst>
        </pc:spChg>
        <pc:spChg chg="mod">
          <ac:chgData name="한나 조" userId="65a288ce2c9026c1" providerId="LiveId" clId="{C15A6EEB-526C-46C9-82AA-A02ABBD41001}" dt="2026-07-22T04:02:02.035" v="511" actId="1035"/>
          <ac:spMkLst>
            <pc:docMk/>
            <pc:sldMk cId="3153783423" sldId="2072"/>
            <ac:spMk id="20" creationId="{1F1EAC3A-7DE9-E769-A9CF-9990F65C525E}"/>
          </ac:spMkLst>
        </pc:spChg>
        <pc:spChg chg="mod">
          <ac:chgData name="한나 조" userId="65a288ce2c9026c1" providerId="LiveId" clId="{C15A6EEB-526C-46C9-82AA-A02ABBD41001}" dt="2026-07-22T04:01:55.318" v="508" actId="20577"/>
          <ac:spMkLst>
            <pc:docMk/>
            <pc:sldMk cId="3153783423" sldId="2072"/>
            <ac:spMk id="21" creationId="{CBD9CF21-E468-687B-9CE6-E66CC4EB9ECB}"/>
          </ac:spMkLst>
        </pc:spChg>
        <pc:spChg chg="del">
          <ac:chgData name="한나 조" userId="65a288ce2c9026c1" providerId="LiveId" clId="{C15A6EEB-526C-46C9-82AA-A02ABBD41001}" dt="2026-07-22T04:01:58.666" v="509" actId="478"/>
          <ac:spMkLst>
            <pc:docMk/>
            <pc:sldMk cId="3153783423" sldId="2072"/>
            <ac:spMk id="24" creationId="{186E2DBF-318B-B296-42AA-5DB13225C7C4}"/>
          </ac:spMkLst>
        </pc:spChg>
        <pc:spChg chg="mod">
          <ac:chgData name="한나 조" userId="65a288ce2c9026c1" providerId="LiveId" clId="{C15A6EEB-526C-46C9-82AA-A02ABBD41001}" dt="2026-07-22T04:02:21.362" v="514" actId="1076"/>
          <ac:spMkLst>
            <pc:docMk/>
            <pc:sldMk cId="3153783423" sldId="2072"/>
            <ac:spMk id="130" creationId="{F8B90E09-FCBE-E477-88CA-3B5B265560D6}"/>
          </ac:spMkLst>
        </pc:spChg>
        <pc:spChg chg="mod">
          <ac:chgData name="한나 조" userId="65a288ce2c9026c1" providerId="LiveId" clId="{C15A6EEB-526C-46C9-82AA-A02ABBD41001}" dt="2026-07-22T04:02:21.362" v="514" actId="1076"/>
          <ac:spMkLst>
            <pc:docMk/>
            <pc:sldMk cId="3153783423" sldId="2072"/>
            <ac:spMk id="132" creationId="{EC71F29D-69A1-1B26-F0BA-E591A7CDECF5}"/>
          </ac:spMkLst>
        </pc:spChg>
        <pc:spChg chg="mod">
          <ac:chgData name="한나 조" userId="65a288ce2c9026c1" providerId="LiveId" clId="{C15A6EEB-526C-46C9-82AA-A02ABBD41001}" dt="2026-07-22T04:01:45.808" v="505"/>
          <ac:spMkLst>
            <pc:docMk/>
            <pc:sldMk cId="3153783423" sldId="2072"/>
            <ac:spMk id="177" creationId="{1DB2A969-7C85-853B-3A86-051C394E2075}"/>
          </ac:spMkLst>
        </pc:spChg>
        <pc:grpChg chg="mod">
          <ac:chgData name="한나 조" userId="65a288ce2c9026c1" providerId="LiveId" clId="{C15A6EEB-526C-46C9-82AA-A02ABBD41001}" dt="2026-07-22T04:02:13.753" v="513" actId="1076"/>
          <ac:grpSpMkLst>
            <pc:docMk/>
            <pc:sldMk cId="3153783423" sldId="2072"/>
            <ac:grpSpMk id="5" creationId="{DD689D3B-1C84-5197-549C-7418D2716149}"/>
          </ac:grpSpMkLst>
        </pc:grpChg>
        <pc:graphicFrameChg chg="mod modGraphic">
          <ac:chgData name="한나 조" userId="65a288ce2c9026c1" providerId="LiveId" clId="{C15A6EEB-526C-46C9-82AA-A02ABBD41001}" dt="2026-07-22T06:11:06.314" v="955" actId="20577"/>
          <ac:graphicFrameMkLst>
            <pc:docMk/>
            <pc:sldMk cId="3153783423" sldId="2072"/>
            <ac:graphicFrameMk id="8" creationId="{E910B62F-3060-BA07-0231-40F8CBE333E1}"/>
          </ac:graphicFrameMkLst>
        </pc:graphicFrameChg>
      </pc:sldChg>
      <pc:sldChg chg="addSp modSp mod modClrScheme chgLayout">
        <pc:chgData name="한나 조" userId="65a288ce2c9026c1" providerId="LiveId" clId="{C15A6EEB-526C-46C9-82AA-A02ABBD41001}" dt="2026-07-22T06:13:35.946" v="1071" actId="20577"/>
        <pc:sldMkLst>
          <pc:docMk/>
          <pc:sldMk cId="205317361" sldId="2073"/>
        </pc:sldMkLst>
        <pc:spChg chg="mod">
          <ac:chgData name="한나 조" userId="65a288ce2c9026c1" providerId="LiveId" clId="{C15A6EEB-526C-46C9-82AA-A02ABBD41001}" dt="2026-07-22T06:10:32.325" v="932" actId="20577"/>
          <ac:spMkLst>
            <pc:docMk/>
            <pc:sldMk cId="205317361" sldId="2073"/>
            <ac:spMk id="4" creationId="{8AF113E9-B950-0BAD-6D3D-706040B3B2D8}"/>
          </ac:spMkLst>
        </pc:spChg>
        <pc:spChg chg="add mod">
          <ac:chgData name="한나 조" userId="65a288ce2c9026c1" providerId="LiveId" clId="{C15A6EEB-526C-46C9-82AA-A02ABBD41001}" dt="2026-07-22T06:05:07.062" v="884" actId="1076"/>
          <ac:spMkLst>
            <pc:docMk/>
            <pc:sldMk cId="205317361" sldId="2073"/>
            <ac:spMk id="5" creationId="{0FEF71EB-C90B-1971-A976-B79BF97CC8D3}"/>
          </ac:spMkLst>
        </pc:spChg>
        <pc:spChg chg="add mod">
          <ac:chgData name="한나 조" userId="65a288ce2c9026c1" providerId="LiveId" clId="{C15A6EEB-526C-46C9-82AA-A02ABBD41001}" dt="2026-07-22T06:05:07.062" v="884" actId="1076"/>
          <ac:spMkLst>
            <pc:docMk/>
            <pc:sldMk cId="205317361" sldId="2073"/>
            <ac:spMk id="20" creationId="{B32FD9BF-1E0D-7445-D647-CCFC3AFD17BE}"/>
          </ac:spMkLst>
        </pc:spChg>
        <pc:spChg chg="add mod">
          <ac:chgData name="한나 조" userId="65a288ce2c9026c1" providerId="LiveId" clId="{C15A6EEB-526C-46C9-82AA-A02ABBD41001}" dt="2026-07-22T06:05:00.867" v="883" actId="571"/>
          <ac:spMkLst>
            <pc:docMk/>
            <pc:sldMk cId="205317361" sldId="2073"/>
            <ac:spMk id="22" creationId="{17699B79-D5D4-2486-B90C-4C7EC31AE58D}"/>
          </ac:spMkLst>
        </pc:spChg>
        <pc:spChg chg="ord">
          <ac:chgData name="한나 조" userId="65a288ce2c9026c1" providerId="LiveId" clId="{C15A6EEB-526C-46C9-82AA-A02ABBD41001}" dt="2026-07-22T04:02:41.908" v="515" actId="167"/>
          <ac:spMkLst>
            <pc:docMk/>
            <pc:sldMk cId="205317361" sldId="2073"/>
            <ac:spMk id="242" creationId="{CC46218B-F9F1-3514-A3DC-77D2AD68D9B4}"/>
          </ac:spMkLst>
        </pc:spChg>
        <pc:grpChg chg="ord">
          <ac:chgData name="한나 조" userId="65a288ce2c9026c1" providerId="LiveId" clId="{C15A6EEB-526C-46C9-82AA-A02ABBD41001}" dt="2026-07-22T04:02:41.908" v="515" actId="167"/>
          <ac:grpSpMkLst>
            <pc:docMk/>
            <pc:sldMk cId="205317361" sldId="2073"/>
            <ac:grpSpMk id="236" creationId="{08882DE4-59AC-1FC3-0E71-0332D435CCF8}"/>
          </ac:grpSpMkLst>
        </pc:grpChg>
        <pc:graphicFrameChg chg="mod modGraphic">
          <ac:chgData name="한나 조" userId="65a288ce2c9026c1" providerId="LiveId" clId="{C15A6EEB-526C-46C9-82AA-A02ABBD41001}" dt="2026-07-22T06:13:35.946" v="1071" actId="20577"/>
          <ac:graphicFrameMkLst>
            <pc:docMk/>
            <pc:sldMk cId="205317361" sldId="2073"/>
            <ac:graphicFrameMk id="8" creationId="{30E0497F-349D-7539-7325-D169CECD7F8F}"/>
          </ac:graphicFrameMkLst>
        </pc:graphicFrameChg>
      </pc:sldChg>
      <pc:sldChg chg="addSp delSp modSp mod modClrScheme chgLayout">
        <pc:chgData name="한나 조" userId="65a288ce2c9026c1" providerId="LiveId" clId="{C15A6EEB-526C-46C9-82AA-A02ABBD41001}" dt="2026-07-22T06:02:45.405" v="785"/>
        <pc:sldMkLst>
          <pc:docMk/>
          <pc:sldMk cId="4200059206" sldId="2074"/>
        </pc:sldMkLst>
        <pc:spChg chg="mod">
          <ac:chgData name="한나 조" userId="65a288ce2c9026c1" providerId="LiveId" clId="{C15A6EEB-526C-46C9-82AA-A02ABBD41001}" dt="2026-07-22T06:01:37.622" v="782" actId="164"/>
          <ac:spMkLst>
            <pc:docMk/>
            <pc:sldMk cId="4200059206" sldId="2074"/>
            <ac:spMk id="5" creationId="{060DF453-29D4-B69D-5ED6-0D85F24B0A65}"/>
          </ac:spMkLst>
        </pc:spChg>
        <pc:spChg chg="mod">
          <ac:chgData name="한나 조" userId="65a288ce2c9026c1" providerId="LiveId" clId="{C15A6EEB-526C-46C9-82AA-A02ABBD41001}" dt="2026-07-22T06:01:37.622" v="782" actId="164"/>
          <ac:spMkLst>
            <pc:docMk/>
            <pc:sldMk cId="4200059206" sldId="2074"/>
            <ac:spMk id="10" creationId="{FF6AADB5-E72C-7752-B64D-F25E248627C3}"/>
          </ac:spMkLst>
        </pc:spChg>
        <pc:spChg chg="mod">
          <ac:chgData name="한나 조" userId="65a288ce2c9026c1" providerId="LiveId" clId="{C15A6EEB-526C-46C9-82AA-A02ABBD41001}" dt="2026-07-22T06:01:37.622" v="782" actId="164"/>
          <ac:spMkLst>
            <pc:docMk/>
            <pc:sldMk cId="4200059206" sldId="2074"/>
            <ac:spMk id="12" creationId="{F99ADC54-4F4E-8DDF-0F18-A66591E2054C}"/>
          </ac:spMkLst>
        </pc:spChg>
        <pc:spChg chg="mod">
          <ac:chgData name="한나 조" userId="65a288ce2c9026c1" providerId="LiveId" clId="{C15A6EEB-526C-46C9-82AA-A02ABBD41001}" dt="2026-07-22T06:01:37.622" v="782" actId="164"/>
          <ac:spMkLst>
            <pc:docMk/>
            <pc:sldMk cId="4200059206" sldId="2074"/>
            <ac:spMk id="15" creationId="{18C7A455-5CEE-E61C-5555-67F65F449D9F}"/>
          </ac:spMkLst>
        </pc:spChg>
        <pc:spChg chg="mod">
          <ac:chgData name="한나 조" userId="65a288ce2c9026c1" providerId="LiveId" clId="{C15A6EEB-526C-46C9-82AA-A02ABBD41001}" dt="2026-07-22T06:01:39.351" v="783" actId="164"/>
          <ac:spMkLst>
            <pc:docMk/>
            <pc:sldMk cId="4200059206" sldId="2074"/>
            <ac:spMk id="20" creationId="{DEAB14A1-D6AA-0F7F-E0D5-8B1E605F2285}"/>
          </ac:spMkLst>
        </pc:spChg>
        <pc:spChg chg="mod">
          <ac:chgData name="한나 조" userId="65a288ce2c9026c1" providerId="LiveId" clId="{C15A6EEB-526C-46C9-82AA-A02ABBD41001}" dt="2026-07-22T06:01:39.351" v="783" actId="164"/>
          <ac:spMkLst>
            <pc:docMk/>
            <pc:sldMk cId="4200059206" sldId="2074"/>
            <ac:spMk id="21" creationId="{8CA62F6E-7303-7180-474C-A15667806DB2}"/>
          </ac:spMkLst>
        </pc:spChg>
        <pc:spChg chg="mod">
          <ac:chgData name="한나 조" userId="65a288ce2c9026c1" providerId="LiveId" clId="{C15A6EEB-526C-46C9-82AA-A02ABBD41001}" dt="2026-07-22T06:01:39.351" v="783" actId="164"/>
          <ac:spMkLst>
            <pc:docMk/>
            <pc:sldMk cId="4200059206" sldId="2074"/>
            <ac:spMk id="22" creationId="{B44C8CB1-EAF3-1BA6-8C40-835AEEBBEF8D}"/>
          </ac:spMkLst>
        </pc:spChg>
        <pc:spChg chg="mod">
          <ac:chgData name="한나 조" userId="65a288ce2c9026c1" providerId="LiveId" clId="{C15A6EEB-526C-46C9-82AA-A02ABBD41001}" dt="2026-07-22T06:01:39.351" v="783" actId="164"/>
          <ac:spMkLst>
            <pc:docMk/>
            <pc:sldMk cId="4200059206" sldId="2074"/>
            <ac:spMk id="24" creationId="{4BC2F4DF-5B18-F0EB-4DF6-A1D709587739}"/>
          </ac:spMkLst>
        </pc:spChg>
        <pc:spChg chg="del">
          <ac:chgData name="한나 조" userId="65a288ce2c9026c1" providerId="LiveId" clId="{C15A6EEB-526C-46C9-82AA-A02ABBD41001}" dt="2026-07-22T06:01:15.089" v="775" actId="478"/>
          <ac:spMkLst>
            <pc:docMk/>
            <pc:sldMk cId="4200059206" sldId="2074"/>
            <ac:spMk id="27" creationId="{99BC32B9-4A0D-B31F-A863-BC5D89D039D7}"/>
          </ac:spMkLst>
        </pc:spChg>
        <pc:spChg chg="add mod">
          <ac:chgData name="한나 조" userId="65a288ce2c9026c1" providerId="LiveId" clId="{C15A6EEB-526C-46C9-82AA-A02ABBD41001}" dt="2026-07-22T06:02:45.405" v="785"/>
          <ac:spMkLst>
            <pc:docMk/>
            <pc:sldMk cId="4200059206" sldId="2074"/>
            <ac:spMk id="29" creationId="{04E6C27B-59E7-519A-ABC2-FF32C40BCE03}"/>
          </ac:spMkLst>
        </pc:spChg>
        <pc:spChg chg="add mod">
          <ac:chgData name="한나 조" userId="65a288ce2c9026c1" providerId="LiveId" clId="{C15A6EEB-526C-46C9-82AA-A02ABBD41001}" dt="2026-07-22T05:58:45.555" v="774" actId="20577"/>
          <ac:spMkLst>
            <pc:docMk/>
            <pc:sldMk cId="4200059206" sldId="2074"/>
            <ac:spMk id="31" creationId="{AF9DDA9B-A47D-57F7-D428-7943EB52F26D}"/>
          </ac:spMkLst>
        </pc:spChg>
        <pc:spChg chg="add mod ord">
          <ac:chgData name="한나 조" userId="65a288ce2c9026c1" providerId="LiveId" clId="{C15A6EEB-526C-46C9-82AA-A02ABBD41001}" dt="2026-07-22T05:58:31.180" v="770" actId="167"/>
          <ac:spMkLst>
            <pc:docMk/>
            <pc:sldMk cId="4200059206" sldId="2074"/>
            <ac:spMk id="32" creationId="{DCB84ED0-EDF7-591D-F6D9-726F375E71D5}"/>
          </ac:spMkLst>
        </pc:spChg>
        <pc:spChg chg="mod">
          <ac:chgData name="한나 조" userId="65a288ce2c9026c1" providerId="LiveId" clId="{C15A6EEB-526C-46C9-82AA-A02ABBD41001}" dt="2026-07-22T06:01:20.880" v="777" actId="1036"/>
          <ac:spMkLst>
            <pc:docMk/>
            <pc:sldMk cId="4200059206" sldId="2074"/>
            <ac:spMk id="62" creationId="{D649AD8D-735E-84FD-3D7C-7A22DC52EB6A}"/>
          </ac:spMkLst>
        </pc:spChg>
        <pc:spChg chg="mod">
          <ac:chgData name="한나 조" userId="65a288ce2c9026c1" providerId="LiveId" clId="{C15A6EEB-526C-46C9-82AA-A02ABBD41001}" dt="2026-07-22T05:58:36.689" v="771" actId="1035"/>
          <ac:spMkLst>
            <pc:docMk/>
            <pc:sldMk cId="4200059206" sldId="2074"/>
            <ac:spMk id="136" creationId="{6920879E-3CB7-E825-58A6-5D52005BBAEC}"/>
          </ac:spMkLst>
        </pc:spChg>
        <pc:spChg chg="mod">
          <ac:chgData name="한나 조" userId="65a288ce2c9026c1" providerId="LiveId" clId="{C15A6EEB-526C-46C9-82AA-A02ABBD41001}" dt="2026-07-22T06:01:31.448" v="780" actId="164"/>
          <ac:spMkLst>
            <pc:docMk/>
            <pc:sldMk cId="4200059206" sldId="2074"/>
            <ac:spMk id="147" creationId="{BF551220-42D0-C142-58E5-2DBC0D94D940}"/>
          </ac:spMkLst>
        </pc:spChg>
        <pc:spChg chg="mod">
          <ac:chgData name="한나 조" userId="65a288ce2c9026c1" providerId="LiveId" clId="{C15A6EEB-526C-46C9-82AA-A02ABBD41001}" dt="2026-07-22T06:01:31.448" v="780" actId="164"/>
          <ac:spMkLst>
            <pc:docMk/>
            <pc:sldMk cId="4200059206" sldId="2074"/>
            <ac:spMk id="148" creationId="{9D1FCAAB-5650-72C3-3516-7A0C9A117DE0}"/>
          </ac:spMkLst>
        </pc:spChg>
        <pc:spChg chg="mod">
          <ac:chgData name="한나 조" userId="65a288ce2c9026c1" providerId="LiveId" clId="{C15A6EEB-526C-46C9-82AA-A02ABBD41001}" dt="2026-07-22T06:01:31.448" v="780" actId="164"/>
          <ac:spMkLst>
            <pc:docMk/>
            <pc:sldMk cId="4200059206" sldId="2074"/>
            <ac:spMk id="149" creationId="{799C9EF5-3237-48D4-F2C2-F6241570C71F}"/>
          </ac:spMkLst>
        </pc:spChg>
        <pc:spChg chg="mod">
          <ac:chgData name="한나 조" userId="65a288ce2c9026c1" providerId="LiveId" clId="{C15A6EEB-526C-46C9-82AA-A02ABBD41001}" dt="2026-07-22T06:01:31.448" v="780" actId="164"/>
          <ac:spMkLst>
            <pc:docMk/>
            <pc:sldMk cId="4200059206" sldId="2074"/>
            <ac:spMk id="153" creationId="{C3EE81FC-4BD1-CEAE-10F2-C900BAFB24F7}"/>
          </ac:spMkLst>
        </pc:spChg>
        <pc:spChg chg="mod">
          <ac:chgData name="한나 조" userId="65a288ce2c9026c1" providerId="LiveId" clId="{C15A6EEB-526C-46C9-82AA-A02ABBD41001}" dt="2026-07-22T06:01:31.448" v="780" actId="164"/>
          <ac:spMkLst>
            <pc:docMk/>
            <pc:sldMk cId="4200059206" sldId="2074"/>
            <ac:spMk id="154" creationId="{3FB812F7-A157-B5A0-0A62-D74D3305E91F}"/>
          </ac:spMkLst>
        </pc:spChg>
        <pc:spChg chg="mod">
          <ac:chgData name="한나 조" userId="65a288ce2c9026c1" providerId="LiveId" clId="{C15A6EEB-526C-46C9-82AA-A02ABBD41001}" dt="2026-07-22T06:01:31.448" v="780" actId="164"/>
          <ac:spMkLst>
            <pc:docMk/>
            <pc:sldMk cId="4200059206" sldId="2074"/>
            <ac:spMk id="155" creationId="{35E41EBC-84B4-87F8-38E6-67C0D81BE851}"/>
          </ac:spMkLst>
        </pc:spChg>
        <pc:spChg chg="mod">
          <ac:chgData name="한나 조" userId="65a288ce2c9026c1" providerId="LiveId" clId="{C15A6EEB-526C-46C9-82AA-A02ABBD41001}" dt="2026-07-22T06:01:31.448" v="780" actId="164"/>
          <ac:spMkLst>
            <pc:docMk/>
            <pc:sldMk cId="4200059206" sldId="2074"/>
            <ac:spMk id="156" creationId="{CE888F3B-A680-8D63-859B-2C9AEDD5FF6D}"/>
          </ac:spMkLst>
        </pc:spChg>
        <pc:spChg chg="mod">
          <ac:chgData name="한나 조" userId="65a288ce2c9026c1" providerId="LiveId" clId="{C15A6EEB-526C-46C9-82AA-A02ABBD41001}" dt="2026-07-22T06:01:34.453" v="781" actId="164"/>
          <ac:spMkLst>
            <pc:docMk/>
            <pc:sldMk cId="4200059206" sldId="2074"/>
            <ac:spMk id="161" creationId="{104B0A85-DA39-4A54-D9D1-910B05FC66CA}"/>
          </ac:spMkLst>
        </pc:spChg>
        <pc:spChg chg="mod">
          <ac:chgData name="한나 조" userId="65a288ce2c9026c1" providerId="LiveId" clId="{C15A6EEB-526C-46C9-82AA-A02ABBD41001}" dt="2026-07-22T06:01:34.453" v="781" actId="164"/>
          <ac:spMkLst>
            <pc:docMk/>
            <pc:sldMk cId="4200059206" sldId="2074"/>
            <ac:spMk id="162" creationId="{4628896E-15B0-1E90-7D86-A2936B24FCB0}"/>
          </ac:spMkLst>
        </pc:spChg>
        <pc:spChg chg="mod">
          <ac:chgData name="한나 조" userId="65a288ce2c9026c1" providerId="LiveId" clId="{C15A6EEB-526C-46C9-82AA-A02ABBD41001}" dt="2026-07-22T06:01:34.453" v="781" actId="164"/>
          <ac:spMkLst>
            <pc:docMk/>
            <pc:sldMk cId="4200059206" sldId="2074"/>
            <ac:spMk id="163" creationId="{A84CE472-3B55-C5F6-1714-7AFC1408C8B7}"/>
          </ac:spMkLst>
        </pc:spChg>
        <pc:spChg chg="mod">
          <ac:chgData name="한나 조" userId="65a288ce2c9026c1" providerId="LiveId" clId="{C15A6EEB-526C-46C9-82AA-A02ABBD41001}" dt="2026-07-22T06:01:34.453" v="781" actId="164"/>
          <ac:spMkLst>
            <pc:docMk/>
            <pc:sldMk cId="4200059206" sldId="2074"/>
            <ac:spMk id="164" creationId="{81445454-A740-57A5-0267-808B468C0490}"/>
          </ac:spMkLst>
        </pc:spChg>
        <pc:spChg chg="mod">
          <ac:chgData name="한나 조" userId="65a288ce2c9026c1" providerId="LiveId" clId="{C15A6EEB-526C-46C9-82AA-A02ABBD41001}" dt="2026-07-22T05:49:36.982" v="721" actId="1076"/>
          <ac:spMkLst>
            <pc:docMk/>
            <pc:sldMk cId="4200059206" sldId="2074"/>
            <ac:spMk id="165" creationId="{EA483FEC-A65A-124E-8F01-71A253D0CCA2}"/>
          </ac:spMkLst>
        </pc:spChg>
        <pc:spChg chg="mod">
          <ac:chgData name="한나 조" userId="65a288ce2c9026c1" providerId="LiveId" clId="{C15A6EEB-526C-46C9-82AA-A02ABBD41001}" dt="2026-07-22T05:58:36.689" v="771" actId="1035"/>
          <ac:spMkLst>
            <pc:docMk/>
            <pc:sldMk cId="4200059206" sldId="2074"/>
            <ac:spMk id="169" creationId="{4AD725C2-6CF7-F033-2E2C-B76E0C016676}"/>
          </ac:spMkLst>
        </pc:spChg>
        <pc:spChg chg="mod">
          <ac:chgData name="한나 조" userId="65a288ce2c9026c1" providerId="LiveId" clId="{C15A6EEB-526C-46C9-82AA-A02ABBD41001}" dt="2026-07-22T06:01:20.880" v="777" actId="1036"/>
          <ac:spMkLst>
            <pc:docMk/>
            <pc:sldMk cId="4200059206" sldId="2074"/>
            <ac:spMk id="171" creationId="{0404E16A-FCF4-02B3-1BB1-3DA3EFBEC1A7}"/>
          </ac:spMkLst>
        </pc:spChg>
        <pc:grpChg chg="add mod">
          <ac:chgData name="한나 조" userId="65a288ce2c9026c1" providerId="LiveId" clId="{C15A6EEB-526C-46C9-82AA-A02ABBD41001}" dt="2026-07-22T06:01:31.448" v="780" actId="164"/>
          <ac:grpSpMkLst>
            <pc:docMk/>
            <pc:sldMk cId="4200059206" sldId="2074"/>
            <ac:grpSpMk id="33" creationId="{7976653A-49BE-254D-2D4B-E7FC0663D59B}"/>
          </ac:grpSpMkLst>
        </pc:grpChg>
        <pc:grpChg chg="add mod">
          <ac:chgData name="한나 조" userId="65a288ce2c9026c1" providerId="LiveId" clId="{C15A6EEB-526C-46C9-82AA-A02ABBD41001}" dt="2026-07-22T06:01:50.127" v="784" actId="465"/>
          <ac:grpSpMkLst>
            <pc:docMk/>
            <pc:sldMk cId="4200059206" sldId="2074"/>
            <ac:grpSpMk id="34" creationId="{868DB712-BB1E-B60A-9671-C322C8A25436}"/>
          </ac:grpSpMkLst>
        </pc:grpChg>
        <pc:grpChg chg="add mod">
          <ac:chgData name="한나 조" userId="65a288ce2c9026c1" providerId="LiveId" clId="{C15A6EEB-526C-46C9-82AA-A02ABBD41001}" dt="2026-07-22T06:01:50.127" v="784" actId="465"/>
          <ac:grpSpMkLst>
            <pc:docMk/>
            <pc:sldMk cId="4200059206" sldId="2074"/>
            <ac:grpSpMk id="35" creationId="{AD820F47-4A92-E30E-2C55-AE90375B3CD7}"/>
          </ac:grpSpMkLst>
        </pc:grpChg>
        <pc:grpChg chg="add mod">
          <ac:chgData name="한나 조" userId="65a288ce2c9026c1" providerId="LiveId" clId="{C15A6EEB-526C-46C9-82AA-A02ABBD41001}" dt="2026-07-22T06:01:39.351" v="783" actId="164"/>
          <ac:grpSpMkLst>
            <pc:docMk/>
            <pc:sldMk cId="4200059206" sldId="2074"/>
            <ac:grpSpMk id="36" creationId="{8247ABC6-A87B-F3FF-F1E1-BF762F4B203F}"/>
          </ac:grpSpMkLst>
        </pc:grpChg>
      </pc:sldChg>
      <pc:sldChg chg="modSp mod">
        <pc:chgData name="한나 조" userId="65a288ce2c9026c1" providerId="LiveId" clId="{C15A6EEB-526C-46C9-82AA-A02ABBD41001}" dt="2026-07-22T06:11:54.745" v="961" actId="1076"/>
        <pc:sldMkLst>
          <pc:docMk/>
          <pc:sldMk cId="4064297557" sldId="2075"/>
        </pc:sldMkLst>
        <pc:spChg chg="mod">
          <ac:chgData name="한나 조" userId="65a288ce2c9026c1" providerId="LiveId" clId="{C15A6EEB-526C-46C9-82AA-A02ABBD41001}" dt="2026-07-22T06:11:47.172" v="959" actId="20577"/>
          <ac:spMkLst>
            <pc:docMk/>
            <pc:sldMk cId="4064297557" sldId="2075"/>
            <ac:spMk id="3" creationId="{ACB575D3-4122-1CEF-D705-ED71863AB27F}"/>
          </ac:spMkLst>
        </pc:spChg>
        <pc:spChg chg="mod">
          <ac:chgData name="한나 조" userId="65a288ce2c9026c1" providerId="LiveId" clId="{C15A6EEB-526C-46C9-82AA-A02ABBD41001}" dt="2026-07-22T05:49:05.844" v="719"/>
          <ac:spMkLst>
            <pc:docMk/>
            <pc:sldMk cId="4064297557" sldId="2075"/>
            <ac:spMk id="17" creationId="{7D4B8565-3988-D384-3F2F-D0DE0CB8808A}"/>
          </ac:spMkLst>
        </pc:spChg>
        <pc:spChg chg="mod">
          <ac:chgData name="한나 조" userId="65a288ce2c9026c1" providerId="LiveId" clId="{C15A6EEB-526C-46C9-82AA-A02ABBD41001}" dt="2026-07-22T06:11:49.534" v="960" actId="20577"/>
          <ac:spMkLst>
            <pc:docMk/>
            <pc:sldMk cId="4064297557" sldId="2075"/>
            <ac:spMk id="24" creationId="{988E8485-D00E-9572-AB2F-BF328927FF8B}"/>
          </ac:spMkLst>
        </pc:spChg>
        <pc:spChg chg="mod">
          <ac:chgData name="한나 조" userId="65a288ce2c9026c1" providerId="LiveId" clId="{C15A6EEB-526C-46C9-82AA-A02ABBD41001}" dt="2026-07-22T06:11:54.745" v="961" actId="1076"/>
          <ac:spMkLst>
            <pc:docMk/>
            <pc:sldMk cId="4064297557" sldId="2075"/>
            <ac:spMk id="33" creationId="{51F54448-CB70-E550-2584-E2A8F645361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2026-08-07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0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F5D260-FF71-632E-DE1D-4D11D634C7FE}"/>
              </a:ext>
            </a:extLst>
          </p:cNvPr>
          <p:cNvSpPr/>
          <p:nvPr userDrawn="1"/>
        </p:nvSpPr>
        <p:spPr>
          <a:xfrm>
            <a:off x="156399" y="6205668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 BAR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3217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모바일 0-0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92598457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F5D260-FF71-632E-DE1D-4D11D634C7FE}"/>
              </a:ext>
            </a:extLst>
          </p:cNvPr>
          <p:cNvSpPr/>
          <p:nvPr userDrawn="1"/>
        </p:nvSpPr>
        <p:spPr>
          <a:xfrm>
            <a:off x="156399" y="6205668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 BAR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8038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8013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06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2077173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50463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1553991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2026-08-07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3" r:id="rId4"/>
    <p:sldLayoutId id="2147483662" r:id="rId5"/>
    <p:sldLayoutId id="2147483654" r:id="rId6"/>
    <p:sldLayoutId id="2147483664" r:id="rId7"/>
    <p:sldLayoutId id="2147483671" r:id="rId8"/>
    <p:sldLayoutId id="2147483672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내 회원정보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743481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2026-07-20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640166"/>
              </p:ext>
            </p:extLst>
          </p:nvPr>
        </p:nvGraphicFramePr>
        <p:xfrm>
          <a:off x="360289" y="1293813"/>
          <a:ext cx="12241360" cy="3687764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2026-07-20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조한나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2026-08-07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 </a:t>
                      </a:r>
                      <a:r>
                        <a:rPr kumimoji="1" lang="en-US" altLang="ko-KR" sz="900" b="0" i="0" u="none" strike="noStrike" cap="none" spc="-1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ver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조한나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80FDE3-F39E-1359-049F-0F15996FFD17}"/>
              </a:ext>
            </a:extLst>
          </p:cNvPr>
          <p:cNvSpPr txBox="1"/>
          <p:nvPr/>
        </p:nvSpPr>
        <p:spPr>
          <a:xfrm>
            <a:off x="5635231" y="2645346"/>
            <a:ext cx="169148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500" i="1" u="sng" spc="-150" dirty="0">
                <a:latin typeface="맑은 고딕" panose="020B0503020000020004" pitchFamily="50" charset="-127"/>
              </a:rPr>
              <a:t>내회원정보</a:t>
            </a:r>
            <a:endParaRPr lang="en-US" altLang="ko-KR" sz="2500" i="1" u="sng" spc="-15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F464C77-6E6B-ABE3-7113-FE09A1F5B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675719"/>
              </p:ext>
            </p:extLst>
          </p:nvPr>
        </p:nvGraphicFramePr>
        <p:xfrm>
          <a:off x="720329" y="3348261"/>
          <a:ext cx="11521280" cy="102870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402430">
                  <a:extLst>
                    <a:ext uri="{9D8B030D-6E8A-4147-A177-3AD203B41FA5}">
                      <a16:colId xmlns:a16="http://schemas.microsoft.com/office/drawing/2014/main" val="2931824213"/>
                    </a:ext>
                  </a:extLst>
                </a:gridCol>
                <a:gridCol w="1442921">
                  <a:extLst>
                    <a:ext uri="{9D8B030D-6E8A-4147-A177-3AD203B41FA5}">
                      <a16:colId xmlns:a16="http://schemas.microsoft.com/office/drawing/2014/main" val="112716740"/>
                    </a:ext>
                  </a:extLst>
                </a:gridCol>
                <a:gridCol w="1575434">
                  <a:extLst>
                    <a:ext uri="{9D8B030D-6E8A-4147-A177-3AD203B41FA5}">
                      <a16:colId xmlns:a16="http://schemas.microsoft.com/office/drawing/2014/main" val="3578309589"/>
                    </a:ext>
                  </a:extLst>
                </a:gridCol>
                <a:gridCol w="1280960">
                  <a:extLst>
                    <a:ext uri="{9D8B030D-6E8A-4147-A177-3AD203B41FA5}">
                      <a16:colId xmlns:a16="http://schemas.microsoft.com/office/drawing/2014/main" val="3106844441"/>
                    </a:ext>
                  </a:extLst>
                </a:gridCol>
                <a:gridCol w="3047801">
                  <a:extLst>
                    <a:ext uri="{9D8B030D-6E8A-4147-A177-3AD203B41FA5}">
                      <a16:colId xmlns:a16="http://schemas.microsoft.com/office/drawing/2014/main" val="2270234462"/>
                    </a:ext>
                  </a:extLst>
                </a:gridCol>
                <a:gridCol w="1446602">
                  <a:extLst>
                    <a:ext uri="{9D8B030D-6E8A-4147-A177-3AD203B41FA5}">
                      <a16:colId xmlns:a16="http://schemas.microsoft.com/office/drawing/2014/main" val="1899491010"/>
                    </a:ext>
                  </a:extLst>
                </a:gridCol>
                <a:gridCol w="1325132">
                  <a:extLst>
                    <a:ext uri="{9D8B030D-6E8A-4147-A177-3AD203B41FA5}">
                      <a16:colId xmlns:a16="http://schemas.microsoft.com/office/drawing/2014/main" val="307190730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회원정보 변경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정보확인(비밀번호입력)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CH-U-MY-01-01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01837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사용자정보 변경화면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CH-U-MY-01-02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367827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 바우처 정보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 바우처 정보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CH-U-MY-01-03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600872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layer</a:t>
                      </a:r>
                      <a:r>
                        <a:rPr lang="ko-KR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popup</a:t>
                      </a:r>
                      <a:endParaRPr lang="ko-KR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바우처 자격 조회 팝업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CH-U-MY-01-03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</a:t>
                      </a:r>
                      <a:endParaRPr lang="ko-KR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937427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마일리지 내역/전환 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마일리지 내역/전환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CH-U-MY-01-04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746140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</a:t>
                      </a: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popup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AILET 마일리지 전환 팝업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CH-U-MY-01-05-01p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6615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2CBBA-875A-2BF3-12B2-8EF6BA00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BB2380-848C-E8A2-C9A5-E69D6FCCDFA4}"/>
              </a:ext>
            </a:extLst>
          </p:cNvPr>
          <p:cNvSpPr txBox="1"/>
          <p:nvPr/>
        </p:nvSpPr>
        <p:spPr>
          <a:xfrm>
            <a:off x="288281" y="190942"/>
            <a:ext cx="17107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디바이스 별 영역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B4CA0D-0E1B-5075-8121-4379A7FEF147}"/>
              </a:ext>
            </a:extLst>
          </p:cNvPr>
          <p:cNvSpPr/>
          <p:nvPr/>
        </p:nvSpPr>
        <p:spPr>
          <a:xfrm>
            <a:off x="7129041" y="755973"/>
            <a:ext cx="4536504" cy="558050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BF37BD-60D0-7C94-F3BD-B42795F27B20}"/>
              </a:ext>
            </a:extLst>
          </p:cNvPr>
          <p:cNvSpPr/>
          <p:nvPr/>
        </p:nvSpPr>
        <p:spPr>
          <a:xfrm>
            <a:off x="3842723" y="755972"/>
            <a:ext cx="3043412" cy="5074618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BE94E7-3EC8-1CAF-2550-FEC5E09735DA}"/>
              </a:ext>
            </a:extLst>
          </p:cNvPr>
          <p:cNvSpPr/>
          <p:nvPr/>
        </p:nvSpPr>
        <p:spPr>
          <a:xfrm>
            <a:off x="1585895" y="768933"/>
            <a:ext cx="2029612" cy="511256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058C59-A3C8-903B-2CF3-461F09C62FA8}"/>
              </a:ext>
            </a:extLst>
          </p:cNvPr>
          <p:cNvSpPr/>
          <p:nvPr/>
        </p:nvSpPr>
        <p:spPr>
          <a:xfrm>
            <a:off x="7129041" y="755974"/>
            <a:ext cx="4536504" cy="1569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3E35138E-F716-0EAD-327A-5AC9C73C148A}"/>
              </a:ext>
            </a:extLst>
          </p:cNvPr>
          <p:cNvSpPr/>
          <p:nvPr/>
        </p:nvSpPr>
        <p:spPr>
          <a:xfrm>
            <a:off x="3842723" y="755973"/>
            <a:ext cx="3043412" cy="1421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50472136-1B35-0C1F-BA78-2B8B536FCE3E}"/>
              </a:ext>
            </a:extLst>
          </p:cNvPr>
          <p:cNvSpPr/>
          <p:nvPr/>
        </p:nvSpPr>
        <p:spPr>
          <a:xfrm>
            <a:off x="1585894" y="768933"/>
            <a:ext cx="2022578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1D70F215-CDE1-8596-7B6D-999049808ADE}"/>
              </a:ext>
            </a:extLst>
          </p:cNvPr>
          <p:cNvSpPr/>
          <p:nvPr/>
        </p:nvSpPr>
        <p:spPr>
          <a:xfrm>
            <a:off x="1585894" y="5555383"/>
            <a:ext cx="2029612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A4D0E9FD-C79D-5B86-8275-FE43FDDF1846}"/>
              </a:ext>
            </a:extLst>
          </p:cNvPr>
          <p:cNvSpPr/>
          <p:nvPr/>
        </p:nvSpPr>
        <p:spPr>
          <a:xfrm>
            <a:off x="1581075" y="5715437"/>
            <a:ext cx="2029612" cy="144016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하단 고정 탭 바 영역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FF6DB8-1423-E007-DB84-1DB472325B83}"/>
              </a:ext>
            </a:extLst>
          </p:cNvPr>
          <p:cNvSpPr txBox="1"/>
          <p:nvPr/>
        </p:nvSpPr>
        <p:spPr>
          <a:xfrm>
            <a:off x="7057654" y="546041"/>
            <a:ext cx="3449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endParaRPr lang="ko-KR" altLang="en-US" sz="1000" b="1" i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C6F53E-D426-ADCF-5568-7ACC5E29AD05}"/>
              </a:ext>
            </a:extLst>
          </p:cNvPr>
          <p:cNvSpPr txBox="1"/>
          <p:nvPr/>
        </p:nvSpPr>
        <p:spPr>
          <a:xfrm>
            <a:off x="3786930" y="548608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태블릿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DA7F25-86BD-A44F-FBE6-D118B256C3B2}"/>
              </a:ext>
            </a:extLst>
          </p:cNvPr>
          <p:cNvSpPr txBox="1"/>
          <p:nvPr/>
        </p:nvSpPr>
        <p:spPr>
          <a:xfrm>
            <a:off x="1480754" y="55176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F0EE55-D6FC-479D-E190-6753BA95D624}"/>
              </a:ext>
            </a:extLst>
          </p:cNvPr>
          <p:cNvSpPr/>
          <p:nvPr/>
        </p:nvSpPr>
        <p:spPr>
          <a:xfrm>
            <a:off x="7124222" y="6162949"/>
            <a:ext cx="4536504" cy="1569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83E63C7-6FAF-0D6F-AC72-8F0F15A625BF}"/>
              </a:ext>
            </a:extLst>
          </p:cNvPr>
          <p:cNvSpPr/>
          <p:nvPr/>
        </p:nvSpPr>
        <p:spPr>
          <a:xfrm>
            <a:off x="3847735" y="5677873"/>
            <a:ext cx="3038399" cy="13615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4DF85C3-6B01-04F6-7F18-02C68F68432D}"/>
              </a:ext>
            </a:extLst>
          </p:cNvPr>
          <p:cNvSpPr/>
          <p:nvPr/>
        </p:nvSpPr>
        <p:spPr>
          <a:xfrm>
            <a:off x="8335355" y="2241805"/>
            <a:ext cx="2016224" cy="2592288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93842E0-0041-3C5A-E54B-6B685DF4F1C6}"/>
              </a:ext>
            </a:extLst>
          </p:cNvPr>
          <p:cNvSpPr/>
          <p:nvPr/>
        </p:nvSpPr>
        <p:spPr>
          <a:xfrm>
            <a:off x="4356317" y="1925601"/>
            <a:ext cx="2016224" cy="2592288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AF5A09F-A51B-D071-1215-5C5B25F2B02E}"/>
              </a:ext>
            </a:extLst>
          </p:cNvPr>
          <p:cNvSpPr/>
          <p:nvPr/>
        </p:nvSpPr>
        <p:spPr>
          <a:xfrm>
            <a:off x="1592248" y="1938022"/>
            <a:ext cx="2016224" cy="2592288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</p:spTree>
    <p:extLst>
      <p:ext uri="{BB962C8B-B14F-4D97-AF65-F5344CB8AC3E}">
        <p14:creationId xmlns:p14="http://schemas.microsoft.com/office/powerpoint/2010/main" val="1882529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ACC3A9-710C-4565-9418-38424886268D}"/>
              </a:ext>
            </a:extLst>
          </p:cNvPr>
          <p:cNvSpPr txBox="1"/>
          <p:nvPr/>
        </p:nvSpPr>
        <p:spPr>
          <a:xfrm>
            <a:off x="288281" y="190942"/>
            <a:ext cx="9989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 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1200" b="1" spc="-150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" name="표 50">
            <a:extLst>
              <a:ext uri="{FF2B5EF4-FFF2-40B4-BE49-F238E27FC236}">
                <a16:creationId xmlns:a16="http://schemas.microsoft.com/office/drawing/2014/main" id="{134ADAFA-E86E-DE69-794B-48681F986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520169"/>
              </p:ext>
            </p:extLst>
          </p:nvPr>
        </p:nvGraphicFramePr>
        <p:xfrm>
          <a:off x="432297" y="508419"/>
          <a:ext cx="12241358" cy="58687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727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897521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2592601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132258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616067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321318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82007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64859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2887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2968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회원정보확인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CH-U-MY-01-01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비밀번호 </a:t>
                      </a:r>
                      <a:r>
                        <a:rPr lang="ko-KR" altLang="ko-KR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미입력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[확인] 클릭 시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비밀번호를 입력해 주세요.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닫고 비밀번호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input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에 포커스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727500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회원정보확인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CH-U-MY-01-01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비밀번호 불일치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확인] 클릭 시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비밀번호가 일치하지 않습니다. 다시 확인해 주세요.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닫고 비밀번호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input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에 포커스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926524"/>
                  </a:ext>
                </a:extLst>
              </a:tr>
              <a:tr h="2968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사용자 정보 변경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CH-U-MY-01-02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새 비밀번호 </a:t>
                      </a:r>
                      <a:r>
                        <a:rPr lang="ko-KR" altLang="ko-KR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미입력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[저장] 클릭 시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비밀번호를 입력해 주세요.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닫고 비밀번호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input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에 포커스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711094"/>
                  </a:ext>
                </a:extLst>
              </a:tr>
              <a:tr h="2968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사용자 정보 변경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CH-U-MY-01-02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비밀번호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형식</a:t>
                      </a: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불일치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[저장] 클릭 시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ko-KR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영문·숫자·특수문자를</a:t>
                      </a: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포함해 8자 이상 입력해 주세요.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닫고 비밀번호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input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에 포커스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2968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사용자 정보 변경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CH-U-MY-01-02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비밀번호 확인 불일치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[저장] 클릭 시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비밀번호가 일치하지 않습니다. 다시 확인해 주세요.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닫고 비밀번호확인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input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에 포커스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32186"/>
                  </a:ext>
                </a:extLst>
              </a:tr>
              <a:tr h="3267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사용자 정보 변경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CH-U-MY-01-02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비밀번호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 완료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[저장] 클릭 시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비밀번호가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변경되었습니다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3267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사용자 정보 변경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CH-U-MY-01-02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</a:t>
                      </a: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 완료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[저장] 클릭 시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</a:t>
                      </a: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번호가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변경되었습니다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3938627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사용자 정보 변경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CH-U-MY-01-02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이메일 검증 불일치시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[저장] 클릭 시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이메일 형식이</a:t>
                      </a: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올바르</a:t>
                      </a: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 않습니다. 다시 확인해 주세요.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사용자 정보 변경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CH-U-MY-01-02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이메일</a:t>
                      </a: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 완료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[저장] 클릭 시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이메일이</a:t>
                      </a: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변경되었습니다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1965300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사용자 정보 변경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CH-U-MY-01-02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마케팅동의 수신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해제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체크박스 클릭 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마케팅수신을 동의하셨습니다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915637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사용자 정보 변경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CH-U-MY-01-02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마케팅동의 수신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해제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체크박스 해제 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마케팅수신을 해제하셨습니다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748407"/>
                  </a:ext>
                </a:extLst>
              </a:tr>
              <a:tr h="288792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사용자 정보 변경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CH-U-MY-01-02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수정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미저장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상태에서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뒤로가기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뒤로가기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클릭 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수정을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중단하시겠습니까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입력한 내용은 저장되지 않습니다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./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 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이전 화면으로 이동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닫음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화면유지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019998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사용자 정보 변경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CH-U-MY-01-02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탈퇴하기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탈퇴하기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클릭 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회원탈퇴를 하시겠습니까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./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회원탈퇴처리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닫음 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164324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바우처 자격조회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CH-U-MY-01-03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바우처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미선택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조회하기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바우처를 선택해 주세요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1861867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바우처 자격조회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CH-U-MY-01-03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바우처 조회 실패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조회하기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바우처 조회에 실패하였습니다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정보를 다시 확인해 주세요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3282605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바우처 자격조회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CH-U-MY-01-03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바우처 조회 성공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조회하기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바우처가 조회되었습니다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나의 바우처에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추가하시겠습니까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나의 바우처에 추가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닫음 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380095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마일리지 내역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CH-U-MY-01-04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마일리지 잔액이 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원일 경우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[AiLET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포인트로전환하기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전환 가능한 마일리지가 없습니다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0319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마일리지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전환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CH-U-MY-01-05-01p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마일리지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전환 금액이 잔액보다 많을 경우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전환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전환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가능 금액이 부족합니다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다시 확인해 주세요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0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338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52650" y="2700189"/>
            <a:ext cx="16789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 err="1">
                <a:latin typeface="맑은 고딕" panose="020B0503020000020004" pitchFamily="50" charset="-127"/>
              </a:rPr>
              <a:t>MO_ver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2314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ECC01-7D4F-4693-2B43-8CB83FDB1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6F9FE1-7C30-2F52-CCA8-3F312D7C96E5}"/>
              </a:ext>
            </a:extLst>
          </p:cNvPr>
          <p:cNvSpPr txBox="1"/>
          <p:nvPr/>
        </p:nvSpPr>
        <p:spPr>
          <a:xfrm>
            <a:off x="1307907" y="78285"/>
            <a:ext cx="16129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회원 정보확인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비밀번호입력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2E9E56-EE41-5165-570E-153795A96075}"/>
              </a:ext>
            </a:extLst>
          </p:cNvPr>
          <p:cNvSpPr txBox="1"/>
          <p:nvPr/>
        </p:nvSpPr>
        <p:spPr>
          <a:xfrm>
            <a:off x="1302717" y="330494"/>
            <a:ext cx="20521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회원정보 변경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회원정보 확인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4C9982D-9CA2-CF12-9AE8-140CA1AE647F}"/>
              </a:ext>
            </a:extLst>
          </p:cNvPr>
          <p:cNvSpPr/>
          <p:nvPr/>
        </p:nvSpPr>
        <p:spPr>
          <a:xfrm>
            <a:off x="7921129" y="58428"/>
            <a:ext cx="113204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CH-U-MY-01-01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15224F-2EF9-3405-734A-2F342126213B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C16F06-A8BA-B4AB-8126-7A42C2817BBE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789ED4ED-3314-7A49-FC36-8C53A419D0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651316"/>
              </p:ext>
            </p:extLst>
          </p:nvPr>
        </p:nvGraphicFramePr>
        <p:xfrm>
          <a:off x="10128399" y="623854"/>
          <a:ext cx="2850436" cy="207467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비밀번호 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Input box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로그인 화면 </a:t>
                      </a:r>
                      <a:r>
                        <a:rPr kumimoji="0" lang="en-US" altLang="ko-KR" sz="800" b="0" i="0" u="none" strike="noStrike" kern="1200" cap="none" spc="-8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spc="-80" dirty="0"/>
                        <a:t>CH-U-LO-01-01)</a:t>
                      </a:r>
                      <a:r>
                        <a:rPr kumimoji="0" lang="en-US" altLang="ko-KR" sz="800" b="0" i="0" u="none" strike="noStrike" kern="1200" cap="none" spc="-8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8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화면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비밀번호 정의와 동일하게 적용함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43549516-C173-10AA-E4D1-CECCF09D60C8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1569A4-CDB5-2DBD-3FB7-E7CC57B87494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회원정보 변경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ED2499-3B6C-1068-028E-2BECF4F06EE8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427ABD1-BD97-0EAC-8B9E-6C37761F7A66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2012EEEC-0F09-3E07-9C90-61372CD0C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518F96EB-A2D1-F609-5DAE-55477A7877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177F1DE8-BBFC-4B42-1E78-783D5A6DD6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22" name="Rounded Rectangle 33">
            <a:extLst>
              <a:ext uri="{FF2B5EF4-FFF2-40B4-BE49-F238E27FC236}">
                <a16:creationId xmlns:a16="http://schemas.microsoft.com/office/drawing/2014/main" id="{C65F867D-9AFA-8072-6B75-C429301FD069}"/>
              </a:ext>
            </a:extLst>
          </p:cNvPr>
          <p:cNvSpPr/>
          <p:nvPr/>
        </p:nvSpPr>
        <p:spPr>
          <a:xfrm>
            <a:off x="358814" y="2185818"/>
            <a:ext cx="305005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확인</a:t>
            </a:r>
            <a:endParaRPr lang="en-US" altLang="ko-KR" sz="800" dirty="0">
              <a:solidFill>
                <a:srgbClr val="595959"/>
              </a:solidFill>
              <a:ea typeface="맑은 고딕"/>
            </a:endParaRPr>
          </a:p>
        </p:txBody>
      </p:sp>
      <p:sp>
        <p:nvSpPr>
          <p:cNvPr id="27" name="Rounded Rectangle 35">
            <a:extLst>
              <a:ext uri="{FF2B5EF4-FFF2-40B4-BE49-F238E27FC236}">
                <a16:creationId xmlns:a16="http://schemas.microsoft.com/office/drawing/2014/main" id="{2640982A-6DC4-BC5A-8BA6-3C8815177009}"/>
              </a:ext>
            </a:extLst>
          </p:cNvPr>
          <p:cNvSpPr/>
          <p:nvPr/>
        </p:nvSpPr>
        <p:spPr>
          <a:xfrm>
            <a:off x="959634" y="1736557"/>
            <a:ext cx="2448000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비밀번호를 입력해 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C45CA6E8-3187-B5AD-93E7-5F27950E70A6}"/>
              </a:ext>
            </a:extLst>
          </p:cNvPr>
          <p:cNvSpPr/>
          <p:nvPr/>
        </p:nvSpPr>
        <p:spPr>
          <a:xfrm>
            <a:off x="9257359" y="1332037"/>
            <a:ext cx="589339" cy="43196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1D6DE01-0745-2B93-FB24-92E3A6334370}"/>
              </a:ext>
            </a:extLst>
          </p:cNvPr>
          <p:cNvSpPr txBox="1"/>
          <p:nvPr/>
        </p:nvSpPr>
        <p:spPr>
          <a:xfrm>
            <a:off x="260415" y="1734864"/>
            <a:ext cx="60591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비밀번호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FB0D9D38-C3DC-FCA2-22AC-F04994B8684A}"/>
              </a:ext>
            </a:extLst>
          </p:cNvPr>
          <p:cNvSpPr txBox="1"/>
          <p:nvPr/>
        </p:nvSpPr>
        <p:spPr>
          <a:xfrm>
            <a:off x="260415" y="1119537"/>
            <a:ext cx="16120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회원정보확인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58D467D5-041C-0882-5464-8CE5FDF44922}"/>
              </a:ext>
            </a:extLst>
          </p:cNvPr>
          <p:cNvSpPr txBox="1"/>
          <p:nvPr/>
        </p:nvSpPr>
        <p:spPr>
          <a:xfrm>
            <a:off x="260415" y="1318632"/>
            <a:ext cx="319621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latin typeface="맑은 고딕"/>
                <a:ea typeface="맑은 고딕"/>
              </a:rPr>
              <a:t>정보를 안전하게 보호하기 위해 비밀번호를 다시한번 입력해 주세요</a:t>
            </a:r>
            <a:r>
              <a:rPr lang="en-US" altLang="ko-KR" sz="700" dirty="0">
                <a:latin typeface="맑은 고딕"/>
                <a:ea typeface="맑은 고딕"/>
              </a:rPr>
              <a:t>.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0" name="모서리가 둥근 직사각형 114">
            <a:extLst>
              <a:ext uri="{FF2B5EF4-FFF2-40B4-BE49-F238E27FC236}">
                <a16:creationId xmlns:a16="http://schemas.microsoft.com/office/drawing/2014/main" id="{054577FC-62A3-BEC4-A7C4-50BE5426A293}"/>
              </a:ext>
            </a:extLst>
          </p:cNvPr>
          <p:cNvSpPr/>
          <p:nvPr/>
        </p:nvSpPr>
        <p:spPr>
          <a:xfrm>
            <a:off x="198902" y="161717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B5AEE59-D284-6D78-84FA-6200CC894A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9856" y="1744407"/>
            <a:ext cx="224408" cy="19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770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B6989-0276-9A23-A5CB-DBAE49419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87D143DA-3271-ADE6-1F25-4994B6879EDB}"/>
              </a:ext>
            </a:extLst>
          </p:cNvPr>
          <p:cNvSpPr/>
          <p:nvPr/>
        </p:nvSpPr>
        <p:spPr>
          <a:xfrm>
            <a:off x="3911079" y="3351823"/>
            <a:ext cx="3430800" cy="89504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7" name="Rounded Rectangle 35">
            <a:extLst>
              <a:ext uri="{FF2B5EF4-FFF2-40B4-BE49-F238E27FC236}">
                <a16:creationId xmlns:a16="http://schemas.microsoft.com/office/drawing/2014/main" id="{9FD73299-59E9-033A-103D-844B63BE194E}"/>
              </a:ext>
            </a:extLst>
          </p:cNvPr>
          <p:cNvSpPr/>
          <p:nvPr/>
        </p:nvSpPr>
        <p:spPr>
          <a:xfrm>
            <a:off x="4839880" y="3080737"/>
            <a:ext cx="1440000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ea typeface="맑은 고딕"/>
              </a:rPr>
              <a:t>email123@naver.com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E22E3689-9607-DEF2-D1C8-652871A1036D}"/>
              </a:ext>
            </a:extLst>
          </p:cNvPr>
          <p:cNvSpPr txBox="1"/>
          <p:nvPr/>
        </p:nvSpPr>
        <p:spPr>
          <a:xfrm>
            <a:off x="4019926" y="3079044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이메일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219" name="Rounded Rectangle 35">
            <a:extLst>
              <a:ext uri="{FF2B5EF4-FFF2-40B4-BE49-F238E27FC236}">
                <a16:creationId xmlns:a16="http://schemas.microsoft.com/office/drawing/2014/main" id="{9ADC09EC-0F57-49E7-73E7-D8A5028E75A5}"/>
              </a:ext>
            </a:extLst>
          </p:cNvPr>
          <p:cNvSpPr/>
          <p:nvPr/>
        </p:nvSpPr>
        <p:spPr>
          <a:xfrm>
            <a:off x="6424056" y="3075785"/>
            <a:ext cx="743088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취소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979F8227-5C7C-86CE-2683-49EE3E7D7BA5}"/>
              </a:ext>
            </a:extLst>
          </p:cNvPr>
          <p:cNvSpPr/>
          <p:nvPr/>
        </p:nvSpPr>
        <p:spPr>
          <a:xfrm>
            <a:off x="3911079" y="1490475"/>
            <a:ext cx="3430800" cy="89504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207D296B-728D-E60B-3042-2B445627601F}"/>
              </a:ext>
            </a:extLst>
          </p:cNvPr>
          <p:cNvSpPr/>
          <p:nvPr/>
        </p:nvSpPr>
        <p:spPr>
          <a:xfrm>
            <a:off x="162223" y="3490924"/>
            <a:ext cx="3430800" cy="13630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8E12DF5-2C8D-1D6F-4297-48C19EA9BBE9}"/>
              </a:ext>
            </a:extLst>
          </p:cNvPr>
          <p:cNvSpPr/>
          <p:nvPr/>
        </p:nvSpPr>
        <p:spPr>
          <a:xfrm>
            <a:off x="7921129" y="58428"/>
            <a:ext cx="113204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ko-KR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CH-U-MY-01-02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896EA0-E880-90FE-32E8-5ECC35B86AF0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ACC60DE9-6D9B-F79D-326C-392750D7B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459465"/>
              </p:ext>
            </p:extLst>
          </p:nvPr>
        </p:nvGraphicFramePr>
        <p:xfrm>
          <a:off x="10128399" y="623854"/>
          <a:ext cx="2850436" cy="564362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공통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수정하기 아코디언은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개만 펼칠 수 있음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노출되는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정보는 전부 수정불가 상태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 가능한 항목은 텍스트에 별도 표시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밑줄 등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하며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 버튼 클릭하여 변경 가능함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927262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현재 비밀번호 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Input box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기존 설정한 비밀번호가 입력된 상태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마스킹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처리되어 있으며 보기 아이콘 클릭 시 노출됨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새 비밀번호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input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아코디언 펼쳐짐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비밀번호 변경하기 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아코디언 펼침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 클릭 시 비밀번호 검증 후 정보 변경 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다른 항목 변경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아코디언 닫힘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입력한 정보는 삭제되지 않음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 클릭 시 입력 정보 초기화 및 아코디언 닫힘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휴대폰번호 정보영역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기존 입력된 정보에 밑줄 등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 가능한 영역임을 표시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PASS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본인인증 팝업 노출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회원가입 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(CH-U-JO-01-01p)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과 정책 동일하게 반영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인증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성공시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휴대폰번호 변경 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이메일 정보영역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기존 입력된 정보에 밑줄 등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 가능한 영역임을 표시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번호입력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input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아코디언 펼쳐짐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이메일 변경하기 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아코디언 펼침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회원가입 화면 </a:t>
                      </a:r>
                      <a:r>
                        <a:rPr kumimoji="0" lang="en-US" altLang="ko-KR" sz="800" b="0" i="0" u="none" strike="noStrike" kern="1200" cap="none" spc="-8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spc="-80" dirty="0"/>
                        <a:t>CH-U-JO-01-04)</a:t>
                      </a:r>
                      <a:r>
                        <a:rPr kumimoji="0" lang="en-US" altLang="ko-KR" sz="800" b="0" i="0" u="none" strike="noStrike" kern="1200" cap="none" spc="-8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8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화면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이메일 정의와 동일하게 적용함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 클릭 시 입력 정보 초기화 및 아코디언 닫힘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마케팅 수신 동의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상세 안내 내용은 우측 버튼으로 펼치기 가능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수정하기 아코디언과 별개로 중복으로 펼치기 가능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체크박스 선택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해제 시 바로 반영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(toast)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회원탈퇴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탈퇴 진행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(confirm)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5EE8FF9-7239-3104-6C83-F281A220F772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D7C893-E410-84BB-C6E7-E3EDE1C897D1}"/>
              </a:ext>
            </a:extLst>
          </p:cNvPr>
          <p:cNvSpPr txBox="1"/>
          <p:nvPr/>
        </p:nvSpPr>
        <p:spPr>
          <a:xfrm>
            <a:off x="377783" y="720258"/>
            <a:ext cx="1197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정보 변경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644FFB-A285-BAC6-4485-EF5051B8A1C1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58F9EE55-603C-7B56-7FA5-9B24622040F6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128F967-6575-0EC6-3AFC-8CCF13805F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C8D9C921-6337-42E6-BF16-AD73032A6A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5BE428C5-4A38-EB8C-4794-9F4C1A0715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1B758EF-11EA-C1BA-D017-9498B06B4E87}"/>
              </a:ext>
            </a:extLst>
          </p:cNvPr>
          <p:cNvSpPr txBox="1"/>
          <p:nvPr/>
        </p:nvSpPr>
        <p:spPr>
          <a:xfrm>
            <a:off x="1307907" y="78285"/>
            <a:ext cx="10166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회원 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변경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D11DB7-7DCC-5F37-60A9-F4C6BC95D70F}"/>
              </a:ext>
            </a:extLst>
          </p:cNvPr>
          <p:cNvSpPr txBox="1"/>
          <p:nvPr/>
        </p:nvSpPr>
        <p:spPr>
          <a:xfrm>
            <a:off x="1302717" y="330494"/>
            <a:ext cx="27526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회원정보 변경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회원정보 확인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회원정보 변경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459081-46A9-63BB-A42E-9D0EE7347BEC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2026.07.20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3161F14C-1311-9162-7F17-9CCC9F355406}"/>
              </a:ext>
            </a:extLst>
          </p:cNvPr>
          <p:cNvGrpSpPr/>
          <p:nvPr/>
        </p:nvGrpSpPr>
        <p:grpSpPr>
          <a:xfrm>
            <a:off x="260415" y="1193087"/>
            <a:ext cx="3147218" cy="221149"/>
            <a:chOff x="260415" y="1193087"/>
            <a:chExt cx="3147218" cy="221149"/>
          </a:xfrm>
        </p:grpSpPr>
        <p:sp>
          <p:nvSpPr>
            <p:cNvPr id="29" name="Rounded Rectangle 35">
              <a:extLst>
                <a:ext uri="{FF2B5EF4-FFF2-40B4-BE49-F238E27FC236}">
                  <a16:creationId xmlns:a16="http://schemas.microsoft.com/office/drawing/2014/main" id="{338D8362-D421-BE2E-7DCA-F97DAA0C70D1}"/>
                </a:ext>
              </a:extLst>
            </p:cNvPr>
            <p:cNvSpPr/>
            <p:nvPr/>
          </p:nvSpPr>
          <p:spPr>
            <a:xfrm>
              <a:off x="1152376" y="1194780"/>
              <a:ext cx="2255257" cy="2194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맑은 고딕"/>
                </a:rPr>
                <a:t>happy1234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D3364FF-9C6C-42D4-87BF-C26712AE86D9}"/>
                </a:ext>
              </a:extLst>
            </p:cNvPr>
            <p:cNvSpPr txBox="1"/>
            <p:nvPr/>
          </p:nvSpPr>
          <p:spPr>
            <a:xfrm>
              <a:off x="260415" y="1193087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아이디</a:t>
              </a:r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</a:t>
              </a:r>
              <a:endParaRPr lang="ko-KR" altLang="en-US" sz="800" spc="-150" dirty="0">
                <a:solidFill>
                  <a:srgbClr val="FF0000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C085E6D5-B7E7-75B5-01D7-071EBF2CB210}"/>
              </a:ext>
            </a:extLst>
          </p:cNvPr>
          <p:cNvGrpSpPr/>
          <p:nvPr/>
        </p:nvGrpSpPr>
        <p:grpSpPr>
          <a:xfrm>
            <a:off x="260415" y="1427325"/>
            <a:ext cx="2332122" cy="221149"/>
            <a:chOff x="260415" y="1427325"/>
            <a:chExt cx="2332122" cy="221149"/>
          </a:xfrm>
        </p:grpSpPr>
        <p:sp>
          <p:nvSpPr>
            <p:cNvPr id="32" name="Rounded Rectangle 35">
              <a:extLst>
                <a:ext uri="{FF2B5EF4-FFF2-40B4-BE49-F238E27FC236}">
                  <a16:creationId xmlns:a16="http://schemas.microsoft.com/office/drawing/2014/main" id="{DE51646F-6EC9-EF5C-9DF7-872EEE1B8718}"/>
                </a:ext>
              </a:extLst>
            </p:cNvPr>
            <p:cNvSpPr/>
            <p:nvPr/>
          </p:nvSpPr>
          <p:spPr>
            <a:xfrm>
              <a:off x="1152376" y="1429018"/>
              <a:ext cx="1440161" cy="2194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맑은 고딕"/>
                </a:rPr>
                <a:t>************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EEB9453-6ABA-4615-AC29-5B771351DDAF}"/>
                </a:ext>
              </a:extLst>
            </p:cNvPr>
            <p:cNvSpPr txBox="1"/>
            <p:nvPr/>
          </p:nvSpPr>
          <p:spPr>
            <a:xfrm>
              <a:off x="260415" y="1427325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비밀번호</a:t>
              </a:r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</a:t>
              </a:r>
              <a:endParaRPr lang="ko-KR" altLang="en-US" sz="800" spc="-150" dirty="0">
                <a:solidFill>
                  <a:srgbClr val="FF0000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43900BB4-AA34-1C97-9DAF-AFCA95CFD65B}"/>
              </a:ext>
            </a:extLst>
          </p:cNvPr>
          <p:cNvSpPr/>
          <p:nvPr/>
        </p:nvSpPr>
        <p:spPr>
          <a:xfrm>
            <a:off x="1080369" y="1981544"/>
            <a:ext cx="2255257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ea typeface="맑은 고딕"/>
              </a:rPr>
              <a:t>김행복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ea typeface="맑은 고딕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670338-0E31-4FAD-C62E-4073CF05AEAD}"/>
              </a:ext>
            </a:extLst>
          </p:cNvPr>
          <p:cNvSpPr txBox="1"/>
          <p:nvPr/>
        </p:nvSpPr>
        <p:spPr>
          <a:xfrm>
            <a:off x="260415" y="1979851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이름</a:t>
            </a:r>
            <a:r>
              <a:rPr lang="en-US" altLang="ko-KR" sz="8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endParaRPr lang="ko-KR" altLang="en-US" sz="800" spc="-150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8BBD1095-2B90-DC7A-B7DD-C35FD34C3CB3}"/>
              </a:ext>
            </a:extLst>
          </p:cNvPr>
          <p:cNvCxnSpPr>
            <a:cxnSpLocks/>
          </p:cNvCxnSpPr>
          <p:nvPr/>
        </p:nvCxnSpPr>
        <p:spPr>
          <a:xfrm>
            <a:off x="227148" y="1858883"/>
            <a:ext cx="325074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35">
            <a:extLst>
              <a:ext uri="{FF2B5EF4-FFF2-40B4-BE49-F238E27FC236}">
                <a16:creationId xmlns:a16="http://schemas.microsoft.com/office/drawing/2014/main" id="{8F9AC4FA-2D7F-8D9A-C614-828385396A61}"/>
              </a:ext>
            </a:extLst>
          </p:cNvPr>
          <p:cNvSpPr/>
          <p:nvPr/>
        </p:nvSpPr>
        <p:spPr>
          <a:xfrm>
            <a:off x="1080369" y="2217217"/>
            <a:ext cx="2255257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ea typeface="맑은 고딕"/>
              </a:rPr>
              <a:t>1987-06-05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97089E0-A221-DBBA-E69E-94B6DE47DC20}"/>
              </a:ext>
            </a:extLst>
          </p:cNvPr>
          <p:cNvSpPr txBox="1"/>
          <p:nvPr/>
        </p:nvSpPr>
        <p:spPr>
          <a:xfrm>
            <a:off x="260415" y="2215524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생년월일</a:t>
            </a:r>
            <a:r>
              <a:rPr lang="en-US" altLang="ko-KR" sz="8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endParaRPr lang="ko-KR" altLang="en-US" sz="800" spc="-150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6" name="Rounded Rectangle 35">
            <a:extLst>
              <a:ext uri="{FF2B5EF4-FFF2-40B4-BE49-F238E27FC236}">
                <a16:creationId xmlns:a16="http://schemas.microsoft.com/office/drawing/2014/main" id="{87197A3C-6CD2-8CB0-C40E-5EF33EFB3516}"/>
              </a:ext>
            </a:extLst>
          </p:cNvPr>
          <p:cNvSpPr/>
          <p:nvPr/>
        </p:nvSpPr>
        <p:spPr>
          <a:xfrm>
            <a:off x="1080370" y="2457805"/>
            <a:ext cx="1440160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ea typeface="맑은 고딕"/>
              </a:rPr>
              <a:t>010-1234-5678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3B817B-D574-4D26-613B-B1DED11B10C7}"/>
              </a:ext>
            </a:extLst>
          </p:cNvPr>
          <p:cNvSpPr txBox="1"/>
          <p:nvPr/>
        </p:nvSpPr>
        <p:spPr>
          <a:xfrm>
            <a:off x="260415" y="2456112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휴대폰번호</a:t>
            </a:r>
            <a:r>
              <a:rPr lang="en-US" altLang="ko-KR" sz="8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endParaRPr lang="ko-KR" altLang="en-US" sz="800" spc="-150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DF7C260-963F-2F6D-35F8-6A57EF010F43}"/>
              </a:ext>
            </a:extLst>
          </p:cNvPr>
          <p:cNvSpPr txBox="1"/>
          <p:nvPr/>
        </p:nvSpPr>
        <p:spPr>
          <a:xfrm>
            <a:off x="260415" y="2771968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성별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96042E9A-0C0C-C97C-9D81-8090FA9AF67D}"/>
              </a:ext>
            </a:extLst>
          </p:cNvPr>
          <p:cNvSpPr txBox="1"/>
          <p:nvPr/>
        </p:nvSpPr>
        <p:spPr>
          <a:xfrm>
            <a:off x="260415" y="3087065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이메일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BA3FF22-35A7-1759-78AC-4953F0069502}"/>
              </a:ext>
            </a:extLst>
          </p:cNvPr>
          <p:cNvSpPr txBox="1"/>
          <p:nvPr/>
        </p:nvSpPr>
        <p:spPr>
          <a:xfrm>
            <a:off x="307423" y="4514770"/>
            <a:ext cx="2833539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900" dirty="0"/>
              <a:t>□ </a:t>
            </a:r>
            <a:r>
              <a:rPr lang="ko-KR" altLang="en-US" sz="800" dirty="0"/>
              <a:t>특가상품</a:t>
            </a:r>
            <a:r>
              <a:rPr lang="en-US" altLang="ko-KR" sz="800" dirty="0"/>
              <a:t>, </a:t>
            </a:r>
            <a:r>
              <a:rPr lang="ko-KR" altLang="en-US" sz="800" dirty="0"/>
              <a:t>할인쿠폰</a:t>
            </a:r>
            <a:r>
              <a:rPr lang="en-US" altLang="ko-KR" sz="800" dirty="0"/>
              <a:t>, </a:t>
            </a:r>
            <a:r>
              <a:rPr lang="ko-KR" altLang="en-US" sz="800" dirty="0"/>
              <a:t>이벤트 소식 수신 동의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FD8147F2-CE43-E2DC-4A3D-3AC39B13B15F}"/>
              </a:ext>
            </a:extLst>
          </p:cNvPr>
          <p:cNvSpPr txBox="1"/>
          <p:nvPr/>
        </p:nvSpPr>
        <p:spPr>
          <a:xfrm>
            <a:off x="260415" y="3524309"/>
            <a:ext cx="15400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마케팅정보 수신 동의</a:t>
            </a:r>
            <a:r>
              <a:rPr lang="en-US" altLang="ko-KR" sz="800" b="1" dirty="0">
                <a:latin typeface="맑은 고딕"/>
                <a:ea typeface="맑은 고딕"/>
              </a:rPr>
              <a:t>(</a:t>
            </a:r>
            <a:r>
              <a:rPr lang="ko-KR" altLang="en-US" sz="800" b="1" dirty="0">
                <a:latin typeface="맑은 고딕"/>
                <a:ea typeface="맑은 고딕"/>
              </a:rPr>
              <a:t>선택</a:t>
            </a:r>
            <a:r>
              <a:rPr lang="en-US" altLang="ko-KR" sz="800" b="1" dirty="0">
                <a:latin typeface="맑은 고딕"/>
                <a:ea typeface="맑은 고딕"/>
              </a:rPr>
              <a:t>)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57" name="Rounded Rectangle 33">
            <a:extLst>
              <a:ext uri="{FF2B5EF4-FFF2-40B4-BE49-F238E27FC236}">
                <a16:creationId xmlns:a16="http://schemas.microsoft.com/office/drawing/2014/main" id="{44D19BCD-F119-1B32-F470-EAC057216A72}"/>
              </a:ext>
            </a:extLst>
          </p:cNvPr>
          <p:cNvSpPr/>
          <p:nvPr/>
        </p:nvSpPr>
        <p:spPr>
          <a:xfrm>
            <a:off x="358813" y="4932959"/>
            <a:ext cx="3048820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회원탈퇴</a:t>
            </a:r>
            <a:endParaRPr lang="en-US" altLang="ko-KR" sz="800" dirty="0">
              <a:solidFill>
                <a:srgbClr val="595959"/>
              </a:solidFill>
              <a:ea typeface="맑은 고딕"/>
            </a:endParaRP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591D8C3B-4690-FC20-4135-0BF399F23809}"/>
              </a:ext>
            </a:extLst>
          </p:cNvPr>
          <p:cNvSpPr/>
          <p:nvPr/>
        </p:nvSpPr>
        <p:spPr>
          <a:xfrm>
            <a:off x="3140962" y="3490924"/>
            <a:ext cx="266671" cy="28988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모서리가 둥근 직사각형 114">
            <a:extLst>
              <a:ext uri="{FF2B5EF4-FFF2-40B4-BE49-F238E27FC236}">
                <a16:creationId xmlns:a16="http://schemas.microsoft.com/office/drawing/2014/main" id="{6046939C-F18C-54BD-B2A3-0DD7280FAA04}"/>
              </a:ext>
            </a:extLst>
          </p:cNvPr>
          <p:cNvSpPr/>
          <p:nvPr/>
        </p:nvSpPr>
        <p:spPr>
          <a:xfrm>
            <a:off x="198902" y="13387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" name="Rounded Rectangle 35">
            <a:extLst>
              <a:ext uri="{FF2B5EF4-FFF2-40B4-BE49-F238E27FC236}">
                <a16:creationId xmlns:a16="http://schemas.microsoft.com/office/drawing/2014/main" id="{FD12C599-DCEB-0DAB-8B67-F1FB96972EE7}"/>
              </a:ext>
            </a:extLst>
          </p:cNvPr>
          <p:cNvSpPr/>
          <p:nvPr/>
        </p:nvSpPr>
        <p:spPr>
          <a:xfrm>
            <a:off x="2664545" y="2452853"/>
            <a:ext cx="743088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변경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53A28EF-428A-816E-F82D-C63C57584F7B}"/>
              </a:ext>
            </a:extLst>
          </p:cNvPr>
          <p:cNvGrpSpPr/>
          <p:nvPr/>
        </p:nvGrpSpPr>
        <p:grpSpPr>
          <a:xfrm>
            <a:off x="1152377" y="2772777"/>
            <a:ext cx="955681" cy="215444"/>
            <a:chOff x="1152377" y="2952702"/>
            <a:chExt cx="955681" cy="215444"/>
          </a:xfrm>
        </p:grpSpPr>
        <p:pic>
          <p:nvPicPr>
            <p:cNvPr id="10" name="Picture 2" descr="on, radio icon">
              <a:extLst>
                <a:ext uri="{FF2B5EF4-FFF2-40B4-BE49-F238E27FC236}">
                  <a16:creationId xmlns:a16="http://schemas.microsoft.com/office/drawing/2014/main" id="{0D231F14-CB15-0580-C5D0-7833B1CB3A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377" y="3018803"/>
              <a:ext cx="102298" cy="1022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CDB5A06-FF17-DC4D-0BD2-5D570D961927}"/>
                </a:ext>
              </a:extLst>
            </p:cNvPr>
            <p:cNvSpPr txBox="1"/>
            <p:nvPr/>
          </p:nvSpPr>
          <p:spPr>
            <a:xfrm>
              <a:off x="1202878" y="2952702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남자</a:t>
              </a:r>
            </a:p>
          </p:txBody>
        </p:sp>
        <p:pic>
          <p:nvPicPr>
            <p:cNvPr id="20" name="Picture 4" descr="off, radio icon">
              <a:extLst>
                <a:ext uri="{FF2B5EF4-FFF2-40B4-BE49-F238E27FC236}">
                  <a16:creationId xmlns:a16="http://schemas.microsoft.com/office/drawing/2014/main" id="{77349404-C078-1BF7-2883-A637B6E940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4933" y="3018803"/>
              <a:ext cx="102298" cy="1022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27952A7-0434-E62D-2ABD-CFE5F44610F4}"/>
                </a:ext>
              </a:extLst>
            </p:cNvPr>
            <p:cNvSpPr txBox="1"/>
            <p:nvPr/>
          </p:nvSpPr>
          <p:spPr>
            <a:xfrm>
              <a:off x="1718208" y="2952702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여자</a:t>
              </a:r>
            </a:p>
          </p:txBody>
        </p:sp>
      </p:grp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9A573E3E-6E09-71C9-148C-5716B0ED06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559963"/>
              </p:ext>
            </p:extLst>
          </p:nvPr>
        </p:nvGraphicFramePr>
        <p:xfrm>
          <a:off x="333215" y="3855257"/>
          <a:ext cx="3002411" cy="594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3138">
                  <a:extLst>
                    <a:ext uri="{9D8B030D-6E8A-4147-A177-3AD203B41FA5}">
                      <a16:colId xmlns:a16="http://schemas.microsoft.com/office/drawing/2014/main" val="2084880979"/>
                    </a:ext>
                  </a:extLst>
                </a:gridCol>
                <a:gridCol w="2399273">
                  <a:extLst>
                    <a:ext uri="{9D8B030D-6E8A-4147-A177-3AD203B41FA5}">
                      <a16:colId xmlns:a16="http://schemas.microsoft.com/office/drawing/2014/main" val="1492742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bg1"/>
                          </a:solidFill>
                        </a:rPr>
                        <a:t>목적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맞춤형 서비스 제공 및 마케팅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9790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이메일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휴대폰번호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서비스 이용기록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2108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bg1"/>
                          </a:solidFill>
                        </a:rPr>
                        <a:t>보유기간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회원탈퇴시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또는 법정의무보유기간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7100101"/>
                  </a:ext>
                </a:extLst>
              </a:tr>
            </a:tbl>
          </a:graphicData>
        </a:graphic>
      </p:graphicFrame>
      <p:sp>
        <p:nvSpPr>
          <p:cNvPr id="42" name="Rounded Rectangle 35">
            <a:extLst>
              <a:ext uri="{FF2B5EF4-FFF2-40B4-BE49-F238E27FC236}">
                <a16:creationId xmlns:a16="http://schemas.microsoft.com/office/drawing/2014/main" id="{3E506B12-06D8-8782-15B6-7A80CB2E627E}"/>
              </a:ext>
            </a:extLst>
          </p:cNvPr>
          <p:cNvSpPr/>
          <p:nvPr/>
        </p:nvSpPr>
        <p:spPr>
          <a:xfrm>
            <a:off x="2664545" y="1427896"/>
            <a:ext cx="743088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변경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EA0933AF-C2C0-204E-638D-A1946331F260}"/>
              </a:ext>
            </a:extLst>
          </p:cNvPr>
          <p:cNvGrpSpPr/>
          <p:nvPr/>
        </p:nvGrpSpPr>
        <p:grpSpPr>
          <a:xfrm>
            <a:off x="4019926" y="1190056"/>
            <a:ext cx="2332122" cy="221149"/>
            <a:chOff x="260415" y="1427325"/>
            <a:chExt cx="2332122" cy="221149"/>
          </a:xfrm>
        </p:grpSpPr>
        <p:sp>
          <p:nvSpPr>
            <p:cNvPr id="141" name="Rounded Rectangle 35">
              <a:extLst>
                <a:ext uri="{FF2B5EF4-FFF2-40B4-BE49-F238E27FC236}">
                  <a16:creationId xmlns:a16="http://schemas.microsoft.com/office/drawing/2014/main" id="{DC1EF622-44D0-2668-41E5-0054362A9667}"/>
                </a:ext>
              </a:extLst>
            </p:cNvPr>
            <p:cNvSpPr/>
            <p:nvPr/>
          </p:nvSpPr>
          <p:spPr>
            <a:xfrm>
              <a:off x="1152376" y="1429018"/>
              <a:ext cx="1440161" cy="2194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맑은 고딕"/>
                </a:rPr>
                <a:t>************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0D2B133-E893-1C5A-C17B-D6455D3D2BE1}"/>
                </a:ext>
              </a:extLst>
            </p:cNvPr>
            <p:cNvSpPr txBox="1"/>
            <p:nvPr/>
          </p:nvSpPr>
          <p:spPr>
            <a:xfrm>
              <a:off x="260415" y="1427325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현재비밀번호</a:t>
              </a:r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</a:t>
              </a:r>
              <a:endParaRPr lang="ko-KR" altLang="en-US" sz="800" spc="-150" dirty="0">
                <a:solidFill>
                  <a:srgbClr val="FF0000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5A0BF558-DFCA-7EA6-D001-F7A62C063772}"/>
              </a:ext>
            </a:extLst>
          </p:cNvPr>
          <p:cNvGrpSpPr/>
          <p:nvPr/>
        </p:nvGrpSpPr>
        <p:grpSpPr>
          <a:xfrm>
            <a:off x="4019926" y="1822558"/>
            <a:ext cx="3147218" cy="221149"/>
            <a:chOff x="260415" y="1901795"/>
            <a:chExt cx="3147218" cy="221149"/>
          </a:xfrm>
        </p:grpSpPr>
        <p:sp>
          <p:nvSpPr>
            <p:cNvPr id="145" name="Rounded Rectangle 35">
              <a:extLst>
                <a:ext uri="{FF2B5EF4-FFF2-40B4-BE49-F238E27FC236}">
                  <a16:creationId xmlns:a16="http://schemas.microsoft.com/office/drawing/2014/main" id="{B42BDB1B-B443-D039-534C-FC16F298F53A}"/>
                </a:ext>
              </a:extLst>
            </p:cNvPr>
            <p:cNvSpPr/>
            <p:nvPr/>
          </p:nvSpPr>
          <p:spPr>
            <a:xfrm>
              <a:off x="1152376" y="1903488"/>
              <a:ext cx="2255257" cy="2194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비밀번호를 입력해 주세요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6B0CDFA6-C520-5E5F-1073-A722B9DD2E39}"/>
                </a:ext>
              </a:extLst>
            </p:cNvPr>
            <p:cNvSpPr txBox="1"/>
            <p:nvPr/>
          </p:nvSpPr>
          <p:spPr>
            <a:xfrm>
              <a:off x="260415" y="1901795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비밀번호확인</a:t>
              </a:r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</a:t>
              </a:r>
              <a:endParaRPr lang="ko-KR" altLang="en-US" sz="800" spc="-150" dirty="0">
                <a:solidFill>
                  <a:srgbClr val="FF0000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2FD0C8C3-4E24-C649-FB55-DA24AADC9365}"/>
              </a:ext>
            </a:extLst>
          </p:cNvPr>
          <p:cNvGrpSpPr/>
          <p:nvPr/>
        </p:nvGrpSpPr>
        <p:grpSpPr>
          <a:xfrm>
            <a:off x="4019926" y="1582971"/>
            <a:ext cx="3147218" cy="221149"/>
            <a:chOff x="260415" y="1662208"/>
            <a:chExt cx="3147218" cy="221149"/>
          </a:xfrm>
        </p:grpSpPr>
        <p:sp>
          <p:nvSpPr>
            <p:cNvPr id="176" name="Rounded Rectangle 35">
              <a:extLst>
                <a:ext uri="{FF2B5EF4-FFF2-40B4-BE49-F238E27FC236}">
                  <a16:creationId xmlns:a16="http://schemas.microsoft.com/office/drawing/2014/main" id="{80ADA0F2-AA7D-4A9B-9DCA-45069A3AFC84}"/>
                </a:ext>
              </a:extLst>
            </p:cNvPr>
            <p:cNvSpPr/>
            <p:nvPr/>
          </p:nvSpPr>
          <p:spPr>
            <a:xfrm>
              <a:off x="1152376" y="1663901"/>
              <a:ext cx="2255257" cy="2194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비밀번호를 입력해 주세요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</a:t>
              </a: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782A27ED-C857-29B4-98CA-A11D6E7F7457}"/>
                </a:ext>
              </a:extLst>
            </p:cNvPr>
            <p:cNvSpPr txBox="1"/>
            <p:nvPr/>
          </p:nvSpPr>
          <p:spPr>
            <a:xfrm>
              <a:off x="260415" y="1662208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새 비밀번호</a:t>
              </a:r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</a:t>
              </a:r>
              <a:endParaRPr lang="ko-KR" altLang="en-US" sz="800" spc="-150" dirty="0">
                <a:solidFill>
                  <a:srgbClr val="FF0000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178" name="Rounded Rectangle 35">
            <a:extLst>
              <a:ext uri="{FF2B5EF4-FFF2-40B4-BE49-F238E27FC236}">
                <a16:creationId xmlns:a16="http://schemas.microsoft.com/office/drawing/2014/main" id="{C62465A2-7910-0783-352B-B1774FE0357C}"/>
              </a:ext>
            </a:extLst>
          </p:cNvPr>
          <p:cNvSpPr/>
          <p:nvPr/>
        </p:nvSpPr>
        <p:spPr>
          <a:xfrm>
            <a:off x="6424056" y="1190627"/>
            <a:ext cx="743088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취소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96" name="모서리가 둥근 직사각형 114">
            <a:extLst>
              <a:ext uri="{FF2B5EF4-FFF2-40B4-BE49-F238E27FC236}">
                <a16:creationId xmlns:a16="http://schemas.microsoft.com/office/drawing/2014/main" id="{9B2209AD-2352-605C-62D0-F16465534E82}"/>
              </a:ext>
            </a:extLst>
          </p:cNvPr>
          <p:cNvSpPr/>
          <p:nvPr/>
        </p:nvSpPr>
        <p:spPr>
          <a:xfrm>
            <a:off x="3846930" y="10479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97" name="모서리가 둥근 직사각형 114">
            <a:extLst>
              <a:ext uri="{FF2B5EF4-FFF2-40B4-BE49-F238E27FC236}">
                <a16:creationId xmlns:a16="http://schemas.microsoft.com/office/drawing/2014/main" id="{1830E202-A0B0-6DE6-3021-66263CAD0A78}"/>
              </a:ext>
            </a:extLst>
          </p:cNvPr>
          <p:cNvSpPr/>
          <p:nvPr/>
        </p:nvSpPr>
        <p:spPr>
          <a:xfrm>
            <a:off x="198902" y="238552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99" name="모서리가 둥근 직사각형 114">
            <a:extLst>
              <a:ext uri="{FF2B5EF4-FFF2-40B4-BE49-F238E27FC236}">
                <a16:creationId xmlns:a16="http://schemas.microsoft.com/office/drawing/2014/main" id="{D28EA78E-52C6-7A26-0F9D-4FED5953EFC2}"/>
              </a:ext>
            </a:extLst>
          </p:cNvPr>
          <p:cNvSpPr/>
          <p:nvPr/>
        </p:nvSpPr>
        <p:spPr>
          <a:xfrm>
            <a:off x="198902" y="297182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00" name="모서리가 둥근 직사각형 114">
            <a:extLst>
              <a:ext uri="{FF2B5EF4-FFF2-40B4-BE49-F238E27FC236}">
                <a16:creationId xmlns:a16="http://schemas.microsoft.com/office/drawing/2014/main" id="{E8D1D34D-DBE3-C1B5-E662-EE4A330DF24F}"/>
              </a:ext>
            </a:extLst>
          </p:cNvPr>
          <p:cNvSpPr/>
          <p:nvPr/>
        </p:nvSpPr>
        <p:spPr>
          <a:xfrm>
            <a:off x="198902" y="343133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01" name="모서리가 둥근 직사각형 114">
            <a:extLst>
              <a:ext uri="{FF2B5EF4-FFF2-40B4-BE49-F238E27FC236}">
                <a16:creationId xmlns:a16="http://schemas.microsoft.com/office/drawing/2014/main" id="{8951F992-CAB6-50BB-8DF6-A04D125FBB9B}"/>
              </a:ext>
            </a:extLst>
          </p:cNvPr>
          <p:cNvSpPr/>
          <p:nvPr/>
        </p:nvSpPr>
        <p:spPr>
          <a:xfrm>
            <a:off x="198902" y="497022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03" name="Rounded Rectangle 33">
            <a:extLst>
              <a:ext uri="{FF2B5EF4-FFF2-40B4-BE49-F238E27FC236}">
                <a16:creationId xmlns:a16="http://schemas.microsoft.com/office/drawing/2014/main" id="{F6082C7F-4059-96DA-8326-77BDCADA23CE}"/>
              </a:ext>
            </a:extLst>
          </p:cNvPr>
          <p:cNvSpPr/>
          <p:nvPr/>
        </p:nvSpPr>
        <p:spPr>
          <a:xfrm>
            <a:off x="4115603" y="2104962"/>
            <a:ext cx="302175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595959"/>
                </a:solidFill>
                <a:ea typeface="맑은 고딕"/>
              </a:rPr>
              <a:t>저장</a:t>
            </a:r>
            <a:endParaRPr lang="en-US" altLang="ko-KR" sz="800" dirty="0">
              <a:solidFill>
                <a:srgbClr val="595959"/>
              </a:solidFill>
              <a:ea typeface="맑은 고딕"/>
            </a:endParaRP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94A32FCD-2D77-99F0-9855-C27B37D2CE96}"/>
              </a:ext>
            </a:extLst>
          </p:cNvPr>
          <p:cNvSpPr/>
          <p:nvPr/>
        </p:nvSpPr>
        <p:spPr>
          <a:xfrm>
            <a:off x="4907786" y="3468768"/>
            <a:ext cx="937913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0A0B0D59-7A04-230E-65B7-EAB97CCFD20B}"/>
              </a:ext>
            </a:extLst>
          </p:cNvPr>
          <p:cNvSpPr/>
          <p:nvPr/>
        </p:nvSpPr>
        <p:spPr>
          <a:xfrm>
            <a:off x="6119120" y="3468768"/>
            <a:ext cx="1048024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r"/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naver.com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DC88FB88-DACE-FDB3-74A5-EA3B2A7C45B1}"/>
              </a:ext>
            </a:extLst>
          </p:cNvPr>
          <p:cNvSpPr txBox="1"/>
          <p:nvPr/>
        </p:nvSpPr>
        <p:spPr>
          <a:xfrm>
            <a:off x="5845641" y="3511239"/>
            <a:ext cx="2792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@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91D4973E-2E03-7B8A-0400-822F947C6224}"/>
              </a:ext>
            </a:extLst>
          </p:cNvPr>
          <p:cNvSpPr txBox="1"/>
          <p:nvPr/>
        </p:nvSpPr>
        <p:spPr>
          <a:xfrm>
            <a:off x="4019146" y="3503931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 err="1">
                <a:latin typeface="맑은 고딕"/>
                <a:ea typeface="맑은 고딕"/>
              </a:rPr>
              <a:t>이메일입력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209" name="모서리가 둥근 직사각형 114">
            <a:extLst>
              <a:ext uri="{FF2B5EF4-FFF2-40B4-BE49-F238E27FC236}">
                <a16:creationId xmlns:a16="http://schemas.microsoft.com/office/drawing/2014/main" id="{D1D49CAF-842F-A068-7C8C-CB5B6789B758}"/>
              </a:ext>
            </a:extLst>
          </p:cNvPr>
          <p:cNvSpPr/>
          <p:nvPr/>
        </p:nvSpPr>
        <p:spPr>
          <a:xfrm>
            <a:off x="3849566" y="293098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0" name="Rounded Rectangle 33">
            <a:extLst>
              <a:ext uri="{FF2B5EF4-FFF2-40B4-BE49-F238E27FC236}">
                <a16:creationId xmlns:a16="http://schemas.microsoft.com/office/drawing/2014/main" id="{82054B0F-44CD-6429-5598-81E4A149F70E}"/>
              </a:ext>
            </a:extLst>
          </p:cNvPr>
          <p:cNvSpPr/>
          <p:nvPr/>
        </p:nvSpPr>
        <p:spPr>
          <a:xfrm>
            <a:off x="4907787" y="3853113"/>
            <a:ext cx="225935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595959"/>
                </a:solidFill>
                <a:ea typeface="맑은 고딕"/>
              </a:rPr>
              <a:t>저장</a:t>
            </a:r>
            <a:endParaRPr lang="en-US" altLang="ko-KR" sz="800" dirty="0">
              <a:solidFill>
                <a:srgbClr val="595959"/>
              </a:solidFill>
              <a:ea typeface="맑은 고딕"/>
            </a:endParaRPr>
          </a:p>
        </p:txBody>
      </p:sp>
      <p:sp>
        <p:nvSpPr>
          <p:cNvPr id="214" name="Rounded Rectangle 35">
            <a:extLst>
              <a:ext uri="{FF2B5EF4-FFF2-40B4-BE49-F238E27FC236}">
                <a16:creationId xmlns:a16="http://schemas.microsoft.com/office/drawing/2014/main" id="{4F55E4DC-16D4-A0B5-220A-BD0D1A985882}"/>
              </a:ext>
            </a:extLst>
          </p:cNvPr>
          <p:cNvSpPr/>
          <p:nvPr/>
        </p:nvSpPr>
        <p:spPr>
          <a:xfrm>
            <a:off x="1080370" y="3076257"/>
            <a:ext cx="1440160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ea typeface="맑은 고딕"/>
              </a:rPr>
              <a:t>email123@naver.com</a:t>
            </a:r>
          </a:p>
        </p:txBody>
      </p:sp>
      <p:sp>
        <p:nvSpPr>
          <p:cNvPr id="215" name="Rounded Rectangle 35">
            <a:extLst>
              <a:ext uri="{FF2B5EF4-FFF2-40B4-BE49-F238E27FC236}">
                <a16:creationId xmlns:a16="http://schemas.microsoft.com/office/drawing/2014/main" id="{2C07B6B5-786E-4355-2283-98FC33B6FAD7}"/>
              </a:ext>
            </a:extLst>
          </p:cNvPr>
          <p:cNvSpPr/>
          <p:nvPr/>
        </p:nvSpPr>
        <p:spPr>
          <a:xfrm>
            <a:off x="2664545" y="3071305"/>
            <a:ext cx="743088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변경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E9B34D5-AF30-558B-052D-84C2564D4B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1425" y="1441635"/>
            <a:ext cx="224408" cy="19635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0BA35E9-8D5F-7776-9070-1977E1E9D3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2545" y="1202295"/>
            <a:ext cx="224408" cy="19635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B9D4873-A861-ED95-DBFC-A8DCCE5C62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7753" y="1601361"/>
            <a:ext cx="224408" cy="19635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35D9EABC-937A-EE28-275E-33302FEF09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7753" y="1841271"/>
            <a:ext cx="224408" cy="196357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3F2B4CE-A783-FA60-8500-30E3D2F385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9129" y="1746247"/>
            <a:ext cx="1080120" cy="194108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C4C9D6D-6658-94BB-5A8E-1F4DA26BD956}"/>
              </a:ext>
            </a:extLst>
          </p:cNvPr>
          <p:cNvSpPr txBox="1"/>
          <p:nvPr/>
        </p:nvSpPr>
        <p:spPr>
          <a:xfrm>
            <a:off x="7961701" y="1515415"/>
            <a:ext cx="1368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/>
              <a:t>CH-U-JO-01-02-01p</a:t>
            </a:r>
            <a:endParaRPr lang="ko-KR" altLang="en-US" sz="900" dirty="0"/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87C9C27E-C37A-3E1C-C2D4-F3E750642A5E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407633" y="2562581"/>
            <a:ext cx="4621496" cy="0"/>
          </a:xfrm>
          <a:prstGeom prst="straightConnector1">
            <a:avLst/>
          </a:prstGeom>
          <a:ln w="3175">
            <a:solidFill>
              <a:srgbClr val="C0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B4EF4DA-2BA4-7A6B-1E26-BA1E43BF1373}"/>
              </a:ext>
            </a:extLst>
          </p:cNvPr>
          <p:cNvSpPr txBox="1"/>
          <p:nvPr/>
        </p:nvSpPr>
        <p:spPr>
          <a:xfrm>
            <a:off x="7462739" y="3799951"/>
            <a:ext cx="2402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ko-KR" altLang="en-US" sz="900" b="1" u="none" kern="0" spc="-150" baseline="0" dirty="0">
                <a:solidFill>
                  <a:srgbClr val="C00000"/>
                </a:solidFill>
                <a:latin typeface="+mn-ea"/>
              </a:rPr>
              <a:t>본인인증 완료 시</a:t>
            </a:r>
            <a:r>
              <a:rPr lang="en-US" altLang="ko-KR" sz="900" b="1" kern="0" spc="-150" dirty="0">
                <a:solidFill>
                  <a:srgbClr val="C00000"/>
                </a:solidFill>
                <a:latin typeface="+mn-ea"/>
              </a:rPr>
              <a:t> CH-U-MY-01-02 (</a:t>
            </a:r>
            <a:r>
              <a:rPr lang="ko-KR" altLang="en-US" sz="900" b="1" kern="0" spc="-150" dirty="0">
                <a:solidFill>
                  <a:srgbClr val="C00000"/>
                </a:solidFill>
                <a:latin typeface="+mn-ea"/>
              </a:rPr>
              <a:t>회원정보변경</a:t>
            </a:r>
            <a:r>
              <a:rPr lang="en-US" altLang="ko-KR" sz="900" b="1" kern="0" spc="-150" dirty="0">
                <a:solidFill>
                  <a:srgbClr val="C00000"/>
                </a:solidFill>
                <a:latin typeface="+mn-ea"/>
              </a:rPr>
              <a:t>) </a:t>
            </a:r>
            <a:br>
              <a:rPr lang="en-US" altLang="ko-KR" sz="900" b="1" kern="0" spc="-150" dirty="0">
                <a:solidFill>
                  <a:srgbClr val="C00000"/>
                </a:solidFill>
                <a:latin typeface="+mn-ea"/>
              </a:rPr>
            </a:br>
            <a:r>
              <a:rPr lang="ko-KR" altLang="en-US" sz="900" b="1" kern="0" spc="-150" dirty="0">
                <a:solidFill>
                  <a:srgbClr val="C00000"/>
                </a:solidFill>
                <a:latin typeface="+mn-ea"/>
              </a:rPr>
              <a:t>화면으로 돌아옴</a:t>
            </a:r>
            <a:endParaRPr lang="en-US" altLang="ko-KR" sz="900" b="1" u="none" kern="0" spc="-150" baseline="0" dirty="0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38914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25747-E07F-F014-04AD-AC85F878B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93BB56D-62B1-941D-B4EF-4C9EE5405862}"/>
              </a:ext>
            </a:extLst>
          </p:cNvPr>
          <p:cNvSpPr/>
          <p:nvPr/>
        </p:nvSpPr>
        <p:spPr>
          <a:xfrm>
            <a:off x="7921129" y="58428"/>
            <a:ext cx="113204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ko-KR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CH-U-MY-01-0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3</a:t>
            </a:r>
            <a:endParaRPr lang="ko-KR" altLang="ko-KR" sz="10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35EF4A-2F84-0A0D-8E0D-0903505FA660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E910B62F-3060-BA07-0231-40F8CBE33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097000"/>
              </p:ext>
            </p:extLst>
          </p:nvPr>
        </p:nvGraphicFramePr>
        <p:xfrm>
          <a:off x="10128399" y="623854"/>
          <a:ext cx="2850436" cy="360146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 정보 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기준 시각은 페이지 조회한 실시간 시각으로 반영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바우처 카드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아코디언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접힌 상태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바우처명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결제수단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펼친 상태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잔액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등록일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잔액 확인 불가한 바우처는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잔액 확인 불가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“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로 표시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여러 바우처 중복으로 펼치기 가능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등록된 바우처가 없을 경우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안내문구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등록된 바우처가 없습니다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바우처 자격 조회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바우처 등록 팝업 노출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(CH-U-MY-01-03p)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4-1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바우처 사용내역 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날짜별 사용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 내역 리스트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최초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진입시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 항목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4-2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사용 내역이 없을 경우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안내문구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내역이 없습니다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.)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더보기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 내역 추가 로드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클릭당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개씩 추가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C09465F-43A8-195E-4940-47A70B6D5241}"/>
              </a:ext>
            </a:extLst>
          </p:cNvPr>
          <p:cNvSpPr/>
          <p:nvPr/>
        </p:nvSpPr>
        <p:spPr>
          <a:xfrm>
            <a:off x="168443" y="665138"/>
            <a:ext cx="3430800" cy="38239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0C58C3-A409-E5F1-1104-B5FEB82CEF39}"/>
              </a:ext>
            </a:extLst>
          </p:cNvPr>
          <p:cNvSpPr txBox="1"/>
          <p:nvPr/>
        </p:nvSpPr>
        <p:spPr>
          <a:xfrm>
            <a:off x="377783" y="720258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바우처 정보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364F01-A367-493D-9AA3-BBDDDA262E53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621D28F9-B2FC-9B44-5720-DAA2EA1099CB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292C963-9FA2-4FFC-0F35-359D94AAE4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67C43189-C58B-D7E7-B257-2015DC853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5CC8D390-5871-A4B0-5DC6-8D78C2D1A8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E4FFDBE-3329-01CC-0512-D22370EFAD6E}"/>
              </a:ext>
            </a:extLst>
          </p:cNvPr>
          <p:cNvSpPr txBox="1"/>
          <p:nvPr/>
        </p:nvSpPr>
        <p:spPr>
          <a:xfrm>
            <a:off x="1307907" y="78285"/>
            <a:ext cx="1016625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fontAlgn="t"/>
            <a:r>
              <a:rPr lang="ko-KR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바우처 정보 화면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07262E-5E85-663D-6EC8-DF23DE6E7168}"/>
              </a:ext>
            </a:extLst>
          </p:cNvPr>
          <p:cNvSpPr txBox="1"/>
          <p:nvPr/>
        </p:nvSpPr>
        <p:spPr>
          <a:xfrm>
            <a:off x="1302717" y="330494"/>
            <a:ext cx="13724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바우처 정보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5C695A-E1C1-FADF-0299-772C3BBA70AF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127678-D746-CE5B-CF04-785A944D4CCD}"/>
              </a:ext>
            </a:extLst>
          </p:cNvPr>
          <p:cNvSpPr txBox="1"/>
          <p:nvPr/>
        </p:nvSpPr>
        <p:spPr>
          <a:xfrm>
            <a:off x="260415" y="1119537"/>
            <a:ext cx="16120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맑은 고딕"/>
                <a:ea typeface="맑은 고딕"/>
              </a:rPr>
              <a:t>김행복님의 보유 바우처</a:t>
            </a:r>
            <a:endParaRPr lang="ko-KR" altLang="en-US" sz="9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2891E9-505A-98B1-F09A-83693311DECA}"/>
              </a:ext>
            </a:extLst>
          </p:cNvPr>
          <p:cNvSpPr txBox="1"/>
          <p:nvPr/>
        </p:nvSpPr>
        <p:spPr>
          <a:xfrm>
            <a:off x="260415" y="1318632"/>
            <a:ext cx="319621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/>
                <a:ea typeface="맑은 고딕"/>
              </a:rPr>
              <a:t>(2026.7.21 12:08 </a:t>
            </a:r>
            <a:r>
              <a:rPr lang="ko-KR" altLang="en-US" sz="700" dirty="0">
                <a:latin typeface="맑은 고딕"/>
                <a:ea typeface="맑은 고딕"/>
              </a:rPr>
              <a:t>기준</a:t>
            </a:r>
            <a:r>
              <a:rPr lang="en-US" altLang="ko-KR" sz="700" dirty="0">
                <a:latin typeface="맑은 고딕"/>
                <a:ea typeface="맑은 고딕"/>
              </a:rPr>
              <a:t>)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D8265-8165-0CBF-BA90-F55A8E1C5BA9}"/>
              </a:ext>
            </a:extLst>
          </p:cNvPr>
          <p:cNvSpPr/>
          <p:nvPr/>
        </p:nvSpPr>
        <p:spPr>
          <a:xfrm>
            <a:off x="3708089" y="1716528"/>
            <a:ext cx="413681" cy="1701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>
                <a:solidFill>
                  <a:sysClr val="windowText" lastClr="000000"/>
                </a:solidFill>
                <a:ea typeface="맑은 고딕"/>
              </a:rPr>
              <a:t>카드</a:t>
            </a:r>
            <a:endParaRPr lang="ko-KR" altLang="en-US" sz="700" b="1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3B2B58C-07E2-58F5-20E5-9290D487620D}"/>
              </a:ext>
            </a:extLst>
          </p:cNvPr>
          <p:cNvSpPr/>
          <p:nvPr/>
        </p:nvSpPr>
        <p:spPr>
          <a:xfrm>
            <a:off x="4207367" y="1716528"/>
            <a:ext cx="413681" cy="1701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ysClr val="windowText" lastClr="000000"/>
                </a:solidFill>
                <a:ea typeface="맑은 고딕"/>
              </a:rPr>
              <a:t>포인트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4ABC91D0-7342-E577-FDA5-4E2120F64D4C}"/>
              </a:ext>
            </a:extLst>
          </p:cNvPr>
          <p:cNvGrpSpPr/>
          <p:nvPr/>
        </p:nvGrpSpPr>
        <p:grpSpPr>
          <a:xfrm>
            <a:off x="168443" y="1609151"/>
            <a:ext cx="3430800" cy="947500"/>
            <a:chOff x="168443" y="1792727"/>
            <a:chExt cx="3430800" cy="947500"/>
          </a:xfrm>
        </p:grpSpPr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03F0AD0A-6CB3-CB8E-C1ED-5017A93FCCE6}"/>
                </a:ext>
              </a:extLst>
            </p:cNvPr>
            <p:cNvSpPr/>
            <p:nvPr/>
          </p:nvSpPr>
          <p:spPr>
            <a:xfrm>
              <a:off x="168443" y="1792727"/>
              <a:ext cx="3430800" cy="9475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1DB2A969-7C85-853B-3A86-051C394E2075}"/>
                </a:ext>
              </a:extLst>
            </p:cNvPr>
            <p:cNvSpPr txBox="1"/>
            <p:nvPr/>
          </p:nvSpPr>
          <p:spPr>
            <a:xfrm>
              <a:off x="277289" y="1885223"/>
              <a:ext cx="13089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기저귀</a:t>
              </a:r>
              <a:r>
                <a:rPr lang="en-US" altLang="ko-KR" sz="800" b="1" dirty="0">
                  <a:latin typeface="맑은 고딕"/>
                  <a:ea typeface="맑은 고딕"/>
                </a:rPr>
                <a:t>/</a:t>
              </a:r>
              <a:r>
                <a:rPr lang="ko-KR" altLang="en-US" sz="800" b="1" dirty="0" err="1">
                  <a:latin typeface="맑은 고딕"/>
                  <a:ea typeface="맑은 고딕"/>
                </a:rPr>
                <a:t>조제분유지원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9AB66393-06AD-CDEB-A77D-0E82F9F36E31}"/>
                </a:ext>
              </a:extLst>
            </p:cNvPr>
            <p:cNvSpPr/>
            <p:nvPr/>
          </p:nvSpPr>
          <p:spPr>
            <a:xfrm>
              <a:off x="1426378" y="1900104"/>
              <a:ext cx="413681" cy="1701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ysClr val="windowText" lastClr="000000"/>
                  </a:solidFill>
                  <a:ea typeface="맑은 고딕"/>
                </a:rPr>
                <a:t>카드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F0A0DDF-0BF1-2B2A-4EA4-46C3A03615BA}"/>
                </a:ext>
              </a:extLst>
            </p:cNvPr>
            <p:cNvSpPr txBox="1"/>
            <p:nvPr/>
          </p:nvSpPr>
          <p:spPr>
            <a:xfrm>
              <a:off x="296207" y="2504713"/>
              <a:ext cx="116489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등록일</a:t>
              </a:r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: 2026-07-01</a:t>
              </a:r>
              <a:endParaRPr lang="ko-KR" altLang="en-US" sz="7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3E4629D-699F-3E05-BBA2-B9E480332677}"/>
                </a:ext>
              </a:extLst>
            </p:cNvPr>
            <p:cNvSpPr txBox="1"/>
            <p:nvPr/>
          </p:nvSpPr>
          <p:spPr>
            <a:xfrm>
              <a:off x="287867" y="2133689"/>
              <a:ext cx="11648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맑은 고딕"/>
                  <a:ea typeface="맑은 고딕"/>
                </a:rPr>
                <a:t>잔액</a:t>
              </a:r>
              <a:r>
                <a:rPr lang="ko-KR" altLang="en-US" sz="1000" b="1" dirty="0">
                  <a:latin typeface="맑은 고딕"/>
                  <a:ea typeface="맑은 고딕"/>
                </a:rPr>
                <a:t> </a:t>
              </a:r>
              <a:r>
                <a:rPr lang="en-US" altLang="ko-KR" sz="1000" b="1" dirty="0">
                  <a:solidFill>
                    <a:srgbClr val="E8623F"/>
                  </a:solidFill>
                  <a:latin typeface="맑은 고딕"/>
                  <a:ea typeface="맑은 고딕"/>
                </a:rPr>
                <a:t>500,000</a:t>
              </a:r>
              <a:r>
                <a:rPr lang="ko-KR" altLang="en-US" sz="1000" b="1" dirty="0">
                  <a:solidFill>
                    <a:srgbClr val="E8623F"/>
                  </a:solidFill>
                  <a:latin typeface="맑은 고딕"/>
                  <a:ea typeface="맑은 고딕"/>
                </a:rPr>
                <a:t>원</a:t>
              </a: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5D59A7D-C348-1DE0-9170-6AB3F11E46D3}"/>
                </a:ext>
              </a:extLst>
            </p:cNvPr>
            <p:cNvSpPr/>
            <p:nvPr/>
          </p:nvSpPr>
          <p:spPr>
            <a:xfrm>
              <a:off x="3240057" y="1834242"/>
              <a:ext cx="266671" cy="28988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r"/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DE76EE7-0F2D-1A13-C933-143527E68582}"/>
                </a:ext>
              </a:extLst>
            </p:cNvPr>
            <p:cNvSpPr txBox="1"/>
            <p:nvPr/>
          </p:nvSpPr>
          <p:spPr>
            <a:xfrm>
              <a:off x="576313" y="2318384"/>
              <a:ext cx="27628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: 0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원 기저귀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: 500,000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원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)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A95B14B-A58B-C1DF-AD77-460F97F13DF2}"/>
              </a:ext>
            </a:extLst>
          </p:cNvPr>
          <p:cNvGrpSpPr/>
          <p:nvPr/>
        </p:nvGrpSpPr>
        <p:grpSpPr>
          <a:xfrm>
            <a:off x="168443" y="2628660"/>
            <a:ext cx="3430800" cy="419436"/>
            <a:chOff x="168443" y="1792728"/>
            <a:chExt cx="3430800" cy="419436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D39416EC-01D5-7F72-2420-880CF868B201}"/>
                </a:ext>
              </a:extLst>
            </p:cNvPr>
            <p:cNvSpPr/>
            <p:nvPr/>
          </p:nvSpPr>
          <p:spPr>
            <a:xfrm>
              <a:off x="168443" y="1792728"/>
              <a:ext cx="3430800" cy="4194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E2CEA70-83A2-A044-6C68-C9EAD34895D7}"/>
                </a:ext>
              </a:extLst>
            </p:cNvPr>
            <p:cNvSpPr txBox="1"/>
            <p:nvPr/>
          </p:nvSpPr>
          <p:spPr>
            <a:xfrm>
              <a:off x="277289" y="1885223"/>
              <a:ext cx="13089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첫만남이용권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4044D316-9F2B-5F10-3ADB-6E9E375E84DB}"/>
                </a:ext>
              </a:extLst>
            </p:cNvPr>
            <p:cNvSpPr/>
            <p:nvPr/>
          </p:nvSpPr>
          <p:spPr>
            <a:xfrm>
              <a:off x="1050925" y="1900104"/>
              <a:ext cx="413681" cy="1701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ysClr val="windowText" lastClr="000000"/>
                  </a:solidFill>
                  <a:ea typeface="맑은 고딕"/>
                </a:rPr>
                <a:t>카드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1AE992C0-E7F1-E276-2BAF-BF3EB340B6F8}"/>
                </a:ext>
              </a:extLst>
            </p:cNvPr>
            <p:cNvSpPr/>
            <p:nvPr/>
          </p:nvSpPr>
          <p:spPr>
            <a:xfrm>
              <a:off x="3240057" y="1850272"/>
              <a:ext cx="266671" cy="28988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r"/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7818653C-6058-61A9-8910-9AB11A5E1161}"/>
              </a:ext>
            </a:extLst>
          </p:cNvPr>
          <p:cNvSpPr txBox="1"/>
          <p:nvPr/>
        </p:nvSpPr>
        <p:spPr>
          <a:xfrm>
            <a:off x="260415" y="3834225"/>
            <a:ext cx="16120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맑은 고딕"/>
                <a:ea typeface="맑은 고딕"/>
              </a:rPr>
              <a:t>바우처 사용 내역</a:t>
            </a:r>
            <a:endParaRPr lang="ko-KR" altLang="en-US" sz="9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8B90E09-FCBE-E477-88CA-3B5B265560D6}"/>
              </a:ext>
            </a:extLst>
          </p:cNvPr>
          <p:cNvSpPr txBox="1"/>
          <p:nvPr/>
        </p:nvSpPr>
        <p:spPr>
          <a:xfrm>
            <a:off x="7684498" y="2304701"/>
            <a:ext cx="20149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900" b="0" dirty="0">
                <a:solidFill>
                  <a:srgbClr val="8A8A8A"/>
                </a:solidFill>
                <a:latin typeface="맑은 고딕"/>
                <a:ea typeface="맑은 고딕"/>
              </a:rPr>
              <a:t>등록된 바우처가 없습니다</a:t>
            </a:r>
            <a:r>
              <a:rPr lang="en-US" altLang="ko-KR" sz="900" b="0" dirty="0">
                <a:solidFill>
                  <a:srgbClr val="8A8A8A"/>
                </a:solidFill>
                <a:latin typeface="맑은 고딕"/>
                <a:ea typeface="맑은 고딕"/>
              </a:rPr>
              <a:t>.</a:t>
            </a:r>
            <a:endParaRPr sz="900" b="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32" name="순서도: 연결자 131">
            <a:extLst>
              <a:ext uri="{FF2B5EF4-FFF2-40B4-BE49-F238E27FC236}">
                <a16:creationId xmlns:a16="http://schemas.microsoft.com/office/drawing/2014/main" id="{EC71F29D-69A1-1B26-F0BA-E591A7CDECF5}"/>
              </a:ext>
            </a:extLst>
          </p:cNvPr>
          <p:cNvSpPr/>
          <p:nvPr/>
        </p:nvSpPr>
        <p:spPr>
          <a:xfrm>
            <a:off x="8492729" y="1750468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i="1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7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90A747F-A02B-1B0F-2500-13CD13A210C7}"/>
              </a:ext>
            </a:extLst>
          </p:cNvPr>
          <p:cNvSpPr txBox="1"/>
          <p:nvPr/>
        </p:nvSpPr>
        <p:spPr>
          <a:xfrm>
            <a:off x="4663790" y="4803483"/>
            <a:ext cx="20149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900" b="0" dirty="0">
                <a:solidFill>
                  <a:srgbClr val="8A8A8A"/>
                </a:solidFill>
                <a:latin typeface="맑은 고딕"/>
                <a:ea typeface="맑은 고딕"/>
              </a:rPr>
              <a:t>내역이 없습니다</a:t>
            </a:r>
            <a:r>
              <a:rPr lang="en-US" altLang="ko-KR" sz="900" b="0" dirty="0">
                <a:solidFill>
                  <a:srgbClr val="8A8A8A"/>
                </a:solidFill>
                <a:latin typeface="맑은 고딕"/>
                <a:ea typeface="맑은 고딕"/>
              </a:rPr>
              <a:t>.</a:t>
            </a:r>
            <a:endParaRPr sz="900" b="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34" name="순서도: 연결자 133">
            <a:extLst>
              <a:ext uri="{FF2B5EF4-FFF2-40B4-BE49-F238E27FC236}">
                <a16:creationId xmlns:a16="http://schemas.microsoft.com/office/drawing/2014/main" id="{3383F27D-00D2-EC9D-3129-A5E905A55EDE}"/>
              </a:ext>
            </a:extLst>
          </p:cNvPr>
          <p:cNvSpPr/>
          <p:nvPr/>
        </p:nvSpPr>
        <p:spPr>
          <a:xfrm>
            <a:off x="5472021" y="4249250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i="1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7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6" name="Rounded Rectangle 35">
            <a:extLst>
              <a:ext uri="{FF2B5EF4-FFF2-40B4-BE49-F238E27FC236}">
                <a16:creationId xmlns:a16="http://schemas.microsoft.com/office/drawing/2014/main" id="{A22F3793-FFA5-2530-6F61-FEBD799BEB2D}"/>
              </a:ext>
            </a:extLst>
          </p:cNvPr>
          <p:cNvSpPr/>
          <p:nvPr/>
        </p:nvSpPr>
        <p:spPr>
          <a:xfrm>
            <a:off x="529416" y="3277817"/>
            <a:ext cx="2686082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바우처 자격 조회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22180FBE-E682-F207-5A54-99744C4078CD}"/>
              </a:ext>
            </a:extLst>
          </p:cNvPr>
          <p:cNvSpPr txBox="1"/>
          <p:nvPr/>
        </p:nvSpPr>
        <p:spPr>
          <a:xfrm>
            <a:off x="296207" y="4030988"/>
            <a:ext cx="31604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* </a:t>
            </a:r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사용내역은 국민행복몰에서 바우처 금액을 사용한 내역만 제공합니다</a:t>
            </a:r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.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E49DB4E2-9238-A6AE-C785-FFF55378DC52}"/>
              </a:ext>
            </a:extLst>
          </p:cNvPr>
          <p:cNvSpPr txBox="1"/>
          <p:nvPr/>
        </p:nvSpPr>
        <p:spPr>
          <a:xfrm>
            <a:off x="296207" y="4356935"/>
            <a:ext cx="44811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/>
                <a:ea typeface="맑은 고딕"/>
              </a:rPr>
              <a:t>7/20</a:t>
            </a:r>
            <a:endParaRPr lang="ko-KR" altLang="en-US" sz="700" dirty="0">
              <a:latin typeface="맑은 고딕"/>
              <a:ea typeface="맑은 고딕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CE6211F-F0F8-5E4E-3F1E-8DE2ED5358B9}"/>
              </a:ext>
            </a:extLst>
          </p:cNvPr>
          <p:cNvSpPr txBox="1"/>
          <p:nvPr/>
        </p:nvSpPr>
        <p:spPr>
          <a:xfrm>
            <a:off x="638332" y="4356935"/>
            <a:ext cx="20642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맑은 고딕"/>
                <a:ea typeface="맑은 고딕"/>
              </a:rPr>
              <a:t>[</a:t>
            </a:r>
            <a:r>
              <a:rPr lang="ko-KR" altLang="en-US" sz="800" b="1" dirty="0" err="1">
                <a:latin typeface="맑은 고딕"/>
                <a:ea typeface="맑은 고딕"/>
              </a:rPr>
              <a:t>썸머러버</a:t>
            </a:r>
            <a:r>
              <a:rPr lang="en-US" altLang="ko-KR" sz="800" b="1" dirty="0">
                <a:latin typeface="맑은 고딕"/>
                <a:ea typeface="맑은 고딕"/>
              </a:rPr>
              <a:t>]</a:t>
            </a:r>
            <a:r>
              <a:rPr lang="ko-KR" altLang="en-US" sz="800" b="1" dirty="0" err="1">
                <a:latin typeface="맑은 고딕"/>
                <a:ea typeface="맑은 고딕"/>
              </a:rPr>
              <a:t>하기스</a:t>
            </a:r>
            <a:r>
              <a:rPr lang="ko-KR" altLang="en-US" sz="800" b="1" dirty="0">
                <a:latin typeface="맑은 고딕"/>
                <a:ea typeface="맑은 고딕"/>
              </a:rPr>
              <a:t> </a:t>
            </a:r>
            <a:r>
              <a:rPr lang="ko-KR" altLang="en-US" sz="800" b="1" dirty="0" err="1">
                <a:latin typeface="맑은 고딕"/>
                <a:ea typeface="맑은 고딕"/>
              </a:rPr>
              <a:t>맥스드라이</a:t>
            </a:r>
            <a:r>
              <a:rPr lang="ko-KR" altLang="en-US" sz="800" b="1" dirty="0">
                <a:latin typeface="맑은 고딕"/>
                <a:ea typeface="맑은 고딕"/>
              </a:rPr>
              <a:t> 에어 밴드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팬티형 통기성 기저귀 </a:t>
            </a:r>
            <a:r>
              <a:rPr lang="en-US" altLang="ko-KR" sz="800" b="1" dirty="0">
                <a:latin typeface="맑은 고딕"/>
                <a:ea typeface="맑은 고딕"/>
              </a:rPr>
              <a:t>[3</a:t>
            </a:r>
            <a:r>
              <a:rPr lang="ko-KR" altLang="en-US" sz="800" b="1" dirty="0">
                <a:latin typeface="맑은 고딕"/>
                <a:ea typeface="맑은 고딕"/>
              </a:rPr>
              <a:t>박스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중형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사</a:t>
            </a:r>
            <a:r>
              <a:rPr lang="en-US" altLang="ko-KR" sz="800" b="1" dirty="0">
                <a:latin typeface="맑은 고딕"/>
                <a:ea typeface="맑은 고딕"/>
              </a:rPr>
              <a:t>…</a:t>
            </a:r>
            <a:endParaRPr lang="ko-KR" altLang="en-US" sz="800" b="1" dirty="0">
              <a:latin typeface="맑은 고딕"/>
              <a:ea typeface="맑은 고딕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32A53C0F-849A-CAAE-D869-14C41A2DA6F1}"/>
              </a:ext>
            </a:extLst>
          </p:cNvPr>
          <p:cNvSpPr txBox="1"/>
          <p:nvPr/>
        </p:nvSpPr>
        <p:spPr>
          <a:xfrm>
            <a:off x="638332" y="4645210"/>
            <a:ext cx="134416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14:20 | </a:t>
            </a:r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기저귀</a:t>
            </a:r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/</a:t>
            </a:r>
            <a:r>
              <a:rPr lang="ko-KR" altLang="en-US" sz="700" dirty="0" err="1">
                <a:solidFill>
                  <a:srgbClr val="8A8A8A"/>
                </a:solidFill>
                <a:latin typeface="맑은 고딕"/>
                <a:ea typeface="맑은 고딕"/>
              </a:rPr>
              <a:t>조제분유지원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8A80DB81-FC77-5DCD-01D6-65A14B076B14}"/>
              </a:ext>
            </a:extLst>
          </p:cNvPr>
          <p:cNvSpPr txBox="1"/>
          <p:nvPr/>
        </p:nvSpPr>
        <p:spPr>
          <a:xfrm>
            <a:off x="2702574" y="4357054"/>
            <a:ext cx="811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b="1" dirty="0">
                <a:latin typeface="맑은 고딕"/>
                <a:ea typeface="맑은 고딕"/>
              </a:rPr>
              <a:t>-50,000</a:t>
            </a:r>
            <a:r>
              <a:rPr lang="ko-KR" altLang="en-US" sz="1000" b="1" dirty="0">
                <a:latin typeface="맑은 고딕"/>
                <a:ea typeface="맑은 고딕"/>
              </a:rPr>
              <a:t>원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8B79D2CB-7DD5-897D-8330-56FB8580E7FC}"/>
              </a:ext>
            </a:extLst>
          </p:cNvPr>
          <p:cNvSpPr txBox="1"/>
          <p:nvPr/>
        </p:nvSpPr>
        <p:spPr>
          <a:xfrm>
            <a:off x="638332" y="4902211"/>
            <a:ext cx="20642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맑은 고딕"/>
                <a:ea typeface="맑은 고딕"/>
              </a:rPr>
              <a:t>[</a:t>
            </a:r>
            <a:r>
              <a:rPr lang="ko-KR" altLang="en-US" sz="800" b="1" dirty="0" err="1">
                <a:latin typeface="맑은 고딕"/>
                <a:ea typeface="맑은 고딕"/>
              </a:rPr>
              <a:t>썸머러버</a:t>
            </a:r>
            <a:r>
              <a:rPr lang="en-US" altLang="ko-KR" sz="800" b="1" dirty="0">
                <a:latin typeface="맑은 고딕"/>
                <a:ea typeface="맑은 고딕"/>
              </a:rPr>
              <a:t>]</a:t>
            </a:r>
            <a:r>
              <a:rPr lang="ko-KR" altLang="en-US" sz="800" b="1" dirty="0" err="1">
                <a:latin typeface="맑은 고딕"/>
                <a:ea typeface="맑은 고딕"/>
              </a:rPr>
              <a:t>하기스</a:t>
            </a:r>
            <a:r>
              <a:rPr lang="ko-KR" altLang="en-US" sz="800" b="1" dirty="0">
                <a:latin typeface="맑은 고딕"/>
                <a:ea typeface="맑은 고딕"/>
              </a:rPr>
              <a:t> </a:t>
            </a:r>
            <a:r>
              <a:rPr lang="ko-KR" altLang="en-US" sz="800" b="1" dirty="0" err="1">
                <a:latin typeface="맑은 고딕"/>
                <a:ea typeface="맑은 고딕"/>
              </a:rPr>
              <a:t>맥스드라이</a:t>
            </a:r>
            <a:r>
              <a:rPr lang="ko-KR" altLang="en-US" sz="800" b="1" dirty="0">
                <a:latin typeface="맑은 고딕"/>
                <a:ea typeface="맑은 고딕"/>
              </a:rPr>
              <a:t> 에어 밴드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팬티형 통기성 기저귀 </a:t>
            </a:r>
            <a:r>
              <a:rPr lang="en-US" altLang="ko-KR" sz="800" b="1" dirty="0">
                <a:latin typeface="맑은 고딕"/>
                <a:ea typeface="맑은 고딕"/>
              </a:rPr>
              <a:t>[3</a:t>
            </a:r>
            <a:r>
              <a:rPr lang="ko-KR" altLang="en-US" sz="800" b="1" dirty="0">
                <a:latin typeface="맑은 고딕"/>
                <a:ea typeface="맑은 고딕"/>
              </a:rPr>
              <a:t>박스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중형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사</a:t>
            </a:r>
            <a:r>
              <a:rPr lang="en-US" altLang="ko-KR" sz="800" b="1" dirty="0">
                <a:latin typeface="맑은 고딕"/>
                <a:ea typeface="맑은 고딕"/>
              </a:rPr>
              <a:t>…</a:t>
            </a:r>
            <a:endParaRPr lang="ko-KR" altLang="en-US" sz="800" b="1" dirty="0">
              <a:latin typeface="맑은 고딕"/>
              <a:ea typeface="맑은 고딕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7D16A881-7CF7-6C1E-D0BA-C3C77C16D508}"/>
              </a:ext>
            </a:extLst>
          </p:cNvPr>
          <p:cNvSpPr txBox="1"/>
          <p:nvPr/>
        </p:nvSpPr>
        <p:spPr>
          <a:xfrm>
            <a:off x="638331" y="5190486"/>
            <a:ext cx="159416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18:55 | </a:t>
            </a:r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첫만남 이용권 </a:t>
            </a:r>
            <a:r>
              <a:rPr lang="ko-KR" altLang="en-US" sz="700" b="1" dirty="0">
                <a:solidFill>
                  <a:srgbClr val="FF0000"/>
                </a:solidFill>
                <a:latin typeface="맑은 고딕"/>
                <a:ea typeface="맑은 고딕"/>
              </a:rPr>
              <a:t>결제취소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3FE3FA1F-A9DC-5FE4-2AAA-7A78D6DFC50F}"/>
              </a:ext>
            </a:extLst>
          </p:cNvPr>
          <p:cNvSpPr txBox="1"/>
          <p:nvPr/>
        </p:nvSpPr>
        <p:spPr>
          <a:xfrm>
            <a:off x="2702574" y="4902330"/>
            <a:ext cx="811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E8623F"/>
                </a:solidFill>
                <a:latin typeface="맑은 고딕"/>
                <a:ea typeface="맑은 고딕"/>
              </a:rPr>
              <a:t>+30,000</a:t>
            </a:r>
            <a:r>
              <a:rPr lang="ko-KR" altLang="en-US" sz="1000" b="1" dirty="0">
                <a:solidFill>
                  <a:srgbClr val="E8623F"/>
                </a:solidFill>
                <a:latin typeface="맑은 고딕"/>
                <a:ea typeface="맑은 고딕"/>
              </a:rPr>
              <a:t>원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E8280A21-996B-5F1C-11EF-A510E5254D64}"/>
              </a:ext>
            </a:extLst>
          </p:cNvPr>
          <p:cNvSpPr txBox="1"/>
          <p:nvPr/>
        </p:nvSpPr>
        <p:spPr>
          <a:xfrm>
            <a:off x="296207" y="5550283"/>
            <a:ext cx="44811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/>
                <a:ea typeface="맑은 고딕"/>
              </a:rPr>
              <a:t>7/3</a:t>
            </a:r>
            <a:endParaRPr lang="ko-KR" altLang="en-US" sz="700" dirty="0">
              <a:latin typeface="맑은 고딕"/>
              <a:ea typeface="맑은 고딕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2F6C9CAE-655C-C5F5-BB57-0B9B2EFE4C64}"/>
              </a:ext>
            </a:extLst>
          </p:cNvPr>
          <p:cNvSpPr txBox="1"/>
          <p:nvPr/>
        </p:nvSpPr>
        <p:spPr>
          <a:xfrm>
            <a:off x="638332" y="5550283"/>
            <a:ext cx="20642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맑은 고딕"/>
                <a:ea typeface="맑은 고딕"/>
              </a:rPr>
              <a:t>[</a:t>
            </a:r>
            <a:r>
              <a:rPr lang="ko-KR" altLang="en-US" sz="800" b="1" dirty="0" err="1">
                <a:latin typeface="맑은 고딕"/>
                <a:ea typeface="맑은 고딕"/>
              </a:rPr>
              <a:t>썸머러버</a:t>
            </a:r>
            <a:r>
              <a:rPr lang="en-US" altLang="ko-KR" sz="800" b="1" dirty="0">
                <a:latin typeface="맑은 고딕"/>
                <a:ea typeface="맑은 고딕"/>
              </a:rPr>
              <a:t>]</a:t>
            </a:r>
            <a:r>
              <a:rPr lang="ko-KR" altLang="en-US" sz="800" b="1" dirty="0" err="1">
                <a:latin typeface="맑은 고딕"/>
                <a:ea typeface="맑은 고딕"/>
              </a:rPr>
              <a:t>하기스</a:t>
            </a:r>
            <a:r>
              <a:rPr lang="ko-KR" altLang="en-US" sz="800" b="1" dirty="0">
                <a:latin typeface="맑은 고딕"/>
                <a:ea typeface="맑은 고딕"/>
              </a:rPr>
              <a:t> </a:t>
            </a:r>
            <a:r>
              <a:rPr lang="ko-KR" altLang="en-US" sz="800" b="1" dirty="0" err="1">
                <a:latin typeface="맑은 고딕"/>
                <a:ea typeface="맑은 고딕"/>
              </a:rPr>
              <a:t>맥스드라이</a:t>
            </a:r>
            <a:r>
              <a:rPr lang="ko-KR" altLang="en-US" sz="800" b="1" dirty="0">
                <a:latin typeface="맑은 고딕"/>
                <a:ea typeface="맑은 고딕"/>
              </a:rPr>
              <a:t> 에어 밴드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팬티형 통기성 기저귀 </a:t>
            </a:r>
            <a:r>
              <a:rPr lang="en-US" altLang="ko-KR" sz="800" b="1" dirty="0">
                <a:latin typeface="맑은 고딕"/>
                <a:ea typeface="맑은 고딕"/>
              </a:rPr>
              <a:t>[3</a:t>
            </a:r>
            <a:r>
              <a:rPr lang="ko-KR" altLang="en-US" sz="800" b="1" dirty="0">
                <a:latin typeface="맑은 고딕"/>
                <a:ea typeface="맑은 고딕"/>
              </a:rPr>
              <a:t>박스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중형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사</a:t>
            </a:r>
            <a:r>
              <a:rPr lang="en-US" altLang="ko-KR" sz="800" b="1" dirty="0">
                <a:latin typeface="맑은 고딕"/>
                <a:ea typeface="맑은 고딕"/>
              </a:rPr>
              <a:t>…</a:t>
            </a:r>
            <a:endParaRPr lang="ko-KR" altLang="en-US" sz="800" b="1" dirty="0">
              <a:latin typeface="맑은 고딕"/>
              <a:ea typeface="맑은 고딕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F31F776-BD46-238F-979C-C6FA9FD945D6}"/>
              </a:ext>
            </a:extLst>
          </p:cNvPr>
          <p:cNvSpPr txBox="1"/>
          <p:nvPr/>
        </p:nvSpPr>
        <p:spPr>
          <a:xfrm>
            <a:off x="638332" y="5838558"/>
            <a:ext cx="134416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14:20 | </a:t>
            </a:r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첫만남 이용권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BE0CAF6F-8D1B-BB2C-78C6-1593B373AFB5}"/>
              </a:ext>
            </a:extLst>
          </p:cNvPr>
          <p:cNvSpPr txBox="1"/>
          <p:nvPr/>
        </p:nvSpPr>
        <p:spPr>
          <a:xfrm>
            <a:off x="2702574" y="5550402"/>
            <a:ext cx="811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b="1" dirty="0">
                <a:latin typeface="맑은 고딕"/>
                <a:ea typeface="맑은 고딕"/>
              </a:rPr>
              <a:t>-30,000</a:t>
            </a:r>
            <a:r>
              <a:rPr lang="ko-KR" altLang="en-US" sz="1000" b="1" dirty="0">
                <a:latin typeface="맑은 고딕"/>
                <a:ea typeface="맑은 고딕"/>
              </a:rPr>
              <a:t>원</a:t>
            </a:r>
          </a:p>
        </p:txBody>
      </p:sp>
      <p:sp>
        <p:nvSpPr>
          <p:cNvPr id="165" name="Rounded Rectangle 35">
            <a:extLst>
              <a:ext uri="{FF2B5EF4-FFF2-40B4-BE49-F238E27FC236}">
                <a16:creationId xmlns:a16="http://schemas.microsoft.com/office/drawing/2014/main" id="{0E76AF0B-1463-1A3C-63E9-A3FDC3EB8A52}"/>
              </a:ext>
            </a:extLst>
          </p:cNvPr>
          <p:cNvSpPr/>
          <p:nvPr/>
        </p:nvSpPr>
        <p:spPr>
          <a:xfrm>
            <a:off x="529416" y="6225149"/>
            <a:ext cx="2686082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더보기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0A27681A-D308-0EF8-824B-7534CDA4E82C}"/>
              </a:ext>
            </a:extLst>
          </p:cNvPr>
          <p:cNvSpPr/>
          <p:nvPr/>
        </p:nvSpPr>
        <p:spPr>
          <a:xfrm>
            <a:off x="156399" y="6596381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 BAR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8" name="모서리가 둥근 직사각형 114">
            <a:extLst>
              <a:ext uri="{FF2B5EF4-FFF2-40B4-BE49-F238E27FC236}">
                <a16:creationId xmlns:a16="http://schemas.microsoft.com/office/drawing/2014/main" id="{5D039F88-5A8B-E829-060B-34FBEC193457}"/>
              </a:ext>
            </a:extLst>
          </p:cNvPr>
          <p:cNvSpPr/>
          <p:nvPr/>
        </p:nvSpPr>
        <p:spPr>
          <a:xfrm>
            <a:off x="20021" y="106098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9" name="모서리가 둥근 직사각형 114">
            <a:extLst>
              <a:ext uri="{FF2B5EF4-FFF2-40B4-BE49-F238E27FC236}">
                <a16:creationId xmlns:a16="http://schemas.microsoft.com/office/drawing/2014/main" id="{44F35503-B414-5953-564B-B2EF1971B69C}"/>
              </a:ext>
            </a:extLst>
          </p:cNvPr>
          <p:cNvSpPr/>
          <p:nvPr/>
        </p:nvSpPr>
        <p:spPr>
          <a:xfrm>
            <a:off x="20021" y="162209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0" name="모서리가 둥근 직사각형 114">
            <a:extLst>
              <a:ext uri="{FF2B5EF4-FFF2-40B4-BE49-F238E27FC236}">
                <a16:creationId xmlns:a16="http://schemas.microsoft.com/office/drawing/2014/main" id="{960E9000-8E66-A264-2EAA-806766282B45}"/>
              </a:ext>
            </a:extLst>
          </p:cNvPr>
          <p:cNvSpPr/>
          <p:nvPr/>
        </p:nvSpPr>
        <p:spPr>
          <a:xfrm>
            <a:off x="287867" y="331240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1" name="모서리가 둥근 직사각형 114">
            <a:extLst>
              <a:ext uri="{FF2B5EF4-FFF2-40B4-BE49-F238E27FC236}">
                <a16:creationId xmlns:a16="http://schemas.microsoft.com/office/drawing/2014/main" id="{06F043B7-C9E4-7FCD-624C-8C3AACFC629E}"/>
              </a:ext>
            </a:extLst>
          </p:cNvPr>
          <p:cNvSpPr/>
          <p:nvPr/>
        </p:nvSpPr>
        <p:spPr>
          <a:xfrm>
            <a:off x="15061" y="420697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2" name="모서리가 둥근 직사각형 114">
            <a:extLst>
              <a:ext uri="{FF2B5EF4-FFF2-40B4-BE49-F238E27FC236}">
                <a16:creationId xmlns:a16="http://schemas.microsoft.com/office/drawing/2014/main" id="{F3D540FC-24E5-8B6F-F474-AF5CA36004AE}"/>
              </a:ext>
            </a:extLst>
          </p:cNvPr>
          <p:cNvSpPr/>
          <p:nvPr/>
        </p:nvSpPr>
        <p:spPr>
          <a:xfrm>
            <a:off x="287867" y="625488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" name="모서리가 둥근 직사각형 114">
            <a:extLst>
              <a:ext uri="{FF2B5EF4-FFF2-40B4-BE49-F238E27FC236}">
                <a16:creationId xmlns:a16="http://schemas.microsoft.com/office/drawing/2014/main" id="{8DDE5553-EB46-9CA8-EB5B-97FFF7317874}"/>
              </a:ext>
            </a:extLst>
          </p:cNvPr>
          <p:cNvSpPr/>
          <p:nvPr/>
        </p:nvSpPr>
        <p:spPr>
          <a:xfrm>
            <a:off x="8134967" y="162209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" name="모서리가 둥근 직사각형 114">
            <a:extLst>
              <a:ext uri="{FF2B5EF4-FFF2-40B4-BE49-F238E27FC236}">
                <a16:creationId xmlns:a16="http://schemas.microsoft.com/office/drawing/2014/main" id="{E265AF64-CD24-E384-193C-8E0E7E142C80}"/>
              </a:ext>
            </a:extLst>
          </p:cNvPr>
          <p:cNvSpPr/>
          <p:nvPr/>
        </p:nvSpPr>
        <p:spPr>
          <a:xfrm>
            <a:off x="5114259" y="420697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D689D3B-1C84-5197-549C-7418D2716149}"/>
              </a:ext>
            </a:extLst>
          </p:cNvPr>
          <p:cNvGrpSpPr/>
          <p:nvPr/>
        </p:nvGrpSpPr>
        <p:grpSpPr>
          <a:xfrm>
            <a:off x="3665194" y="2031196"/>
            <a:ext cx="3430800" cy="875014"/>
            <a:chOff x="168443" y="1792727"/>
            <a:chExt cx="3430800" cy="875014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D95433F-1F09-6CA5-8B86-AA9F422983E1}"/>
                </a:ext>
              </a:extLst>
            </p:cNvPr>
            <p:cNvSpPr/>
            <p:nvPr/>
          </p:nvSpPr>
          <p:spPr>
            <a:xfrm>
              <a:off x="168443" y="1792727"/>
              <a:ext cx="3430800" cy="8750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E457E1D-25AA-A03F-5178-3FA8625A4D66}"/>
                </a:ext>
              </a:extLst>
            </p:cNvPr>
            <p:cNvSpPr txBox="1"/>
            <p:nvPr/>
          </p:nvSpPr>
          <p:spPr>
            <a:xfrm>
              <a:off x="277289" y="1885223"/>
              <a:ext cx="13089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latin typeface="맑은 고딕"/>
                  <a:ea typeface="맑은 고딕"/>
                </a:rPr>
                <a:t>여성청소년생리대지원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A793F6CC-05B9-448B-7CC7-2FB4EF92C5DE}"/>
                </a:ext>
              </a:extLst>
            </p:cNvPr>
            <p:cNvSpPr/>
            <p:nvPr/>
          </p:nvSpPr>
          <p:spPr>
            <a:xfrm>
              <a:off x="1482954" y="1900104"/>
              <a:ext cx="413681" cy="1701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ysClr val="windowText" lastClr="000000"/>
                  </a:solidFill>
                  <a:ea typeface="맑은 고딕"/>
                </a:rPr>
                <a:t>카드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F1EAC3A-7DE9-E769-A9CF-9990F65C525E}"/>
                </a:ext>
              </a:extLst>
            </p:cNvPr>
            <p:cNvSpPr txBox="1"/>
            <p:nvPr/>
          </p:nvSpPr>
          <p:spPr>
            <a:xfrm>
              <a:off x="296207" y="2379709"/>
              <a:ext cx="116489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등록일</a:t>
              </a:r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: 2026-07-01</a:t>
              </a:r>
              <a:endParaRPr lang="ko-KR" altLang="en-US" sz="7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BD9CF21-E468-687B-9CE6-E66CC4EB9ECB}"/>
                </a:ext>
              </a:extLst>
            </p:cNvPr>
            <p:cNvSpPr txBox="1"/>
            <p:nvPr/>
          </p:nvSpPr>
          <p:spPr>
            <a:xfrm>
              <a:off x="287867" y="2133689"/>
              <a:ext cx="11648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맑은 고딕"/>
                  <a:ea typeface="맑은 고딕"/>
                </a:rPr>
                <a:t>잔액</a:t>
              </a:r>
              <a:r>
                <a:rPr lang="ko-KR" altLang="en-US" sz="1000" b="1" dirty="0">
                  <a:latin typeface="맑은 고딕"/>
                  <a:ea typeface="맑은 고딕"/>
                </a:rPr>
                <a:t> </a:t>
              </a:r>
              <a:r>
                <a:rPr lang="en-US" altLang="ko-KR" sz="1000" b="1" dirty="0">
                  <a:solidFill>
                    <a:srgbClr val="E8623F"/>
                  </a:solidFill>
                  <a:latin typeface="맑은 고딕"/>
                  <a:ea typeface="맑은 고딕"/>
                </a:rPr>
                <a:t>100,000</a:t>
              </a:r>
              <a:r>
                <a:rPr lang="ko-KR" altLang="en-US" sz="1000" b="1" dirty="0">
                  <a:solidFill>
                    <a:srgbClr val="E8623F"/>
                  </a:solidFill>
                  <a:latin typeface="맑은 고딕"/>
                  <a:ea typeface="맑은 고딕"/>
                </a:rPr>
                <a:t>원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CFEE473-F229-89C5-ED44-E2EA471EE00C}"/>
                </a:ext>
              </a:extLst>
            </p:cNvPr>
            <p:cNvSpPr/>
            <p:nvPr/>
          </p:nvSpPr>
          <p:spPr>
            <a:xfrm>
              <a:off x="3240057" y="1834242"/>
              <a:ext cx="266671" cy="28988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r"/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3783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408F5-B4A3-3008-9CF8-66676C829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그룹 235">
            <a:extLst>
              <a:ext uri="{FF2B5EF4-FFF2-40B4-BE49-F238E27FC236}">
                <a16:creationId xmlns:a16="http://schemas.microsoft.com/office/drawing/2014/main" id="{08882DE4-59AC-1FC3-0E71-0332D435CCF8}"/>
              </a:ext>
            </a:extLst>
          </p:cNvPr>
          <p:cNvGrpSpPr/>
          <p:nvPr/>
        </p:nvGrpSpPr>
        <p:grpSpPr>
          <a:xfrm>
            <a:off x="5804140" y="3377019"/>
            <a:ext cx="1857723" cy="682720"/>
            <a:chOff x="335141" y="1391178"/>
            <a:chExt cx="1857723" cy="682720"/>
          </a:xfrm>
        </p:grpSpPr>
        <p:sp>
          <p:nvSpPr>
            <p:cNvPr id="237" name="Rounded Rectangle 22">
              <a:extLst>
                <a:ext uri="{FF2B5EF4-FFF2-40B4-BE49-F238E27FC236}">
                  <a16:creationId xmlns:a16="http://schemas.microsoft.com/office/drawing/2014/main" id="{B726C739-56D0-58A1-CDED-7D2EB903B164}"/>
                </a:ext>
              </a:extLst>
            </p:cNvPr>
            <p:cNvSpPr/>
            <p:nvPr/>
          </p:nvSpPr>
          <p:spPr>
            <a:xfrm>
              <a:off x="335141" y="1391178"/>
              <a:ext cx="1857723" cy="682720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7DDD5E77-A84F-8467-DCE0-D70C3FE08143}"/>
                </a:ext>
              </a:extLst>
            </p:cNvPr>
            <p:cNvSpPr txBox="1"/>
            <p:nvPr/>
          </p:nvSpPr>
          <p:spPr>
            <a:xfrm>
              <a:off x="1201448" y="1721824"/>
              <a:ext cx="944338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9300-****-****-5637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39" name="Rounded Rectangle 27">
              <a:extLst>
                <a:ext uri="{FF2B5EF4-FFF2-40B4-BE49-F238E27FC236}">
                  <a16:creationId xmlns:a16="http://schemas.microsoft.com/office/drawing/2014/main" id="{6DB9AB71-1F98-EF92-FA09-B6A01FE63C79}"/>
                </a:ext>
              </a:extLst>
            </p:cNvPr>
            <p:cNvSpPr/>
            <p:nvPr/>
          </p:nvSpPr>
          <p:spPr>
            <a:xfrm>
              <a:off x="1201447" y="1526010"/>
              <a:ext cx="91821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신한카드</a:t>
              </a:r>
            </a:p>
          </p:txBody>
        </p:sp>
        <p:sp>
          <p:nvSpPr>
            <p:cNvPr id="241" name="직사각형 240">
              <a:extLst>
                <a:ext uri="{FF2B5EF4-FFF2-40B4-BE49-F238E27FC236}">
                  <a16:creationId xmlns:a16="http://schemas.microsoft.com/office/drawing/2014/main" id="{8F2CDDDC-497F-387F-C694-5640EEDDEBC9}"/>
                </a:ext>
              </a:extLst>
            </p:cNvPr>
            <p:cNvSpPr/>
            <p:nvPr/>
          </p:nvSpPr>
          <p:spPr>
            <a:xfrm>
              <a:off x="502640" y="1549897"/>
              <a:ext cx="585772" cy="3285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242" name="직사각형 241">
            <a:extLst>
              <a:ext uri="{FF2B5EF4-FFF2-40B4-BE49-F238E27FC236}">
                <a16:creationId xmlns:a16="http://schemas.microsoft.com/office/drawing/2014/main" id="{CC46218B-F9F1-3514-A3DC-77D2AD68D9B4}"/>
              </a:ext>
            </a:extLst>
          </p:cNvPr>
          <p:cNvSpPr/>
          <p:nvPr/>
        </p:nvSpPr>
        <p:spPr>
          <a:xfrm>
            <a:off x="6172277" y="3129578"/>
            <a:ext cx="1871014" cy="12103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5" name="직사각형 244">
            <a:extLst>
              <a:ext uri="{FF2B5EF4-FFF2-40B4-BE49-F238E27FC236}">
                <a16:creationId xmlns:a16="http://schemas.microsoft.com/office/drawing/2014/main" id="{24D907C4-F0D9-6196-670F-52869875ED19}"/>
              </a:ext>
            </a:extLst>
          </p:cNvPr>
          <p:cNvSpPr/>
          <p:nvPr/>
        </p:nvSpPr>
        <p:spPr>
          <a:xfrm>
            <a:off x="6401936" y="3261792"/>
            <a:ext cx="2313603" cy="306793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F113E9-B950-0BAD-6D3D-706040B3B2D8}"/>
              </a:ext>
            </a:extLst>
          </p:cNvPr>
          <p:cNvSpPr/>
          <p:nvPr/>
        </p:nvSpPr>
        <p:spPr>
          <a:xfrm>
            <a:off x="7921129" y="58428"/>
            <a:ext cx="120898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ko-KR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CH-U-MY-01-0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3p</a:t>
            </a:r>
            <a:endParaRPr lang="ko-KR" altLang="ko-KR" sz="10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DB8383-52C8-741C-3DB9-766118C8E1EB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30E0497F-349D-7539-7325-D169CECD7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115033"/>
              </p:ext>
            </p:extLst>
          </p:nvPr>
        </p:nvGraphicFramePr>
        <p:xfrm>
          <a:off x="10128399" y="623854"/>
          <a:ext cx="2850436" cy="399631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보유 바우처 선택 체크박스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중복 선택 가능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2-1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등록된 카드로 조회 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아코디언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기존 등록된 카드정보 노출됨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좌우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스와이프로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카드 탐색 가능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카드 박스 클릭 시 선택됨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컬러표시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등록된 카드 없을 경우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안내문구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등록된 카드가 없습니다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새 카드로 조회 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아코디언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카드 추가 인풋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카드추가 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(CH-U-CA-02-03-01p)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동일하게 적용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카드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등록시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등록된 카드 리스트에 바로 추가 및 선택처리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공통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아코디언은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개만 펼칠 수 있음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하나가 펼쳐진 상태에서 다른 아코디언 클릭 시 기존에 펼쳐진 게 접히고 선택된 아코디언이 펼쳐짐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조회 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아코디언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바우처 유효성 검사 후 성공 시 보유 바우처에 등록 확인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(confirm),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실패시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(alert)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36167825-0E06-109D-72E7-8DD9DB883D65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2165E3-A933-0E7E-ACB0-D16C207D4B71}"/>
              </a:ext>
            </a:extLst>
          </p:cNvPr>
          <p:cNvSpPr txBox="1"/>
          <p:nvPr/>
        </p:nvSpPr>
        <p:spPr>
          <a:xfrm>
            <a:off x="377783" y="720258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바우처 정보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179E7A-8B61-6B94-381E-96C7DD430FDB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6A5618C-DA59-479E-A501-B036BFCF79B9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2123E731-3C33-B475-3218-F169F0542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887EE231-5D35-5222-5822-83D598B39E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57718186-4C7C-5123-2472-2224E9429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74C8EAC-A264-4FF3-B0CB-E46721B9BFED}"/>
              </a:ext>
            </a:extLst>
          </p:cNvPr>
          <p:cNvSpPr txBox="1"/>
          <p:nvPr/>
        </p:nvSpPr>
        <p:spPr>
          <a:xfrm>
            <a:off x="1307907" y="78285"/>
            <a:ext cx="1422184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fontAlgn="t"/>
            <a:r>
              <a:rPr lang="ko-KR" altLang="en-US" sz="9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바우처 자격 조회 레이어 팝업</a:t>
            </a:r>
            <a:endParaRPr lang="ko-KR" altLang="ko-KR" sz="900" spc="-150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1ED82B-FA62-3255-31B8-AA992F55E693}"/>
              </a:ext>
            </a:extLst>
          </p:cNvPr>
          <p:cNvSpPr txBox="1"/>
          <p:nvPr/>
        </p:nvSpPr>
        <p:spPr>
          <a:xfrm>
            <a:off x="1302717" y="330494"/>
            <a:ext cx="21900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바우처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바우처 자격 조회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08B11B-2C45-1204-504F-59EC8D1F50C6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F21B42-6D57-F22E-C62E-6D6B2E459B6F}"/>
              </a:ext>
            </a:extLst>
          </p:cNvPr>
          <p:cNvSpPr txBox="1"/>
          <p:nvPr/>
        </p:nvSpPr>
        <p:spPr>
          <a:xfrm>
            <a:off x="260415" y="1119537"/>
            <a:ext cx="16120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맑은 고딕"/>
                <a:ea typeface="맑은 고딕"/>
              </a:rPr>
              <a:t>김행복님의 보유 바우처</a:t>
            </a:r>
            <a:endParaRPr lang="ko-KR" altLang="en-US" sz="9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874FF6-CF8D-B903-72A7-0CCB39A55E31}"/>
              </a:ext>
            </a:extLst>
          </p:cNvPr>
          <p:cNvSpPr txBox="1"/>
          <p:nvPr/>
        </p:nvSpPr>
        <p:spPr>
          <a:xfrm>
            <a:off x="260415" y="1318632"/>
            <a:ext cx="319621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/>
                <a:ea typeface="맑은 고딕"/>
              </a:rPr>
              <a:t>(2026.7.21 12:08 </a:t>
            </a:r>
            <a:r>
              <a:rPr lang="ko-KR" altLang="en-US" sz="700" dirty="0">
                <a:latin typeface="맑은 고딕"/>
                <a:ea typeface="맑은 고딕"/>
              </a:rPr>
              <a:t>기준</a:t>
            </a:r>
            <a:r>
              <a:rPr lang="en-US" altLang="ko-KR" sz="700" dirty="0">
                <a:latin typeface="맑은 고딕"/>
                <a:ea typeface="맑은 고딕"/>
              </a:rPr>
              <a:t>)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133E67EF-CE84-502B-73E8-E0EE03FC16F2}"/>
              </a:ext>
            </a:extLst>
          </p:cNvPr>
          <p:cNvGrpSpPr/>
          <p:nvPr/>
        </p:nvGrpSpPr>
        <p:grpSpPr>
          <a:xfrm>
            <a:off x="168443" y="1609151"/>
            <a:ext cx="3430800" cy="947500"/>
            <a:chOff x="168443" y="1792727"/>
            <a:chExt cx="3430800" cy="947500"/>
          </a:xfrm>
        </p:grpSpPr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CCC6849A-EF0B-C703-B43E-2C32CFDF09A7}"/>
                </a:ext>
              </a:extLst>
            </p:cNvPr>
            <p:cNvSpPr/>
            <p:nvPr/>
          </p:nvSpPr>
          <p:spPr>
            <a:xfrm>
              <a:off x="168443" y="1792727"/>
              <a:ext cx="3430800" cy="9475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5D838486-B476-9E20-EAAE-7E4FE206332B}"/>
                </a:ext>
              </a:extLst>
            </p:cNvPr>
            <p:cNvSpPr txBox="1"/>
            <p:nvPr/>
          </p:nvSpPr>
          <p:spPr>
            <a:xfrm>
              <a:off x="277289" y="1885223"/>
              <a:ext cx="13089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기저귀</a:t>
              </a:r>
              <a:r>
                <a:rPr lang="en-US" altLang="ko-KR" sz="800" b="1" dirty="0">
                  <a:latin typeface="맑은 고딕"/>
                  <a:ea typeface="맑은 고딕"/>
                </a:rPr>
                <a:t>/</a:t>
              </a:r>
              <a:r>
                <a:rPr lang="ko-KR" altLang="en-US" sz="800" b="1" dirty="0" err="1">
                  <a:latin typeface="맑은 고딕"/>
                  <a:ea typeface="맑은 고딕"/>
                </a:rPr>
                <a:t>조제분유지원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7292FEC6-4064-E1F2-A31D-334400AAD3F1}"/>
                </a:ext>
              </a:extLst>
            </p:cNvPr>
            <p:cNvSpPr/>
            <p:nvPr/>
          </p:nvSpPr>
          <p:spPr>
            <a:xfrm>
              <a:off x="1426378" y="1900104"/>
              <a:ext cx="413681" cy="1701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ysClr val="windowText" lastClr="000000"/>
                  </a:solidFill>
                  <a:ea typeface="맑은 고딕"/>
                </a:rPr>
                <a:t>카드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157A803-DB46-E385-5B8B-B3371510E0F0}"/>
                </a:ext>
              </a:extLst>
            </p:cNvPr>
            <p:cNvSpPr txBox="1"/>
            <p:nvPr/>
          </p:nvSpPr>
          <p:spPr>
            <a:xfrm>
              <a:off x="296207" y="2504713"/>
              <a:ext cx="116489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등록일</a:t>
              </a:r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: 2026-07-01</a:t>
              </a:r>
              <a:endParaRPr lang="ko-KR" altLang="en-US" sz="7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A40927C-C8C3-A9A3-2431-E0228E85CB94}"/>
                </a:ext>
              </a:extLst>
            </p:cNvPr>
            <p:cNvSpPr txBox="1"/>
            <p:nvPr/>
          </p:nvSpPr>
          <p:spPr>
            <a:xfrm>
              <a:off x="287867" y="2133689"/>
              <a:ext cx="11648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맑은 고딕"/>
                  <a:ea typeface="맑은 고딕"/>
                </a:rPr>
                <a:t>잔액</a:t>
              </a:r>
              <a:r>
                <a:rPr lang="ko-KR" altLang="en-US" sz="1000" b="1" dirty="0">
                  <a:latin typeface="맑은 고딕"/>
                  <a:ea typeface="맑은 고딕"/>
                </a:rPr>
                <a:t> </a:t>
              </a:r>
              <a:r>
                <a:rPr lang="en-US" altLang="ko-KR" sz="1000" b="1" dirty="0">
                  <a:solidFill>
                    <a:srgbClr val="E8623F"/>
                  </a:solidFill>
                  <a:latin typeface="맑은 고딕"/>
                  <a:ea typeface="맑은 고딕"/>
                </a:rPr>
                <a:t>500,000</a:t>
              </a:r>
              <a:r>
                <a:rPr lang="ko-KR" altLang="en-US" sz="1000" b="1" dirty="0">
                  <a:solidFill>
                    <a:srgbClr val="E8623F"/>
                  </a:solidFill>
                  <a:latin typeface="맑은 고딕"/>
                  <a:ea typeface="맑은 고딕"/>
                </a:rPr>
                <a:t>원</a:t>
              </a: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96A8A385-4B1A-3543-BDAE-E5D7F442467D}"/>
                </a:ext>
              </a:extLst>
            </p:cNvPr>
            <p:cNvSpPr/>
            <p:nvPr/>
          </p:nvSpPr>
          <p:spPr>
            <a:xfrm>
              <a:off x="3240057" y="1834242"/>
              <a:ext cx="266671" cy="28988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r"/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B2EC42B-0EF6-7DFD-2DE1-1EB51559843E}"/>
                </a:ext>
              </a:extLst>
            </p:cNvPr>
            <p:cNvSpPr txBox="1"/>
            <p:nvPr/>
          </p:nvSpPr>
          <p:spPr>
            <a:xfrm>
              <a:off x="576313" y="2318384"/>
              <a:ext cx="27628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: 0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원 기저귀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: 500,000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원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)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F9138500-0256-0AB2-4273-55CF08379175}"/>
              </a:ext>
            </a:extLst>
          </p:cNvPr>
          <p:cNvGrpSpPr/>
          <p:nvPr/>
        </p:nvGrpSpPr>
        <p:grpSpPr>
          <a:xfrm>
            <a:off x="168443" y="2628660"/>
            <a:ext cx="3430800" cy="419436"/>
            <a:chOff x="168443" y="1792728"/>
            <a:chExt cx="3430800" cy="419436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9F4C5053-4DCF-BF38-B7AB-785B1476B016}"/>
                </a:ext>
              </a:extLst>
            </p:cNvPr>
            <p:cNvSpPr/>
            <p:nvPr/>
          </p:nvSpPr>
          <p:spPr>
            <a:xfrm>
              <a:off x="168443" y="1792728"/>
              <a:ext cx="3430800" cy="4194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7BFB5B0-8409-781E-18DF-2C795998E68B}"/>
                </a:ext>
              </a:extLst>
            </p:cNvPr>
            <p:cNvSpPr txBox="1"/>
            <p:nvPr/>
          </p:nvSpPr>
          <p:spPr>
            <a:xfrm>
              <a:off x="277289" y="1885223"/>
              <a:ext cx="13089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첫만남이용권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676E9F5B-EFE3-8F99-54EA-BF2AF50386AC}"/>
                </a:ext>
              </a:extLst>
            </p:cNvPr>
            <p:cNvSpPr/>
            <p:nvPr/>
          </p:nvSpPr>
          <p:spPr>
            <a:xfrm>
              <a:off x="1050925" y="1900104"/>
              <a:ext cx="413681" cy="1701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ysClr val="windowText" lastClr="000000"/>
                  </a:solidFill>
                  <a:ea typeface="맑은 고딕"/>
                </a:rPr>
                <a:t>카드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F3DFDF99-F297-8B26-518B-22126540EF25}"/>
                </a:ext>
              </a:extLst>
            </p:cNvPr>
            <p:cNvSpPr/>
            <p:nvPr/>
          </p:nvSpPr>
          <p:spPr>
            <a:xfrm>
              <a:off x="3240057" y="1850272"/>
              <a:ext cx="266671" cy="28988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r"/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136" name="Rounded Rectangle 35">
            <a:extLst>
              <a:ext uri="{FF2B5EF4-FFF2-40B4-BE49-F238E27FC236}">
                <a16:creationId xmlns:a16="http://schemas.microsoft.com/office/drawing/2014/main" id="{946093F9-A5A5-07FB-173C-4115A54CDAA8}"/>
              </a:ext>
            </a:extLst>
          </p:cNvPr>
          <p:cNvSpPr/>
          <p:nvPr/>
        </p:nvSpPr>
        <p:spPr>
          <a:xfrm>
            <a:off x="529416" y="3277817"/>
            <a:ext cx="2686082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바우처 자격 조회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FB021D-1966-4E1D-71AA-AC49B2B61392}"/>
              </a:ext>
            </a:extLst>
          </p:cNvPr>
          <p:cNvSpPr txBox="1"/>
          <p:nvPr/>
        </p:nvSpPr>
        <p:spPr>
          <a:xfrm>
            <a:off x="260415" y="3834225"/>
            <a:ext cx="16120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맑은 고딕"/>
                <a:ea typeface="맑은 고딕"/>
              </a:rPr>
              <a:t>바우처 사용 내역</a:t>
            </a:r>
            <a:endParaRPr lang="ko-KR" altLang="en-US" sz="9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DE4FEF-0C2F-63AF-995F-89F791AE67AF}"/>
              </a:ext>
            </a:extLst>
          </p:cNvPr>
          <p:cNvSpPr txBox="1"/>
          <p:nvPr/>
        </p:nvSpPr>
        <p:spPr>
          <a:xfrm>
            <a:off x="296207" y="4030988"/>
            <a:ext cx="31604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* </a:t>
            </a:r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사용내역은 국민행복몰에서 바우처 금액을 사용한 내역만 제공합니다</a:t>
            </a:r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.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766BCD-06B6-6581-2651-A9B1321AC75C}"/>
              </a:ext>
            </a:extLst>
          </p:cNvPr>
          <p:cNvSpPr txBox="1"/>
          <p:nvPr/>
        </p:nvSpPr>
        <p:spPr>
          <a:xfrm>
            <a:off x="296207" y="4356935"/>
            <a:ext cx="44811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/>
                <a:ea typeface="맑은 고딕"/>
              </a:rPr>
              <a:t>7/20</a:t>
            </a:r>
            <a:endParaRPr lang="ko-KR" altLang="en-US" sz="700" dirty="0">
              <a:latin typeface="맑은 고딕"/>
              <a:ea typeface="맑은 고딕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35D0ED-968E-E847-04CD-4484FB5C48A9}"/>
              </a:ext>
            </a:extLst>
          </p:cNvPr>
          <p:cNvSpPr txBox="1"/>
          <p:nvPr/>
        </p:nvSpPr>
        <p:spPr>
          <a:xfrm>
            <a:off x="638332" y="4356935"/>
            <a:ext cx="20642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맑은 고딕"/>
                <a:ea typeface="맑은 고딕"/>
              </a:rPr>
              <a:t>[</a:t>
            </a:r>
            <a:r>
              <a:rPr lang="ko-KR" altLang="en-US" sz="800" b="1" dirty="0" err="1">
                <a:latin typeface="맑은 고딕"/>
                <a:ea typeface="맑은 고딕"/>
              </a:rPr>
              <a:t>썸머러버</a:t>
            </a:r>
            <a:r>
              <a:rPr lang="en-US" altLang="ko-KR" sz="800" b="1" dirty="0">
                <a:latin typeface="맑은 고딕"/>
                <a:ea typeface="맑은 고딕"/>
              </a:rPr>
              <a:t>]</a:t>
            </a:r>
            <a:r>
              <a:rPr lang="ko-KR" altLang="en-US" sz="800" b="1" dirty="0" err="1">
                <a:latin typeface="맑은 고딕"/>
                <a:ea typeface="맑은 고딕"/>
              </a:rPr>
              <a:t>하기스</a:t>
            </a:r>
            <a:r>
              <a:rPr lang="ko-KR" altLang="en-US" sz="800" b="1" dirty="0">
                <a:latin typeface="맑은 고딕"/>
                <a:ea typeface="맑은 고딕"/>
              </a:rPr>
              <a:t> </a:t>
            </a:r>
            <a:r>
              <a:rPr lang="ko-KR" altLang="en-US" sz="800" b="1" dirty="0" err="1">
                <a:latin typeface="맑은 고딕"/>
                <a:ea typeface="맑은 고딕"/>
              </a:rPr>
              <a:t>맥스드라이</a:t>
            </a:r>
            <a:r>
              <a:rPr lang="ko-KR" altLang="en-US" sz="800" b="1" dirty="0">
                <a:latin typeface="맑은 고딕"/>
                <a:ea typeface="맑은 고딕"/>
              </a:rPr>
              <a:t> 에어 밴드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팬티형 통기성 기저귀 </a:t>
            </a:r>
            <a:r>
              <a:rPr lang="en-US" altLang="ko-KR" sz="800" b="1" dirty="0">
                <a:latin typeface="맑은 고딕"/>
                <a:ea typeface="맑은 고딕"/>
              </a:rPr>
              <a:t>[3</a:t>
            </a:r>
            <a:r>
              <a:rPr lang="ko-KR" altLang="en-US" sz="800" b="1" dirty="0">
                <a:latin typeface="맑은 고딕"/>
                <a:ea typeface="맑은 고딕"/>
              </a:rPr>
              <a:t>박스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중형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사</a:t>
            </a:r>
            <a:r>
              <a:rPr lang="en-US" altLang="ko-KR" sz="800" b="1" dirty="0">
                <a:latin typeface="맑은 고딕"/>
                <a:ea typeface="맑은 고딕"/>
              </a:rPr>
              <a:t>…</a:t>
            </a:r>
            <a:endParaRPr lang="ko-KR" altLang="en-US" sz="800" b="1" dirty="0">
              <a:latin typeface="맑은 고딕"/>
              <a:ea typeface="맑은 고딕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147435-5CB2-68D8-ADA0-AFF948FE1D27}"/>
              </a:ext>
            </a:extLst>
          </p:cNvPr>
          <p:cNvSpPr txBox="1"/>
          <p:nvPr/>
        </p:nvSpPr>
        <p:spPr>
          <a:xfrm>
            <a:off x="638332" y="4645210"/>
            <a:ext cx="134416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14:20 | </a:t>
            </a:r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기저귀</a:t>
            </a:r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/</a:t>
            </a:r>
            <a:r>
              <a:rPr lang="ko-KR" altLang="en-US" sz="700" dirty="0" err="1">
                <a:solidFill>
                  <a:srgbClr val="8A8A8A"/>
                </a:solidFill>
                <a:latin typeface="맑은 고딕"/>
                <a:ea typeface="맑은 고딕"/>
              </a:rPr>
              <a:t>조제분유지원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BA70395-B12D-4615-2E27-04F9EFB6EDD9}"/>
              </a:ext>
            </a:extLst>
          </p:cNvPr>
          <p:cNvSpPr txBox="1"/>
          <p:nvPr/>
        </p:nvSpPr>
        <p:spPr>
          <a:xfrm>
            <a:off x="2702574" y="4357054"/>
            <a:ext cx="811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b="1" dirty="0">
                <a:latin typeface="맑은 고딕"/>
                <a:ea typeface="맑은 고딕"/>
              </a:rPr>
              <a:t>-50,000</a:t>
            </a:r>
            <a:r>
              <a:rPr lang="ko-KR" altLang="en-US" sz="1000" b="1" dirty="0">
                <a:latin typeface="맑은 고딕"/>
                <a:ea typeface="맑은 고딕"/>
              </a:rPr>
              <a:t>원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BBF5F8-1111-ACC2-35E4-1FA3DBC7FF55}"/>
              </a:ext>
            </a:extLst>
          </p:cNvPr>
          <p:cNvSpPr txBox="1"/>
          <p:nvPr/>
        </p:nvSpPr>
        <p:spPr>
          <a:xfrm>
            <a:off x="638332" y="4902211"/>
            <a:ext cx="20642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맑은 고딕"/>
                <a:ea typeface="맑은 고딕"/>
              </a:rPr>
              <a:t>[</a:t>
            </a:r>
            <a:r>
              <a:rPr lang="ko-KR" altLang="en-US" sz="800" b="1" dirty="0" err="1">
                <a:latin typeface="맑은 고딕"/>
                <a:ea typeface="맑은 고딕"/>
              </a:rPr>
              <a:t>썸머러버</a:t>
            </a:r>
            <a:r>
              <a:rPr lang="en-US" altLang="ko-KR" sz="800" b="1" dirty="0">
                <a:latin typeface="맑은 고딕"/>
                <a:ea typeface="맑은 고딕"/>
              </a:rPr>
              <a:t>]</a:t>
            </a:r>
            <a:r>
              <a:rPr lang="ko-KR" altLang="en-US" sz="800" b="1" dirty="0" err="1">
                <a:latin typeface="맑은 고딕"/>
                <a:ea typeface="맑은 고딕"/>
              </a:rPr>
              <a:t>하기스</a:t>
            </a:r>
            <a:r>
              <a:rPr lang="ko-KR" altLang="en-US" sz="800" b="1" dirty="0">
                <a:latin typeface="맑은 고딕"/>
                <a:ea typeface="맑은 고딕"/>
              </a:rPr>
              <a:t> </a:t>
            </a:r>
            <a:r>
              <a:rPr lang="ko-KR" altLang="en-US" sz="800" b="1" dirty="0" err="1">
                <a:latin typeface="맑은 고딕"/>
                <a:ea typeface="맑은 고딕"/>
              </a:rPr>
              <a:t>맥스드라이</a:t>
            </a:r>
            <a:r>
              <a:rPr lang="ko-KR" altLang="en-US" sz="800" b="1" dirty="0">
                <a:latin typeface="맑은 고딕"/>
                <a:ea typeface="맑은 고딕"/>
              </a:rPr>
              <a:t> 에어 밴드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팬티형 통기성 기저귀 </a:t>
            </a:r>
            <a:r>
              <a:rPr lang="en-US" altLang="ko-KR" sz="800" b="1" dirty="0">
                <a:latin typeface="맑은 고딕"/>
                <a:ea typeface="맑은 고딕"/>
              </a:rPr>
              <a:t>[3</a:t>
            </a:r>
            <a:r>
              <a:rPr lang="ko-KR" altLang="en-US" sz="800" b="1" dirty="0">
                <a:latin typeface="맑은 고딕"/>
                <a:ea typeface="맑은 고딕"/>
              </a:rPr>
              <a:t>박스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중형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사</a:t>
            </a:r>
            <a:r>
              <a:rPr lang="en-US" altLang="ko-KR" sz="800" b="1" dirty="0">
                <a:latin typeface="맑은 고딕"/>
                <a:ea typeface="맑은 고딕"/>
              </a:rPr>
              <a:t>…</a:t>
            </a:r>
            <a:endParaRPr lang="ko-KR" altLang="en-US" sz="800" b="1" dirty="0">
              <a:latin typeface="맑은 고딕"/>
              <a:ea typeface="맑은 고딕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295B926-0E30-71DF-42F9-D450C5819FAA}"/>
              </a:ext>
            </a:extLst>
          </p:cNvPr>
          <p:cNvSpPr txBox="1"/>
          <p:nvPr/>
        </p:nvSpPr>
        <p:spPr>
          <a:xfrm>
            <a:off x="638331" y="5190486"/>
            <a:ext cx="159416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18:55 | </a:t>
            </a:r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첫만남 이용권 </a:t>
            </a:r>
            <a:r>
              <a:rPr lang="ko-KR" altLang="en-US" sz="700" b="1" dirty="0">
                <a:solidFill>
                  <a:srgbClr val="FF0000"/>
                </a:solidFill>
                <a:latin typeface="맑은 고딕"/>
                <a:ea typeface="맑은 고딕"/>
              </a:rPr>
              <a:t>결제취소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A059293-2E72-FA44-89F0-27D59144C468}"/>
              </a:ext>
            </a:extLst>
          </p:cNvPr>
          <p:cNvSpPr txBox="1"/>
          <p:nvPr/>
        </p:nvSpPr>
        <p:spPr>
          <a:xfrm>
            <a:off x="2702574" y="4902330"/>
            <a:ext cx="811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E8623F"/>
                </a:solidFill>
                <a:latin typeface="맑은 고딕"/>
                <a:ea typeface="맑은 고딕"/>
              </a:rPr>
              <a:t>+30,000</a:t>
            </a:r>
            <a:r>
              <a:rPr lang="ko-KR" altLang="en-US" sz="1000" b="1" dirty="0">
                <a:solidFill>
                  <a:srgbClr val="E8623F"/>
                </a:solidFill>
                <a:latin typeface="맑은 고딕"/>
                <a:ea typeface="맑은 고딕"/>
              </a:rPr>
              <a:t>원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87573D-1F17-7EBF-021A-351D62EE68F4}"/>
              </a:ext>
            </a:extLst>
          </p:cNvPr>
          <p:cNvSpPr txBox="1"/>
          <p:nvPr/>
        </p:nvSpPr>
        <p:spPr>
          <a:xfrm>
            <a:off x="296207" y="5550283"/>
            <a:ext cx="44811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/>
                <a:ea typeface="맑은 고딕"/>
              </a:rPr>
              <a:t>7/3</a:t>
            </a:r>
            <a:endParaRPr lang="ko-KR" altLang="en-US" sz="700" dirty="0">
              <a:latin typeface="맑은 고딕"/>
              <a:ea typeface="맑은 고딕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523A35-FEA3-E326-3115-4B7E137EC392}"/>
              </a:ext>
            </a:extLst>
          </p:cNvPr>
          <p:cNvSpPr txBox="1"/>
          <p:nvPr/>
        </p:nvSpPr>
        <p:spPr>
          <a:xfrm>
            <a:off x="638332" y="5550283"/>
            <a:ext cx="20642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맑은 고딕"/>
                <a:ea typeface="맑은 고딕"/>
              </a:rPr>
              <a:t>[</a:t>
            </a:r>
            <a:r>
              <a:rPr lang="ko-KR" altLang="en-US" sz="800" b="1" dirty="0" err="1">
                <a:latin typeface="맑은 고딕"/>
                <a:ea typeface="맑은 고딕"/>
              </a:rPr>
              <a:t>썸머러버</a:t>
            </a:r>
            <a:r>
              <a:rPr lang="en-US" altLang="ko-KR" sz="800" b="1" dirty="0">
                <a:latin typeface="맑은 고딕"/>
                <a:ea typeface="맑은 고딕"/>
              </a:rPr>
              <a:t>]</a:t>
            </a:r>
            <a:r>
              <a:rPr lang="ko-KR" altLang="en-US" sz="800" b="1" dirty="0" err="1">
                <a:latin typeface="맑은 고딕"/>
                <a:ea typeface="맑은 고딕"/>
              </a:rPr>
              <a:t>하기스</a:t>
            </a:r>
            <a:r>
              <a:rPr lang="ko-KR" altLang="en-US" sz="800" b="1" dirty="0">
                <a:latin typeface="맑은 고딕"/>
                <a:ea typeface="맑은 고딕"/>
              </a:rPr>
              <a:t> </a:t>
            </a:r>
            <a:r>
              <a:rPr lang="ko-KR" altLang="en-US" sz="800" b="1" dirty="0" err="1">
                <a:latin typeface="맑은 고딕"/>
                <a:ea typeface="맑은 고딕"/>
              </a:rPr>
              <a:t>맥스드라이</a:t>
            </a:r>
            <a:r>
              <a:rPr lang="ko-KR" altLang="en-US" sz="800" b="1" dirty="0">
                <a:latin typeface="맑은 고딕"/>
                <a:ea typeface="맑은 고딕"/>
              </a:rPr>
              <a:t> 에어 밴드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팬티형 통기성 기저귀 </a:t>
            </a:r>
            <a:r>
              <a:rPr lang="en-US" altLang="ko-KR" sz="800" b="1" dirty="0">
                <a:latin typeface="맑은 고딕"/>
                <a:ea typeface="맑은 고딕"/>
              </a:rPr>
              <a:t>[3</a:t>
            </a:r>
            <a:r>
              <a:rPr lang="ko-KR" altLang="en-US" sz="800" b="1" dirty="0">
                <a:latin typeface="맑은 고딕"/>
                <a:ea typeface="맑은 고딕"/>
              </a:rPr>
              <a:t>박스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중형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사</a:t>
            </a:r>
            <a:r>
              <a:rPr lang="en-US" altLang="ko-KR" sz="800" b="1" dirty="0">
                <a:latin typeface="맑은 고딕"/>
                <a:ea typeface="맑은 고딕"/>
              </a:rPr>
              <a:t>…</a:t>
            </a:r>
            <a:endParaRPr lang="ko-KR" altLang="en-US" sz="800" b="1" dirty="0">
              <a:latin typeface="맑은 고딕"/>
              <a:ea typeface="맑은 고딕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EDD8578-43B9-496A-75B3-204F12171166}"/>
              </a:ext>
            </a:extLst>
          </p:cNvPr>
          <p:cNvSpPr txBox="1"/>
          <p:nvPr/>
        </p:nvSpPr>
        <p:spPr>
          <a:xfrm>
            <a:off x="638332" y="5838558"/>
            <a:ext cx="134416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14:20 | </a:t>
            </a:r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첫만남 이용권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D13C6B-A62F-89C4-B305-437390DA29EB}"/>
              </a:ext>
            </a:extLst>
          </p:cNvPr>
          <p:cNvSpPr txBox="1"/>
          <p:nvPr/>
        </p:nvSpPr>
        <p:spPr>
          <a:xfrm>
            <a:off x="2702574" y="5550402"/>
            <a:ext cx="811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b="1" dirty="0">
                <a:latin typeface="맑은 고딕"/>
                <a:ea typeface="맑은 고딕"/>
              </a:rPr>
              <a:t>-30,000</a:t>
            </a:r>
            <a:r>
              <a:rPr lang="ko-KR" altLang="en-US" sz="1000" b="1" dirty="0">
                <a:latin typeface="맑은 고딕"/>
                <a:ea typeface="맑은 고딕"/>
              </a:rPr>
              <a:t>원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9790A06-A3F5-3396-C381-D8AF66B680C9}"/>
              </a:ext>
            </a:extLst>
          </p:cNvPr>
          <p:cNvSpPr/>
          <p:nvPr/>
        </p:nvSpPr>
        <p:spPr>
          <a:xfrm>
            <a:off x="162137" y="641839"/>
            <a:ext cx="3435657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5A0C97C6-5DB3-5468-7619-4004D7CFAF2B}"/>
              </a:ext>
            </a:extLst>
          </p:cNvPr>
          <p:cNvGrpSpPr/>
          <p:nvPr/>
        </p:nvGrpSpPr>
        <p:grpSpPr>
          <a:xfrm>
            <a:off x="166808" y="2323273"/>
            <a:ext cx="3426314" cy="4132840"/>
            <a:chOff x="164698" y="2323273"/>
            <a:chExt cx="3426314" cy="4132840"/>
          </a:xfrm>
        </p:grpSpPr>
        <p:sp>
          <p:nvSpPr>
            <p:cNvPr id="157" name="사각형: 둥근 위쪽 모서리 156">
              <a:extLst>
                <a:ext uri="{FF2B5EF4-FFF2-40B4-BE49-F238E27FC236}">
                  <a16:creationId xmlns:a16="http://schemas.microsoft.com/office/drawing/2014/main" id="{E91F59BC-1165-9BBC-9EC1-1E63A216DCBA}"/>
                </a:ext>
              </a:extLst>
            </p:cNvPr>
            <p:cNvSpPr/>
            <p:nvPr/>
          </p:nvSpPr>
          <p:spPr>
            <a:xfrm>
              <a:off x="164698" y="2323273"/>
              <a:ext cx="3426314" cy="28326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</a:rPr>
                <a:t>=</a:t>
              </a:r>
              <a:endParaRPr lang="ko-KR" altLang="en-US" sz="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872386DF-3FBF-823C-A9CE-07C1BDF90195}"/>
                </a:ext>
              </a:extLst>
            </p:cNvPr>
            <p:cNvSpPr/>
            <p:nvPr/>
          </p:nvSpPr>
          <p:spPr>
            <a:xfrm>
              <a:off x="164698" y="2606540"/>
              <a:ext cx="3426314" cy="384957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CB00E222-2C94-A0D5-8AB6-EF04E3879F40}"/>
                </a:ext>
              </a:extLst>
            </p:cNvPr>
            <p:cNvSpPr txBox="1"/>
            <p:nvPr/>
          </p:nvSpPr>
          <p:spPr>
            <a:xfrm>
              <a:off x="345888" y="2731060"/>
              <a:ext cx="91440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r>
                <a:rPr lang="ko-KR" altLang="en-US" sz="9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바우처 자격 조회</a:t>
              </a:r>
              <a:endParaRPr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182" name="TextBox 181">
            <a:extLst>
              <a:ext uri="{FF2B5EF4-FFF2-40B4-BE49-F238E27FC236}">
                <a16:creationId xmlns:a16="http://schemas.microsoft.com/office/drawing/2014/main" id="{7CE0CD47-792B-0560-9593-2AF26BE19581}"/>
              </a:ext>
            </a:extLst>
          </p:cNvPr>
          <p:cNvSpPr txBox="1"/>
          <p:nvPr/>
        </p:nvSpPr>
        <p:spPr>
          <a:xfrm>
            <a:off x="1078493" y="3111011"/>
            <a:ext cx="2161564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900" dirty="0"/>
              <a:t>□ </a:t>
            </a:r>
            <a:r>
              <a:rPr lang="ko-KR" altLang="en-US" sz="800" dirty="0"/>
              <a:t>기저귀</a:t>
            </a:r>
            <a:r>
              <a:rPr lang="en-US" altLang="ko-KR" sz="800" dirty="0"/>
              <a:t>/</a:t>
            </a:r>
            <a:r>
              <a:rPr lang="ko-KR" altLang="en-US" sz="800" dirty="0"/>
              <a:t>조제분유 지원 바우처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6DFC5945-42F4-A1D4-BD29-0AD1AA7ACB1E}"/>
              </a:ext>
            </a:extLst>
          </p:cNvPr>
          <p:cNvSpPr txBox="1"/>
          <p:nvPr/>
        </p:nvSpPr>
        <p:spPr>
          <a:xfrm>
            <a:off x="266796" y="3108890"/>
            <a:ext cx="6014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보유바우처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B1F76645-E8F8-3060-6CFA-BC771729514B}"/>
              </a:ext>
            </a:extLst>
          </p:cNvPr>
          <p:cNvSpPr txBox="1"/>
          <p:nvPr/>
        </p:nvSpPr>
        <p:spPr>
          <a:xfrm>
            <a:off x="1078493" y="3333309"/>
            <a:ext cx="2161564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900" dirty="0"/>
              <a:t>□ </a:t>
            </a:r>
            <a:r>
              <a:rPr lang="ko-KR" altLang="en-US" sz="800" dirty="0"/>
              <a:t>여성청소년 생리대 지원 바우처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7A0F69B4-BA60-83FC-0E7E-D0B7218321B3}"/>
              </a:ext>
            </a:extLst>
          </p:cNvPr>
          <p:cNvSpPr txBox="1"/>
          <p:nvPr/>
        </p:nvSpPr>
        <p:spPr>
          <a:xfrm>
            <a:off x="1078493" y="3559100"/>
            <a:ext cx="2161564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900" dirty="0"/>
              <a:t>□ </a:t>
            </a:r>
            <a:r>
              <a:rPr lang="ko-KR" altLang="en-US" sz="800" dirty="0"/>
              <a:t>첫만남 바우처</a:t>
            </a: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AF5B1329-E545-8CA5-417D-988D94DB29C3}"/>
              </a:ext>
            </a:extLst>
          </p:cNvPr>
          <p:cNvSpPr/>
          <p:nvPr/>
        </p:nvSpPr>
        <p:spPr>
          <a:xfrm>
            <a:off x="1124067" y="4284365"/>
            <a:ext cx="2311159" cy="28988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spc="-150" dirty="0">
                <a:solidFill>
                  <a:schemeClr val="bg1"/>
                </a:solidFill>
              </a:rPr>
              <a:t> 새 카드로 조회                                                                   ▼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F0D3E627-4DD2-5A0C-A1DB-EBC455D002A3}"/>
              </a:ext>
            </a:extLst>
          </p:cNvPr>
          <p:cNvSpPr txBox="1"/>
          <p:nvPr/>
        </p:nvSpPr>
        <p:spPr>
          <a:xfrm>
            <a:off x="249759" y="3924325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카드 인증</a:t>
            </a:r>
          </a:p>
        </p:txBody>
      </p:sp>
      <p:sp>
        <p:nvSpPr>
          <p:cNvPr id="209" name="Rounded Rectangle 35">
            <a:extLst>
              <a:ext uri="{FF2B5EF4-FFF2-40B4-BE49-F238E27FC236}">
                <a16:creationId xmlns:a16="http://schemas.microsoft.com/office/drawing/2014/main" id="{C0442986-69DB-0BAA-FC1D-8564116D48CD}"/>
              </a:ext>
            </a:extLst>
          </p:cNvPr>
          <p:cNvSpPr/>
          <p:nvPr/>
        </p:nvSpPr>
        <p:spPr>
          <a:xfrm>
            <a:off x="1131344" y="6048579"/>
            <a:ext cx="1497241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조회하기</a:t>
            </a:r>
          </a:p>
        </p:txBody>
      </p:sp>
      <p:sp>
        <p:nvSpPr>
          <p:cNvPr id="211" name="모서리가 둥근 직사각형 114">
            <a:extLst>
              <a:ext uri="{FF2B5EF4-FFF2-40B4-BE49-F238E27FC236}">
                <a16:creationId xmlns:a16="http://schemas.microsoft.com/office/drawing/2014/main" id="{4D9F881A-222E-1759-77FA-D8CBB0683EA8}"/>
              </a:ext>
            </a:extLst>
          </p:cNvPr>
          <p:cNvSpPr/>
          <p:nvPr/>
        </p:nvSpPr>
        <p:spPr>
          <a:xfrm>
            <a:off x="15061" y="298648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3" name="모서리가 둥근 직사각형 114">
            <a:extLst>
              <a:ext uri="{FF2B5EF4-FFF2-40B4-BE49-F238E27FC236}">
                <a16:creationId xmlns:a16="http://schemas.microsoft.com/office/drawing/2014/main" id="{59350D93-DC66-603E-2EB1-9E284486D196}"/>
              </a:ext>
            </a:extLst>
          </p:cNvPr>
          <p:cNvSpPr/>
          <p:nvPr/>
        </p:nvSpPr>
        <p:spPr>
          <a:xfrm>
            <a:off x="708674" y="43432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4" name="모서리가 둥근 직사각형 114">
            <a:extLst>
              <a:ext uri="{FF2B5EF4-FFF2-40B4-BE49-F238E27FC236}">
                <a16:creationId xmlns:a16="http://schemas.microsoft.com/office/drawing/2014/main" id="{2D38C7D2-89B6-D257-B732-C2C948FCC6F8}"/>
              </a:ext>
            </a:extLst>
          </p:cNvPr>
          <p:cNvSpPr/>
          <p:nvPr/>
        </p:nvSpPr>
        <p:spPr>
          <a:xfrm>
            <a:off x="845959" y="606687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DFED7AB6-9EFA-E7D6-CF19-AB4BC0735E28}"/>
              </a:ext>
            </a:extLst>
          </p:cNvPr>
          <p:cNvGrpSpPr/>
          <p:nvPr/>
        </p:nvGrpSpPr>
        <p:grpSpPr>
          <a:xfrm>
            <a:off x="6436093" y="4265350"/>
            <a:ext cx="2206244" cy="444878"/>
            <a:chOff x="3698661" y="5117115"/>
            <a:chExt cx="2279446" cy="444878"/>
          </a:xfrm>
        </p:grpSpPr>
        <p:grpSp>
          <p:nvGrpSpPr>
            <p:cNvPr id="225" name="그룹 224">
              <a:extLst>
                <a:ext uri="{FF2B5EF4-FFF2-40B4-BE49-F238E27FC236}">
                  <a16:creationId xmlns:a16="http://schemas.microsoft.com/office/drawing/2014/main" id="{CC0637E2-7913-35F7-1BBD-3E9883F035B5}"/>
                </a:ext>
              </a:extLst>
            </p:cNvPr>
            <p:cNvGrpSpPr/>
            <p:nvPr/>
          </p:nvGrpSpPr>
          <p:grpSpPr>
            <a:xfrm>
              <a:off x="3698661" y="5342537"/>
              <a:ext cx="2279446" cy="219456"/>
              <a:chOff x="3698661" y="5342537"/>
              <a:chExt cx="3059608" cy="219456"/>
            </a:xfrm>
          </p:grpSpPr>
          <p:sp>
            <p:nvSpPr>
              <p:cNvPr id="197" name="Rounded Rectangle 35">
                <a:extLst>
                  <a:ext uri="{FF2B5EF4-FFF2-40B4-BE49-F238E27FC236}">
                    <a16:creationId xmlns:a16="http://schemas.microsoft.com/office/drawing/2014/main" id="{48072CCF-F973-C2DF-12B6-78C2F1966A48}"/>
                  </a:ext>
                </a:extLst>
              </p:cNvPr>
              <p:cNvSpPr/>
              <p:nvPr/>
            </p:nvSpPr>
            <p:spPr>
              <a:xfrm>
                <a:off x="3698661" y="5342537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203" name="Rounded Rectangle 35">
                <a:extLst>
                  <a:ext uri="{FF2B5EF4-FFF2-40B4-BE49-F238E27FC236}">
                    <a16:creationId xmlns:a16="http://schemas.microsoft.com/office/drawing/2014/main" id="{12AB5E3C-1B21-00A1-83F2-B84D6520E4FA}"/>
                  </a:ext>
                </a:extLst>
              </p:cNvPr>
              <p:cNvSpPr/>
              <p:nvPr/>
            </p:nvSpPr>
            <p:spPr>
              <a:xfrm>
                <a:off x="4488958" y="5342537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205" name="Rounded Rectangle 35">
                <a:extLst>
                  <a:ext uri="{FF2B5EF4-FFF2-40B4-BE49-F238E27FC236}">
                    <a16:creationId xmlns:a16="http://schemas.microsoft.com/office/drawing/2014/main" id="{06111D0B-8D8A-824F-5B0E-6B8B4612AD74}"/>
                  </a:ext>
                </a:extLst>
              </p:cNvPr>
              <p:cNvSpPr/>
              <p:nvPr/>
            </p:nvSpPr>
            <p:spPr>
              <a:xfrm>
                <a:off x="5275746" y="5342537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206" name="Rounded Rectangle 35">
                <a:extLst>
                  <a:ext uri="{FF2B5EF4-FFF2-40B4-BE49-F238E27FC236}">
                    <a16:creationId xmlns:a16="http://schemas.microsoft.com/office/drawing/2014/main" id="{10E049CB-3D24-CEB3-1085-4F00A8E192A6}"/>
                  </a:ext>
                </a:extLst>
              </p:cNvPr>
              <p:cNvSpPr/>
              <p:nvPr/>
            </p:nvSpPr>
            <p:spPr>
              <a:xfrm>
                <a:off x="6066043" y="5342537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</p:grp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8B36A715-B2A7-F973-646B-737EDADAED7D}"/>
                </a:ext>
              </a:extLst>
            </p:cNvPr>
            <p:cNvSpPr txBox="1"/>
            <p:nvPr/>
          </p:nvSpPr>
          <p:spPr>
            <a:xfrm>
              <a:off x="3708044" y="5117115"/>
              <a:ext cx="91440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카드번호</a:t>
              </a:r>
              <a:r>
                <a:rPr lang="en-US" altLang="ko-KR" sz="800" b="1" dirty="0">
                  <a:solidFill>
                    <a:srgbClr val="FF0000"/>
                  </a:solidFill>
                  <a:ea typeface="맑은 고딕"/>
                </a:rPr>
                <a:t>*</a:t>
              </a:r>
              <a:endParaRPr sz="800" b="1" dirty="0">
                <a:solidFill>
                  <a:srgbClr val="404040"/>
                </a:solidFill>
                <a:ea typeface="맑은 고딕"/>
              </a:endParaRPr>
            </a:p>
          </p:txBody>
        </p:sp>
      </p:grpSp>
      <p:grpSp>
        <p:nvGrpSpPr>
          <p:cNvPr id="229" name="그룹 228">
            <a:extLst>
              <a:ext uri="{FF2B5EF4-FFF2-40B4-BE49-F238E27FC236}">
                <a16:creationId xmlns:a16="http://schemas.microsoft.com/office/drawing/2014/main" id="{EFDF0119-B41F-3BB6-12E5-8D47FF73B466}"/>
              </a:ext>
            </a:extLst>
          </p:cNvPr>
          <p:cNvGrpSpPr/>
          <p:nvPr/>
        </p:nvGrpSpPr>
        <p:grpSpPr>
          <a:xfrm>
            <a:off x="6413452" y="3347693"/>
            <a:ext cx="2311159" cy="803160"/>
            <a:chOff x="3676020" y="4202543"/>
            <a:chExt cx="2311159" cy="803160"/>
          </a:xfrm>
        </p:grpSpPr>
        <p:sp>
          <p:nvSpPr>
            <p:cNvPr id="208" name="Rounded Rectangle 35">
              <a:extLst>
                <a:ext uri="{FF2B5EF4-FFF2-40B4-BE49-F238E27FC236}">
                  <a16:creationId xmlns:a16="http://schemas.microsoft.com/office/drawing/2014/main" id="{94920AFC-BEE1-726B-7B9F-CFACB30D4DAB}"/>
                </a:ext>
              </a:extLst>
            </p:cNvPr>
            <p:cNvSpPr/>
            <p:nvPr/>
          </p:nvSpPr>
          <p:spPr>
            <a:xfrm>
              <a:off x="3698661" y="4436375"/>
              <a:ext cx="220624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카드사를 선택하여 주십시오                 ▼</a:t>
              </a:r>
              <a:endParaRPr lang="en-US" altLang="ko-KR" sz="800" dirty="0">
                <a:solidFill>
                  <a:srgbClr val="595959"/>
                </a:solidFill>
                <a:ea typeface="맑은 고딕"/>
              </a:endParaRPr>
            </a:p>
          </p:txBody>
        </p:sp>
        <p:sp>
          <p:nvSpPr>
            <p:cNvPr id="210" name="Rounded Rectangle 27">
              <a:extLst>
                <a:ext uri="{FF2B5EF4-FFF2-40B4-BE49-F238E27FC236}">
                  <a16:creationId xmlns:a16="http://schemas.microsoft.com/office/drawing/2014/main" id="{88BDA418-3D65-E24A-67CF-692E6CDB39C5}"/>
                </a:ext>
              </a:extLst>
            </p:cNvPr>
            <p:cNvSpPr/>
            <p:nvPr/>
          </p:nvSpPr>
          <p:spPr>
            <a:xfrm>
              <a:off x="3676020" y="4703623"/>
              <a:ext cx="2311159" cy="30208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※빠른 시일 내에 롯데도 서비스 가능하도록 준비하겠습니다.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82336D8E-164A-5CE8-03C8-F86611896ACD}"/>
                </a:ext>
              </a:extLst>
            </p:cNvPr>
            <p:cNvSpPr txBox="1"/>
            <p:nvPr/>
          </p:nvSpPr>
          <p:spPr>
            <a:xfrm>
              <a:off x="3708044" y="4202543"/>
              <a:ext cx="91440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카드사</a:t>
              </a:r>
              <a:r>
                <a:rPr lang="en-US" altLang="ko-KR" sz="800" b="1" dirty="0">
                  <a:solidFill>
                    <a:srgbClr val="FF0000"/>
                  </a:solidFill>
                  <a:ea typeface="맑은 고딕"/>
                </a:rPr>
                <a:t>*</a:t>
              </a:r>
              <a:endParaRPr sz="800" b="1" dirty="0">
                <a:solidFill>
                  <a:srgbClr val="FF0000"/>
                </a:solidFill>
                <a:ea typeface="맑은 고딕"/>
              </a:endParaRPr>
            </a:p>
          </p:txBody>
        </p:sp>
      </p:grpSp>
      <p:grpSp>
        <p:nvGrpSpPr>
          <p:cNvPr id="227" name="그룹 226">
            <a:extLst>
              <a:ext uri="{FF2B5EF4-FFF2-40B4-BE49-F238E27FC236}">
                <a16:creationId xmlns:a16="http://schemas.microsoft.com/office/drawing/2014/main" id="{0846B45D-4F28-8EE4-E18C-DA8A2EB572D2}"/>
              </a:ext>
            </a:extLst>
          </p:cNvPr>
          <p:cNvGrpSpPr/>
          <p:nvPr/>
        </p:nvGrpSpPr>
        <p:grpSpPr>
          <a:xfrm>
            <a:off x="6436093" y="4824725"/>
            <a:ext cx="1482523" cy="444878"/>
            <a:chOff x="3698661" y="5770202"/>
            <a:chExt cx="1482523" cy="444878"/>
          </a:xfrm>
        </p:grpSpPr>
        <p:sp>
          <p:nvSpPr>
            <p:cNvPr id="216" name="Rounded Rectangle 35">
              <a:extLst>
                <a:ext uri="{FF2B5EF4-FFF2-40B4-BE49-F238E27FC236}">
                  <a16:creationId xmlns:a16="http://schemas.microsoft.com/office/drawing/2014/main" id="{B9890C2D-267C-6CF4-6EC6-EA13C3F2509D}"/>
                </a:ext>
              </a:extLst>
            </p:cNvPr>
            <p:cNvSpPr/>
            <p:nvPr/>
          </p:nvSpPr>
          <p:spPr>
            <a:xfrm>
              <a:off x="3698661" y="5995624"/>
              <a:ext cx="692226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월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(MM)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 ▼</a:t>
              </a:r>
              <a:endParaRPr lang="en-US" altLang="ko-KR" sz="800" dirty="0">
                <a:solidFill>
                  <a:srgbClr val="595959"/>
                </a:solidFill>
                <a:ea typeface="맑은 고딕"/>
              </a:endParaRPr>
            </a:p>
          </p:txBody>
        </p:sp>
        <p:sp>
          <p:nvSpPr>
            <p:cNvPr id="217" name="Rounded Rectangle 35">
              <a:extLst>
                <a:ext uri="{FF2B5EF4-FFF2-40B4-BE49-F238E27FC236}">
                  <a16:creationId xmlns:a16="http://schemas.microsoft.com/office/drawing/2014/main" id="{21AF1B36-A56D-3E3C-265F-31B5ABDEC925}"/>
                </a:ext>
              </a:extLst>
            </p:cNvPr>
            <p:cNvSpPr/>
            <p:nvPr/>
          </p:nvSpPr>
          <p:spPr>
            <a:xfrm>
              <a:off x="4488958" y="5995624"/>
              <a:ext cx="692226" cy="2194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년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(YY)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   ▼</a:t>
              </a:r>
              <a:endParaRPr lang="en-US" altLang="ko-KR" sz="800" dirty="0">
                <a:solidFill>
                  <a:srgbClr val="595959"/>
                </a:solidFill>
                <a:ea typeface="맑은 고딕"/>
              </a:endParaRP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4F9F5EBF-C6B1-E7EF-8821-3ADCEB649EC4}"/>
                </a:ext>
              </a:extLst>
            </p:cNvPr>
            <p:cNvSpPr txBox="1"/>
            <p:nvPr/>
          </p:nvSpPr>
          <p:spPr>
            <a:xfrm>
              <a:off x="3708044" y="5770202"/>
              <a:ext cx="91440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유효기간</a:t>
              </a:r>
              <a:r>
                <a:rPr lang="en-US" altLang="ko-KR" sz="800" b="1" dirty="0">
                  <a:solidFill>
                    <a:srgbClr val="FF0000"/>
                  </a:solidFill>
                  <a:ea typeface="맑은 고딕"/>
                </a:rPr>
                <a:t>*</a:t>
              </a:r>
              <a:endParaRPr sz="800" b="1" dirty="0">
                <a:solidFill>
                  <a:srgbClr val="404040"/>
                </a:solidFill>
                <a:ea typeface="맑은 고딕"/>
              </a:endParaRPr>
            </a:p>
          </p:txBody>
        </p:sp>
      </p:grpSp>
      <p:grpSp>
        <p:nvGrpSpPr>
          <p:cNvPr id="226" name="그룹 225">
            <a:extLst>
              <a:ext uri="{FF2B5EF4-FFF2-40B4-BE49-F238E27FC236}">
                <a16:creationId xmlns:a16="http://schemas.microsoft.com/office/drawing/2014/main" id="{7351462E-B195-13A0-F512-D17B933F9BC1}"/>
              </a:ext>
            </a:extLst>
          </p:cNvPr>
          <p:cNvGrpSpPr/>
          <p:nvPr/>
        </p:nvGrpSpPr>
        <p:grpSpPr>
          <a:xfrm>
            <a:off x="6436093" y="5384100"/>
            <a:ext cx="2206244" cy="444878"/>
            <a:chOff x="3698661" y="6423290"/>
            <a:chExt cx="2279446" cy="444878"/>
          </a:xfrm>
        </p:grpSpPr>
        <p:sp>
          <p:nvSpPr>
            <p:cNvPr id="219" name="Rounded Rectangle 35">
              <a:extLst>
                <a:ext uri="{FF2B5EF4-FFF2-40B4-BE49-F238E27FC236}">
                  <a16:creationId xmlns:a16="http://schemas.microsoft.com/office/drawing/2014/main" id="{FAF5A915-902B-FF6D-BB9B-086543C2B38A}"/>
                </a:ext>
              </a:extLst>
            </p:cNvPr>
            <p:cNvSpPr/>
            <p:nvPr/>
          </p:nvSpPr>
          <p:spPr>
            <a:xfrm>
              <a:off x="3698661" y="6648712"/>
              <a:ext cx="2279446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800" dirty="0">
                <a:solidFill>
                  <a:srgbClr val="595959"/>
                </a:solidFill>
                <a:ea typeface="맑은 고딕"/>
              </a:endParaRP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18674FD0-EFC9-829C-989D-71087D03C0FD}"/>
                </a:ext>
              </a:extLst>
            </p:cNvPr>
            <p:cNvSpPr txBox="1"/>
            <p:nvPr/>
          </p:nvSpPr>
          <p:spPr>
            <a:xfrm>
              <a:off x="3708044" y="6423290"/>
              <a:ext cx="91440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카드이름</a:t>
              </a:r>
              <a:endParaRPr sz="800" b="1" dirty="0">
                <a:solidFill>
                  <a:srgbClr val="404040"/>
                </a:solidFill>
                <a:ea typeface="맑은 고딕"/>
              </a:endParaRPr>
            </a:p>
          </p:txBody>
        </p:sp>
      </p:grp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BA0652D6-12A9-5DF3-3DE7-0B05327DE5DD}"/>
              </a:ext>
            </a:extLst>
          </p:cNvPr>
          <p:cNvSpPr/>
          <p:nvPr/>
        </p:nvSpPr>
        <p:spPr>
          <a:xfrm>
            <a:off x="1124067" y="3915498"/>
            <a:ext cx="2311159" cy="28988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spc="-150" dirty="0">
                <a:solidFill>
                  <a:schemeClr val="bg1"/>
                </a:solidFill>
              </a:rPr>
              <a:t> 등록된 카드로 조회                                                          ▼</a:t>
            </a:r>
          </a:p>
        </p:txBody>
      </p:sp>
      <p:sp>
        <p:nvSpPr>
          <p:cNvPr id="169" name="모서리가 둥근 직사각형 114">
            <a:extLst>
              <a:ext uri="{FF2B5EF4-FFF2-40B4-BE49-F238E27FC236}">
                <a16:creationId xmlns:a16="http://schemas.microsoft.com/office/drawing/2014/main" id="{E568B238-9C60-C007-A919-7461745D548A}"/>
              </a:ext>
            </a:extLst>
          </p:cNvPr>
          <p:cNvSpPr/>
          <p:nvPr/>
        </p:nvSpPr>
        <p:spPr>
          <a:xfrm>
            <a:off x="708674" y="397433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425DCE1E-48B5-51FB-3902-8F9C214A5A02}"/>
              </a:ext>
            </a:extLst>
          </p:cNvPr>
          <p:cNvSpPr/>
          <p:nvPr/>
        </p:nvSpPr>
        <p:spPr>
          <a:xfrm>
            <a:off x="6404380" y="2984636"/>
            <a:ext cx="2311159" cy="28988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spc="-150" dirty="0">
                <a:solidFill>
                  <a:schemeClr val="bg1"/>
                </a:solidFill>
              </a:rPr>
              <a:t> 새 카드로 조회                                                                   ▲</a:t>
            </a: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F16506E0-60B4-F80B-3028-AC865D340E3B}"/>
              </a:ext>
            </a:extLst>
          </p:cNvPr>
          <p:cNvSpPr/>
          <p:nvPr/>
        </p:nvSpPr>
        <p:spPr>
          <a:xfrm>
            <a:off x="3861118" y="2985562"/>
            <a:ext cx="2311159" cy="28988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spc="-150" dirty="0">
                <a:solidFill>
                  <a:schemeClr val="bg1"/>
                </a:solidFill>
              </a:rPr>
              <a:t> 등록된 카드로 조회                                                          ▲</a:t>
            </a:r>
          </a:p>
        </p:txBody>
      </p:sp>
      <p:grpSp>
        <p:nvGrpSpPr>
          <p:cNvPr id="230" name="그룹 229">
            <a:extLst>
              <a:ext uri="{FF2B5EF4-FFF2-40B4-BE49-F238E27FC236}">
                <a16:creationId xmlns:a16="http://schemas.microsoft.com/office/drawing/2014/main" id="{0BFB863F-112C-D216-8B61-3EFE53C9F96F}"/>
              </a:ext>
            </a:extLst>
          </p:cNvPr>
          <p:cNvGrpSpPr/>
          <p:nvPr/>
        </p:nvGrpSpPr>
        <p:grpSpPr>
          <a:xfrm>
            <a:off x="3886342" y="3381229"/>
            <a:ext cx="1857723" cy="682720"/>
            <a:chOff x="335141" y="1391178"/>
            <a:chExt cx="1857723" cy="682720"/>
          </a:xfrm>
        </p:grpSpPr>
        <p:sp>
          <p:nvSpPr>
            <p:cNvPr id="231" name="Rounded Rectangle 22">
              <a:extLst>
                <a:ext uri="{FF2B5EF4-FFF2-40B4-BE49-F238E27FC236}">
                  <a16:creationId xmlns:a16="http://schemas.microsoft.com/office/drawing/2014/main" id="{8E6262F4-B65D-675E-AD2F-F16964EE2AEA}"/>
                </a:ext>
              </a:extLst>
            </p:cNvPr>
            <p:cNvSpPr/>
            <p:nvPr/>
          </p:nvSpPr>
          <p:spPr>
            <a:xfrm>
              <a:off x="335141" y="1391178"/>
              <a:ext cx="1857723" cy="682720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9525">
              <a:solidFill>
                <a:srgbClr val="E862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FC38D679-EC15-0248-B070-D06E29587F77}"/>
                </a:ext>
              </a:extLst>
            </p:cNvPr>
            <p:cNvSpPr txBox="1"/>
            <p:nvPr/>
          </p:nvSpPr>
          <p:spPr>
            <a:xfrm>
              <a:off x="1201448" y="1721824"/>
              <a:ext cx="944338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9300-****-****-5637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33" name="Rounded Rectangle 27">
              <a:extLst>
                <a:ext uri="{FF2B5EF4-FFF2-40B4-BE49-F238E27FC236}">
                  <a16:creationId xmlns:a16="http://schemas.microsoft.com/office/drawing/2014/main" id="{EDF59342-1999-3041-0B0B-ABC10F6146DD}"/>
                </a:ext>
              </a:extLst>
            </p:cNvPr>
            <p:cNvSpPr/>
            <p:nvPr/>
          </p:nvSpPr>
          <p:spPr>
            <a:xfrm>
              <a:off x="1201447" y="1526010"/>
              <a:ext cx="91821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국민행복카드</a:t>
              </a:r>
            </a:p>
          </p:txBody>
        </p:sp>
        <p:sp>
          <p:nvSpPr>
            <p:cNvPr id="235" name="직사각형 234">
              <a:extLst>
                <a:ext uri="{FF2B5EF4-FFF2-40B4-BE49-F238E27FC236}">
                  <a16:creationId xmlns:a16="http://schemas.microsoft.com/office/drawing/2014/main" id="{D8D431E2-0E34-1334-C714-3C1514618889}"/>
                </a:ext>
              </a:extLst>
            </p:cNvPr>
            <p:cNvSpPr/>
            <p:nvPr/>
          </p:nvSpPr>
          <p:spPr>
            <a:xfrm>
              <a:off x="502640" y="1549897"/>
              <a:ext cx="585772" cy="3285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244" name="Rounded Rectangle 35">
            <a:extLst>
              <a:ext uri="{FF2B5EF4-FFF2-40B4-BE49-F238E27FC236}">
                <a16:creationId xmlns:a16="http://schemas.microsoft.com/office/drawing/2014/main" id="{50132868-4FDA-E11E-10E6-E511E5B27DDE}"/>
              </a:ext>
            </a:extLst>
          </p:cNvPr>
          <p:cNvSpPr/>
          <p:nvPr/>
        </p:nvSpPr>
        <p:spPr>
          <a:xfrm>
            <a:off x="6811338" y="5943476"/>
            <a:ext cx="1497241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등록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EF71EB-C90B-1971-A976-B79BF97CC8D3}"/>
              </a:ext>
            </a:extLst>
          </p:cNvPr>
          <p:cNvSpPr txBox="1"/>
          <p:nvPr/>
        </p:nvSpPr>
        <p:spPr>
          <a:xfrm>
            <a:off x="4036419" y="5494306"/>
            <a:ext cx="20149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900" b="0" dirty="0">
                <a:solidFill>
                  <a:srgbClr val="8A8A8A"/>
                </a:solidFill>
                <a:latin typeface="맑은 고딕"/>
                <a:ea typeface="맑은 고딕"/>
              </a:rPr>
              <a:t>등록된 카드가 없습니다</a:t>
            </a:r>
            <a:r>
              <a:rPr lang="en-US" altLang="ko-KR" sz="900" b="0" dirty="0">
                <a:solidFill>
                  <a:srgbClr val="8A8A8A"/>
                </a:solidFill>
                <a:latin typeface="맑은 고딕"/>
                <a:ea typeface="맑은 고딕"/>
              </a:rPr>
              <a:t>.</a:t>
            </a:r>
            <a:endParaRPr sz="900" b="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20" name="순서도: 연결자 19">
            <a:extLst>
              <a:ext uri="{FF2B5EF4-FFF2-40B4-BE49-F238E27FC236}">
                <a16:creationId xmlns:a16="http://schemas.microsoft.com/office/drawing/2014/main" id="{B32FD9BF-1E0D-7445-D647-CCFC3AFD17BE}"/>
              </a:ext>
            </a:extLst>
          </p:cNvPr>
          <p:cNvSpPr/>
          <p:nvPr/>
        </p:nvSpPr>
        <p:spPr>
          <a:xfrm>
            <a:off x="4844650" y="4940073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i="1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7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7699B79-D5D4-2486-B90C-4C7EC31AE58D}"/>
              </a:ext>
            </a:extLst>
          </p:cNvPr>
          <p:cNvSpPr/>
          <p:nvPr/>
        </p:nvSpPr>
        <p:spPr>
          <a:xfrm>
            <a:off x="3861118" y="4429542"/>
            <a:ext cx="2311159" cy="28988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spc="-150" dirty="0">
                <a:solidFill>
                  <a:schemeClr val="bg1"/>
                </a:solidFill>
              </a:rPr>
              <a:t> 등록된 카드로 조회                                                          ▲</a:t>
            </a:r>
          </a:p>
        </p:txBody>
      </p:sp>
    </p:spTree>
    <p:extLst>
      <p:ext uri="{BB962C8B-B14F-4D97-AF65-F5344CB8AC3E}">
        <p14:creationId xmlns:p14="http://schemas.microsoft.com/office/powerpoint/2010/main" val="205317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3A3C4-7386-82D5-B674-E5B22C9CE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CB84ED0-EDF7-591D-F6D9-726F375E71D5}"/>
              </a:ext>
            </a:extLst>
          </p:cNvPr>
          <p:cNvSpPr/>
          <p:nvPr/>
        </p:nvSpPr>
        <p:spPr>
          <a:xfrm>
            <a:off x="372823" y="2196133"/>
            <a:ext cx="2986463" cy="84846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F581EE0-1467-E367-41AB-03D84838D7AC}"/>
              </a:ext>
            </a:extLst>
          </p:cNvPr>
          <p:cNvSpPr/>
          <p:nvPr/>
        </p:nvSpPr>
        <p:spPr>
          <a:xfrm>
            <a:off x="7921129" y="58428"/>
            <a:ext cx="113204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ko-KR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CH-U-MY-01-0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4</a:t>
            </a:r>
            <a:endParaRPr lang="ko-KR" altLang="ko-KR" sz="10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3DC1A7-C337-8C1F-6C79-22514312C98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DC0656E5-F75D-7FAB-6D92-267BE45CB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917990"/>
              </p:ext>
            </p:extLst>
          </p:nvPr>
        </p:nvGraphicFramePr>
        <p:xfrm>
          <a:off x="10128399" y="623854"/>
          <a:ext cx="2850436" cy="300640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 정보 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기준 시각은 페이지 조회한 실시간 시각으로 반영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마일리지 전환하기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마일리지 전환 화면으로 이동</a:t>
                      </a:r>
                      <a:b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(CH-U-MY-01-05-01p)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3-1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마일리지 적립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사용내역 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날짜별 적립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소멸 내역 리스트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최초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진입시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 항목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3-2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적립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 내역이 없을 경우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안내문구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내역이 없습니다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.)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더보기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내역 추가 로드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클릭당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개씩 추가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65AB0FF5-7BCB-B096-DFA2-69B777F7E0FA}"/>
              </a:ext>
            </a:extLst>
          </p:cNvPr>
          <p:cNvSpPr/>
          <p:nvPr/>
        </p:nvSpPr>
        <p:spPr>
          <a:xfrm>
            <a:off x="168443" y="665138"/>
            <a:ext cx="3430800" cy="38239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13B86C-A3AB-89F1-3358-D8B8E3C0A6E8}"/>
              </a:ext>
            </a:extLst>
          </p:cNvPr>
          <p:cNvSpPr txBox="1"/>
          <p:nvPr/>
        </p:nvSpPr>
        <p:spPr>
          <a:xfrm>
            <a:off x="377783" y="720258"/>
            <a:ext cx="1197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마일리지 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514610-6326-0EEA-028A-6088FF62C99C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BBEB5278-1576-B292-5B2A-ADECDC9C6EFB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052774A-4F54-0C59-994F-960674BE33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B1672D9C-E9B4-3242-DBE3-742526704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2A5AC577-E64A-15B9-B969-50DF85C30A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153ADEF-2474-808C-1496-E70CD3655CF8}"/>
              </a:ext>
            </a:extLst>
          </p:cNvPr>
          <p:cNvSpPr txBox="1"/>
          <p:nvPr/>
        </p:nvSpPr>
        <p:spPr>
          <a:xfrm>
            <a:off x="1307907" y="78285"/>
            <a:ext cx="1215397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fontAlgn="t"/>
            <a:r>
              <a:rPr lang="ko-KR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마일리지 내역/전환 화면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98137B-E87D-0C2B-A219-8B028BA95083}"/>
              </a:ext>
            </a:extLst>
          </p:cNvPr>
          <p:cNvSpPr txBox="1"/>
          <p:nvPr/>
        </p:nvSpPr>
        <p:spPr>
          <a:xfrm>
            <a:off x="1302717" y="330494"/>
            <a:ext cx="14686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마일리지 내역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956EA9-ACE5-D359-A865-D5EE8C2A46B6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44A89D-34C5-1B34-5123-2C21E9D0E27A}"/>
              </a:ext>
            </a:extLst>
          </p:cNvPr>
          <p:cNvSpPr txBox="1"/>
          <p:nvPr/>
        </p:nvSpPr>
        <p:spPr>
          <a:xfrm>
            <a:off x="260415" y="1119537"/>
            <a:ext cx="16120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맑은 고딕"/>
                <a:ea typeface="맑은 고딕"/>
              </a:rPr>
              <a:t>김행복님의 보유 마일리지</a:t>
            </a:r>
            <a:endParaRPr lang="ko-KR" altLang="en-US" sz="9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FC8C65-16FF-15CE-F20A-4E9499AEBCA1}"/>
              </a:ext>
            </a:extLst>
          </p:cNvPr>
          <p:cNvSpPr txBox="1"/>
          <p:nvPr/>
        </p:nvSpPr>
        <p:spPr>
          <a:xfrm>
            <a:off x="260415" y="1318632"/>
            <a:ext cx="319621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/>
                <a:ea typeface="맑은 고딕"/>
              </a:rPr>
              <a:t>(2026.7.21 12:08 </a:t>
            </a:r>
            <a:r>
              <a:rPr lang="ko-KR" altLang="en-US" sz="700" dirty="0">
                <a:latin typeface="맑은 고딕"/>
                <a:ea typeface="맑은 고딕"/>
              </a:rPr>
              <a:t>기준</a:t>
            </a:r>
            <a:r>
              <a:rPr lang="en-US" altLang="ko-KR" sz="700" dirty="0">
                <a:latin typeface="맑은 고딕"/>
                <a:ea typeface="맑은 고딕"/>
              </a:rPr>
              <a:t>)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649AD8D-735E-84FD-3D7C-7A22DC52EB6A}"/>
              </a:ext>
            </a:extLst>
          </p:cNvPr>
          <p:cNvSpPr txBox="1"/>
          <p:nvPr/>
        </p:nvSpPr>
        <p:spPr>
          <a:xfrm>
            <a:off x="260415" y="3262291"/>
            <a:ext cx="16120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맑은 고딕"/>
                <a:ea typeface="맑은 고딕"/>
              </a:rPr>
              <a:t>마일리지 적립</a:t>
            </a:r>
            <a:r>
              <a:rPr lang="en-US" altLang="ko-KR" sz="900" b="1" dirty="0">
                <a:latin typeface="맑은 고딕"/>
                <a:ea typeface="맑은 고딕"/>
              </a:rPr>
              <a:t>/</a:t>
            </a:r>
            <a:r>
              <a:rPr lang="ko-KR" altLang="en-US" sz="900" b="1" dirty="0">
                <a:latin typeface="맑은 고딕"/>
                <a:ea typeface="맑은 고딕"/>
              </a:rPr>
              <a:t>사용 내역</a:t>
            </a:r>
            <a:endParaRPr lang="ko-KR" altLang="en-US" sz="9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DD83F10E-ED58-B993-43FE-5E5176C4AE35}"/>
              </a:ext>
            </a:extLst>
          </p:cNvPr>
          <p:cNvSpPr txBox="1"/>
          <p:nvPr/>
        </p:nvSpPr>
        <p:spPr>
          <a:xfrm>
            <a:off x="4663790" y="4803483"/>
            <a:ext cx="20149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900" b="0" dirty="0">
                <a:solidFill>
                  <a:srgbClr val="8A8A8A"/>
                </a:solidFill>
                <a:latin typeface="맑은 고딕"/>
                <a:ea typeface="맑은 고딕"/>
              </a:rPr>
              <a:t>내역이 없습니다</a:t>
            </a:r>
            <a:r>
              <a:rPr lang="en-US" altLang="ko-KR" sz="900" b="0" dirty="0">
                <a:solidFill>
                  <a:srgbClr val="8A8A8A"/>
                </a:solidFill>
                <a:latin typeface="맑은 고딕"/>
                <a:ea typeface="맑은 고딕"/>
              </a:rPr>
              <a:t>.</a:t>
            </a:r>
            <a:endParaRPr sz="900" b="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34" name="순서도: 연결자 133">
            <a:extLst>
              <a:ext uri="{FF2B5EF4-FFF2-40B4-BE49-F238E27FC236}">
                <a16:creationId xmlns:a16="http://schemas.microsoft.com/office/drawing/2014/main" id="{2A943B7A-A85B-FC25-A163-8B8EEB279010}"/>
              </a:ext>
            </a:extLst>
          </p:cNvPr>
          <p:cNvSpPr/>
          <p:nvPr/>
        </p:nvSpPr>
        <p:spPr>
          <a:xfrm>
            <a:off x="5472021" y="4249250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i="1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7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6" name="Rounded Rectangle 35">
            <a:extLst>
              <a:ext uri="{FF2B5EF4-FFF2-40B4-BE49-F238E27FC236}">
                <a16:creationId xmlns:a16="http://schemas.microsoft.com/office/drawing/2014/main" id="{6920879E-3CB7-E825-58A6-5D52005BBAEC}"/>
              </a:ext>
            </a:extLst>
          </p:cNvPr>
          <p:cNvSpPr/>
          <p:nvPr/>
        </p:nvSpPr>
        <p:spPr>
          <a:xfrm>
            <a:off x="529416" y="1836093"/>
            <a:ext cx="2686082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AiLET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포인트로 전환하기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7976653A-49BE-254D-2D4B-E7FC0663D59B}"/>
              </a:ext>
            </a:extLst>
          </p:cNvPr>
          <p:cNvGrpSpPr/>
          <p:nvPr/>
        </p:nvGrpSpPr>
        <p:grpSpPr>
          <a:xfrm>
            <a:off x="296207" y="3576507"/>
            <a:ext cx="3217559" cy="923882"/>
            <a:chOff x="296207" y="3576507"/>
            <a:chExt cx="3217559" cy="923882"/>
          </a:xfrm>
        </p:grpSpPr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BF551220-42D0-C142-58E5-2DBC0D94D940}"/>
                </a:ext>
              </a:extLst>
            </p:cNvPr>
            <p:cNvSpPr txBox="1"/>
            <p:nvPr/>
          </p:nvSpPr>
          <p:spPr>
            <a:xfrm>
              <a:off x="296207" y="3576507"/>
              <a:ext cx="44811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맑은 고딕"/>
                  <a:ea typeface="맑은 고딕"/>
                </a:rPr>
                <a:t>7/20</a:t>
              </a:r>
              <a:endParaRPr lang="ko-KR" altLang="en-US" sz="700" dirty="0">
                <a:latin typeface="맑은 고딕"/>
                <a:ea typeface="맑은 고딕"/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9D1FCAAB-5650-72C3-3516-7A0C9A117DE0}"/>
                </a:ext>
              </a:extLst>
            </p:cNvPr>
            <p:cNvSpPr txBox="1"/>
            <p:nvPr/>
          </p:nvSpPr>
          <p:spPr>
            <a:xfrm>
              <a:off x="638332" y="3576507"/>
              <a:ext cx="206424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리뷰 작성 적립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799C9EF5-3237-48D4-F2C2-F6241570C71F}"/>
                </a:ext>
              </a:extLst>
            </p:cNvPr>
            <p:cNvSpPr txBox="1"/>
            <p:nvPr/>
          </p:nvSpPr>
          <p:spPr>
            <a:xfrm>
              <a:off x="638331" y="3755058"/>
              <a:ext cx="19542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14:20 | [</a:t>
              </a:r>
              <a:r>
                <a:rPr lang="ko-KR" altLang="en-US" sz="700" dirty="0" err="1">
                  <a:solidFill>
                    <a:srgbClr val="8A8A8A"/>
                  </a:solidFill>
                  <a:latin typeface="맑은 고딕"/>
                  <a:ea typeface="맑은 고딕"/>
                </a:rPr>
                <a:t>썸머러버</a:t>
              </a:r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]</a:t>
              </a:r>
              <a:r>
                <a:rPr lang="ko-KR" altLang="en-US" sz="700" dirty="0" err="1">
                  <a:solidFill>
                    <a:srgbClr val="8A8A8A"/>
                  </a:solidFill>
                  <a:latin typeface="맑은 고딕"/>
                  <a:ea typeface="맑은 고딕"/>
                </a:rPr>
                <a:t>하기스</a:t>
              </a:r>
              <a:r>
                <a:rPr lang="ko-KR" altLang="en-US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700" dirty="0" err="1">
                  <a:solidFill>
                    <a:srgbClr val="8A8A8A"/>
                  </a:solidFill>
                  <a:latin typeface="맑은 고딕"/>
                  <a:ea typeface="맑은 고딕"/>
                </a:rPr>
                <a:t>맥스드라이</a:t>
              </a:r>
              <a:r>
                <a:rPr lang="ko-KR" altLang="en-US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 에</a:t>
              </a:r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…</a:t>
              </a:r>
            </a:p>
            <a:p>
              <a:r>
                <a:rPr lang="ko-KR" altLang="en-US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유효기간</a:t>
              </a:r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: 2027.7.19 </a:t>
              </a:r>
              <a:r>
                <a:rPr lang="ko-KR" altLang="en-US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까지</a:t>
              </a:r>
              <a:endParaRPr lang="en-US" altLang="ko-KR" sz="7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C3EE81FC-4BD1-CEAE-10F2-C900BAFB24F7}"/>
                </a:ext>
              </a:extLst>
            </p:cNvPr>
            <p:cNvSpPr txBox="1"/>
            <p:nvPr/>
          </p:nvSpPr>
          <p:spPr>
            <a:xfrm>
              <a:off x="2702574" y="3576626"/>
              <a:ext cx="8111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 b="1" dirty="0">
                  <a:latin typeface="맑은 고딕"/>
                  <a:ea typeface="맑은 고딕"/>
                </a:rPr>
                <a:t>+2,000P</a:t>
              </a:r>
              <a:endParaRPr lang="ko-KR" altLang="en-US" sz="1000" b="1" dirty="0">
                <a:latin typeface="맑은 고딕"/>
                <a:ea typeface="맑은 고딕"/>
              </a:endParaRP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3FB812F7-A157-B5A0-0A62-D74D3305E91F}"/>
                </a:ext>
              </a:extLst>
            </p:cNvPr>
            <p:cNvSpPr txBox="1"/>
            <p:nvPr/>
          </p:nvSpPr>
          <p:spPr>
            <a:xfrm>
              <a:off x="638332" y="4121783"/>
              <a:ext cx="206424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latin typeface="맑은 고딕"/>
                  <a:ea typeface="맑은 고딕"/>
                </a:rPr>
                <a:t>AiLET </a:t>
              </a:r>
              <a:r>
                <a:rPr lang="ko-KR" altLang="en-US" sz="800" b="1" dirty="0">
                  <a:latin typeface="맑은 고딕"/>
                  <a:ea typeface="맑은 고딕"/>
                </a:rPr>
                <a:t>마일리지 전환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35E41EBC-84B4-87F8-38E6-67C0D81BE851}"/>
                </a:ext>
              </a:extLst>
            </p:cNvPr>
            <p:cNvSpPr txBox="1"/>
            <p:nvPr/>
          </p:nvSpPr>
          <p:spPr>
            <a:xfrm>
              <a:off x="638331" y="4300334"/>
              <a:ext cx="195420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18:55</a:t>
              </a:r>
              <a:endParaRPr lang="ko-KR" altLang="en-US" sz="700" b="1" dirty="0">
                <a:solidFill>
                  <a:srgbClr val="FF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CE888F3B-A680-8D63-859B-2C9AEDD5FF6D}"/>
                </a:ext>
              </a:extLst>
            </p:cNvPr>
            <p:cNvSpPr txBox="1"/>
            <p:nvPr/>
          </p:nvSpPr>
          <p:spPr>
            <a:xfrm>
              <a:off x="2702574" y="4121902"/>
              <a:ext cx="8111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rgbClr val="E8623F"/>
                  </a:solidFill>
                  <a:latin typeface="맑은 고딕"/>
                  <a:ea typeface="맑은 고딕"/>
                </a:rPr>
                <a:t>-10,000P</a:t>
              </a:r>
              <a:endParaRPr lang="ko-KR" altLang="en-US" sz="1000" b="1" dirty="0">
                <a:solidFill>
                  <a:srgbClr val="E8623F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868DB712-BB1E-B60A-9671-C322C8A25436}"/>
              </a:ext>
            </a:extLst>
          </p:cNvPr>
          <p:cNvGrpSpPr/>
          <p:nvPr/>
        </p:nvGrpSpPr>
        <p:grpSpPr>
          <a:xfrm>
            <a:off x="296207" y="4649108"/>
            <a:ext cx="3217559" cy="486328"/>
            <a:chOff x="296207" y="4639801"/>
            <a:chExt cx="3217559" cy="486328"/>
          </a:xfrm>
        </p:grpSpPr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104B0A85-DA39-4A54-D9D1-910B05FC66CA}"/>
                </a:ext>
              </a:extLst>
            </p:cNvPr>
            <p:cNvSpPr txBox="1"/>
            <p:nvPr/>
          </p:nvSpPr>
          <p:spPr>
            <a:xfrm>
              <a:off x="296207" y="4639801"/>
              <a:ext cx="44811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맑은 고딕"/>
                  <a:ea typeface="맑은 고딕"/>
                </a:rPr>
                <a:t>7/10</a:t>
              </a:r>
              <a:endParaRPr lang="ko-KR" altLang="en-US" sz="700" dirty="0">
                <a:latin typeface="맑은 고딕"/>
                <a:ea typeface="맑은 고딕"/>
              </a:endParaRP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4628896E-15B0-1E90-7D86-A2936B24FCB0}"/>
                </a:ext>
              </a:extLst>
            </p:cNvPr>
            <p:cNvSpPr txBox="1"/>
            <p:nvPr/>
          </p:nvSpPr>
          <p:spPr>
            <a:xfrm>
              <a:off x="638332" y="4639801"/>
              <a:ext cx="206424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구매 확정 적립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A84CE472-3B55-C5F6-1714-7AFC1408C8B7}"/>
                </a:ext>
              </a:extLst>
            </p:cNvPr>
            <p:cNvSpPr txBox="1"/>
            <p:nvPr/>
          </p:nvSpPr>
          <p:spPr>
            <a:xfrm>
              <a:off x="638331" y="4818352"/>
              <a:ext cx="19542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rgbClr val="8A8A8A"/>
                  </a:solidFill>
                  <a:ea typeface="맑은 고딕"/>
                </a:rPr>
                <a:t>14:20 | [</a:t>
              </a:r>
              <a:r>
                <a:rPr lang="ko-KR" altLang="en-US" sz="700" dirty="0" err="1">
                  <a:solidFill>
                    <a:srgbClr val="8A8A8A"/>
                  </a:solidFill>
                  <a:ea typeface="맑은 고딕"/>
                </a:rPr>
                <a:t>썸머러버</a:t>
              </a:r>
              <a:r>
                <a:rPr lang="en-US" altLang="ko-KR" sz="700" dirty="0">
                  <a:solidFill>
                    <a:srgbClr val="8A8A8A"/>
                  </a:solidFill>
                  <a:ea typeface="맑은 고딕"/>
                </a:rPr>
                <a:t>]</a:t>
              </a:r>
              <a:r>
                <a:rPr lang="ko-KR" altLang="en-US" sz="700" dirty="0" err="1">
                  <a:solidFill>
                    <a:srgbClr val="8A8A8A"/>
                  </a:solidFill>
                  <a:ea typeface="맑은 고딕"/>
                </a:rPr>
                <a:t>하기스</a:t>
              </a:r>
              <a:r>
                <a:rPr lang="ko-KR" altLang="en-US" sz="700" dirty="0">
                  <a:solidFill>
                    <a:srgbClr val="8A8A8A"/>
                  </a:solidFill>
                  <a:ea typeface="맑은 고딕"/>
                </a:rPr>
                <a:t> </a:t>
              </a:r>
              <a:r>
                <a:rPr lang="ko-KR" altLang="en-US" sz="700" dirty="0" err="1">
                  <a:solidFill>
                    <a:srgbClr val="8A8A8A"/>
                  </a:solidFill>
                  <a:ea typeface="맑은 고딕"/>
                </a:rPr>
                <a:t>맥스드라이</a:t>
              </a:r>
              <a:r>
                <a:rPr lang="ko-KR" altLang="en-US" sz="700" dirty="0">
                  <a:solidFill>
                    <a:srgbClr val="8A8A8A"/>
                  </a:solidFill>
                  <a:ea typeface="맑은 고딕"/>
                </a:rPr>
                <a:t> 에</a:t>
              </a:r>
              <a:r>
                <a:rPr lang="en-US" altLang="ko-KR" sz="700" dirty="0">
                  <a:solidFill>
                    <a:srgbClr val="8A8A8A"/>
                  </a:solidFill>
                  <a:ea typeface="맑은 고딕"/>
                </a:rPr>
                <a:t>…</a:t>
              </a:r>
            </a:p>
            <a:p>
              <a:r>
                <a:rPr lang="ko-KR" altLang="en-US" sz="700" dirty="0">
                  <a:solidFill>
                    <a:srgbClr val="8A8A8A"/>
                  </a:solidFill>
                  <a:ea typeface="맑은 고딕"/>
                </a:rPr>
                <a:t>유효기간</a:t>
              </a:r>
              <a:r>
                <a:rPr lang="en-US" altLang="ko-KR" sz="700" dirty="0">
                  <a:solidFill>
                    <a:srgbClr val="8A8A8A"/>
                  </a:solidFill>
                  <a:ea typeface="맑은 고딕"/>
                </a:rPr>
                <a:t>: 2027.7.9 </a:t>
              </a:r>
              <a:r>
                <a:rPr lang="ko-KR" altLang="en-US" sz="700" dirty="0">
                  <a:solidFill>
                    <a:srgbClr val="8A8A8A"/>
                  </a:solidFill>
                  <a:ea typeface="맑은 고딕"/>
                </a:rPr>
                <a:t>까지</a:t>
              </a:r>
              <a:endParaRPr lang="en-US" altLang="ko-KR" sz="7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81445454-A740-57A5-0267-808B468C0490}"/>
                </a:ext>
              </a:extLst>
            </p:cNvPr>
            <p:cNvSpPr txBox="1"/>
            <p:nvPr/>
          </p:nvSpPr>
          <p:spPr>
            <a:xfrm>
              <a:off x="2702574" y="4639920"/>
              <a:ext cx="8111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 b="1" dirty="0">
                  <a:latin typeface="맑은 고딕"/>
                  <a:ea typeface="맑은 고딕"/>
                </a:rPr>
                <a:t>+2,000P</a:t>
              </a:r>
              <a:endParaRPr lang="ko-KR" altLang="en-US" sz="1000" b="1" dirty="0">
                <a:latin typeface="맑은 고딕"/>
                <a:ea typeface="맑은 고딕"/>
              </a:endParaRPr>
            </a:p>
          </p:txBody>
        </p:sp>
      </p:grpSp>
      <p:sp>
        <p:nvSpPr>
          <p:cNvPr id="165" name="Rounded Rectangle 35">
            <a:extLst>
              <a:ext uri="{FF2B5EF4-FFF2-40B4-BE49-F238E27FC236}">
                <a16:creationId xmlns:a16="http://schemas.microsoft.com/office/drawing/2014/main" id="{EA483FEC-A65A-124E-8F01-71A253D0CCA2}"/>
              </a:ext>
            </a:extLst>
          </p:cNvPr>
          <p:cNvSpPr/>
          <p:nvPr/>
        </p:nvSpPr>
        <p:spPr>
          <a:xfrm>
            <a:off x="529416" y="6480137"/>
            <a:ext cx="2686082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더보기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68" name="모서리가 둥근 직사각형 114">
            <a:extLst>
              <a:ext uri="{FF2B5EF4-FFF2-40B4-BE49-F238E27FC236}">
                <a16:creationId xmlns:a16="http://schemas.microsoft.com/office/drawing/2014/main" id="{347F9827-0684-8AB1-EB50-8A3B6883CD48}"/>
              </a:ext>
            </a:extLst>
          </p:cNvPr>
          <p:cNvSpPr/>
          <p:nvPr/>
        </p:nvSpPr>
        <p:spPr>
          <a:xfrm>
            <a:off x="20021" y="106098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9" name="모서리가 둥근 직사각형 114">
            <a:extLst>
              <a:ext uri="{FF2B5EF4-FFF2-40B4-BE49-F238E27FC236}">
                <a16:creationId xmlns:a16="http://schemas.microsoft.com/office/drawing/2014/main" id="{4AD725C2-6CF7-F033-2E2C-B76E0C016676}"/>
              </a:ext>
            </a:extLst>
          </p:cNvPr>
          <p:cNvSpPr/>
          <p:nvPr/>
        </p:nvSpPr>
        <p:spPr>
          <a:xfrm>
            <a:off x="287867" y="185127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1" name="모서리가 둥근 직사각형 114">
            <a:extLst>
              <a:ext uri="{FF2B5EF4-FFF2-40B4-BE49-F238E27FC236}">
                <a16:creationId xmlns:a16="http://schemas.microsoft.com/office/drawing/2014/main" id="{0404E16A-FCF4-02B3-1BB1-3DA3EFBEC1A7}"/>
              </a:ext>
            </a:extLst>
          </p:cNvPr>
          <p:cNvSpPr/>
          <p:nvPr/>
        </p:nvSpPr>
        <p:spPr>
          <a:xfrm>
            <a:off x="15061" y="342654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2" name="모서리가 둥근 직사각형 114">
            <a:extLst>
              <a:ext uri="{FF2B5EF4-FFF2-40B4-BE49-F238E27FC236}">
                <a16:creationId xmlns:a16="http://schemas.microsoft.com/office/drawing/2014/main" id="{EFBB160D-5BAC-147A-CDE3-306C4508F747}"/>
              </a:ext>
            </a:extLst>
          </p:cNvPr>
          <p:cNvSpPr/>
          <p:nvPr/>
        </p:nvSpPr>
        <p:spPr>
          <a:xfrm>
            <a:off x="287867" y="650986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4E8278-D8B9-1949-A90F-02E9A6802580}"/>
              </a:ext>
            </a:extLst>
          </p:cNvPr>
          <p:cNvSpPr txBox="1"/>
          <p:nvPr/>
        </p:nvSpPr>
        <p:spPr>
          <a:xfrm>
            <a:off x="2291734" y="1092749"/>
            <a:ext cx="11648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E8623F"/>
                </a:solidFill>
                <a:latin typeface="맑은 고딕"/>
                <a:ea typeface="맑은 고딕"/>
              </a:rPr>
              <a:t>2,000P</a:t>
            </a:r>
            <a:endParaRPr lang="ko-KR" altLang="en-US" sz="1000" b="1" dirty="0">
              <a:solidFill>
                <a:srgbClr val="E8623F"/>
              </a:solidFill>
              <a:latin typeface="맑은 고딕"/>
              <a:ea typeface="맑은 고딕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AD820F47-4A92-E30E-2C55-AE90375B3CD7}"/>
              </a:ext>
            </a:extLst>
          </p:cNvPr>
          <p:cNvGrpSpPr/>
          <p:nvPr/>
        </p:nvGrpSpPr>
        <p:grpSpPr>
          <a:xfrm>
            <a:off x="296207" y="5284155"/>
            <a:ext cx="3217559" cy="486328"/>
            <a:chOff x="296207" y="5282817"/>
            <a:chExt cx="3217559" cy="48632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60DF453-29D4-B69D-5ED6-0D85F24B0A65}"/>
                </a:ext>
              </a:extLst>
            </p:cNvPr>
            <p:cNvSpPr txBox="1"/>
            <p:nvPr/>
          </p:nvSpPr>
          <p:spPr>
            <a:xfrm>
              <a:off x="296207" y="5282817"/>
              <a:ext cx="44811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맑은 고딕"/>
                  <a:ea typeface="맑은 고딕"/>
                </a:rPr>
                <a:t>7/5</a:t>
              </a:r>
              <a:endParaRPr lang="ko-KR" altLang="en-US" sz="700" dirty="0">
                <a:latin typeface="맑은 고딕"/>
                <a:ea typeface="맑은 고딕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F6AADB5-E72C-7752-B64D-F25E248627C3}"/>
                </a:ext>
              </a:extLst>
            </p:cNvPr>
            <p:cNvSpPr txBox="1"/>
            <p:nvPr/>
          </p:nvSpPr>
          <p:spPr>
            <a:xfrm>
              <a:off x="638332" y="5282817"/>
              <a:ext cx="206424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ea typeface="맑은 고딕"/>
                </a:rPr>
                <a:t>추천인 적립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99ADC54-4F4E-8DDF-0F18-A66591E2054C}"/>
                </a:ext>
              </a:extLst>
            </p:cNvPr>
            <p:cNvSpPr txBox="1"/>
            <p:nvPr/>
          </p:nvSpPr>
          <p:spPr>
            <a:xfrm>
              <a:off x="638331" y="5461368"/>
              <a:ext cx="19542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14:20</a:t>
              </a:r>
            </a:p>
            <a:p>
              <a:r>
                <a:rPr lang="ko-KR" altLang="en-US" sz="700" dirty="0">
                  <a:solidFill>
                    <a:srgbClr val="8A8A8A"/>
                  </a:solidFill>
                  <a:ea typeface="맑은 고딕"/>
                </a:rPr>
                <a:t>유효기간</a:t>
              </a:r>
              <a:r>
                <a:rPr lang="en-US" altLang="ko-KR" sz="700" dirty="0">
                  <a:solidFill>
                    <a:srgbClr val="8A8A8A"/>
                  </a:solidFill>
                  <a:ea typeface="맑은 고딕"/>
                </a:rPr>
                <a:t>: 2027.7.4 </a:t>
              </a:r>
              <a:r>
                <a:rPr lang="ko-KR" altLang="en-US" sz="700" dirty="0">
                  <a:solidFill>
                    <a:srgbClr val="8A8A8A"/>
                  </a:solidFill>
                  <a:ea typeface="맑은 고딕"/>
                </a:rPr>
                <a:t>까지</a:t>
              </a:r>
              <a:endParaRPr lang="en-US" altLang="ko-KR" sz="7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8C7A455-5CEE-E61C-5555-67F65F449D9F}"/>
                </a:ext>
              </a:extLst>
            </p:cNvPr>
            <p:cNvSpPr txBox="1"/>
            <p:nvPr/>
          </p:nvSpPr>
          <p:spPr>
            <a:xfrm>
              <a:off x="2702574" y="5282936"/>
              <a:ext cx="8111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 b="1" dirty="0">
                  <a:latin typeface="맑은 고딕"/>
                  <a:ea typeface="맑은 고딕"/>
                </a:rPr>
                <a:t>+5,000P</a:t>
              </a:r>
              <a:endParaRPr lang="ko-KR" altLang="en-US" sz="1000" b="1" dirty="0">
                <a:latin typeface="맑은 고딕"/>
                <a:ea typeface="맑은 고딕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8247ABC6-A87B-F3FF-F1E1-BF762F4B203F}"/>
              </a:ext>
            </a:extLst>
          </p:cNvPr>
          <p:cNvGrpSpPr/>
          <p:nvPr/>
        </p:nvGrpSpPr>
        <p:grpSpPr>
          <a:xfrm>
            <a:off x="296207" y="5919201"/>
            <a:ext cx="3217559" cy="486328"/>
            <a:chOff x="296207" y="5919201"/>
            <a:chExt cx="3217559" cy="48632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EAB14A1-D6AA-0F7F-E0D5-8B1E605F2285}"/>
                </a:ext>
              </a:extLst>
            </p:cNvPr>
            <p:cNvSpPr txBox="1"/>
            <p:nvPr/>
          </p:nvSpPr>
          <p:spPr>
            <a:xfrm>
              <a:off x="296207" y="5919201"/>
              <a:ext cx="44811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맑은 고딕"/>
                  <a:ea typeface="맑은 고딕"/>
                </a:rPr>
                <a:t>7/1</a:t>
              </a:r>
              <a:endParaRPr lang="ko-KR" altLang="en-US" sz="700" dirty="0">
                <a:latin typeface="맑은 고딕"/>
                <a:ea typeface="맑은 고딕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CA62F6E-7303-7180-474C-A15667806DB2}"/>
                </a:ext>
              </a:extLst>
            </p:cNvPr>
            <p:cNvSpPr txBox="1"/>
            <p:nvPr/>
          </p:nvSpPr>
          <p:spPr>
            <a:xfrm>
              <a:off x="638332" y="5919201"/>
              <a:ext cx="206424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ea typeface="맑은 고딕"/>
                </a:rPr>
                <a:t>회원가입 축하 적립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44C8CB1-EAF3-1BA6-8C40-835AEEBBEF8D}"/>
                </a:ext>
              </a:extLst>
            </p:cNvPr>
            <p:cNvSpPr txBox="1"/>
            <p:nvPr/>
          </p:nvSpPr>
          <p:spPr>
            <a:xfrm>
              <a:off x="638331" y="6097752"/>
              <a:ext cx="19542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14:20</a:t>
              </a:r>
            </a:p>
            <a:p>
              <a:r>
                <a:rPr lang="ko-KR" altLang="en-US" sz="700" dirty="0">
                  <a:solidFill>
                    <a:srgbClr val="8A8A8A"/>
                  </a:solidFill>
                  <a:ea typeface="맑은 고딕"/>
                </a:rPr>
                <a:t>유효기간</a:t>
              </a:r>
              <a:r>
                <a:rPr lang="en-US" altLang="ko-KR" sz="700" dirty="0">
                  <a:solidFill>
                    <a:srgbClr val="8A8A8A"/>
                  </a:solidFill>
                  <a:ea typeface="맑은 고딕"/>
                </a:rPr>
                <a:t>: 2027.6.30 </a:t>
              </a:r>
              <a:r>
                <a:rPr lang="ko-KR" altLang="en-US" sz="700" dirty="0">
                  <a:solidFill>
                    <a:srgbClr val="8A8A8A"/>
                  </a:solidFill>
                  <a:ea typeface="맑은 고딕"/>
                </a:rPr>
                <a:t>까지</a:t>
              </a:r>
              <a:endParaRPr lang="en-US" altLang="ko-KR" sz="7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BC2F4DF-5B18-F0EB-4DF6-A1D709587739}"/>
                </a:ext>
              </a:extLst>
            </p:cNvPr>
            <p:cNvSpPr txBox="1"/>
            <p:nvPr/>
          </p:nvSpPr>
          <p:spPr>
            <a:xfrm>
              <a:off x="2702574" y="5919320"/>
              <a:ext cx="8111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 b="1" dirty="0">
                  <a:latin typeface="맑은 고딕"/>
                  <a:ea typeface="맑은 고딕"/>
                </a:rPr>
                <a:t>+3,000P</a:t>
              </a:r>
              <a:endParaRPr lang="ko-KR" altLang="en-US" sz="1000" b="1" dirty="0">
                <a:latin typeface="맑은 고딕"/>
                <a:ea typeface="맑은 고딕"/>
              </a:endParaRPr>
            </a:p>
          </p:txBody>
        </p:sp>
      </p:grpSp>
      <p:sp>
        <p:nvSpPr>
          <p:cNvPr id="2" name="모서리가 둥근 직사각형 114">
            <a:extLst>
              <a:ext uri="{FF2B5EF4-FFF2-40B4-BE49-F238E27FC236}">
                <a16:creationId xmlns:a16="http://schemas.microsoft.com/office/drawing/2014/main" id="{EFC78161-FF3F-69DB-5FD4-F98F833DC07F}"/>
              </a:ext>
            </a:extLst>
          </p:cNvPr>
          <p:cNvSpPr/>
          <p:nvPr/>
        </p:nvSpPr>
        <p:spPr>
          <a:xfrm>
            <a:off x="4824785" y="410523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DFBF57-15CF-BDB0-5F40-76CF9E72E8C7}"/>
              </a:ext>
            </a:extLst>
          </p:cNvPr>
          <p:cNvSpPr txBox="1"/>
          <p:nvPr/>
        </p:nvSpPr>
        <p:spPr>
          <a:xfrm>
            <a:off x="260415" y="1539351"/>
            <a:ext cx="319621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rPr>
              <a:t>소멸예정 포인트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rPr>
              <a:t>(30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rPr>
              <a:t>일 내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rPr>
              <a:t>)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748532-99E3-0755-EB91-B46C7AC6102E}"/>
              </a:ext>
            </a:extLst>
          </p:cNvPr>
          <p:cNvSpPr txBox="1"/>
          <p:nvPr/>
        </p:nvSpPr>
        <p:spPr>
          <a:xfrm>
            <a:off x="2291734" y="1520188"/>
            <a:ext cx="116489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rPr>
              <a:t>1,000P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E6C27B-59E7-519A-ABC2-FF32C40BCE03}"/>
              </a:ext>
            </a:extLst>
          </p:cNvPr>
          <p:cNvSpPr txBox="1"/>
          <p:nvPr/>
        </p:nvSpPr>
        <p:spPr>
          <a:xfrm>
            <a:off x="913441" y="2317463"/>
            <a:ext cx="188545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쌓아둔 마일리지로 </a:t>
            </a:r>
            <a:r>
              <a:rPr lang="en-US" altLang="ko-KR" sz="10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0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써보세요</a:t>
            </a:r>
            <a:r>
              <a:rPr lang="en-US" altLang="ko-KR" sz="10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5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9DDA9B-A47D-57F7-D428-7943EB52F26D}"/>
              </a:ext>
            </a:extLst>
          </p:cNvPr>
          <p:cNvSpPr txBox="1"/>
          <p:nvPr/>
        </p:nvSpPr>
        <p:spPr>
          <a:xfrm>
            <a:off x="660098" y="2552237"/>
            <a:ext cx="24432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ko-KR" sz="800" dirty="0"/>
              <a:t>글쓰기와 자료 정리부터 이미지</a:t>
            </a:r>
            <a:r>
              <a:rPr lang="en-US" altLang="ko-KR" sz="800" dirty="0"/>
              <a:t>, </a:t>
            </a:r>
            <a:r>
              <a:rPr lang="ko-KR" altLang="ko-KR" sz="800" dirty="0"/>
              <a:t>영상 만들기까지</a:t>
            </a:r>
            <a:endParaRPr lang="en-US" altLang="ko-KR" sz="800" dirty="0"/>
          </a:p>
          <a:p>
            <a:pPr algn="ctr"/>
            <a:r>
              <a:rPr lang="ko-KR" altLang="en-US" sz="800" dirty="0"/>
              <a:t>적립한 마일리지로</a:t>
            </a:r>
            <a:r>
              <a:rPr lang="en-US" altLang="ko-KR" sz="800" dirty="0"/>
              <a:t> AiLET</a:t>
            </a:r>
            <a:r>
              <a:rPr lang="ko-KR" altLang="en-US" sz="800" dirty="0"/>
              <a:t>에서 사용해 보세요</a:t>
            </a:r>
            <a:r>
              <a:rPr lang="en-US" altLang="ko-KR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0059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0634A-2965-E664-32AA-25C47CD85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3637BDD-CC80-38D7-F074-547F77A2747E}"/>
              </a:ext>
            </a:extLst>
          </p:cNvPr>
          <p:cNvSpPr/>
          <p:nvPr/>
        </p:nvSpPr>
        <p:spPr>
          <a:xfrm>
            <a:off x="7921129" y="58428"/>
            <a:ext cx="14029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ko-KR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CH-U-MY-01-0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5-01p</a:t>
            </a:r>
            <a:endParaRPr lang="ko-KR" altLang="ko-KR" sz="10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4F00E1-AF13-0950-CE23-7FC7B20B83B7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16E75036-2574-3ACC-72BE-16D29CF48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909303"/>
              </p:ext>
            </p:extLst>
          </p:nvPr>
        </p:nvGraphicFramePr>
        <p:xfrm>
          <a:off x="10128399" y="623854"/>
          <a:ext cx="2850436" cy="218205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AiLET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회원 인증 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AiLET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로그인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정책과 동일하게 적용함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AiLET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포인트 전환 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최소 전환 마일리지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1P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보유마일리지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이상으로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전환 불가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(alert)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37CD8821-8B8E-DA88-4E9D-ABB6E15870B3}"/>
              </a:ext>
            </a:extLst>
          </p:cNvPr>
          <p:cNvSpPr/>
          <p:nvPr/>
        </p:nvSpPr>
        <p:spPr>
          <a:xfrm>
            <a:off x="168443" y="665138"/>
            <a:ext cx="3430800" cy="38239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0B2DCD-0C57-6323-E45F-1188DB52A14F}"/>
              </a:ext>
            </a:extLst>
          </p:cNvPr>
          <p:cNvSpPr txBox="1"/>
          <p:nvPr/>
        </p:nvSpPr>
        <p:spPr>
          <a:xfrm>
            <a:off x="377783" y="720258"/>
            <a:ext cx="1197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마일리지 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E62805-80D6-4849-D1D4-F71FC18B57D9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A0173AB8-0C47-B81B-8750-D94FDAE51261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757519C-64AD-B7C5-69D5-F7AEF0DC3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DE741B07-741C-915A-777C-521587D41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966437A2-B532-7650-33CC-C7390CF03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DB8D643-8D79-81E1-69CB-8A31526F8115}"/>
              </a:ext>
            </a:extLst>
          </p:cNvPr>
          <p:cNvSpPr txBox="1"/>
          <p:nvPr/>
        </p:nvSpPr>
        <p:spPr>
          <a:xfrm>
            <a:off x="1307907" y="78285"/>
            <a:ext cx="1531188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fontAlgn="t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AiLET </a:t>
            </a:r>
            <a:r>
              <a:rPr lang="ko-KR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마일리지 전환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레이어 팝업</a:t>
            </a:r>
            <a:endParaRPr lang="ko-KR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4B8565-3988-D384-3F2F-D0DE0CB8808A}"/>
              </a:ext>
            </a:extLst>
          </p:cNvPr>
          <p:cNvSpPr txBox="1"/>
          <p:nvPr/>
        </p:nvSpPr>
        <p:spPr>
          <a:xfrm>
            <a:off x="1302717" y="330494"/>
            <a:ext cx="23743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마일리지 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AiLET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마일리지 전환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8CE670-6430-21C4-2CA0-AC787665956E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1C9BDA-5E79-BA43-1476-0CBAA4ED6B4E}"/>
              </a:ext>
            </a:extLst>
          </p:cNvPr>
          <p:cNvSpPr txBox="1"/>
          <p:nvPr/>
        </p:nvSpPr>
        <p:spPr>
          <a:xfrm>
            <a:off x="260415" y="1119537"/>
            <a:ext cx="16120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맑은 고딕"/>
                <a:ea typeface="맑은 고딕"/>
              </a:rPr>
              <a:t>김행복님의 보유 마일리지</a:t>
            </a:r>
            <a:endParaRPr lang="ko-KR" altLang="en-US" sz="9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E3F747-A893-BF87-B03C-3BFD35E3E561}"/>
              </a:ext>
            </a:extLst>
          </p:cNvPr>
          <p:cNvSpPr txBox="1"/>
          <p:nvPr/>
        </p:nvSpPr>
        <p:spPr>
          <a:xfrm>
            <a:off x="260415" y="1318632"/>
            <a:ext cx="319621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/>
                <a:ea typeface="맑은 고딕"/>
              </a:rPr>
              <a:t>(2026.7.21 12:08 </a:t>
            </a:r>
            <a:r>
              <a:rPr lang="ko-KR" altLang="en-US" sz="700" dirty="0">
                <a:latin typeface="맑은 고딕"/>
                <a:ea typeface="맑은 고딕"/>
              </a:rPr>
              <a:t>기준</a:t>
            </a:r>
            <a:r>
              <a:rPr lang="en-US" altLang="ko-KR" sz="700" dirty="0">
                <a:latin typeface="맑은 고딕"/>
                <a:ea typeface="맑은 고딕"/>
              </a:rPr>
              <a:t>)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36" name="Rounded Rectangle 35">
            <a:extLst>
              <a:ext uri="{FF2B5EF4-FFF2-40B4-BE49-F238E27FC236}">
                <a16:creationId xmlns:a16="http://schemas.microsoft.com/office/drawing/2014/main" id="{F3EB11A6-5056-F732-F69D-6726ADF7C0BE}"/>
              </a:ext>
            </a:extLst>
          </p:cNvPr>
          <p:cNvSpPr/>
          <p:nvPr/>
        </p:nvSpPr>
        <p:spPr>
          <a:xfrm>
            <a:off x="529416" y="1606907"/>
            <a:ext cx="2686082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마일리지 전환하기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B575D3-4122-1CEF-D705-ED71863AB27F}"/>
              </a:ext>
            </a:extLst>
          </p:cNvPr>
          <p:cNvSpPr txBox="1"/>
          <p:nvPr/>
        </p:nvSpPr>
        <p:spPr>
          <a:xfrm>
            <a:off x="2291734" y="1092749"/>
            <a:ext cx="11648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E8623F"/>
                </a:solidFill>
                <a:latin typeface="맑은 고딕"/>
                <a:ea typeface="맑은 고딕"/>
              </a:rPr>
              <a:t>2,000P</a:t>
            </a:r>
            <a:endParaRPr lang="ko-KR" altLang="en-US" sz="1000" b="1" dirty="0">
              <a:solidFill>
                <a:srgbClr val="E8623F"/>
              </a:solidFill>
              <a:latin typeface="맑은 고딕"/>
              <a:ea typeface="맑은 고딕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AF3EFA7D-624A-2929-C10F-DF988CDECD1A}"/>
              </a:ext>
            </a:extLst>
          </p:cNvPr>
          <p:cNvGrpSpPr/>
          <p:nvPr/>
        </p:nvGrpSpPr>
        <p:grpSpPr>
          <a:xfrm>
            <a:off x="260415" y="2175892"/>
            <a:ext cx="3253351" cy="3567356"/>
            <a:chOff x="260415" y="2175892"/>
            <a:chExt cx="3253351" cy="3567356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CF54C1F-5E4A-B4CC-C040-3085B4980977}"/>
                </a:ext>
              </a:extLst>
            </p:cNvPr>
            <p:cNvSpPr txBox="1"/>
            <p:nvPr/>
          </p:nvSpPr>
          <p:spPr>
            <a:xfrm>
              <a:off x="260415" y="2175892"/>
              <a:ext cx="161204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맑은 고딕"/>
                  <a:ea typeface="맑은 고딕"/>
                </a:rPr>
                <a:t>마일리지 적립</a:t>
              </a:r>
              <a:r>
                <a:rPr lang="en-US" altLang="ko-KR" sz="900" b="1" dirty="0">
                  <a:latin typeface="맑은 고딕"/>
                  <a:ea typeface="맑은 고딕"/>
                </a:rPr>
                <a:t>/</a:t>
              </a:r>
              <a:r>
                <a:rPr lang="ko-KR" altLang="en-US" sz="900" b="1" dirty="0">
                  <a:latin typeface="맑은 고딕"/>
                  <a:ea typeface="맑은 고딕"/>
                </a:rPr>
                <a:t>사용 내역</a:t>
              </a:r>
              <a:endParaRPr lang="ko-KR" altLang="en-US" sz="9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15F97B02-D6AE-D8D0-B1F4-D338189D64CB}"/>
                </a:ext>
              </a:extLst>
            </p:cNvPr>
            <p:cNvSpPr txBox="1"/>
            <p:nvPr/>
          </p:nvSpPr>
          <p:spPr>
            <a:xfrm>
              <a:off x="296207" y="2490108"/>
              <a:ext cx="44811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맑은 고딕"/>
                  <a:ea typeface="맑은 고딕"/>
                </a:rPr>
                <a:t>7/20</a:t>
              </a:r>
              <a:endParaRPr lang="ko-KR" altLang="en-US" sz="700" dirty="0">
                <a:latin typeface="맑은 고딕"/>
                <a:ea typeface="맑은 고딕"/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9654F150-070A-477E-B930-6751CD328AE8}"/>
                </a:ext>
              </a:extLst>
            </p:cNvPr>
            <p:cNvSpPr txBox="1"/>
            <p:nvPr/>
          </p:nvSpPr>
          <p:spPr>
            <a:xfrm>
              <a:off x="638332" y="2490108"/>
              <a:ext cx="206424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리뷰 작성 적립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79831A23-D49E-4415-836E-107162FC2722}"/>
                </a:ext>
              </a:extLst>
            </p:cNvPr>
            <p:cNvSpPr txBox="1"/>
            <p:nvPr/>
          </p:nvSpPr>
          <p:spPr>
            <a:xfrm>
              <a:off x="638331" y="2668659"/>
              <a:ext cx="195420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14:20 | [</a:t>
              </a:r>
              <a:r>
                <a:rPr lang="ko-KR" altLang="en-US" sz="700" dirty="0" err="1">
                  <a:solidFill>
                    <a:srgbClr val="8A8A8A"/>
                  </a:solidFill>
                  <a:latin typeface="맑은 고딕"/>
                  <a:ea typeface="맑은 고딕"/>
                </a:rPr>
                <a:t>썸머러버</a:t>
              </a:r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]</a:t>
              </a:r>
              <a:r>
                <a:rPr lang="ko-KR" altLang="en-US" sz="700" dirty="0" err="1">
                  <a:solidFill>
                    <a:srgbClr val="8A8A8A"/>
                  </a:solidFill>
                  <a:latin typeface="맑은 고딕"/>
                  <a:ea typeface="맑은 고딕"/>
                </a:rPr>
                <a:t>하기스</a:t>
              </a:r>
              <a:r>
                <a:rPr lang="ko-KR" altLang="en-US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700" dirty="0" err="1">
                  <a:solidFill>
                    <a:srgbClr val="8A8A8A"/>
                  </a:solidFill>
                  <a:latin typeface="맑은 고딕"/>
                  <a:ea typeface="맑은 고딕"/>
                </a:rPr>
                <a:t>맥스드라이</a:t>
              </a:r>
              <a:r>
                <a:rPr lang="ko-KR" altLang="en-US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 에</a:t>
              </a:r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…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E7964CC6-DB2A-2EBB-30F5-7ED721D7A861}"/>
                </a:ext>
              </a:extLst>
            </p:cNvPr>
            <p:cNvSpPr txBox="1"/>
            <p:nvPr/>
          </p:nvSpPr>
          <p:spPr>
            <a:xfrm>
              <a:off x="2702574" y="2490227"/>
              <a:ext cx="8111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 b="1" dirty="0">
                  <a:latin typeface="맑은 고딕"/>
                  <a:ea typeface="맑은 고딕"/>
                </a:rPr>
                <a:t>+2,000</a:t>
              </a:r>
              <a:r>
                <a:rPr lang="ko-KR" altLang="en-US" sz="1000" b="1" dirty="0">
                  <a:latin typeface="맑은 고딕"/>
                  <a:ea typeface="맑은 고딕"/>
                </a:rPr>
                <a:t>원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B6F97A3F-16F3-004C-2B3B-17B16E36467B}"/>
                </a:ext>
              </a:extLst>
            </p:cNvPr>
            <p:cNvSpPr txBox="1"/>
            <p:nvPr/>
          </p:nvSpPr>
          <p:spPr>
            <a:xfrm>
              <a:off x="638332" y="3035384"/>
              <a:ext cx="206424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latin typeface="맑은 고딕"/>
                  <a:ea typeface="맑은 고딕"/>
                </a:rPr>
                <a:t>AiLET </a:t>
              </a:r>
              <a:r>
                <a:rPr lang="ko-KR" altLang="en-US" sz="800" b="1" dirty="0">
                  <a:latin typeface="맑은 고딕"/>
                  <a:ea typeface="맑은 고딕"/>
                </a:rPr>
                <a:t>마일리지 전환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AE43A1A2-1D2E-FD9E-6045-4AD611ABD1FE}"/>
                </a:ext>
              </a:extLst>
            </p:cNvPr>
            <p:cNvSpPr txBox="1"/>
            <p:nvPr/>
          </p:nvSpPr>
          <p:spPr>
            <a:xfrm>
              <a:off x="638331" y="3213935"/>
              <a:ext cx="195420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18:55</a:t>
              </a:r>
              <a:endParaRPr lang="ko-KR" altLang="en-US" sz="700" b="1" dirty="0">
                <a:solidFill>
                  <a:srgbClr val="FF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11B8994C-8C20-F736-D7F6-110AD1B0CDBF}"/>
                </a:ext>
              </a:extLst>
            </p:cNvPr>
            <p:cNvSpPr txBox="1"/>
            <p:nvPr/>
          </p:nvSpPr>
          <p:spPr>
            <a:xfrm>
              <a:off x="2702574" y="3035503"/>
              <a:ext cx="8111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rgbClr val="E8623F"/>
                  </a:solidFill>
                  <a:latin typeface="맑은 고딕"/>
                  <a:ea typeface="맑은 고딕"/>
                </a:rPr>
                <a:t>-10,000</a:t>
              </a:r>
              <a:r>
                <a:rPr lang="ko-KR" altLang="en-US" sz="1000" b="1" dirty="0">
                  <a:solidFill>
                    <a:srgbClr val="E8623F"/>
                  </a:solidFill>
                  <a:latin typeface="맑은 고딕"/>
                  <a:ea typeface="맑은 고딕"/>
                </a:rPr>
                <a:t>원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D7C634BC-4B68-50D0-33B8-33226A02069D}"/>
                </a:ext>
              </a:extLst>
            </p:cNvPr>
            <p:cNvSpPr txBox="1"/>
            <p:nvPr/>
          </p:nvSpPr>
          <p:spPr>
            <a:xfrm>
              <a:off x="296207" y="3683456"/>
              <a:ext cx="44811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맑은 고딕"/>
                  <a:ea typeface="맑은 고딕"/>
                </a:rPr>
                <a:t>7/10</a:t>
              </a:r>
              <a:endParaRPr lang="ko-KR" altLang="en-US" sz="700" dirty="0">
                <a:latin typeface="맑은 고딕"/>
                <a:ea typeface="맑은 고딕"/>
              </a:endParaRP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57717C2E-1DF8-A276-AC92-533F1790D41A}"/>
                </a:ext>
              </a:extLst>
            </p:cNvPr>
            <p:cNvSpPr txBox="1"/>
            <p:nvPr/>
          </p:nvSpPr>
          <p:spPr>
            <a:xfrm>
              <a:off x="638332" y="3683456"/>
              <a:ext cx="206424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구매 확정 적립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7EEE4E2B-6296-BF7C-85BA-216173DEAB21}"/>
                </a:ext>
              </a:extLst>
            </p:cNvPr>
            <p:cNvSpPr txBox="1"/>
            <p:nvPr/>
          </p:nvSpPr>
          <p:spPr>
            <a:xfrm>
              <a:off x="638331" y="3862007"/>
              <a:ext cx="195420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rgbClr val="8A8A8A"/>
                  </a:solidFill>
                  <a:ea typeface="맑은 고딕"/>
                </a:rPr>
                <a:t>14:20 | [</a:t>
              </a:r>
              <a:r>
                <a:rPr lang="ko-KR" altLang="en-US" sz="700" dirty="0" err="1">
                  <a:solidFill>
                    <a:srgbClr val="8A8A8A"/>
                  </a:solidFill>
                  <a:ea typeface="맑은 고딕"/>
                </a:rPr>
                <a:t>썸머러버</a:t>
              </a:r>
              <a:r>
                <a:rPr lang="en-US" altLang="ko-KR" sz="700" dirty="0">
                  <a:solidFill>
                    <a:srgbClr val="8A8A8A"/>
                  </a:solidFill>
                  <a:ea typeface="맑은 고딕"/>
                </a:rPr>
                <a:t>]</a:t>
              </a:r>
              <a:r>
                <a:rPr lang="ko-KR" altLang="en-US" sz="700" dirty="0" err="1">
                  <a:solidFill>
                    <a:srgbClr val="8A8A8A"/>
                  </a:solidFill>
                  <a:ea typeface="맑은 고딕"/>
                </a:rPr>
                <a:t>하기스</a:t>
              </a:r>
              <a:r>
                <a:rPr lang="ko-KR" altLang="en-US" sz="700" dirty="0">
                  <a:solidFill>
                    <a:srgbClr val="8A8A8A"/>
                  </a:solidFill>
                  <a:ea typeface="맑은 고딕"/>
                </a:rPr>
                <a:t> </a:t>
              </a:r>
              <a:r>
                <a:rPr lang="ko-KR" altLang="en-US" sz="700" dirty="0" err="1">
                  <a:solidFill>
                    <a:srgbClr val="8A8A8A"/>
                  </a:solidFill>
                  <a:ea typeface="맑은 고딕"/>
                </a:rPr>
                <a:t>맥스드라이</a:t>
              </a:r>
              <a:r>
                <a:rPr lang="ko-KR" altLang="en-US" sz="700" dirty="0">
                  <a:solidFill>
                    <a:srgbClr val="8A8A8A"/>
                  </a:solidFill>
                  <a:ea typeface="맑은 고딕"/>
                </a:rPr>
                <a:t> 에</a:t>
              </a:r>
              <a:r>
                <a:rPr lang="en-US" altLang="ko-KR" sz="700" dirty="0">
                  <a:solidFill>
                    <a:srgbClr val="8A8A8A"/>
                  </a:solidFill>
                  <a:ea typeface="맑은 고딕"/>
                </a:rPr>
                <a:t>…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0A753E61-0BB2-077B-DDA9-70D1441BC2A4}"/>
                </a:ext>
              </a:extLst>
            </p:cNvPr>
            <p:cNvSpPr txBox="1"/>
            <p:nvPr/>
          </p:nvSpPr>
          <p:spPr>
            <a:xfrm>
              <a:off x="2702574" y="3683575"/>
              <a:ext cx="8111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 b="1" dirty="0">
                  <a:latin typeface="맑은 고딕"/>
                  <a:ea typeface="맑은 고딕"/>
                </a:rPr>
                <a:t>+2,000</a:t>
              </a:r>
              <a:r>
                <a:rPr lang="ko-KR" altLang="en-US" sz="1000" b="1" dirty="0">
                  <a:latin typeface="맑은 고딕"/>
                  <a:ea typeface="맑은 고딕"/>
                </a:rPr>
                <a:t>원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0DA2E6D-ED92-10F0-ACB7-12788A4F4040}"/>
                </a:ext>
              </a:extLst>
            </p:cNvPr>
            <p:cNvSpPr txBox="1"/>
            <p:nvPr/>
          </p:nvSpPr>
          <p:spPr>
            <a:xfrm>
              <a:off x="296207" y="4326472"/>
              <a:ext cx="44811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맑은 고딕"/>
                  <a:ea typeface="맑은 고딕"/>
                </a:rPr>
                <a:t>7/5</a:t>
              </a:r>
              <a:endParaRPr lang="ko-KR" altLang="en-US" sz="700" dirty="0">
                <a:latin typeface="맑은 고딕"/>
                <a:ea typeface="맑은 고딕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62404FF-E1E1-F29D-0C37-3799FF18888B}"/>
                </a:ext>
              </a:extLst>
            </p:cNvPr>
            <p:cNvSpPr txBox="1"/>
            <p:nvPr/>
          </p:nvSpPr>
          <p:spPr>
            <a:xfrm>
              <a:off x="638332" y="4326472"/>
              <a:ext cx="206424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ea typeface="맑은 고딕"/>
                </a:rPr>
                <a:t>추천인 작성 적립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A96EC3F-9F12-788D-3872-9CC212743EB1}"/>
                </a:ext>
              </a:extLst>
            </p:cNvPr>
            <p:cNvSpPr txBox="1"/>
            <p:nvPr/>
          </p:nvSpPr>
          <p:spPr>
            <a:xfrm>
              <a:off x="638331" y="4505023"/>
              <a:ext cx="195420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14:20</a:t>
              </a:r>
              <a:endParaRPr lang="ko-KR" altLang="en-US" sz="7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72F5F36-7B00-8D2D-82E5-F2FB443A2EDA}"/>
                </a:ext>
              </a:extLst>
            </p:cNvPr>
            <p:cNvSpPr txBox="1"/>
            <p:nvPr/>
          </p:nvSpPr>
          <p:spPr>
            <a:xfrm>
              <a:off x="2702574" y="4326591"/>
              <a:ext cx="8111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 b="1" dirty="0">
                  <a:latin typeface="맑은 고딕"/>
                  <a:ea typeface="맑은 고딕"/>
                </a:rPr>
                <a:t>+5,000</a:t>
              </a:r>
              <a:r>
                <a:rPr lang="ko-KR" altLang="en-US" sz="1000" b="1" dirty="0">
                  <a:latin typeface="맑은 고딕"/>
                  <a:ea typeface="맑은 고딕"/>
                </a:rPr>
                <a:t>원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A80B055-3A6E-B787-2EB8-BF1A1B4CA42D}"/>
                </a:ext>
              </a:extLst>
            </p:cNvPr>
            <p:cNvSpPr txBox="1"/>
            <p:nvPr/>
          </p:nvSpPr>
          <p:spPr>
            <a:xfrm>
              <a:off x="296207" y="4962856"/>
              <a:ext cx="44811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맑은 고딕"/>
                  <a:ea typeface="맑은 고딕"/>
                </a:rPr>
                <a:t>7/1</a:t>
              </a:r>
              <a:endParaRPr lang="ko-KR" altLang="en-US" sz="700" dirty="0">
                <a:latin typeface="맑은 고딕"/>
                <a:ea typeface="맑은 고딕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42368E6-C493-4AAA-BB05-03B2EBE60884}"/>
                </a:ext>
              </a:extLst>
            </p:cNvPr>
            <p:cNvSpPr txBox="1"/>
            <p:nvPr/>
          </p:nvSpPr>
          <p:spPr>
            <a:xfrm>
              <a:off x="638332" y="4962856"/>
              <a:ext cx="206424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ea typeface="맑은 고딕"/>
                </a:rPr>
                <a:t>회원가입 축하 적립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CD68CB1-EDE5-48B4-8951-7596C9264377}"/>
                </a:ext>
              </a:extLst>
            </p:cNvPr>
            <p:cNvSpPr txBox="1"/>
            <p:nvPr/>
          </p:nvSpPr>
          <p:spPr>
            <a:xfrm>
              <a:off x="638331" y="5141407"/>
              <a:ext cx="195420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14:20</a:t>
              </a:r>
              <a:endParaRPr lang="ko-KR" altLang="en-US" sz="7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88E8485-D00E-9572-AB2F-BF328927FF8B}"/>
                </a:ext>
              </a:extLst>
            </p:cNvPr>
            <p:cNvSpPr txBox="1"/>
            <p:nvPr/>
          </p:nvSpPr>
          <p:spPr>
            <a:xfrm>
              <a:off x="2702574" y="4962975"/>
              <a:ext cx="8111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 b="1" dirty="0">
                  <a:latin typeface="맑은 고딕"/>
                  <a:ea typeface="맑은 고딕"/>
                </a:rPr>
                <a:t>+3,000P</a:t>
              </a:r>
              <a:endParaRPr lang="ko-KR" altLang="en-US" sz="1000" b="1" dirty="0">
                <a:latin typeface="맑은 고딕"/>
                <a:ea typeface="맑은 고딕"/>
              </a:endParaRPr>
            </a:p>
          </p:txBody>
        </p:sp>
        <p:sp>
          <p:nvSpPr>
            <p:cNvPr id="29" name="Rounded Rectangle 35">
              <a:extLst>
                <a:ext uri="{FF2B5EF4-FFF2-40B4-BE49-F238E27FC236}">
                  <a16:creationId xmlns:a16="http://schemas.microsoft.com/office/drawing/2014/main" id="{D9BA5DF9-90D9-F58C-FCA9-0D91094109E7}"/>
                </a:ext>
              </a:extLst>
            </p:cNvPr>
            <p:cNvSpPr/>
            <p:nvPr/>
          </p:nvSpPr>
          <p:spPr>
            <a:xfrm>
              <a:off x="529416" y="5523792"/>
              <a:ext cx="2686082" cy="2194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err="1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더보기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1F54448-CB70-E550-2584-E2A8F6453611}"/>
              </a:ext>
            </a:extLst>
          </p:cNvPr>
          <p:cNvSpPr/>
          <p:nvPr/>
        </p:nvSpPr>
        <p:spPr>
          <a:xfrm>
            <a:off x="171362" y="641839"/>
            <a:ext cx="3435657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71FFD350-8BF9-66BF-FBBD-4BE6BB76FCE1}"/>
              </a:ext>
            </a:extLst>
          </p:cNvPr>
          <p:cNvGrpSpPr/>
          <p:nvPr/>
        </p:nvGrpSpPr>
        <p:grpSpPr>
          <a:xfrm>
            <a:off x="4024260" y="1499077"/>
            <a:ext cx="3107496" cy="3491370"/>
            <a:chOff x="313605" y="1499077"/>
            <a:chExt cx="3107496" cy="3491370"/>
          </a:xfrm>
        </p:grpSpPr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8EFB762B-76DF-9E1B-BB29-1FE017DDC6A2}"/>
                </a:ext>
              </a:extLst>
            </p:cNvPr>
            <p:cNvSpPr/>
            <p:nvPr/>
          </p:nvSpPr>
          <p:spPr>
            <a:xfrm>
              <a:off x="313605" y="1499077"/>
              <a:ext cx="3107496" cy="349137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93A6498-A85D-EA34-9615-1012BAF904F6}"/>
                </a:ext>
              </a:extLst>
            </p:cNvPr>
            <p:cNvSpPr txBox="1"/>
            <p:nvPr/>
          </p:nvSpPr>
          <p:spPr>
            <a:xfrm>
              <a:off x="1119686" y="1863812"/>
              <a:ext cx="1452451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US" altLang="ko-KR" sz="105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AiLET </a:t>
              </a:r>
              <a:r>
                <a:rPr lang="ko-KR" altLang="en-US" sz="105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마일리지 전환</a:t>
              </a:r>
              <a:endParaRPr sz="105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87234E5-C2F6-FC49-04FA-F18890D035A8}"/>
                </a:ext>
              </a:extLst>
            </p:cNvPr>
            <p:cNvSpPr txBox="1"/>
            <p:nvPr/>
          </p:nvSpPr>
          <p:spPr>
            <a:xfrm>
              <a:off x="1119686" y="2432709"/>
              <a:ext cx="1452451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US" altLang="ko-KR" sz="9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AiLET </a:t>
              </a:r>
              <a:r>
                <a:rPr lang="ko-KR" altLang="en-US" sz="9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포인트 전환하기</a:t>
              </a:r>
              <a:endParaRPr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60" name="Rounded Rectangle 35">
              <a:extLst>
                <a:ext uri="{FF2B5EF4-FFF2-40B4-BE49-F238E27FC236}">
                  <a16:creationId xmlns:a16="http://schemas.microsoft.com/office/drawing/2014/main" id="{A64FAD36-7C7B-42C2-A28F-7EE0BEBDD310}"/>
                </a:ext>
              </a:extLst>
            </p:cNvPr>
            <p:cNvSpPr/>
            <p:nvPr/>
          </p:nvSpPr>
          <p:spPr>
            <a:xfrm>
              <a:off x="773419" y="4147484"/>
              <a:ext cx="103540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취소</a:t>
              </a:r>
            </a:p>
          </p:txBody>
        </p:sp>
        <p:sp>
          <p:nvSpPr>
            <p:cNvPr id="61" name="Rounded Rectangle 35">
              <a:extLst>
                <a:ext uri="{FF2B5EF4-FFF2-40B4-BE49-F238E27FC236}">
                  <a16:creationId xmlns:a16="http://schemas.microsoft.com/office/drawing/2014/main" id="{09C41709-E37D-A150-8EA6-9D215C48933E}"/>
                </a:ext>
              </a:extLst>
            </p:cNvPr>
            <p:cNvSpPr/>
            <p:nvPr/>
          </p:nvSpPr>
          <p:spPr>
            <a:xfrm>
              <a:off x="1866813" y="4147484"/>
              <a:ext cx="103540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전환</a:t>
              </a: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8665D28E-DBCB-018D-D880-4A10E670990B}"/>
                </a:ext>
              </a:extLst>
            </p:cNvPr>
            <p:cNvGrpSpPr/>
            <p:nvPr/>
          </p:nvGrpSpPr>
          <p:grpSpPr>
            <a:xfrm>
              <a:off x="761074" y="2755959"/>
              <a:ext cx="2225264" cy="917381"/>
              <a:chOff x="7132242" y="2852138"/>
              <a:chExt cx="2225264" cy="917381"/>
            </a:xfrm>
          </p:grpSpPr>
          <p:sp>
            <p:nvSpPr>
              <p:cNvPr id="128" name="직사각형 127">
                <a:extLst>
                  <a:ext uri="{FF2B5EF4-FFF2-40B4-BE49-F238E27FC236}">
                    <a16:creationId xmlns:a16="http://schemas.microsoft.com/office/drawing/2014/main" id="{A07956A0-BC32-4964-62AB-89F23F780648}"/>
                  </a:ext>
                </a:extLst>
              </p:cNvPr>
              <p:cNvSpPr/>
              <p:nvPr/>
            </p:nvSpPr>
            <p:spPr>
              <a:xfrm>
                <a:off x="7791712" y="2852138"/>
                <a:ext cx="1535428" cy="289883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r"/>
                <a:r>
                  <a:rPr lang="en-US" altLang="ko-KR" sz="900" b="1" dirty="0">
                    <a:solidFill>
                      <a:srgbClr val="E8623F"/>
                    </a:solidFill>
                  </a:rPr>
                  <a:t>10,000P</a:t>
                </a:r>
                <a:endParaRPr lang="ko-KR" altLang="en-US" sz="900" b="1" dirty="0">
                  <a:solidFill>
                    <a:srgbClr val="E8623F"/>
                  </a:solidFill>
                </a:endParaRP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735CC95A-E757-3082-3444-66F161A2F673}"/>
                  </a:ext>
                </a:extLst>
              </p:cNvPr>
              <p:cNvSpPr txBox="1"/>
              <p:nvPr/>
            </p:nvSpPr>
            <p:spPr>
              <a:xfrm>
                <a:off x="7132242" y="2888230"/>
                <a:ext cx="684803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pc="-15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보유마일리지</a:t>
                </a:r>
                <a:endParaRPr lang="ko-KR" altLang="en-US" sz="800" spc="-15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30" name="직사각형 129">
                <a:extLst>
                  <a:ext uri="{FF2B5EF4-FFF2-40B4-BE49-F238E27FC236}">
                    <a16:creationId xmlns:a16="http://schemas.microsoft.com/office/drawing/2014/main" id="{3C48F220-77DC-7441-7C12-62D7D70F678D}"/>
                  </a:ext>
                </a:extLst>
              </p:cNvPr>
              <p:cNvSpPr/>
              <p:nvPr/>
            </p:nvSpPr>
            <p:spPr>
              <a:xfrm>
                <a:off x="7791712" y="3211394"/>
                <a:ext cx="1535427" cy="289883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endPara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8C592104-BAB6-E659-55FA-792A1EE72DE0}"/>
                  </a:ext>
                </a:extLst>
              </p:cNvPr>
              <p:cNvSpPr txBox="1"/>
              <p:nvPr/>
            </p:nvSpPr>
            <p:spPr>
              <a:xfrm>
                <a:off x="7132242" y="3247486"/>
                <a:ext cx="60144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전환포인트</a:t>
                </a: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9E29EF32-BE9B-D204-9C1B-2A8FAE523373}"/>
                  </a:ext>
                </a:extLst>
              </p:cNvPr>
              <p:cNvSpPr txBox="1"/>
              <p:nvPr/>
            </p:nvSpPr>
            <p:spPr>
              <a:xfrm>
                <a:off x="7132242" y="3554075"/>
                <a:ext cx="222526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*</a:t>
                </a:r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최소 전환 마일리지는 </a:t>
                </a:r>
                <a:r>
                  <a:rPr lang="en-US" altLang="ko-KR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1P </a:t>
                </a:r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입니다</a:t>
                </a:r>
                <a:r>
                  <a:rPr lang="en-US" altLang="ko-KR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</p:txBody>
          </p: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1974D52E-D46A-5587-C7D8-3042C2CB6989}"/>
              </a:ext>
            </a:extLst>
          </p:cNvPr>
          <p:cNvGrpSpPr/>
          <p:nvPr/>
        </p:nvGrpSpPr>
        <p:grpSpPr>
          <a:xfrm>
            <a:off x="313605" y="1499077"/>
            <a:ext cx="3107496" cy="3491370"/>
            <a:chOff x="313605" y="1499077"/>
            <a:chExt cx="3107496" cy="3491370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924E76E1-062E-9126-8730-223EBDF1437D}"/>
                </a:ext>
              </a:extLst>
            </p:cNvPr>
            <p:cNvSpPr/>
            <p:nvPr/>
          </p:nvSpPr>
          <p:spPr>
            <a:xfrm>
              <a:off x="313605" y="1499077"/>
              <a:ext cx="3107496" cy="349137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4FD03CC-D466-082A-1D88-1BC2AE3062F9}"/>
                </a:ext>
              </a:extLst>
            </p:cNvPr>
            <p:cNvSpPr txBox="1"/>
            <p:nvPr/>
          </p:nvSpPr>
          <p:spPr>
            <a:xfrm>
              <a:off x="1119686" y="1863812"/>
              <a:ext cx="1452451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US" altLang="ko-KR" sz="105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AiLET </a:t>
              </a:r>
              <a:r>
                <a:rPr lang="ko-KR" altLang="en-US" sz="105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마일리지 전환</a:t>
              </a:r>
              <a:endParaRPr sz="105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E768B02-AF1F-1CF0-3CCA-53BAB071A150}"/>
                </a:ext>
              </a:extLst>
            </p:cNvPr>
            <p:cNvSpPr txBox="1"/>
            <p:nvPr/>
          </p:nvSpPr>
          <p:spPr>
            <a:xfrm>
              <a:off x="1119686" y="2450796"/>
              <a:ext cx="1452451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US" altLang="ko-KR" sz="9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AiLET </a:t>
              </a:r>
              <a:r>
                <a:rPr lang="ko-KR" altLang="en-US" sz="9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회원 인증하기</a:t>
              </a:r>
              <a:endParaRPr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1" name="Rounded Rectangle 35">
              <a:extLst>
                <a:ext uri="{FF2B5EF4-FFF2-40B4-BE49-F238E27FC236}">
                  <a16:creationId xmlns:a16="http://schemas.microsoft.com/office/drawing/2014/main" id="{41A1292C-F161-AAB8-AEDA-9FB7A311AD04}"/>
                </a:ext>
              </a:extLst>
            </p:cNvPr>
            <p:cNvSpPr/>
            <p:nvPr/>
          </p:nvSpPr>
          <p:spPr>
            <a:xfrm>
              <a:off x="837981" y="3585918"/>
              <a:ext cx="2064242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로그인</a:t>
              </a:r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B19DB67A-4373-8576-8404-B5D42C7A29FD}"/>
                </a:ext>
              </a:extLst>
            </p:cNvPr>
            <p:cNvGrpSpPr/>
            <p:nvPr/>
          </p:nvGrpSpPr>
          <p:grpSpPr>
            <a:xfrm>
              <a:off x="761074" y="2774046"/>
              <a:ext cx="2194898" cy="649139"/>
              <a:chOff x="7132242" y="2870225"/>
              <a:chExt cx="2194898" cy="649139"/>
            </a:xfrm>
          </p:grpSpPr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470DE29F-737B-A03B-8BF3-DDD129DE5436}"/>
                  </a:ext>
                </a:extLst>
              </p:cNvPr>
              <p:cNvSpPr/>
              <p:nvPr/>
            </p:nvSpPr>
            <p:spPr>
              <a:xfrm>
                <a:off x="7791712" y="2870225"/>
                <a:ext cx="1535428" cy="289883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endPara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6CB1D64-CD16-01C5-7885-A3239593FBA6}"/>
                  </a:ext>
                </a:extLst>
              </p:cNvPr>
              <p:cNvSpPr txBox="1"/>
              <p:nvPr/>
            </p:nvSpPr>
            <p:spPr>
              <a:xfrm>
                <a:off x="7132242" y="2906317"/>
                <a:ext cx="45236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아이디</a:t>
                </a:r>
                <a:r>
                  <a:rPr lang="ko-KR" altLang="en-US" sz="800" spc="-15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F4002F46-F82E-67D1-22A3-2D013DA681CB}"/>
                  </a:ext>
                </a:extLst>
              </p:cNvPr>
              <p:cNvSpPr/>
              <p:nvPr/>
            </p:nvSpPr>
            <p:spPr>
              <a:xfrm>
                <a:off x="7791712" y="3229481"/>
                <a:ext cx="1535427" cy="289883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endPara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495B5DF-6289-AEB3-631A-E8B2C4F4264E}"/>
                  </a:ext>
                </a:extLst>
              </p:cNvPr>
              <p:cNvSpPr txBox="1"/>
              <p:nvPr/>
            </p:nvSpPr>
            <p:spPr>
              <a:xfrm>
                <a:off x="7132242" y="3265573"/>
                <a:ext cx="53572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비밀번호</a:t>
                </a:r>
                <a:r>
                  <a:rPr lang="ko-KR" altLang="en-US" sz="800" spc="-150" dirty="0">
                    <a:solidFill>
                      <a:srgbClr val="FF0000"/>
                    </a:solidFill>
                    <a:latin typeface="맑은 고딕" panose="020B0503020000020004" pitchFamily="50" charset="-127"/>
                  </a:rPr>
                  <a:t> </a:t>
                </a:r>
                <a:endPara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8E68DCA-7931-69BD-FB08-1BF2FA86E48F}"/>
                </a:ext>
              </a:extLst>
            </p:cNvPr>
            <p:cNvSpPr txBox="1"/>
            <p:nvPr/>
          </p:nvSpPr>
          <p:spPr>
            <a:xfrm>
              <a:off x="752961" y="3982139"/>
              <a:ext cx="222526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------ 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간편로그인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 ------ 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9F540885-98B8-EF93-C89A-4BDDD01723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74149" y="4249926"/>
              <a:ext cx="1611632" cy="594049"/>
            </a:xfrm>
            <a:prstGeom prst="rect">
              <a:avLst/>
            </a:prstGeom>
          </p:spPr>
        </p:pic>
      </p:grpSp>
      <p:sp>
        <p:nvSpPr>
          <p:cNvPr id="137" name="모서리가 둥근 직사각형 114">
            <a:extLst>
              <a:ext uri="{FF2B5EF4-FFF2-40B4-BE49-F238E27FC236}">
                <a16:creationId xmlns:a16="http://schemas.microsoft.com/office/drawing/2014/main" id="{AA906156-9EAC-8551-0F29-5AFB0C6EF2A8}"/>
              </a:ext>
            </a:extLst>
          </p:cNvPr>
          <p:cNvSpPr/>
          <p:nvPr/>
        </p:nvSpPr>
        <p:spPr>
          <a:xfrm>
            <a:off x="735759" y="244315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8" name="모서리가 둥근 직사각형 114">
            <a:extLst>
              <a:ext uri="{FF2B5EF4-FFF2-40B4-BE49-F238E27FC236}">
                <a16:creationId xmlns:a16="http://schemas.microsoft.com/office/drawing/2014/main" id="{B9286949-E547-B761-8C8E-D3C8E9713157}"/>
              </a:ext>
            </a:extLst>
          </p:cNvPr>
          <p:cNvSpPr/>
          <p:nvPr/>
        </p:nvSpPr>
        <p:spPr>
          <a:xfrm>
            <a:off x="4316704" y="244315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4297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35DE1-CFDC-6CCE-A926-026E7E267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583C7A-7437-8C68-312E-CF59853637D7}"/>
              </a:ext>
            </a:extLst>
          </p:cNvPr>
          <p:cNvSpPr txBox="1"/>
          <p:nvPr/>
        </p:nvSpPr>
        <p:spPr>
          <a:xfrm>
            <a:off x="5764862" y="2700189"/>
            <a:ext cx="14545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 err="1">
                <a:latin typeface="맑은 고딕" panose="020B0503020000020004" pitchFamily="50" charset="-127"/>
              </a:rPr>
              <a:t>PC_ver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6154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787192-C78A-E38C-656A-35EFB7BCCCC5}"/>
              </a:ext>
            </a:extLst>
          </p:cNvPr>
          <p:cNvSpPr txBox="1"/>
          <p:nvPr/>
        </p:nvSpPr>
        <p:spPr>
          <a:xfrm>
            <a:off x="1307907" y="78285"/>
            <a:ext cx="16049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회원 정보확인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비밀번호입력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화면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C55929-1C35-AA5C-8B82-C14C4213A172}"/>
              </a:ext>
            </a:extLst>
          </p:cNvPr>
          <p:cNvSpPr txBox="1"/>
          <p:nvPr/>
        </p:nvSpPr>
        <p:spPr>
          <a:xfrm>
            <a:off x="1302717" y="330494"/>
            <a:ext cx="20521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회원정보 변경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회원정보 확인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A3C7DA9-043F-4757-01DF-AB35E713828E}"/>
              </a:ext>
            </a:extLst>
          </p:cNvPr>
          <p:cNvSpPr/>
          <p:nvPr/>
        </p:nvSpPr>
        <p:spPr>
          <a:xfrm>
            <a:off x="7921129" y="58428"/>
            <a:ext cx="113204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CH-U-MY-01-01</a:t>
            </a:r>
            <a:endParaRPr lang="ko-KR" altLang="en-US" sz="10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B53E50D-E3C1-541C-4AED-EF795DF485E3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2026.08.06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7C3F87F-6273-8143-3398-ACE5818B4CAE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15B4A0B-390C-C2C5-0B81-251EDA7B2E48}"/>
              </a:ext>
            </a:extLst>
          </p:cNvPr>
          <p:cNvSpPr txBox="1"/>
          <p:nvPr/>
        </p:nvSpPr>
        <p:spPr>
          <a:xfrm>
            <a:off x="305067" y="118100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회원정보 변경</a:t>
            </a: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CA7854C7-ABC7-B728-C074-5A571C46485C}"/>
              </a:ext>
            </a:extLst>
          </p:cNvPr>
          <p:cNvGrpSpPr/>
          <p:nvPr/>
        </p:nvGrpSpPr>
        <p:grpSpPr>
          <a:xfrm>
            <a:off x="379459" y="1836093"/>
            <a:ext cx="1497616" cy="1656184"/>
            <a:chOff x="379459" y="1836093"/>
            <a:chExt cx="1497616" cy="1656184"/>
          </a:xfrm>
        </p:grpSpPr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C2E0CA10-1020-0F44-67DF-093156F6D537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C755833B-B65B-6A57-D893-E6B5C98C27AC}"/>
                </a:ext>
              </a:extLst>
            </p:cNvPr>
            <p:cNvSpPr txBox="1"/>
            <p:nvPr/>
          </p:nvSpPr>
          <p:spPr>
            <a:xfrm>
              <a:off x="453350" y="1925378"/>
              <a:ext cx="889987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회원정보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회원정보변경</a:t>
              </a: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내 바우처 정보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마일리지 내역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전환</a:t>
              </a:r>
            </a:p>
          </p:txBody>
        </p:sp>
      </p:grp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F9BF3CB2-7825-A43F-C504-CB5EA10E4DF3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0EE26D99-5D97-38BC-4F83-938C1EC40892}"/>
              </a:ext>
            </a:extLst>
          </p:cNvPr>
          <p:cNvGraphicFramePr>
            <a:graphicFrameLocks noGrp="1"/>
          </p:cNvGraphicFramePr>
          <p:nvPr/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Rounded Rectangle 33">
            <a:extLst>
              <a:ext uri="{FF2B5EF4-FFF2-40B4-BE49-F238E27FC236}">
                <a16:creationId xmlns:a16="http://schemas.microsoft.com/office/drawing/2014/main" id="{A381C37D-A7F4-0F6E-1097-41BBCF1D6713}"/>
              </a:ext>
            </a:extLst>
          </p:cNvPr>
          <p:cNvSpPr/>
          <p:nvPr/>
        </p:nvSpPr>
        <p:spPr>
          <a:xfrm>
            <a:off x="4131096" y="2979805"/>
            <a:ext cx="305005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확인</a:t>
            </a:r>
            <a:endParaRPr lang="en-US" altLang="ko-KR" sz="800" dirty="0">
              <a:solidFill>
                <a:srgbClr val="595959"/>
              </a:solidFill>
              <a:ea typeface="맑은 고딕"/>
            </a:endParaRPr>
          </a:p>
        </p:txBody>
      </p:sp>
      <p:sp>
        <p:nvSpPr>
          <p:cNvPr id="9" name="Rounded Rectangle 35">
            <a:extLst>
              <a:ext uri="{FF2B5EF4-FFF2-40B4-BE49-F238E27FC236}">
                <a16:creationId xmlns:a16="http://schemas.microsoft.com/office/drawing/2014/main" id="{8E88A8BA-6EE2-4768-4A8A-6F44544BB652}"/>
              </a:ext>
            </a:extLst>
          </p:cNvPr>
          <p:cNvSpPr/>
          <p:nvPr/>
        </p:nvSpPr>
        <p:spPr>
          <a:xfrm>
            <a:off x="4731916" y="2530544"/>
            <a:ext cx="2448000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비밀번호를 입력해 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3D3ED4-15D4-9572-D976-58EEE0B9CC6B}"/>
              </a:ext>
            </a:extLst>
          </p:cNvPr>
          <p:cNvSpPr txBox="1"/>
          <p:nvPr/>
        </p:nvSpPr>
        <p:spPr>
          <a:xfrm>
            <a:off x="4032697" y="2528851"/>
            <a:ext cx="60591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비밀번호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854B6E-7181-3E78-7F19-A9E1C36274BA}"/>
              </a:ext>
            </a:extLst>
          </p:cNvPr>
          <p:cNvSpPr txBox="1"/>
          <p:nvPr/>
        </p:nvSpPr>
        <p:spPr>
          <a:xfrm>
            <a:off x="4032697" y="1913524"/>
            <a:ext cx="16120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회원정보확인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3ED85F-B754-9900-60B4-C2994243FF9F}"/>
              </a:ext>
            </a:extLst>
          </p:cNvPr>
          <p:cNvSpPr txBox="1"/>
          <p:nvPr/>
        </p:nvSpPr>
        <p:spPr>
          <a:xfrm>
            <a:off x="4032697" y="2112619"/>
            <a:ext cx="319621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latin typeface="맑은 고딕"/>
                <a:ea typeface="맑은 고딕"/>
              </a:rPr>
              <a:t>정보를 안전하게 보호하기 위해 비밀번호를 다시한번 입력해 주세요</a:t>
            </a:r>
            <a:r>
              <a:rPr lang="en-US" altLang="ko-KR" sz="700" dirty="0">
                <a:latin typeface="맑은 고딕"/>
                <a:ea typeface="맑은 고딕"/>
              </a:rPr>
              <a:t>.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6CCEB86-EEED-5F74-0B9D-18BD9CB2E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138" y="2538394"/>
            <a:ext cx="224408" cy="19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248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E1B14-2282-7A2A-F719-7777561B2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76">
            <a:extLst>
              <a:ext uri="{FF2B5EF4-FFF2-40B4-BE49-F238E27FC236}">
                <a16:creationId xmlns:a16="http://schemas.microsoft.com/office/drawing/2014/main" id="{5AF0A1C1-C3E9-6DAB-4EE6-B6700634CE7D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2026.08.06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40AC3AA-C068-6E70-FAAD-7DDF3C9FF7AA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D80A947-B797-DE2B-F2B1-7C82B91557E1}"/>
              </a:ext>
            </a:extLst>
          </p:cNvPr>
          <p:cNvSpPr txBox="1"/>
          <p:nvPr/>
        </p:nvSpPr>
        <p:spPr>
          <a:xfrm>
            <a:off x="305067" y="1181007"/>
            <a:ext cx="1790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사용자 정보 변경</a:t>
            </a: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C872C0B2-7C35-D7E5-8F45-A4F463BE86E5}"/>
              </a:ext>
            </a:extLst>
          </p:cNvPr>
          <p:cNvGrpSpPr/>
          <p:nvPr/>
        </p:nvGrpSpPr>
        <p:grpSpPr>
          <a:xfrm>
            <a:off x="379459" y="1836093"/>
            <a:ext cx="1497616" cy="1656184"/>
            <a:chOff x="379459" y="1836093"/>
            <a:chExt cx="1497616" cy="1656184"/>
          </a:xfrm>
        </p:grpSpPr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7BBDD624-0809-ADA1-E0A4-6BC0BE40AE2D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F789D75-A6F8-0612-8072-9A91F132B9F1}"/>
                </a:ext>
              </a:extLst>
            </p:cNvPr>
            <p:cNvSpPr txBox="1"/>
            <p:nvPr/>
          </p:nvSpPr>
          <p:spPr>
            <a:xfrm>
              <a:off x="453350" y="1925378"/>
              <a:ext cx="889987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회원정보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회원정보변경</a:t>
              </a: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내 바우처 정보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마일리지 내역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전환</a:t>
              </a:r>
            </a:p>
          </p:txBody>
        </p:sp>
      </p:grp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C2C16A9A-8B4A-0760-36B1-0BCE917CEF33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487DFD6C-D255-77B4-DFA1-6B938B4C89F4}"/>
              </a:ext>
            </a:extLst>
          </p:cNvPr>
          <p:cNvGraphicFramePr>
            <a:graphicFrameLocks noGrp="1"/>
          </p:cNvGraphicFramePr>
          <p:nvPr/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D68F61AA-9FA5-6D3C-DD38-7489D38F7B1C}"/>
              </a:ext>
            </a:extLst>
          </p:cNvPr>
          <p:cNvSpPr/>
          <p:nvPr/>
        </p:nvSpPr>
        <p:spPr>
          <a:xfrm>
            <a:off x="7921129" y="58428"/>
            <a:ext cx="113204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ko-KR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CH-U-MY-01-02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7B40E2-0C35-9BF9-85F6-088855E470AE}"/>
              </a:ext>
            </a:extLst>
          </p:cNvPr>
          <p:cNvSpPr txBox="1"/>
          <p:nvPr/>
        </p:nvSpPr>
        <p:spPr>
          <a:xfrm>
            <a:off x="1307907" y="78285"/>
            <a:ext cx="10166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회원 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변경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7FA277-4F8C-1D62-28E2-E17898256648}"/>
              </a:ext>
            </a:extLst>
          </p:cNvPr>
          <p:cNvSpPr txBox="1"/>
          <p:nvPr/>
        </p:nvSpPr>
        <p:spPr>
          <a:xfrm>
            <a:off x="1302717" y="330494"/>
            <a:ext cx="27526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회원정보 변경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회원정보 확인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회원정보 변경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994F01F-4A02-1EE9-5851-3BBC5E7F087E}"/>
              </a:ext>
            </a:extLst>
          </p:cNvPr>
          <p:cNvSpPr/>
          <p:nvPr/>
        </p:nvSpPr>
        <p:spPr>
          <a:xfrm>
            <a:off x="3929339" y="4192245"/>
            <a:ext cx="3430800" cy="13630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1E0ACB9-5F43-7A14-12A9-1B1BA3063544}"/>
              </a:ext>
            </a:extLst>
          </p:cNvPr>
          <p:cNvGrpSpPr/>
          <p:nvPr/>
        </p:nvGrpSpPr>
        <p:grpSpPr>
          <a:xfrm>
            <a:off x="4027531" y="1894408"/>
            <a:ext cx="3147218" cy="221149"/>
            <a:chOff x="260415" y="1193087"/>
            <a:chExt cx="3147218" cy="221149"/>
          </a:xfrm>
        </p:grpSpPr>
        <p:sp>
          <p:nvSpPr>
            <p:cNvPr id="21" name="Rounded Rectangle 35">
              <a:extLst>
                <a:ext uri="{FF2B5EF4-FFF2-40B4-BE49-F238E27FC236}">
                  <a16:creationId xmlns:a16="http://schemas.microsoft.com/office/drawing/2014/main" id="{BD68D5BC-541E-A711-4F74-886DFD65DE80}"/>
                </a:ext>
              </a:extLst>
            </p:cNvPr>
            <p:cNvSpPr/>
            <p:nvPr/>
          </p:nvSpPr>
          <p:spPr>
            <a:xfrm>
              <a:off x="1152376" y="1194780"/>
              <a:ext cx="2255257" cy="2194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맑은 고딕"/>
                </a:rPr>
                <a:t>happy1234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4BFCEDF-D6FD-9809-CCFC-6219A74C7EBB}"/>
                </a:ext>
              </a:extLst>
            </p:cNvPr>
            <p:cNvSpPr txBox="1"/>
            <p:nvPr/>
          </p:nvSpPr>
          <p:spPr>
            <a:xfrm>
              <a:off x="260415" y="1193087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아이디</a:t>
              </a:r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</a:t>
              </a:r>
              <a:endParaRPr lang="ko-KR" altLang="en-US" sz="800" spc="-150" dirty="0">
                <a:solidFill>
                  <a:srgbClr val="FF0000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6F427D1-F4D2-FED6-6DDF-C1E67861694D}"/>
              </a:ext>
            </a:extLst>
          </p:cNvPr>
          <p:cNvGrpSpPr/>
          <p:nvPr/>
        </p:nvGrpSpPr>
        <p:grpSpPr>
          <a:xfrm>
            <a:off x="4027531" y="2128646"/>
            <a:ext cx="2332122" cy="221149"/>
            <a:chOff x="260415" y="1427325"/>
            <a:chExt cx="2332122" cy="221149"/>
          </a:xfrm>
        </p:grpSpPr>
        <p:sp>
          <p:nvSpPr>
            <p:cNvPr id="24" name="Rounded Rectangle 35">
              <a:extLst>
                <a:ext uri="{FF2B5EF4-FFF2-40B4-BE49-F238E27FC236}">
                  <a16:creationId xmlns:a16="http://schemas.microsoft.com/office/drawing/2014/main" id="{C9771306-8C85-7667-2BF7-16F17D0DB458}"/>
                </a:ext>
              </a:extLst>
            </p:cNvPr>
            <p:cNvSpPr/>
            <p:nvPr/>
          </p:nvSpPr>
          <p:spPr>
            <a:xfrm>
              <a:off x="1152376" y="1429018"/>
              <a:ext cx="1440161" cy="2194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맑은 고딕"/>
                </a:rPr>
                <a:t>************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A6940D7-F6C0-D909-F078-C248CDB4C612}"/>
                </a:ext>
              </a:extLst>
            </p:cNvPr>
            <p:cNvSpPr txBox="1"/>
            <p:nvPr/>
          </p:nvSpPr>
          <p:spPr>
            <a:xfrm>
              <a:off x="260415" y="1427325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비밀번호</a:t>
              </a:r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</a:t>
              </a:r>
              <a:endParaRPr lang="ko-KR" altLang="en-US" sz="800" spc="-150" dirty="0">
                <a:solidFill>
                  <a:srgbClr val="FF0000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6D990544-84B2-6BCF-4594-1D9F1BC2427E}"/>
              </a:ext>
            </a:extLst>
          </p:cNvPr>
          <p:cNvSpPr/>
          <p:nvPr/>
        </p:nvSpPr>
        <p:spPr>
          <a:xfrm>
            <a:off x="4847485" y="2682865"/>
            <a:ext cx="2255257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ea typeface="맑은 고딕"/>
              </a:rPr>
              <a:t>김행복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ea typeface="맑은 고딕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1AD8D9-4C99-4D45-6F85-21F2579754A1}"/>
              </a:ext>
            </a:extLst>
          </p:cNvPr>
          <p:cNvSpPr txBox="1"/>
          <p:nvPr/>
        </p:nvSpPr>
        <p:spPr>
          <a:xfrm>
            <a:off x="4027531" y="2681172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이름</a:t>
            </a:r>
            <a:r>
              <a:rPr lang="en-US" altLang="ko-KR" sz="8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endParaRPr lang="ko-KR" altLang="en-US" sz="800" spc="-150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8" name="Rounded Rectangle 35">
            <a:extLst>
              <a:ext uri="{FF2B5EF4-FFF2-40B4-BE49-F238E27FC236}">
                <a16:creationId xmlns:a16="http://schemas.microsoft.com/office/drawing/2014/main" id="{2C3E2C12-CA9C-C86B-A45E-E186D16ACDBB}"/>
              </a:ext>
            </a:extLst>
          </p:cNvPr>
          <p:cNvSpPr/>
          <p:nvPr/>
        </p:nvSpPr>
        <p:spPr>
          <a:xfrm>
            <a:off x="4847485" y="2918538"/>
            <a:ext cx="2255257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ea typeface="맑은 고딕"/>
              </a:rPr>
              <a:t>1987-06-05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39D4DD-4118-56AE-F4E2-22E097480006}"/>
              </a:ext>
            </a:extLst>
          </p:cNvPr>
          <p:cNvSpPr txBox="1"/>
          <p:nvPr/>
        </p:nvSpPr>
        <p:spPr>
          <a:xfrm>
            <a:off x="4027531" y="2916845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생년월일</a:t>
            </a:r>
            <a:r>
              <a:rPr lang="en-US" altLang="ko-KR" sz="8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endParaRPr lang="ko-KR" altLang="en-US" sz="800" spc="-150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0" name="Rounded Rectangle 35">
            <a:extLst>
              <a:ext uri="{FF2B5EF4-FFF2-40B4-BE49-F238E27FC236}">
                <a16:creationId xmlns:a16="http://schemas.microsoft.com/office/drawing/2014/main" id="{40346BB1-C614-BDB2-9F23-DA621F6E82EB}"/>
              </a:ext>
            </a:extLst>
          </p:cNvPr>
          <p:cNvSpPr/>
          <p:nvPr/>
        </p:nvSpPr>
        <p:spPr>
          <a:xfrm>
            <a:off x="4847486" y="3159126"/>
            <a:ext cx="1440160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ea typeface="맑은 고딕"/>
              </a:rPr>
              <a:t>010-1234-5678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2BA34E-75FC-BE5F-DE3B-106E79C100E7}"/>
              </a:ext>
            </a:extLst>
          </p:cNvPr>
          <p:cNvSpPr txBox="1"/>
          <p:nvPr/>
        </p:nvSpPr>
        <p:spPr>
          <a:xfrm>
            <a:off x="4027531" y="3157433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휴대폰번호</a:t>
            </a:r>
            <a:r>
              <a:rPr lang="en-US" altLang="ko-KR" sz="8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endParaRPr lang="ko-KR" altLang="en-US" sz="800" spc="-150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607489-0730-57D2-12EA-20E0B5B7043F}"/>
              </a:ext>
            </a:extLst>
          </p:cNvPr>
          <p:cNvSpPr txBox="1"/>
          <p:nvPr/>
        </p:nvSpPr>
        <p:spPr>
          <a:xfrm>
            <a:off x="4027531" y="3473289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성별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F921AF-49F1-5004-7225-2A7CE0691AF4}"/>
              </a:ext>
            </a:extLst>
          </p:cNvPr>
          <p:cNvSpPr txBox="1"/>
          <p:nvPr/>
        </p:nvSpPr>
        <p:spPr>
          <a:xfrm>
            <a:off x="4027531" y="3788386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이메일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B4BB84-C6BE-6175-4391-F76F5FD70370}"/>
              </a:ext>
            </a:extLst>
          </p:cNvPr>
          <p:cNvSpPr txBox="1"/>
          <p:nvPr/>
        </p:nvSpPr>
        <p:spPr>
          <a:xfrm>
            <a:off x="4074539" y="5216091"/>
            <a:ext cx="2833539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900" dirty="0"/>
              <a:t>□ </a:t>
            </a:r>
            <a:r>
              <a:rPr lang="ko-KR" altLang="en-US" sz="800" dirty="0"/>
              <a:t>특가상품</a:t>
            </a:r>
            <a:r>
              <a:rPr lang="en-US" altLang="ko-KR" sz="800" dirty="0"/>
              <a:t>, </a:t>
            </a:r>
            <a:r>
              <a:rPr lang="ko-KR" altLang="en-US" sz="800" dirty="0"/>
              <a:t>할인쿠폰</a:t>
            </a:r>
            <a:r>
              <a:rPr lang="en-US" altLang="ko-KR" sz="800" dirty="0"/>
              <a:t>, </a:t>
            </a:r>
            <a:r>
              <a:rPr lang="ko-KR" altLang="en-US" sz="800" dirty="0"/>
              <a:t>이벤트 소식 수신 동의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2261FB-8058-9F40-E179-EE5B2CF9FD4B}"/>
              </a:ext>
            </a:extLst>
          </p:cNvPr>
          <p:cNvSpPr txBox="1"/>
          <p:nvPr/>
        </p:nvSpPr>
        <p:spPr>
          <a:xfrm>
            <a:off x="4027531" y="4225630"/>
            <a:ext cx="15400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마케팅정보 수신 동의</a:t>
            </a:r>
            <a:r>
              <a:rPr lang="en-US" altLang="ko-KR" sz="800" b="1" dirty="0">
                <a:latin typeface="맑은 고딕"/>
                <a:ea typeface="맑은 고딕"/>
              </a:rPr>
              <a:t>(</a:t>
            </a:r>
            <a:r>
              <a:rPr lang="ko-KR" altLang="en-US" sz="800" b="1" dirty="0">
                <a:latin typeface="맑은 고딕"/>
                <a:ea typeface="맑은 고딕"/>
              </a:rPr>
              <a:t>선택</a:t>
            </a:r>
            <a:r>
              <a:rPr lang="en-US" altLang="ko-KR" sz="800" b="1" dirty="0">
                <a:latin typeface="맑은 고딕"/>
                <a:ea typeface="맑은 고딕"/>
              </a:rPr>
              <a:t>)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36" name="Rounded Rectangle 33">
            <a:extLst>
              <a:ext uri="{FF2B5EF4-FFF2-40B4-BE49-F238E27FC236}">
                <a16:creationId xmlns:a16="http://schemas.microsoft.com/office/drawing/2014/main" id="{A2287174-FBDF-919D-B594-BDFA65225070}"/>
              </a:ext>
            </a:extLst>
          </p:cNvPr>
          <p:cNvSpPr/>
          <p:nvPr/>
        </p:nvSpPr>
        <p:spPr>
          <a:xfrm>
            <a:off x="4125929" y="5634280"/>
            <a:ext cx="3048820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회원탈퇴</a:t>
            </a:r>
            <a:endParaRPr lang="en-US" altLang="ko-KR" sz="800" dirty="0">
              <a:solidFill>
                <a:srgbClr val="595959"/>
              </a:solidFill>
              <a:ea typeface="맑은 고딕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D249BFE-64F7-1042-7A28-CB74E1D3D829}"/>
              </a:ext>
            </a:extLst>
          </p:cNvPr>
          <p:cNvSpPr/>
          <p:nvPr/>
        </p:nvSpPr>
        <p:spPr>
          <a:xfrm>
            <a:off x="6908078" y="4192245"/>
            <a:ext cx="266671" cy="28988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8" name="Rounded Rectangle 35">
            <a:extLst>
              <a:ext uri="{FF2B5EF4-FFF2-40B4-BE49-F238E27FC236}">
                <a16:creationId xmlns:a16="http://schemas.microsoft.com/office/drawing/2014/main" id="{C5FFD594-0BDB-846E-396F-F1A695322C52}"/>
              </a:ext>
            </a:extLst>
          </p:cNvPr>
          <p:cNvSpPr/>
          <p:nvPr/>
        </p:nvSpPr>
        <p:spPr>
          <a:xfrm>
            <a:off x="6431661" y="3154174"/>
            <a:ext cx="743088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변경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C424C85E-72B9-FDB4-8A64-1074BBF118D5}"/>
              </a:ext>
            </a:extLst>
          </p:cNvPr>
          <p:cNvGrpSpPr/>
          <p:nvPr/>
        </p:nvGrpSpPr>
        <p:grpSpPr>
          <a:xfrm>
            <a:off x="4919493" y="3474098"/>
            <a:ext cx="955681" cy="215444"/>
            <a:chOff x="1152377" y="2952702"/>
            <a:chExt cx="955681" cy="215444"/>
          </a:xfrm>
        </p:grpSpPr>
        <p:pic>
          <p:nvPicPr>
            <p:cNvPr id="40" name="Picture 2" descr="on, radio icon">
              <a:extLst>
                <a:ext uri="{FF2B5EF4-FFF2-40B4-BE49-F238E27FC236}">
                  <a16:creationId xmlns:a16="http://schemas.microsoft.com/office/drawing/2014/main" id="{B6CF7862-BBF0-8C0E-6480-012052C70B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377" y="3018803"/>
              <a:ext cx="102298" cy="1022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1C593BA-9BFB-5D68-5127-0E91332F6FC0}"/>
                </a:ext>
              </a:extLst>
            </p:cNvPr>
            <p:cNvSpPr txBox="1"/>
            <p:nvPr/>
          </p:nvSpPr>
          <p:spPr>
            <a:xfrm>
              <a:off x="1202878" y="2952702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남자</a:t>
              </a:r>
            </a:p>
          </p:txBody>
        </p:sp>
        <p:pic>
          <p:nvPicPr>
            <p:cNvPr id="42" name="Picture 4" descr="off, radio icon">
              <a:extLst>
                <a:ext uri="{FF2B5EF4-FFF2-40B4-BE49-F238E27FC236}">
                  <a16:creationId xmlns:a16="http://schemas.microsoft.com/office/drawing/2014/main" id="{330B9214-4FD2-5E65-1C93-0CA2E81EE7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4933" y="3018803"/>
              <a:ext cx="102298" cy="1022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32931EB-F3C0-7500-2DBB-3F60749DCE9E}"/>
                </a:ext>
              </a:extLst>
            </p:cNvPr>
            <p:cNvSpPr txBox="1"/>
            <p:nvPr/>
          </p:nvSpPr>
          <p:spPr>
            <a:xfrm>
              <a:off x="1718208" y="2952702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여자</a:t>
              </a:r>
            </a:p>
          </p:txBody>
        </p:sp>
      </p:grpSp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1CB304CD-7342-3A1F-4A3D-830E779D8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75628"/>
              </p:ext>
            </p:extLst>
          </p:nvPr>
        </p:nvGraphicFramePr>
        <p:xfrm>
          <a:off x="4100331" y="4556578"/>
          <a:ext cx="3002411" cy="594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3138">
                  <a:extLst>
                    <a:ext uri="{9D8B030D-6E8A-4147-A177-3AD203B41FA5}">
                      <a16:colId xmlns:a16="http://schemas.microsoft.com/office/drawing/2014/main" val="2084880979"/>
                    </a:ext>
                  </a:extLst>
                </a:gridCol>
                <a:gridCol w="2399273">
                  <a:extLst>
                    <a:ext uri="{9D8B030D-6E8A-4147-A177-3AD203B41FA5}">
                      <a16:colId xmlns:a16="http://schemas.microsoft.com/office/drawing/2014/main" val="1492742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bg1"/>
                          </a:solidFill>
                        </a:rPr>
                        <a:t>목적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맞춤형 서비스 제공 및 마케팅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9790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이메일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휴대폰번호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서비스 이용기록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2108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bg1"/>
                          </a:solidFill>
                        </a:rPr>
                        <a:t>보유기간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회원탈퇴시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또는 법정의무보유기간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7100101"/>
                  </a:ext>
                </a:extLst>
              </a:tr>
            </a:tbl>
          </a:graphicData>
        </a:graphic>
      </p:graphicFrame>
      <p:sp>
        <p:nvSpPr>
          <p:cNvPr id="45" name="Rounded Rectangle 35">
            <a:extLst>
              <a:ext uri="{FF2B5EF4-FFF2-40B4-BE49-F238E27FC236}">
                <a16:creationId xmlns:a16="http://schemas.microsoft.com/office/drawing/2014/main" id="{614C20BE-3115-4BC9-25C4-33D7F53BC736}"/>
              </a:ext>
            </a:extLst>
          </p:cNvPr>
          <p:cNvSpPr/>
          <p:nvPr/>
        </p:nvSpPr>
        <p:spPr>
          <a:xfrm>
            <a:off x="6431661" y="2129217"/>
            <a:ext cx="743088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변경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46" name="Rounded Rectangle 35">
            <a:extLst>
              <a:ext uri="{FF2B5EF4-FFF2-40B4-BE49-F238E27FC236}">
                <a16:creationId xmlns:a16="http://schemas.microsoft.com/office/drawing/2014/main" id="{979435B8-C70E-B79D-7BF9-9D3CFA058AD3}"/>
              </a:ext>
            </a:extLst>
          </p:cNvPr>
          <p:cNvSpPr/>
          <p:nvPr/>
        </p:nvSpPr>
        <p:spPr>
          <a:xfrm>
            <a:off x="4847486" y="3777578"/>
            <a:ext cx="1440160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ea typeface="맑은 고딕"/>
              </a:rPr>
              <a:t>email123@naver.com</a:t>
            </a:r>
          </a:p>
        </p:txBody>
      </p:sp>
      <p:sp>
        <p:nvSpPr>
          <p:cNvPr id="47" name="Rounded Rectangle 35">
            <a:extLst>
              <a:ext uri="{FF2B5EF4-FFF2-40B4-BE49-F238E27FC236}">
                <a16:creationId xmlns:a16="http://schemas.microsoft.com/office/drawing/2014/main" id="{FDF7685D-BF17-48A7-32C1-2D16C0AAD56C}"/>
              </a:ext>
            </a:extLst>
          </p:cNvPr>
          <p:cNvSpPr/>
          <p:nvPr/>
        </p:nvSpPr>
        <p:spPr>
          <a:xfrm>
            <a:off x="6431661" y="3772626"/>
            <a:ext cx="743088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변경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65DC5A56-2E66-2C62-60EF-0F638098C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541" y="2142956"/>
            <a:ext cx="224408" cy="19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700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BE198-A1BB-D081-FA73-DAECBBFA2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76">
            <a:extLst>
              <a:ext uri="{FF2B5EF4-FFF2-40B4-BE49-F238E27FC236}">
                <a16:creationId xmlns:a16="http://schemas.microsoft.com/office/drawing/2014/main" id="{060E171A-697C-2EDA-472A-81B94FB12B77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2026.08.06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49B6A20-AF54-4AE7-774D-0D4062CCC4A6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FF012F7-DCB2-647C-B8AB-AD3A43172D72}"/>
              </a:ext>
            </a:extLst>
          </p:cNvPr>
          <p:cNvSpPr txBox="1"/>
          <p:nvPr/>
        </p:nvSpPr>
        <p:spPr>
          <a:xfrm>
            <a:off x="305067" y="1181007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바우처 정보</a:t>
            </a: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ABF18C6C-F919-95C1-E172-58D9DC9C7DC8}"/>
              </a:ext>
            </a:extLst>
          </p:cNvPr>
          <p:cNvGrpSpPr/>
          <p:nvPr/>
        </p:nvGrpSpPr>
        <p:grpSpPr>
          <a:xfrm>
            <a:off x="379459" y="1836093"/>
            <a:ext cx="1497616" cy="1656184"/>
            <a:chOff x="379459" y="1836093"/>
            <a:chExt cx="1497616" cy="1656184"/>
          </a:xfrm>
        </p:grpSpPr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8FC2B207-FEA8-2D00-CD6A-3FBF79A4CE7D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2138C552-6DAE-0BA2-DFC2-D458BAE4ECDF}"/>
                </a:ext>
              </a:extLst>
            </p:cNvPr>
            <p:cNvSpPr txBox="1"/>
            <p:nvPr/>
          </p:nvSpPr>
          <p:spPr>
            <a:xfrm>
              <a:off x="453350" y="1925378"/>
              <a:ext cx="889987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회원정보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회원정보변경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내 바우처 정보</a:t>
              </a: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마일리지 내역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전환</a:t>
              </a:r>
            </a:p>
          </p:txBody>
        </p:sp>
      </p:grp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7DDCF640-9983-1535-1535-ED857F3FB902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BFF74A26-2EBD-FDC8-5E35-FD4033C20B01}"/>
              </a:ext>
            </a:extLst>
          </p:cNvPr>
          <p:cNvGraphicFramePr>
            <a:graphicFrameLocks noGrp="1"/>
          </p:cNvGraphicFramePr>
          <p:nvPr/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0CA68685-C304-0734-587A-6C4B3AB0D64B}"/>
              </a:ext>
            </a:extLst>
          </p:cNvPr>
          <p:cNvSpPr/>
          <p:nvPr/>
        </p:nvSpPr>
        <p:spPr>
          <a:xfrm>
            <a:off x="7921129" y="58428"/>
            <a:ext cx="113204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ko-KR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CH-U-MY-01-0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3</a:t>
            </a:r>
            <a:endParaRPr lang="ko-KR" altLang="ko-KR" sz="10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7EA480-7402-1CD7-0ED6-DD008C01C22E}"/>
              </a:ext>
            </a:extLst>
          </p:cNvPr>
          <p:cNvSpPr txBox="1"/>
          <p:nvPr/>
        </p:nvSpPr>
        <p:spPr>
          <a:xfrm>
            <a:off x="1307907" y="78285"/>
            <a:ext cx="1016625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fontAlgn="t"/>
            <a:r>
              <a:rPr lang="ko-KR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바우처 정보 화면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20F53C-CB8E-BE85-8E7A-3985FB70E6A8}"/>
              </a:ext>
            </a:extLst>
          </p:cNvPr>
          <p:cNvSpPr txBox="1"/>
          <p:nvPr/>
        </p:nvSpPr>
        <p:spPr>
          <a:xfrm>
            <a:off x="1302717" y="330494"/>
            <a:ext cx="13724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바우처 정보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8D3D16-86B8-50E9-250E-768F08AABF8B}"/>
              </a:ext>
            </a:extLst>
          </p:cNvPr>
          <p:cNvSpPr txBox="1"/>
          <p:nvPr/>
        </p:nvSpPr>
        <p:spPr>
          <a:xfrm>
            <a:off x="2399498" y="1836093"/>
            <a:ext cx="16120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맑은 고딕"/>
                <a:ea typeface="맑은 고딕"/>
              </a:rPr>
              <a:t>김행복님의 보유 바우처</a:t>
            </a:r>
            <a:endParaRPr lang="ko-KR" altLang="en-US" sz="9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CE5D60-9D2A-B488-01EF-39268D50E4C3}"/>
              </a:ext>
            </a:extLst>
          </p:cNvPr>
          <p:cNvSpPr txBox="1"/>
          <p:nvPr/>
        </p:nvSpPr>
        <p:spPr>
          <a:xfrm>
            <a:off x="5290931" y="1810375"/>
            <a:ext cx="319621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700" dirty="0">
                <a:latin typeface="맑은 고딕"/>
                <a:ea typeface="맑은 고딕"/>
              </a:rPr>
              <a:t>(2026.7.21 12:08 </a:t>
            </a:r>
            <a:r>
              <a:rPr lang="ko-KR" altLang="en-US" sz="700" dirty="0">
                <a:latin typeface="맑은 고딕"/>
                <a:ea typeface="맑은 고딕"/>
              </a:rPr>
              <a:t>기준</a:t>
            </a:r>
            <a:r>
              <a:rPr lang="en-US" altLang="ko-KR" sz="700" dirty="0">
                <a:latin typeface="맑은 고딕"/>
                <a:ea typeface="맑은 고딕"/>
              </a:rPr>
              <a:t>)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7E25A0B-1A8F-0A04-61AD-1CECD34BE73A}"/>
              </a:ext>
            </a:extLst>
          </p:cNvPr>
          <p:cNvGrpSpPr/>
          <p:nvPr/>
        </p:nvGrpSpPr>
        <p:grpSpPr>
          <a:xfrm>
            <a:off x="2500565" y="2325707"/>
            <a:ext cx="5996628" cy="947500"/>
            <a:chOff x="168443" y="1792727"/>
            <a:chExt cx="5996628" cy="94750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9BAD7F0A-D785-FE5C-2EFA-1C79B14CB8DA}"/>
                </a:ext>
              </a:extLst>
            </p:cNvPr>
            <p:cNvSpPr/>
            <p:nvPr/>
          </p:nvSpPr>
          <p:spPr>
            <a:xfrm>
              <a:off x="168443" y="1792727"/>
              <a:ext cx="5996628" cy="9475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573D2FE-54DF-F804-EBF5-FBE241CE2AFC}"/>
                </a:ext>
              </a:extLst>
            </p:cNvPr>
            <p:cNvSpPr txBox="1"/>
            <p:nvPr/>
          </p:nvSpPr>
          <p:spPr>
            <a:xfrm>
              <a:off x="277289" y="1885223"/>
              <a:ext cx="13089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기저귀</a:t>
              </a:r>
              <a:r>
                <a:rPr lang="en-US" altLang="ko-KR" sz="800" b="1" dirty="0">
                  <a:latin typeface="맑은 고딕"/>
                  <a:ea typeface="맑은 고딕"/>
                </a:rPr>
                <a:t>/</a:t>
              </a:r>
              <a:r>
                <a:rPr lang="ko-KR" altLang="en-US" sz="800" b="1" dirty="0" err="1">
                  <a:latin typeface="맑은 고딕"/>
                  <a:ea typeface="맑은 고딕"/>
                </a:rPr>
                <a:t>조제분유지원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9653F5F9-3FAA-DE6D-99EE-08CFB81A592F}"/>
                </a:ext>
              </a:extLst>
            </p:cNvPr>
            <p:cNvSpPr/>
            <p:nvPr/>
          </p:nvSpPr>
          <p:spPr>
            <a:xfrm>
              <a:off x="1426378" y="1900104"/>
              <a:ext cx="413681" cy="1701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ysClr val="windowText" lastClr="000000"/>
                  </a:solidFill>
                  <a:ea typeface="맑은 고딕"/>
                </a:rPr>
                <a:t>카드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FDD8966-207A-80A7-E618-2A634E22A111}"/>
                </a:ext>
              </a:extLst>
            </p:cNvPr>
            <p:cNvSpPr txBox="1"/>
            <p:nvPr/>
          </p:nvSpPr>
          <p:spPr>
            <a:xfrm>
              <a:off x="296207" y="2504713"/>
              <a:ext cx="116489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등록일</a:t>
              </a:r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: 2026-07-01</a:t>
              </a:r>
              <a:endParaRPr lang="ko-KR" altLang="en-US" sz="7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D71A93A-FFAD-9FF1-3795-B907A42B542D}"/>
                </a:ext>
              </a:extLst>
            </p:cNvPr>
            <p:cNvSpPr txBox="1"/>
            <p:nvPr/>
          </p:nvSpPr>
          <p:spPr>
            <a:xfrm>
              <a:off x="287867" y="2133689"/>
              <a:ext cx="11648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맑은 고딕"/>
                  <a:ea typeface="맑은 고딕"/>
                </a:rPr>
                <a:t>잔액</a:t>
              </a:r>
              <a:r>
                <a:rPr lang="ko-KR" altLang="en-US" sz="1000" b="1" dirty="0">
                  <a:latin typeface="맑은 고딕"/>
                  <a:ea typeface="맑은 고딕"/>
                </a:rPr>
                <a:t> </a:t>
              </a:r>
              <a:r>
                <a:rPr lang="en-US" altLang="ko-KR" sz="1000" b="1" dirty="0">
                  <a:solidFill>
                    <a:srgbClr val="E8623F"/>
                  </a:solidFill>
                  <a:latin typeface="맑은 고딕"/>
                  <a:ea typeface="맑은 고딕"/>
                </a:rPr>
                <a:t>500,000</a:t>
              </a:r>
              <a:r>
                <a:rPr lang="ko-KR" altLang="en-US" sz="1000" b="1" dirty="0">
                  <a:solidFill>
                    <a:srgbClr val="E8623F"/>
                  </a:solidFill>
                  <a:latin typeface="맑은 고딕"/>
                  <a:ea typeface="맑은 고딕"/>
                </a:rPr>
                <a:t>원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08C64074-F535-7669-8E35-4144B01B0C77}"/>
                </a:ext>
              </a:extLst>
            </p:cNvPr>
            <p:cNvSpPr/>
            <p:nvPr/>
          </p:nvSpPr>
          <p:spPr>
            <a:xfrm>
              <a:off x="5805031" y="1834242"/>
              <a:ext cx="266671" cy="28988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r"/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152B49C-B04A-3AE0-9283-4B5804D84336}"/>
                </a:ext>
              </a:extLst>
            </p:cNvPr>
            <p:cNvSpPr txBox="1"/>
            <p:nvPr/>
          </p:nvSpPr>
          <p:spPr>
            <a:xfrm>
              <a:off x="576313" y="2318384"/>
              <a:ext cx="27628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: 0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원 기저귀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: 500,000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원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)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F9D64797-9D72-347B-1339-F370AFFCDE1C}"/>
              </a:ext>
            </a:extLst>
          </p:cNvPr>
          <p:cNvGrpSpPr/>
          <p:nvPr/>
        </p:nvGrpSpPr>
        <p:grpSpPr>
          <a:xfrm>
            <a:off x="2500565" y="3345216"/>
            <a:ext cx="5996628" cy="419436"/>
            <a:chOff x="168443" y="1792728"/>
            <a:chExt cx="5996628" cy="419436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BDEC817C-8DEA-9E90-328F-93D1B5AA5BE6}"/>
                </a:ext>
              </a:extLst>
            </p:cNvPr>
            <p:cNvSpPr/>
            <p:nvPr/>
          </p:nvSpPr>
          <p:spPr>
            <a:xfrm>
              <a:off x="168443" y="1792728"/>
              <a:ext cx="5996628" cy="4194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5B30BD2-5F48-23A9-43D8-9DB4F489CCD6}"/>
                </a:ext>
              </a:extLst>
            </p:cNvPr>
            <p:cNvSpPr txBox="1"/>
            <p:nvPr/>
          </p:nvSpPr>
          <p:spPr>
            <a:xfrm>
              <a:off x="277289" y="1885223"/>
              <a:ext cx="13089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첫만남이용권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8E67C097-F1B9-8AF6-9E24-6A77498281BC}"/>
                </a:ext>
              </a:extLst>
            </p:cNvPr>
            <p:cNvSpPr/>
            <p:nvPr/>
          </p:nvSpPr>
          <p:spPr>
            <a:xfrm>
              <a:off x="1050925" y="1900104"/>
              <a:ext cx="413681" cy="1701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ysClr val="windowText" lastClr="000000"/>
                  </a:solidFill>
                  <a:ea typeface="맑은 고딕"/>
                </a:rPr>
                <a:t>카드</a:t>
              </a: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18C2EDF4-5452-58A7-4A98-428D77990245}"/>
                </a:ext>
              </a:extLst>
            </p:cNvPr>
            <p:cNvSpPr/>
            <p:nvPr/>
          </p:nvSpPr>
          <p:spPr>
            <a:xfrm>
              <a:off x="5805031" y="1850272"/>
              <a:ext cx="266671" cy="28988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r"/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4B2AA450-3DC1-2273-3F9B-48F87759BD46}"/>
              </a:ext>
            </a:extLst>
          </p:cNvPr>
          <p:cNvSpPr txBox="1"/>
          <p:nvPr/>
        </p:nvSpPr>
        <p:spPr>
          <a:xfrm>
            <a:off x="2395535" y="4550781"/>
            <a:ext cx="16120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맑은 고딕"/>
                <a:ea typeface="맑은 고딕"/>
              </a:rPr>
              <a:t>바우처 사용 내역</a:t>
            </a:r>
            <a:endParaRPr lang="ko-KR" altLang="en-US" sz="9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58" name="Rounded Rectangle 35">
            <a:extLst>
              <a:ext uri="{FF2B5EF4-FFF2-40B4-BE49-F238E27FC236}">
                <a16:creationId xmlns:a16="http://schemas.microsoft.com/office/drawing/2014/main" id="{1EE2FE55-3250-52F7-C4FB-F46E09878BDE}"/>
              </a:ext>
            </a:extLst>
          </p:cNvPr>
          <p:cNvSpPr/>
          <p:nvPr/>
        </p:nvSpPr>
        <p:spPr>
          <a:xfrm>
            <a:off x="4377059" y="3994373"/>
            <a:ext cx="2686082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바우처 자격 조회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6D5E627-6228-E49F-308A-46D15339AFB1}"/>
              </a:ext>
            </a:extLst>
          </p:cNvPr>
          <p:cNvSpPr txBox="1"/>
          <p:nvPr/>
        </p:nvSpPr>
        <p:spPr>
          <a:xfrm>
            <a:off x="2431327" y="4747544"/>
            <a:ext cx="31604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* </a:t>
            </a:r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사용내역은 국민행복몰에서 바우처 금액을 사용한 내역만 제공합니다</a:t>
            </a:r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.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9BEF2BE-3589-407D-EF41-DED2BFFC4AA7}"/>
              </a:ext>
            </a:extLst>
          </p:cNvPr>
          <p:cNvSpPr txBox="1"/>
          <p:nvPr/>
        </p:nvSpPr>
        <p:spPr>
          <a:xfrm>
            <a:off x="2431327" y="5073491"/>
            <a:ext cx="44811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/>
                <a:ea typeface="맑은 고딕"/>
              </a:rPr>
              <a:t>7/20</a:t>
            </a:r>
            <a:endParaRPr lang="ko-KR" altLang="en-US" sz="700" dirty="0">
              <a:latin typeface="맑은 고딕"/>
              <a:ea typeface="맑은 고딕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0A5FCC1-51BD-1524-C2C3-108F5482F34E}"/>
              </a:ext>
            </a:extLst>
          </p:cNvPr>
          <p:cNvSpPr txBox="1"/>
          <p:nvPr/>
        </p:nvSpPr>
        <p:spPr>
          <a:xfrm>
            <a:off x="2773451" y="5073491"/>
            <a:ext cx="3870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맑은 고딕"/>
                <a:ea typeface="맑은 고딕"/>
              </a:rPr>
              <a:t>[</a:t>
            </a:r>
            <a:r>
              <a:rPr lang="ko-KR" altLang="en-US" sz="800" b="1" dirty="0" err="1">
                <a:latin typeface="맑은 고딕"/>
                <a:ea typeface="맑은 고딕"/>
              </a:rPr>
              <a:t>썸머러버</a:t>
            </a:r>
            <a:r>
              <a:rPr lang="en-US" altLang="ko-KR" sz="800" b="1" dirty="0">
                <a:latin typeface="맑은 고딕"/>
                <a:ea typeface="맑은 고딕"/>
              </a:rPr>
              <a:t>]</a:t>
            </a:r>
            <a:r>
              <a:rPr lang="ko-KR" altLang="en-US" sz="800" b="1" dirty="0" err="1">
                <a:latin typeface="맑은 고딕"/>
                <a:ea typeface="맑은 고딕"/>
              </a:rPr>
              <a:t>하기스</a:t>
            </a:r>
            <a:r>
              <a:rPr lang="ko-KR" altLang="en-US" sz="800" b="1" dirty="0">
                <a:latin typeface="맑은 고딕"/>
                <a:ea typeface="맑은 고딕"/>
              </a:rPr>
              <a:t> </a:t>
            </a:r>
            <a:r>
              <a:rPr lang="ko-KR" altLang="en-US" sz="800" b="1" dirty="0" err="1">
                <a:latin typeface="맑은 고딕"/>
                <a:ea typeface="맑은 고딕"/>
              </a:rPr>
              <a:t>맥스드라이</a:t>
            </a:r>
            <a:r>
              <a:rPr lang="ko-KR" altLang="en-US" sz="800" b="1" dirty="0">
                <a:latin typeface="맑은 고딕"/>
                <a:ea typeface="맑은 고딕"/>
              </a:rPr>
              <a:t> 에어 밴드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팬티형 통기성 기저귀 </a:t>
            </a:r>
            <a:r>
              <a:rPr lang="en-US" altLang="ko-KR" sz="800" b="1" dirty="0">
                <a:latin typeface="맑은 고딕"/>
                <a:ea typeface="맑은 고딕"/>
              </a:rPr>
              <a:t>[3</a:t>
            </a:r>
            <a:r>
              <a:rPr lang="ko-KR" altLang="en-US" sz="800" b="1" dirty="0">
                <a:latin typeface="맑은 고딕"/>
                <a:ea typeface="맑은 고딕"/>
              </a:rPr>
              <a:t>박스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중형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사</a:t>
            </a:r>
            <a:r>
              <a:rPr lang="en-US" altLang="ko-KR" sz="800" b="1" dirty="0">
                <a:latin typeface="맑은 고딕"/>
                <a:ea typeface="맑은 고딕"/>
              </a:rPr>
              <a:t>…</a:t>
            </a:r>
            <a:endParaRPr lang="ko-KR" altLang="en-US" sz="800" b="1" dirty="0">
              <a:latin typeface="맑은 고딕"/>
              <a:ea typeface="맑은 고딕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5D81E83-F22D-BB0B-1973-059579373D20}"/>
              </a:ext>
            </a:extLst>
          </p:cNvPr>
          <p:cNvSpPr txBox="1"/>
          <p:nvPr/>
        </p:nvSpPr>
        <p:spPr>
          <a:xfrm>
            <a:off x="2773452" y="5234323"/>
            <a:ext cx="134416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14:20 | </a:t>
            </a:r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기저귀</a:t>
            </a:r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/</a:t>
            </a:r>
            <a:r>
              <a:rPr lang="ko-KR" altLang="en-US" sz="700" dirty="0" err="1">
                <a:solidFill>
                  <a:srgbClr val="8A8A8A"/>
                </a:solidFill>
                <a:latin typeface="맑은 고딕"/>
                <a:ea typeface="맑은 고딕"/>
              </a:rPr>
              <a:t>조제분유지원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8F03056-EF72-3A3A-D9F8-5A57943E852C}"/>
              </a:ext>
            </a:extLst>
          </p:cNvPr>
          <p:cNvSpPr txBox="1"/>
          <p:nvPr/>
        </p:nvSpPr>
        <p:spPr>
          <a:xfrm>
            <a:off x="7592632" y="5073610"/>
            <a:ext cx="811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b="1" dirty="0">
                <a:latin typeface="맑은 고딕"/>
                <a:ea typeface="맑은 고딕"/>
              </a:rPr>
              <a:t>-50,000</a:t>
            </a:r>
            <a:r>
              <a:rPr lang="ko-KR" altLang="en-US" sz="1000" b="1" dirty="0">
                <a:latin typeface="맑은 고딕"/>
                <a:ea typeface="맑은 고딕"/>
              </a:rPr>
              <a:t>원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777EFC6-EDA5-F4FB-D7AC-FBA09D3BCE7B}"/>
              </a:ext>
            </a:extLst>
          </p:cNvPr>
          <p:cNvSpPr txBox="1"/>
          <p:nvPr/>
        </p:nvSpPr>
        <p:spPr>
          <a:xfrm>
            <a:off x="2773451" y="5436493"/>
            <a:ext cx="3870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맑은 고딕"/>
                <a:ea typeface="맑은 고딕"/>
              </a:rPr>
              <a:t>[</a:t>
            </a:r>
            <a:r>
              <a:rPr lang="ko-KR" altLang="en-US" sz="800" b="1" dirty="0" err="1">
                <a:latin typeface="맑은 고딕"/>
                <a:ea typeface="맑은 고딕"/>
              </a:rPr>
              <a:t>썸머러버</a:t>
            </a:r>
            <a:r>
              <a:rPr lang="en-US" altLang="ko-KR" sz="800" b="1" dirty="0">
                <a:latin typeface="맑은 고딕"/>
                <a:ea typeface="맑은 고딕"/>
              </a:rPr>
              <a:t>]</a:t>
            </a:r>
            <a:r>
              <a:rPr lang="ko-KR" altLang="en-US" sz="800" b="1" dirty="0" err="1">
                <a:latin typeface="맑은 고딕"/>
                <a:ea typeface="맑은 고딕"/>
              </a:rPr>
              <a:t>하기스</a:t>
            </a:r>
            <a:r>
              <a:rPr lang="ko-KR" altLang="en-US" sz="800" b="1" dirty="0">
                <a:latin typeface="맑은 고딕"/>
                <a:ea typeface="맑은 고딕"/>
              </a:rPr>
              <a:t> </a:t>
            </a:r>
            <a:r>
              <a:rPr lang="ko-KR" altLang="en-US" sz="800" b="1" dirty="0" err="1">
                <a:latin typeface="맑은 고딕"/>
                <a:ea typeface="맑은 고딕"/>
              </a:rPr>
              <a:t>맥스드라이</a:t>
            </a:r>
            <a:r>
              <a:rPr lang="ko-KR" altLang="en-US" sz="800" b="1" dirty="0">
                <a:latin typeface="맑은 고딕"/>
                <a:ea typeface="맑은 고딕"/>
              </a:rPr>
              <a:t> 에어 밴드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팬티형 통기성 기저귀 </a:t>
            </a:r>
            <a:r>
              <a:rPr lang="en-US" altLang="ko-KR" sz="800" b="1" dirty="0">
                <a:latin typeface="맑은 고딕"/>
                <a:ea typeface="맑은 고딕"/>
              </a:rPr>
              <a:t>[3</a:t>
            </a:r>
            <a:r>
              <a:rPr lang="ko-KR" altLang="en-US" sz="800" b="1" dirty="0">
                <a:latin typeface="맑은 고딕"/>
                <a:ea typeface="맑은 고딕"/>
              </a:rPr>
              <a:t>박스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중형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사</a:t>
            </a:r>
            <a:r>
              <a:rPr lang="en-US" altLang="ko-KR" sz="800" b="1" dirty="0">
                <a:latin typeface="맑은 고딕"/>
                <a:ea typeface="맑은 고딕"/>
              </a:rPr>
              <a:t>…</a:t>
            </a:r>
            <a:endParaRPr lang="ko-KR" altLang="en-US" sz="800" b="1" dirty="0">
              <a:latin typeface="맑은 고딕"/>
              <a:ea typeface="맑은 고딕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5CFA60A-9852-4A8D-28BA-DA32A9B40876}"/>
              </a:ext>
            </a:extLst>
          </p:cNvPr>
          <p:cNvSpPr txBox="1"/>
          <p:nvPr/>
        </p:nvSpPr>
        <p:spPr>
          <a:xfrm>
            <a:off x="2773451" y="5597325"/>
            <a:ext cx="159416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18:55 | </a:t>
            </a:r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첫만남 이용권 </a:t>
            </a:r>
            <a:r>
              <a:rPr lang="ko-KR" altLang="en-US" sz="700" b="1" dirty="0">
                <a:solidFill>
                  <a:srgbClr val="FF0000"/>
                </a:solidFill>
                <a:latin typeface="맑은 고딕"/>
                <a:ea typeface="맑은 고딕"/>
              </a:rPr>
              <a:t>결제취소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2EF82CA-090B-44EC-95C1-4A62E4073393}"/>
              </a:ext>
            </a:extLst>
          </p:cNvPr>
          <p:cNvSpPr txBox="1"/>
          <p:nvPr/>
        </p:nvSpPr>
        <p:spPr>
          <a:xfrm>
            <a:off x="7592632" y="5436612"/>
            <a:ext cx="811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E8623F"/>
                </a:solidFill>
                <a:latin typeface="맑은 고딕"/>
                <a:ea typeface="맑은 고딕"/>
              </a:rPr>
              <a:t>+30,000</a:t>
            </a:r>
            <a:r>
              <a:rPr lang="ko-KR" altLang="en-US" sz="1000" b="1" dirty="0">
                <a:solidFill>
                  <a:srgbClr val="E8623F"/>
                </a:solidFill>
                <a:latin typeface="맑은 고딕"/>
                <a:ea typeface="맑은 고딕"/>
              </a:rPr>
              <a:t>원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0BAAE34-7D58-E0C8-37C0-F79A013259FD}"/>
              </a:ext>
            </a:extLst>
          </p:cNvPr>
          <p:cNvSpPr txBox="1"/>
          <p:nvPr/>
        </p:nvSpPr>
        <p:spPr>
          <a:xfrm>
            <a:off x="2431327" y="5940549"/>
            <a:ext cx="44811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/>
                <a:ea typeface="맑은 고딕"/>
              </a:rPr>
              <a:t>7/3</a:t>
            </a:r>
            <a:endParaRPr lang="ko-KR" altLang="en-US" sz="700" dirty="0">
              <a:latin typeface="맑은 고딕"/>
              <a:ea typeface="맑은 고딕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A355D01-1630-8324-9410-9A09FD34B984}"/>
              </a:ext>
            </a:extLst>
          </p:cNvPr>
          <p:cNvSpPr txBox="1"/>
          <p:nvPr/>
        </p:nvSpPr>
        <p:spPr>
          <a:xfrm>
            <a:off x="2773451" y="5940549"/>
            <a:ext cx="3870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맑은 고딕"/>
                <a:ea typeface="맑은 고딕"/>
              </a:rPr>
              <a:t>[</a:t>
            </a:r>
            <a:r>
              <a:rPr lang="ko-KR" altLang="en-US" sz="800" b="1" dirty="0" err="1">
                <a:latin typeface="맑은 고딕"/>
                <a:ea typeface="맑은 고딕"/>
              </a:rPr>
              <a:t>썸머러버</a:t>
            </a:r>
            <a:r>
              <a:rPr lang="en-US" altLang="ko-KR" sz="800" b="1" dirty="0">
                <a:latin typeface="맑은 고딕"/>
                <a:ea typeface="맑은 고딕"/>
              </a:rPr>
              <a:t>]</a:t>
            </a:r>
            <a:r>
              <a:rPr lang="ko-KR" altLang="en-US" sz="800" b="1" dirty="0" err="1">
                <a:latin typeface="맑은 고딕"/>
                <a:ea typeface="맑은 고딕"/>
              </a:rPr>
              <a:t>하기스</a:t>
            </a:r>
            <a:r>
              <a:rPr lang="ko-KR" altLang="en-US" sz="800" b="1" dirty="0">
                <a:latin typeface="맑은 고딕"/>
                <a:ea typeface="맑은 고딕"/>
              </a:rPr>
              <a:t> </a:t>
            </a:r>
            <a:r>
              <a:rPr lang="ko-KR" altLang="en-US" sz="800" b="1" dirty="0" err="1">
                <a:latin typeface="맑은 고딕"/>
                <a:ea typeface="맑은 고딕"/>
              </a:rPr>
              <a:t>맥스드라이</a:t>
            </a:r>
            <a:r>
              <a:rPr lang="ko-KR" altLang="en-US" sz="800" b="1" dirty="0">
                <a:latin typeface="맑은 고딕"/>
                <a:ea typeface="맑은 고딕"/>
              </a:rPr>
              <a:t> 에어 밴드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팬티형 통기성 기저귀 </a:t>
            </a:r>
            <a:r>
              <a:rPr lang="en-US" altLang="ko-KR" sz="800" b="1" dirty="0">
                <a:latin typeface="맑은 고딕"/>
                <a:ea typeface="맑은 고딕"/>
              </a:rPr>
              <a:t>[3</a:t>
            </a:r>
            <a:r>
              <a:rPr lang="ko-KR" altLang="en-US" sz="800" b="1" dirty="0">
                <a:latin typeface="맑은 고딕"/>
                <a:ea typeface="맑은 고딕"/>
              </a:rPr>
              <a:t>박스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중형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사</a:t>
            </a:r>
            <a:r>
              <a:rPr lang="en-US" altLang="ko-KR" sz="800" b="1" dirty="0">
                <a:latin typeface="맑은 고딕"/>
                <a:ea typeface="맑은 고딕"/>
              </a:rPr>
              <a:t>…</a:t>
            </a:r>
            <a:endParaRPr lang="ko-KR" altLang="en-US" sz="800" b="1" dirty="0">
              <a:latin typeface="맑은 고딕"/>
              <a:ea typeface="맑은 고딕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7F32AC9-0EC5-A067-B57F-935E396EB442}"/>
              </a:ext>
            </a:extLst>
          </p:cNvPr>
          <p:cNvSpPr txBox="1"/>
          <p:nvPr/>
        </p:nvSpPr>
        <p:spPr>
          <a:xfrm>
            <a:off x="2773452" y="6101381"/>
            <a:ext cx="134416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14:20 | </a:t>
            </a:r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첫만남 이용권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040A5BD-C5D7-19A6-5CAA-E585EA9E6576}"/>
              </a:ext>
            </a:extLst>
          </p:cNvPr>
          <p:cNvSpPr txBox="1"/>
          <p:nvPr/>
        </p:nvSpPr>
        <p:spPr>
          <a:xfrm>
            <a:off x="7592632" y="5940668"/>
            <a:ext cx="811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b="1" dirty="0">
                <a:latin typeface="맑은 고딕"/>
                <a:ea typeface="맑은 고딕"/>
              </a:rPr>
              <a:t>-30,000</a:t>
            </a:r>
            <a:r>
              <a:rPr lang="ko-KR" altLang="en-US" sz="1000" b="1" dirty="0">
                <a:latin typeface="맑은 고딕"/>
                <a:ea typeface="맑은 고딕"/>
              </a:rPr>
              <a:t>원</a:t>
            </a:r>
          </a:p>
        </p:txBody>
      </p:sp>
    </p:spTree>
    <p:extLst>
      <p:ext uri="{BB962C8B-B14F-4D97-AF65-F5344CB8AC3E}">
        <p14:creationId xmlns:p14="http://schemas.microsoft.com/office/powerpoint/2010/main" val="2783957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2B13E-EB55-2DC3-BC1B-31BD71B2F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76">
            <a:extLst>
              <a:ext uri="{FF2B5EF4-FFF2-40B4-BE49-F238E27FC236}">
                <a16:creationId xmlns:a16="http://schemas.microsoft.com/office/drawing/2014/main" id="{9D15F80A-6A42-957D-4691-94A0DAE79018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2026.08.06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67786CA-356A-8428-5F8B-5CE7A5724662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7B764D9-CBDA-C64E-6B10-B7483E56CA1B}"/>
              </a:ext>
            </a:extLst>
          </p:cNvPr>
          <p:cNvSpPr txBox="1"/>
          <p:nvPr/>
        </p:nvSpPr>
        <p:spPr>
          <a:xfrm>
            <a:off x="305067" y="1181007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바우처 정보</a:t>
            </a: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29241141-CDEA-F0EC-CF36-2F99BC944385}"/>
              </a:ext>
            </a:extLst>
          </p:cNvPr>
          <p:cNvGrpSpPr/>
          <p:nvPr/>
        </p:nvGrpSpPr>
        <p:grpSpPr>
          <a:xfrm>
            <a:off x="379459" y="1836093"/>
            <a:ext cx="1497616" cy="1656184"/>
            <a:chOff x="379459" y="1836093"/>
            <a:chExt cx="1497616" cy="1656184"/>
          </a:xfrm>
        </p:grpSpPr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B9E98FF1-B845-66B9-C1BA-73134F1820E9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18A3DDC-360F-FAA2-30B8-72EC61221D0E}"/>
                </a:ext>
              </a:extLst>
            </p:cNvPr>
            <p:cNvSpPr txBox="1"/>
            <p:nvPr/>
          </p:nvSpPr>
          <p:spPr>
            <a:xfrm>
              <a:off x="453350" y="1925378"/>
              <a:ext cx="889987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회원정보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회원정보변경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내 바우처 정보</a:t>
              </a: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마일리지 내역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전환</a:t>
              </a:r>
            </a:p>
          </p:txBody>
        </p:sp>
      </p:grp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0C8BCD1C-2055-BB11-6471-5CCD798AC1B5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F46305E3-ADD0-A39D-6E3C-4C3D534367B1}"/>
              </a:ext>
            </a:extLst>
          </p:cNvPr>
          <p:cNvGraphicFramePr>
            <a:graphicFrameLocks noGrp="1"/>
          </p:cNvGraphicFramePr>
          <p:nvPr/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BAAC0BE-3D56-E37F-8ABD-298B01BDEDF2}"/>
              </a:ext>
            </a:extLst>
          </p:cNvPr>
          <p:cNvSpPr txBox="1"/>
          <p:nvPr/>
        </p:nvSpPr>
        <p:spPr>
          <a:xfrm>
            <a:off x="2399498" y="1836093"/>
            <a:ext cx="16120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맑은 고딕"/>
                <a:ea typeface="맑은 고딕"/>
              </a:rPr>
              <a:t>김행복님의 보유 바우처</a:t>
            </a:r>
            <a:endParaRPr lang="ko-KR" altLang="en-US" sz="9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D84753-941D-F52F-029C-4C4A89377110}"/>
              </a:ext>
            </a:extLst>
          </p:cNvPr>
          <p:cNvSpPr txBox="1"/>
          <p:nvPr/>
        </p:nvSpPr>
        <p:spPr>
          <a:xfrm>
            <a:off x="5290931" y="1810375"/>
            <a:ext cx="319621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700" dirty="0">
                <a:latin typeface="맑은 고딕"/>
                <a:ea typeface="맑은 고딕"/>
              </a:rPr>
              <a:t>(2026.7.21 12:08 </a:t>
            </a:r>
            <a:r>
              <a:rPr lang="ko-KR" altLang="en-US" sz="700" dirty="0">
                <a:latin typeface="맑은 고딕"/>
                <a:ea typeface="맑은 고딕"/>
              </a:rPr>
              <a:t>기준</a:t>
            </a:r>
            <a:r>
              <a:rPr lang="en-US" altLang="ko-KR" sz="700" dirty="0">
                <a:latin typeface="맑은 고딕"/>
                <a:ea typeface="맑은 고딕"/>
              </a:rPr>
              <a:t>)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F70AAFB-4477-B274-DF63-581C85D8E33C}"/>
              </a:ext>
            </a:extLst>
          </p:cNvPr>
          <p:cNvGrpSpPr/>
          <p:nvPr/>
        </p:nvGrpSpPr>
        <p:grpSpPr>
          <a:xfrm>
            <a:off x="2500565" y="2325707"/>
            <a:ext cx="5996628" cy="947500"/>
            <a:chOff x="168443" y="1792727"/>
            <a:chExt cx="5996628" cy="94750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17398E3-8EEB-51F6-EDC8-D25097F9F8D5}"/>
                </a:ext>
              </a:extLst>
            </p:cNvPr>
            <p:cNvSpPr/>
            <p:nvPr/>
          </p:nvSpPr>
          <p:spPr>
            <a:xfrm>
              <a:off x="168443" y="1792727"/>
              <a:ext cx="5996628" cy="9475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7D2359A-F731-2C6A-2DB0-0B99B19029EE}"/>
                </a:ext>
              </a:extLst>
            </p:cNvPr>
            <p:cNvSpPr txBox="1"/>
            <p:nvPr/>
          </p:nvSpPr>
          <p:spPr>
            <a:xfrm>
              <a:off x="277289" y="1885223"/>
              <a:ext cx="13089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기저귀</a:t>
              </a:r>
              <a:r>
                <a:rPr lang="en-US" altLang="ko-KR" sz="800" b="1" dirty="0">
                  <a:latin typeface="맑은 고딕"/>
                  <a:ea typeface="맑은 고딕"/>
                </a:rPr>
                <a:t>/</a:t>
              </a:r>
              <a:r>
                <a:rPr lang="ko-KR" altLang="en-US" sz="800" b="1" dirty="0" err="1">
                  <a:latin typeface="맑은 고딕"/>
                  <a:ea typeface="맑은 고딕"/>
                </a:rPr>
                <a:t>조제분유지원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3246C560-72A6-E69C-0D42-C16D17E92DA1}"/>
                </a:ext>
              </a:extLst>
            </p:cNvPr>
            <p:cNvSpPr/>
            <p:nvPr/>
          </p:nvSpPr>
          <p:spPr>
            <a:xfrm>
              <a:off x="1426378" y="1900104"/>
              <a:ext cx="413681" cy="1701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ysClr val="windowText" lastClr="000000"/>
                  </a:solidFill>
                  <a:ea typeface="맑은 고딕"/>
                </a:rPr>
                <a:t>카드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E2720DE-99E0-510F-C1AA-3B6F84DA980E}"/>
                </a:ext>
              </a:extLst>
            </p:cNvPr>
            <p:cNvSpPr txBox="1"/>
            <p:nvPr/>
          </p:nvSpPr>
          <p:spPr>
            <a:xfrm>
              <a:off x="296207" y="2504713"/>
              <a:ext cx="116489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등록일</a:t>
              </a:r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: 2026-07-01</a:t>
              </a:r>
              <a:endParaRPr lang="ko-KR" altLang="en-US" sz="7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1422B1F-D1F6-E80F-31D8-A7B35D80AD6E}"/>
                </a:ext>
              </a:extLst>
            </p:cNvPr>
            <p:cNvSpPr txBox="1"/>
            <p:nvPr/>
          </p:nvSpPr>
          <p:spPr>
            <a:xfrm>
              <a:off x="287867" y="2133689"/>
              <a:ext cx="11648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맑은 고딕"/>
                  <a:ea typeface="맑은 고딕"/>
                </a:rPr>
                <a:t>잔액</a:t>
              </a:r>
              <a:r>
                <a:rPr lang="ko-KR" altLang="en-US" sz="1000" b="1" dirty="0">
                  <a:latin typeface="맑은 고딕"/>
                  <a:ea typeface="맑은 고딕"/>
                </a:rPr>
                <a:t> </a:t>
              </a:r>
              <a:r>
                <a:rPr lang="en-US" altLang="ko-KR" sz="1000" b="1" dirty="0">
                  <a:solidFill>
                    <a:srgbClr val="E8623F"/>
                  </a:solidFill>
                  <a:latin typeface="맑은 고딕"/>
                  <a:ea typeface="맑은 고딕"/>
                </a:rPr>
                <a:t>500,000</a:t>
              </a:r>
              <a:r>
                <a:rPr lang="ko-KR" altLang="en-US" sz="1000" b="1" dirty="0">
                  <a:solidFill>
                    <a:srgbClr val="E8623F"/>
                  </a:solidFill>
                  <a:latin typeface="맑은 고딕"/>
                  <a:ea typeface="맑은 고딕"/>
                </a:rPr>
                <a:t>원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53300DB6-CA48-C1A2-6980-6940350B75AB}"/>
                </a:ext>
              </a:extLst>
            </p:cNvPr>
            <p:cNvSpPr/>
            <p:nvPr/>
          </p:nvSpPr>
          <p:spPr>
            <a:xfrm>
              <a:off x="5805031" y="1834242"/>
              <a:ext cx="266671" cy="28988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r"/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16BCC07-0B6A-A4DD-36C5-7B1C3DE72A6D}"/>
                </a:ext>
              </a:extLst>
            </p:cNvPr>
            <p:cNvSpPr txBox="1"/>
            <p:nvPr/>
          </p:nvSpPr>
          <p:spPr>
            <a:xfrm>
              <a:off x="576313" y="2318384"/>
              <a:ext cx="27628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: 0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원 기저귀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: 500,000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원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)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63258CE1-FD21-786F-C214-2BC87D112EB7}"/>
              </a:ext>
            </a:extLst>
          </p:cNvPr>
          <p:cNvGrpSpPr/>
          <p:nvPr/>
        </p:nvGrpSpPr>
        <p:grpSpPr>
          <a:xfrm>
            <a:off x="2500565" y="3345216"/>
            <a:ext cx="5996628" cy="419436"/>
            <a:chOff x="168443" y="1792728"/>
            <a:chExt cx="5996628" cy="419436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5E32B67B-3B86-D138-9842-18692E840BA8}"/>
                </a:ext>
              </a:extLst>
            </p:cNvPr>
            <p:cNvSpPr/>
            <p:nvPr/>
          </p:nvSpPr>
          <p:spPr>
            <a:xfrm>
              <a:off x="168443" y="1792728"/>
              <a:ext cx="5996628" cy="4194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C3C75C5-EBAD-EFB2-3791-D3FC75480EBD}"/>
                </a:ext>
              </a:extLst>
            </p:cNvPr>
            <p:cNvSpPr txBox="1"/>
            <p:nvPr/>
          </p:nvSpPr>
          <p:spPr>
            <a:xfrm>
              <a:off x="277289" y="1885223"/>
              <a:ext cx="13089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첫만남이용권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415CC125-92E2-55D2-6F09-68CBF458AEA5}"/>
                </a:ext>
              </a:extLst>
            </p:cNvPr>
            <p:cNvSpPr/>
            <p:nvPr/>
          </p:nvSpPr>
          <p:spPr>
            <a:xfrm>
              <a:off x="1050925" y="1900104"/>
              <a:ext cx="413681" cy="1701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ysClr val="windowText" lastClr="000000"/>
                  </a:solidFill>
                  <a:ea typeface="맑은 고딕"/>
                </a:rPr>
                <a:t>카드</a:t>
              </a: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6B86C193-AF7E-E114-2B02-CC0F747A048C}"/>
                </a:ext>
              </a:extLst>
            </p:cNvPr>
            <p:cNvSpPr/>
            <p:nvPr/>
          </p:nvSpPr>
          <p:spPr>
            <a:xfrm>
              <a:off x="5805031" y="1850272"/>
              <a:ext cx="266671" cy="28988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r"/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A4BE7D3D-2497-C144-6B31-99776A13C046}"/>
              </a:ext>
            </a:extLst>
          </p:cNvPr>
          <p:cNvSpPr txBox="1"/>
          <p:nvPr/>
        </p:nvSpPr>
        <p:spPr>
          <a:xfrm>
            <a:off x="2395535" y="4550781"/>
            <a:ext cx="16120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맑은 고딕"/>
                <a:ea typeface="맑은 고딕"/>
              </a:rPr>
              <a:t>바우처 사용 내역</a:t>
            </a:r>
            <a:endParaRPr lang="ko-KR" altLang="en-US" sz="9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58" name="Rounded Rectangle 35">
            <a:extLst>
              <a:ext uri="{FF2B5EF4-FFF2-40B4-BE49-F238E27FC236}">
                <a16:creationId xmlns:a16="http://schemas.microsoft.com/office/drawing/2014/main" id="{23E0120F-EC7A-0494-7797-1E35225CF75D}"/>
              </a:ext>
            </a:extLst>
          </p:cNvPr>
          <p:cNvSpPr/>
          <p:nvPr/>
        </p:nvSpPr>
        <p:spPr>
          <a:xfrm>
            <a:off x="4377059" y="3994373"/>
            <a:ext cx="2686082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바우처 자격 조회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C3BD97F-270C-13D0-AACD-CB7FB17C2105}"/>
              </a:ext>
            </a:extLst>
          </p:cNvPr>
          <p:cNvSpPr txBox="1"/>
          <p:nvPr/>
        </p:nvSpPr>
        <p:spPr>
          <a:xfrm>
            <a:off x="2431327" y="4747544"/>
            <a:ext cx="31604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* </a:t>
            </a:r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사용내역은 국민행복몰에서 바우처 금액을 사용한 내역만 제공합니다</a:t>
            </a:r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.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F48DAD1-C7B5-9E5B-8E16-BAB04ABCBE22}"/>
              </a:ext>
            </a:extLst>
          </p:cNvPr>
          <p:cNvSpPr txBox="1"/>
          <p:nvPr/>
        </p:nvSpPr>
        <p:spPr>
          <a:xfrm>
            <a:off x="2431327" y="5073491"/>
            <a:ext cx="44811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/>
                <a:ea typeface="맑은 고딕"/>
              </a:rPr>
              <a:t>7/20</a:t>
            </a:r>
            <a:endParaRPr lang="ko-KR" altLang="en-US" sz="700" dirty="0">
              <a:latin typeface="맑은 고딕"/>
              <a:ea typeface="맑은 고딕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0631AEC-DC8D-C815-2CF2-FAAFB59FFC6A}"/>
              </a:ext>
            </a:extLst>
          </p:cNvPr>
          <p:cNvSpPr txBox="1"/>
          <p:nvPr/>
        </p:nvSpPr>
        <p:spPr>
          <a:xfrm>
            <a:off x="2773451" y="5073491"/>
            <a:ext cx="3870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맑은 고딕"/>
                <a:ea typeface="맑은 고딕"/>
              </a:rPr>
              <a:t>[</a:t>
            </a:r>
            <a:r>
              <a:rPr lang="ko-KR" altLang="en-US" sz="800" b="1" dirty="0" err="1">
                <a:latin typeface="맑은 고딕"/>
                <a:ea typeface="맑은 고딕"/>
              </a:rPr>
              <a:t>썸머러버</a:t>
            </a:r>
            <a:r>
              <a:rPr lang="en-US" altLang="ko-KR" sz="800" b="1" dirty="0">
                <a:latin typeface="맑은 고딕"/>
                <a:ea typeface="맑은 고딕"/>
              </a:rPr>
              <a:t>]</a:t>
            </a:r>
            <a:r>
              <a:rPr lang="ko-KR" altLang="en-US" sz="800" b="1" dirty="0" err="1">
                <a:latin typeface="맑은 고딕"/>
                <a:ea typeface="맑은 고딕"/>
              </a:rPr>
              <a:t>하기스</a:t>
            </a:r>
            <a:r>
              <a:rPr lang="ko-KR" altLang="en-US" sz="800" b="1" dirty="0">
                <a:latin typeface="맑은 고딕"/>
                <a:ea typeface="맑은 고딕"/>
              </a:rPr>
              <a:t> </a:t>
            </a:r>
            <a:r>
              <a:rPr lang="ko-KR" altLang="en-US" sz="800" b="1" dirty="0" err="1">
                <a:latin typeface="맑은 고딕"/>
                <a:ea typeface="맑은 고딕"/>
              </a:rPr>
              <a:t>맥스드라이</a:t>
            </a:r>
            <a:r>
              <a:rPr lang="ko-KR" altLang="en-US" sz="800" b="1" dirty="0">
                <a:latin typeface="맑은 고딕"/>
                <a:ea typeface="맑은 고딕"/>
              </a:rPr>
              <a:t> 에어 밴드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팬티형 통기성 기저귀 </a:t>
            </a:r>
            <a:r>
              <a:rPr lang="en-US" altLang="ko-KR" sz="800" b="1" dirty="0">
                <a:latin typeface="맑은 고딕"/>
                <a:ea typeface="맑은 고딕"/>
              </a:rPr>
              <a:t>[3</a:t>
            </a:r>
            <a:r>
              <a:rPr lang="ko-KR" altLang="en-US" sz="800" b="1" dirty="0">
                <a:latin typeface="맑은 고딕"/>
                <a:ea typeface="맑은 고딕"/>
              </a:rPr>
              <a:t>박스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중형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사</a:t>
            </a:r>
            <a:r>
              <a:rPr lang="en-US" altLang="ko-KR" sz="800" b="1" dirty="0">
                <a:latin typeface="맑은 고딕"/>
                <a:ea typeface="맑은 고딕"/>
              </a:rPr>
              <a:t>…</a:t>
            </a:r>
            <a:endParaRPr lang="ko-KR" altLang="en-US" sz="800" b="1" dirty="0">
              <a:latin typeface="맑은 고딕"/>
              <a:ea typeface="맑은 고딕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C4A057F-2E97-5F2E-798C-E4924B174C12}"/>
              </a:ext>
            </a:extLst>
          </p:cNvPr>
          <p:cNvSpPr txBox="1"/>
          <p:nvPr/>
        </p:nvSpPr>
        <p:spPr>
          <a:xfrm>
            <a:off x="2773452" y="5234323"/>
            <a:ext cx="134416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14:20 | </a:t>
            </a:r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기저귀</a:t>
            </a:r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/</a:t>
            </a:r>
            <a:r>
              <a:rPr lang="ko-KR" altLang="en-US" sz="700" dirty="0" err="1">
                <a:solidFill>
                  <a:srgbClr val="8A8A8A"/>
                </a:solidFill>
                <a:latin typeface="맑은 고딕"/>
                <a:ea typeface="맑은 고딕"/>
              </a:rPr>
              <a:t>조제분유지원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2722F04-96A5-1606-CD30-C67FE632284C}"/>
              </a:ext>
            </a:extLst>
          </p:cNvPr>
          <p:cNvSpPr txBox="1"/>
          <p:nvPr/>
        </p:nvSpPr>
        <p:spPr>
          <a:xfrm>
            <a:off x="7592632" y="5073610"/>
            <a:ext cx="811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b="1" dirty="0">
                <a:latin typeface="맑은 고딕"/>
                <a:ea typeface="맑은 고딕"/>
              </a:rPr>
              <a:t>-50,000</a:t>
            </a:r>
            <a:r>
              <a:rPr lang="ko-KR" altLang="en-US" sz="1000" b="1" dirty="0">
                <a:latin typeface="맑은 고딕"/>
                <a:ea typeface="맑은 고딕"/>
              </a:rPr>
              <a:t>원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1D2A1B1-61BC-3C07-C4ED-4535CF4894A9}"/>
              </a:ext>
            </a:extLst>
          </p:cNvPr>
          <p:cNvSpPr txBox="1"/>
          <p:nvPr/>
        </p:nvSpPr>
        <p:spPr>
          <a:xfrm>
            <a:off x="2773451" y="5436493"/>
            <a:ext cx="3870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맑은 고딕"/>
                <a:ea typeface="맑은 고딕"/>
              </a:rPr>
              <a:t>[</a:t>
            </a:r>
            <a:r>
              <a:rPr lang="ko-KR" altLang="en-US" sz="800" b="1" dirty="0" err="1">
                <a:latin typeface="맑은 고딕"/>
                <a:ea typeface="맑은 고딕"/>
              </a:rPr>
              <a:t>썸머러버</a:t>
            </a:r>
            <a:r>
              <a:rPr lang="en-US" altLang="ko-KR" sz="800" b="1" dirty="0">
                <a:latin typeface="맑은 고딕"/>
                <a:ea typeface="맑은 고딕"/>
              </a:rPr>
              <a:t>]</a:t>
            </a:r>
            <a:r>
              <a:rPr lang="ko-KR" altLang="en-US" sz="800" b="1" dirty="0" err="1">
                <a:latin typeface="맑은 고딕"/>
                <a:ea typeface="맑은 고딕"/>
              </a:rPr>
              <a:t>하기스</a:t>
            </a:r>
            <a:r>
              <a:rPr lang="ko-KR" altLang="en-US" sz="800" b="1" dirty="0">
                <a:latin typeface="맑은 고딕"/>
                <a:ea typeface="맑은 고딕"/>
              </a:rPr>
              <a:t> </a:t>
            </a:r>
            <a:r>
              <a:rPr lang="ko-KR" altLang="en-US" sz="800" b="1" dirty="0" err="1">
                <a:latin typeface="맑은 고딕"/>
                <a:ea typeface="맑은 고딕"/>
              </a:rPr>
              <a:t>맥스드라이</a:t>
            </a:r>
            <a:r>
              <a:rPr lang="ko-KR" altLang="en-US" sz="800" b="1" dirty="0">
                <a:latin typeface="맑은 고딕"/>
                <a:ea typeface="맑은 고딕"/>
              </a:rPr>
              <a:t> 에어 밴드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팬티형 통기성 기저귀 </a:t>
            </a:r>
            <a:r>
              <a:rPr lang="en-US" altLang="ko-KR" sz="800" b="1" dirty="0">
                <a:latin typeface="맑은 고딕"/>
                <a:ea typeface="맑은 고딕"/>
              </a:rPr>
              <a:t>[3</a:t>
            </a:r>
            <a:r>
              <a:rPr lang="ko-KR" altLang="en-US" sz="800" b="1" dirty="0">
                <a:latin typeface="맑은 고딕"/>
                <a:ea typeface="맑은 고딕"/>
              </a:rPr>
              <a:t>박스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중형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사</a:t>
            </a:r>
            <a:r>
              <a:rPr lang="en-US" altLang="ko-KR" sz="800" b="1" dirty="0">
                <a:latin typeface="맑은 고딕"/>
                <a:ea typeface="맑은 고딕"/>
              </a:rPr>
              <a:t>…</a:t>
            </a:r>
            <a:endParaRPr lang="ko-KR" altLang="en-US" sz="800" b="1" dirty="0">
              <a:latin typeface="맑은 고딕"/>
              <a:ea typeface="맑은 고딕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97E2F5E-DDD9-5989-808B-10872D35F719}"/>
              </a:ext>
            </a:extLst>
          </p:cNvPr>
          <p:cNvSpPr txBox="1"/>
          <p:nvPr/>
        </p:nvSpPr>
        <p:spPr>
          <a:xfrm>
            <a:off x="2773451" y="5597325"/>
            <a:ext cx="159416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18:55 | </a:t>
            </a:r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첫만남 이용권 </a:t>
            </a:r>
            <a:r>
              <a:rPr lang="ko-KR" altLang="en-US" sz="700" b="1" dirty="0">
                <a:solidFill>
                  <a:srgbClr val="FF0000"/>
                </a:solidFill>
                <a:latin typeface="맑은 고딕"/>
                <a:ea typeface="맑은 고딕"/>
              </a:rPr>
              <a:t>결제취소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F53ED4A-0498-94B8-D19A-BE086EDD56CC}"/>
              </a:ext>
            </a:extLst>
          </p:cNvPr>
          <p:cNvSpPr txBox="1"/>
          <p:nvPr/>
        </p:nvSpPr>
        <p:spPr>
          <a:xfrm>
            <a:off x="7592632" y="5436612"/>
            <a:ext cx="811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E8623F"/>
                </a:solidFill>
                <a:latin typeface="맑은 고딕"/>
                <a:ea typeface="맑은 고딕"/>
              </a:rPr>
              <a:t>+30,000</a:t>
            </a:r>
            <a:r>
              <a:rPr lang="ko-KR" altLang="en-US" sz="1000" b="1" dirty="0">
                <a:solidFill>
                  <a:srgbClr val="E8623F"/>
                </a:solidFill>
                <a:latin typeface="맑은 고딕"/>
                <a:ea typeface="맑은 고딕"/>
              </a:rPr>
              <a:t>원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AC0364E-C310-7879-FC51-E7CE6004A055}"/>
              </a:ext>
            </a:extLst>
          </p:cNvPr>
          <p:cNvSpPr txBox="1"/>
          <p:nvPr/>
        </p:nvSpPr>
        <p:spPr>
          <a:xfrm>
            <a:off x="2431327" y="5940549"/>
            <a:ext cx="44811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/>
                <a:ea typeface="맑은 고딕"/>
              </a:rPr>
              <a:t>7/3</a:t>
            </a:r>
            <a:endParaRPr lang="ko-KR" altLang="en-US" sz="700" dirty="0">
              <a:latin typeface="맑은 고딕"/>
              <a:ea typeface="맑은 고딕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A9771A4-464B-C3B7-8357-E83863453A9D}"/>
              </a:ext>
            </a:extLst>
          </p:cNvPr>
          <p:cNvSpPr txBox="1"/>
          <p:nvPr/>
        </p:nvSpPr>
        <p:spPr>
          <a:xfrm>
            <a:off x="2773451" y="5940549"/>
            <a:ext cx="3870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맑은 고딕"/>
                <a:ea typeface="맑은 고딕"/>
              </a:rPr>
              <a:t>[</a:t>
            </a:r>
            <a:r>
              <a:rPr lang="ko-KR" altLang="en-US" sz="800" b="1" dirty="0" err="1">
                <a:latin typeface="맑은 고딕"/>
                <a:ea typeface="맑은 고딕"/>
              </a:rPr>
              <a:t>썸머러버</a:t>
            </a:r>
            <a:r>
              <a:rPr lang="en-US" altLang="ko-KR" sz="800" b="1" dirty="0">
                <a:latin typeface="맑은 고딕"/>
                <a:ea typeface="맑은 고딕"/>
              </a:rPr>
              <a:t>]</a:t>
            </a:r>
            <a:r>
              <a:rPr lang="ko-KR" altLang="en-US" sz="800" b="1" dirty="0" err="1">
                <a:latin typeface="맑은 고딕"/>
                <a:ea typeface="맑은 고딕"/>
              </a:rPr>
              <a:t>하기스</a:t>
            </a:r>
            <a:r>
              <a:rPr lang="ko-KR" altLang="en-US" sz="800" b="1" dirty="0">
                <a:latin typeface="맑은 고딕"/>
                <a:ea typeface="맑은 고딕"/>
              </a:rPr>
              <a:t> </a:t>
            </a:r>
            <a:r>
              <a:rPr lang="ko-KR" altLang="en-US" sz="800" b="1" dirty="0" err="1">
                <a:latin typeface="맑은 고딕"/>
                <a:ea typeface="맑은 고딕"/>
              </a:rPr>
              <a:t>맥스드라이</a:t>
            </a:r>
            <a:r>
              <a:rPr lang="ko-KR" altLang="en-US" sz="800" b="1" dirty="0">
                <a:latin typeface="맑은 고딕"/>
                <a:ea typeface="맑은 고딕"/>
              </a:rPr>
              <a:t> 에어 밴드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팬티형 통기성 기저귀 </a:t>
            </a:r>
            <a:r>
              <a:rPr lang="en-US" altLang="ko-KR" sz="800" b="1" dirty="0">
                <a:latin typeface="맑은 고딕"/>
                <a:ea typeface="맑은 고딕"/>
              </a:rPr>
              <a:t>[3</a:t>
            </a:r>
            <a:r>
              <a:rPr lang="ko-KR" altLang="en-US" sz="800" b="1" dirty="0">
                <a:latin typeface="맑은 고딕"/>
                <a:ea typeface="맑은 고딕"/>
              </a:rPr>
              <a:t>박스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중형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사</a:t>
            </a:r>
            <a:r>
              <a:rPr lang="en-US" altLang="ko-KR" sz="800" b="1" dirty="0">
                <a:latin typeface="맑은 고딕"/>
                <a:ea typeface="맑은 고딕"/>
              </a:rPr>
              <a:t>…</a:t>
            </a:r>
            <a:endParaRPr lang="ko-KR" altLang="en-US" sz="800" b="1" dirty="0">
              <a:latin typeface="맑은 고딕"/>
              <a:ea typeface="맑은 고딕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038B455-B857-A7AA-B578-B4AE9FA2C8F1}"/>
              </a:ext>
            </a:extLst>
          </p:cNvPr>
          <p:cNvSpPr txBox="1"/>
          <p:nvPr/>
        </p:nvSpPr>
        <p:spPr>
          <a:xfrm>
            <a:off x="2773452" y="6101381"/>
            <a:ext cx="134416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14:20 | </a:t>
            </a:r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첫만남 이용권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C8460C0-DBF3-BAC2-2BC9-1CAA4D45195F}"/>
              </a:ext>
            </a:extLst>
          </p:cNvPr>
          <p:cNvSpPr txBox="1"/>
          <p:nvPr/>
        </p:nvSpPr>
        <p:spPr>
          <a:xfrm>
            <a:off x="7592632" y="5940668"/>
            <a:ext cx="811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b="1" dirty="0">
                <a:latin typeface="맑은 고딕"/>
                <a:ea typeface="맑은 고딕"/>
              </a:rPr>
              <a:t>-30,000</a:t>
            </a:r>
            <a:r>
              <a:rPr lang="ko-KR" altLang="en-US" sz="1000" b="1" dirty="0">
                <a:latin typeface="맑은 고딕"/>
                <a:ea typeface="맑은 고딕"/>
              </a:rPr>
              <a:t>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CC87B90-50FE-0E39-0688-A6011A4346BC}"/>
              </a:ext>
            </a:extLst>
          </p:cNvPr>
          <p:cNvSpPr/>
          <p:nvPr/>
        </p:nvSpPr>
        <p:spPr>
          <a:xfrm>
            <a:off x="69714" y="641839"/>
            <a:ext cx="9983154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028E9F4B-4A11-E56E-1934-D635BB2CF1A8}"/>
              </a:ext>
            </a:extLst>
          </p:cNvPr>
          <p:cNvGrpSpPr/>
          <p:nvPr/>
        </p:nvGrpSpPr>
        <p:grpSpPr>
          <a:xfrm>
            <a:off x="3174144" y="1735362"/>
            <a:ext cx="4098914" cy="3505348"/>
            <a:chOff x="7097580" y="1735362"/>
            <a:chExt cx="4098914" cy="3505348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4690137-00A8-7FAA-6023-30FB697B81EA}"/>
                </a:ext>
              </a:extLst>
            </p:cNvPr>
            <p:cNvSpPr/>
            <p:nvPr/>
          </p:nvSpPr>
          <p:spPr>
            <a:xfrm>
              <a:off x="7097580" y="1735362"/>
              <a:ext cx="4098914" cy="350534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" name="Rounded Rectangle 35">
              <a:extLst>
                <a:ext uri="{FF2B5EF4-FFF2-40B4-BE49-F238E27FC236}">
                  <a16:creationId xmlns:a16="http://schemas.microsoft.com/office/drawing/2014/main" id="{A619DA9A-486B-AF1D-35D3-79DAB93D0FD2}"/>
                </a:ext>
              </a:extLst>
            </p:cNvPr>
            <p:cNvSpPr/>
            <p:nvPr/>
          </p:nvSpPr>
          <p:spPr>
            <a:xfrm>
              <a:off x="8500813" y="4781659"/>
              <a:ext cx="1292447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조회하기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18227F3-B6F3-47A3-BCA1-362D6B9F18BF}"/>
                </a:ext>
              </a:extLst>
            </p:cNvPr>
            <p:cNvSpPr txBox="1"/>
            <p:nvPr/>
          </p:nvSpPr>
          <p:spPr>
            <a:xfrm>
              <a:off x="8170541" y="1959665"/>
              <a:ext cx="2007330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바우처 자격 조회</a:t>
              </a:r>
              <a:endParaRPr lang="en-US" altLang="ko-KR" sz="900" b="1" dirty="0">
                <a:solidFill>
                  <a:srgbClr val="404040"/>
                </a:solidFill>
                <a:ea typeface="맑은 고딕"/>
              </a:endParaRPr>
            </a:p>
          </p:txBody>
        </p: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36FFB2D-CDD4-C19B-7D8D-2ADCFAD9166F}"/>
              </a:ext>
            </a:extLst>
          </p:cNvPr>
          <p:cNvSpPr/>
          <p:nvPr/>
        </p:nvSpPr>
        <p:spPr>
          <a:xfrm>
            <a:off x="7921129" y="58428"/>
            <a:ext cx="120898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ko-KR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CH-U-MY-01-0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3p</a:t>
            </a:r>
            <a:endParaRPr lang="ko-KR" altLang="ko-KR" sz="10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5AD815-E8A5-7C59-9556-85D8DAC9A1DB}"/>
              </a:ext>
            </a:extLst>
          </p:cNvPr>
          <p:cNvSpPr txBox="1"/>
          <p:nvPr/>
        </p:nvSpPr>
        <p:spPr>
          <a:xfrm>
            <a:off x="1307907" y="78285"/>
            <a:ext cx="1422184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fontAlgn="t"/>
            <a:r>
              <a:rPr lang="ko-KR" altLang="en-US" sz="9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바우처 자격 조회 레이어 팝업</a:t>
            </a:r>
            <a:endParaRPr lang="ko-KR" altLang="ko-KR" sz="900" spc="-150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C5DF88-58F5-F17E-9E1A-488B65B832B0}"/>
              </a:ext>
            </a:extLst>
          </p:cNvPr>
          <p:cNvSpPr txBox="1"/>
          <p:nvPr/>
        </p:nvSpPr>
        <p:spPr>
          <a:xfrm>
            <a:off x="1302717" y="330494"/>
            <a:ext cx="21900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바우처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바우처 자격 조회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512A66B-76AD-3A8F-7CC0-FB10751FC8A1}"/>
              </a:ext>
            </a:extLst>
          </p:cNvPr>
          <p:cNvGrpSpPr/>
          <p:nvPr/>
        </p:nvGrpSpPr>
        <p:grpSpPr>
          <a:xfrm>
            <a:off x="6010054" y="3584552"/>
            <a:ext cx="1163792" cy="682720"/>
            <a:chOff x="335142" y="1391178"/>
            <a:chExt cx="1163792" cy="682720"/>
          </a:xfrm>
        </p:grpSpPr>
        <p:sp>
          <p:nvSpPr>
            <p:cNvPr id="29" name="Rounded Rectangle 22">
              <a:extLst>
                <a:ext uri="{FF2B5EF4-FFF2-40B4-BE49-F238E27FC236}">
                  <a16:creationId xmlns:a16="http://schemas.microsoft.com/office/drawing/2014/main" id="{49B5201E-CBBE-D946-70ED-34C9FA46EDED}"/>
                </a:ext>
              </a:extLst>
            </p:cNvPr>
            <p:cNvSpPr/>
            <p:nvPr/>
          </p:nvSpPr>
          <p:spPr>
            <a:xfrm>
              <a:off x="335142" y="1391178"/>
              <a:ext cx="1163792" cy="682720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5F88608-7793-5BE0-9420-0A55A0F7E628}"/>
                </a:ext>
              </a:extLst>
            </p:cNvPr>
            <p:cNvSpPr txBox="1"/>
            <p:nvPr/>
          </p:nvSpPr>
          <p:spPr>
            <a:xfrm>
              <a:off x="1201448" y="1721824"/>
              <a:ext cx="297485" cy="288147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9300-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1" name="Rounded Rectangle 27">
              <a:extLst>
                <a:ext uri="{FF2B5EF4-FFF2-40B4-BE49-F238E27FC236}">
                  <a16:creationId xmlns:a16="http://schemas.microsoft.com/office/drawing/2014/main" id="{78A6FC94-6700-8986-8F1E-AFA33ED94DED}"/>
                </a:ext>
              </a:extLst>
            </p:cNvPr>
            <p:cNvSpPr/>
            <p:nvPr/>
          </p:nvSpPr>
          <p:spPr>
            <a:xfrm>
              <a:off x="1201448" y="1526010"/>
              <a:ext cx="297486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신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71E64EF7-01FD-E677-C2D6-5BFB1D7825E3}"/>
                </a:ext>
              </a:extLst>
            </p:cNvPr>
            <p:cNvSpPr/>
            <p:nvPr/>
          </p:nvSpPr>
          <p:spPr>
            <a:xfrm>
              <a:off x="502640" y="1549897"/>
              <a:ext cx="585772" cy="3285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D500DE76-749B-B89C-1667-D574B31AE2A0}"/>
              </a:ext>
            </a:extLst>
          </p:cNvPr>
          <p:cNvSpPr txBox="1"/>
          <p:nvPr/>
        </p:nvSpPr>
        <p:spPr>
          <a:xfrm>
            <a:off x="4058097" y="2342270"/>
            <a:ext cx="2161564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900" dirty="0"/>
              <a:t>□ </a:t>
            </a:r>
            <a:r>
              <a:rPr lang="ko-KR" altLang="en-US" sz="800" dirty="0"/>
              <a:t>기저귀</a:t>
            </a:r>
            <a:r>
              <a:rPr lang="en-US" altLang="ko-KR" sz="800" dirty="0"/>
              <a:t>/</a:t>
            </a:r>
            <a:r>
              <a:rPr lang="ko-KR" altLang="en-US" sz="800" dirty="0"/>
              <a:t>조제분유 지원 바우처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00D40E-DE6B-B7FD-9413-33635798E345}"/>
              </a:ext>
            </a:extLst>
          </p:cNvPr>
          <p:cNvSpPr txBox="1"/>
          <p:nvPr/>
        </p:nvSpPr>
        <p:spPr>
          <a:xfrm>
            <a:off x="3325261" y="2340149"/>
            <a:ext cx="6014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보유바우처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640AEEA-A528-525F-879A-19B63D63F246}"/>
              </a:ext>
            </a:extLst>
          </p:cNvPr>
          <p:cNvSpPr txBox="1"/>
          <p:nvPr/>
        </p:nvSpPr>
        <p:spPr>
          <a:xfrm>
            <a:off x="4058097" y="2564568"/>
            <a:ext cx="2161564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900" dirty="0"/>
              <a:t>□ </a:t>
            </a:r>
            <a:r>
              <a:rPr lang="ko-KR" altLang="en-US" sz="800" dirty="0"/>
              <a:t>여성청소년 생리대 지원 바우처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5F837A-5FD8-DF28-6581-F7AEE60BCA01}"/>
              </a:ext>
            </a:extLst>
          </p:cNvPr>
          <p:cNvSpPr txBox="1"/>
          <p:nvPr/>
        </p:nvSpPr>
        <p:spPr>
          <a:xfrm>
            <a:off x="4058097" y="2790359"/>
            <a:ext cx="2161564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900" dirty="0"/>
              <a:t>□ </a:t>
            </a:r>
            <a:r>
              <a:rPr lang="ko-KR" altLang="en-US" sz="800" dirty="0"/>
              <a:t>첫만남 바우처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C5D692-E977-72E7-B7BB-1B163A389030}"/>
              </a:ext>
            </a:extLst>
          </p:cNvPr>
          <p:cNvSpPr txBox="1"/>
          <p:nvPr/>
        </p:nvSpPr>
        <p:spPr>
          <a:xfrm>
            <a:off x="3308224" y="3155584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카드 인증</a:t>
            </a:r>
          </a:p>
        </p:txBody>
      </p:sp>
      <p:sp>
        <p:nvSpPr>
          <p:cNvPr id="39" name="Rounded Rectangle 35">
            <a:extLst>
              <a:ext uri="{FF2B5EF4-FFF2-40B4-BE49-F238E27FC236}">
                <a16:creationId xmlns:a16="http://schemas.microsoft.com/office/drawing/2014/main" id="{EAA5F1C6-E3D0-9A76-1CEA-F3E8679CC8E8}"/>
              </a:ext>
            </a:extLst>
          </p:cNvPr>
          <p:cNvSpPr/>
          <p:nvPr/>
        </p:nvSpPr>
        <p:spPr>
          <a:xfrm>
            <a:off x="11115431" y="6048579"/>
            <a:ext cx="1497241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조회하기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D60517C-A0F7-FF7C-CD6E-21F57D16C665}"/>
              </a:ext>
            </a:extLst>
          </p:cNvPr>
          <p:cNvSpPr/>
          <p:nvPr/>
        </p:nvSpPr>
        <p:spPr>
          <a:xfrm>
            <a:off x="4103671" y="3146757"/>
            <a:ext cx="2861647" cy="28988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spc="-150" dirty="0">
                <a:solidFill>
                  <a:schemeClr val="bg1"/>
                </a:solidFill>
              </a:rPr>
              <a:t> 등록된 카드로 조회                                                                                  ▼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11339AA0-72DA-74F0-2C48-3FA2F1269AD2}"/>
              </a:ext>
            </a:extLst>
          </p:cNvPr>
          <p:cNvGrpSpPr/>
          <p:nvPr/>
        </p:nvGrpSpPr>
        <p:grpSpPr>
          <a:xfrm>
            <a:off x="4092255" y="3588762"/>
            <a:ext cx="1857723" cy="682720"/>
            <a:chOff x="335141" y="1391178"/>
            <a:chExt cx="1857723" cy="682720"/>
          </a:xfrm>
        </p:grpSpPr>
        <p:sp>
          <p:nvSpPr>
            <p:cNvPr id="42" name="Rounded Rectangle 22">
              <a:extLst>
                <a:ext uri="{FF2B5EF4-FFF2-40B4-BE49-F238E27FC236}">
                  <a16:creationId xmlns:a16="http://schemas.microsoft.com/office/drawing/2014/main" id="{03611FBB-2824-7A10-183F-B7A8970F7C93}"/>
                </a:ext>
              </a:extLst>
            </p:cNvPr>
            <p:cNvSpPr/>
            <p:nvPr/>
          </p:nvSpPr>
          <p:spPr>
            <a:xfrm>
              <a:off x="335141" y="1391178"/>
              <a:ext cx="1857723" cy="682720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9525">
              <a:solidFill>
                <a:srgbClr val="E862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2A8EDB6-943D-FC10-B7BD-E8C17EB0E8A2}"/>
                </a:ext>
              </a:extLst>
            </p:cNvPr>
            <p:cNvSpPr txBox="1"/>
            <p:nvPr/>
          </p:nvSpPr>
          <p:spPr>
            <a:xfrm>
              <a:off x="1201448" y="1721824"/>
              <a:ext cx="944338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9300-****-****-5637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4" name="Rounded Rectangle 27">
              <a:extLst>
                <a:ext uri="{FF2B5EF4-FFF2-40B4-BE49-F238E27FC236}">
                  <a16:creationId xmlns:a16="http://schemas.microsoft.com/office/drawing/2014/main" id="{8A6A3E85-E7A5-E303-D61D-509B39D40EDC}"/>
                </a:ext>
              </a:extLst>
            </p:cNvPr>
            <p:cNvSpPr/>
            <p:nvPr/>
          </p:nvSpPr>
          <p:spPr>
            <a:xfrm>
              <a:off x="1201447" y="1526010"/>
              <a:ext cx="91821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국민행복카드</a:t>
              </a: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1B261356-3EC6-BAEF-B0EE-1020219FF12E}"/>
                </a:ext>
              </a:extLst>
            </p:cNvPr>
            <p:cNvSpPr/>
            <p:nvPr/>
          </p:nvSpPr>
          <p:spPr>
            <a:xfrm>
              <a:off x="502640" y="1549897"/>
              <a:ext cx="585772" cy="3285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A0FE2BC-BB07-2BC9-BA9A-CDDF19797829}"/>
              </a:ext>
            </a:extLst>
          </p:cNvPr>
          <p:cNvSpPr/>
          <p:nvPr/>
        </p:nvSpPr>
        <p:spPr>
          <a:xfrm>
            <a:off x="6977182" y="3176956"/>
            <a:ext cx="213041" cy="1292871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B5B565C2-F975-B170-70FF-6F86FCE09253}"/>
              </a:ext>
            </a:extLst>
          </p:cNvPr>
          <p:cNvSpPr/>
          <p:nvPr/>
        </p:nvSpPr>
        <p:spPr>
          <a:xfrm>
            <a:off x="4103671" y="4373652"/>
            <a:ext cx="2861647" cy="28988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spc="-150" dirty="0">
                <a:solidFill>
                  <a:schemeClr val="bg1"/>
                </a:solidFill>
              </a:rPr>
              <a:t> 새 카드로 조회                                                                                           ▼</a:t>
            </a:r>
          </a:p>
        </p:txBody>
      </p:sp>
    </p:spTree>
    <p:extLst>
      <p:ext uri="{BB962C8B-B14F-4D97-AF65-F5344CB8AC3E}">
        <p14:creationId xmlns:p14="http://schemas.microsoft.com/office/powerpoint/2010/main" val="1182556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F90B7-8463-F350-0D3B-AED901679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76">
            <a:extLst>
              <a:ext uri="{FF2B5EF4-FFF2-40B4-BE49-F238E27FC236}">
                <a16:creationId xmlns:a16="http://schemas.microsoft.com/office/drawing/2014/main" id="{5CBFD612-A35C-D7BD-5F6F-E5C7E09B47D9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2026.08.06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95A833B-C114-4497-A54F-082DA8EFC4F7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6F21BF8-602F-1728-65A8-10A8405147EB}"/>
              </a:ext>
            </a:extLst>
          </p:cNvPr>
          <p:cNvSpPr txBox="1"/>
          <p:nvPr/>
        </p:nvSpPr>
        <p:spPr>
          <a:xfrm>
            <a:off x="305067" y="1181007"/>
            <a:ext cx="1790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마일리지 내역</a:t>
            </a: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E5328596-578B-9351-F929-7181B42B82B2}"/>
              </a:ext>
            </a:extLst>
          </p:cNvPr>
          <p:cNvGrpSpPr/>
          <p:nvPr/>
        </p:nvGrpSpPr>
        <p:grpSpPr>
          <a:xfrm>
            <a:off x="379459" y="1836093"/>
            <a:ext cx="1497616" cy="1656184"/>
            <a:chOff x="379459" y="1836093"/>
            <a:chExt cx="1497616" cy="1656184"/>
          </a:xfrm>
        </p:grpSpPr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A81622A5-061B-5102-144C-9330247BC45A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2F43E941-64AF-3DB8-838E-99ECB036E320}"/>
                </a:ext>
              </a:extLst>
            </p:cNvPr>
            <p:cNvSpPr txBox="1"/>
            <p:nvPr/>
          </p:nvSpPr>
          <p:spPr>
            <a:xfrm>
              <a:off x="453350" y="1925378"/>
              <a:ext cx="889987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회원정보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회원정보변경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내 바우처 정보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마일리지 내역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전환</a:t>
              </a:r>
            </a:p>
          </p:txBody>
        </p:sp>
      </p:grp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80A61776-58A7-FC31-6F40-D4B5D045C7DA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978C613B-BB23-B178-4E76-580160926DB0}"/>
              </a:ext>
            </a:extLst>
          </p:cNvPr>
          <p:cNvGraphicFramePr>
            <a:graphicFrameLocks noGrp="1"/>
          </p:cNvGraphicFramePr>
          <p:nvPr/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FEEB228-E2A7-C3D0-05F7-E538AA69A067}"/>
              </a:ext>
            </a:extLst>
          </p:cNvPr>
          <p:cNvSpPr txBox="1"/>
          <p:nvPr/>
        </p:nvSpPr>
        <p:spPr>
          <a:xfrm>
            <a:off x="2399498" y="1836093"/>
            <a:ext cx="16120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ea typeface="맑은 고딕"/>
              </a:rPr>
              <a:t>김행복님의 보유 마일리지</a:t>
            </a:r>
            <a:endParaRPr lang="ko-KR" altLang="en-US" sz="9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8FEAF8-630E-4ED3-FC35-856D2ECF8B52}"/>
              </a:ext>
            </a:extLst>
          </p:cNvPr>
          <p:cNvSpPr txBox="1"/>
          <p:nvPr/>
        </p:nvSpPr>
        <p:spPr>
          <a:xfrm>
            <a:off x="5290931" y="1810375"/>
            <a:ext cx="319621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700" dirty="0">
                <a:latin typeface="맑은 고딕"/>
                <a:ea typeface="맑은 고딕"/>
              </a:rPr>
              <a:t>(2026.7.21 12:08 </a:t>
            </a:r>
            <a:r>
              <a:rPr lang="ko-KR" altLang="en-US" sz="700" dirty="0">
                <a:latin typeface="맑은 고딕"/>
                <a:ea typeface="맑은 고딕"/>
              </a:rPr>
              <a:t>기준</a:t>
            </a:r>
            <a:r>
              <a:rPr lang="en-US" altLang="ko-KR" sz="700" dirty="0">
                <a:latin typeface="맑은 고딕"/>
                <a:ea typeface="맑은 고딕"/>
              </a:rPr>
              <a:t>)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6596E23-E3B2-6981-1EBD-203AC2BA5DE9}"/>
              </a:ext>
            </a:extLst>
          </p:cNvPr>
          <p:cNvSpPr txBox="1"/>
          <p:nvPr/>
        </p:nvSpPr>
        <p:spPr>
          <a:xfrm>
            <a:off x="2395535" y="4550781"/>
            <a:ext cx="16120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ea typeface="맑은 고딕"/>
              </a:rPr>
              <a:t>마일리지 적립</a:t>
            </a:r>
            <a:r>
              <a:rPr lang="en-US" altLang="ko-KR" sz="900" b="1" dirty="0">
                <a:ea typeface="맑은 고딕"/>
              </a:rPr>
              <a:t>/</a:t>
            </a:r>
            <a:r>
              <a:rPr lang="ko-KR" altLang="en-US" sz="900" b="1" dirty="0">
                <a:ea typeface="맑은 고딕"/>
              </a:rPr>
              <a:t>사용 내역</a:t>
            </a:r>
            <a:endParaRPr lang="ko-KR" altLang="en-US" sz="9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58" name="Rounded Rectangle 35">
            <a:extLst>
              <a:ext uri="{FF2B5EF4-FFF2-40B4-BE49-F238E27FC236}">
                <a16:creationId xmlns:a16="http://schemas.microsoft.com/office/drawing/2014/main" id="{D1A8F872-CFD5-2DA4-40CF-68D16B15C696}"/>
              </a:ext>
            </a:extLst>
          </p:cNvPr>
          <p:cNvSpPr/>
          <p:nvPr/>
        </p:nvSpPr>
        <p:spPr>
          <a:xfrm>
            <a:off x="6813540" y="2066925"/>
            <a:ext cx="1590284" cy="5358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AiLET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포인트로 전환하기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A573CAA-0C55-11FD-F575-23F05535CE12}"/>
              </a:ext>
            </a:extLst>
          </p:cNvPr>
          <p:cNvSpPr txBox="1"/>
          <p:nvPr/>
        </p:nvSpPr>
        <p:spPr>
          <a:xfrm>
            <a:off x="2431327" y="4886008"/>
            <a:ext cx="44811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/>
                <a:ea typeface="맑은 고딕"/>
              </a:rPr>
              <a:t>7/20</a:t>
            </a:r>
            <a:endParaRPr lang="ko-KR" altLang="en-US" sz="700" dirty="0">
              <a:latin typeface="맑은 고딕"/>
              <a:ea typeface="맑은 고딕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B876572-756A-0016-E11D-689827AA5BA3}"/>
              </a:ext>
            </a:extLst>
          </p:cNvPr>
          <p:cNvSpPr txBox="1"/>
          <p:nvPr/>
        </p:nvSpPr>
        <p:spPr>
          <a:xfrm>
            <a:off x="2773451" y="4886008"/>
            <a:ext cx="3870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ea typeface="맑은 고딕"/>
              </a:rPr>
              <a:t>리뷰 작성 적립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84A30F4-E6EC-A743-7BA0-05BE4CB0F57A}"/>
              </a:ext>
            </a:extLst>
          </p:cNvPr>
          <p:cNvSpPr txBox="1"/>
          <p:nvPr/>
        </p:nvSpPr>
        <p:spPr>
          <a:xfrm>
            <a:off x="2773451" y="5046840"/>
            <a:ext cx="38705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8A8A8A"/>
                </a:solidFill>
                <a:ea typeface="맑은 고딕"/>
              </a:rPr>
              <a:t>14:20 | [</a:t>
            </a:r>
            <a:r>
              <a:rPr lang="ko-KR" altLang="en-US" sz="700" dirty="0" err="1">
                <a:solidFill>
                  <a:srgbClr val="8A8A8A"/>
                </a:solidFill>
                <a:ea typeface="맑은 고딕"/>
              </a:rPr>
              <a:t>썸머러버</a:t>
            </a:r>
            <a:r>
              <a:rPr lang="en-US" altLang="ko-KR" sz="700" dirty="0">
                <a:solidFill>
                  <a:srgbClr val="8A8A8A"/>
                </a:solidFill>
                <a:ea typeface="맑은 고딕"/>
              </a:rPr>
              <a:t>]</a:t>
            </a:r>
            <a:r>
              <a:rPr lang="ko-KR" altLang="en-US" sz="700" dirty="0" err="1">
                <a:solidFill>
                  <a:srgbClr val="8A8A8A"/>
                </a:solidFill>
                <a:ea typeface="맑은 고딕"/>
              </a:rPr>
              <a:t>하기스</a:t>
            </a:r>
            <a:r>
              <a:rPr lang="ko-KR" altLang="en-US" sz="700" dirty="0">
                <a:solidFill>
                  <a:srgbClr val="8A8A8A"/>
                </a:solidFill>
                <a:ea typeface="맑은 고딕"/>
              </a:rPr>
              <a:t> </a:t>
            </a:r>
            <a:r>
              <a:rPr lang="ko-KR" altLang="en-US" sz="700" dirty="0" err="1">
                <a:solidFill>
                  <a:srgbClr val="8A8A8A"/>
                </a:solidFill>
                <a:ea typeface="맑은 고딕"/>
              </a:rPr>
              <a:t>맥스드라이</a:t>
            </a:r>
            <a:r>
              <a:rPr lang="ko-KR" altLang="en-US" sz="700" dirty="0">
                <a:solidFill>
                  <a:srgbClr val="8A8A8A"/>
                </a:solidFill>
                <a:ea typeface="맑은 고딕"/>
              </a:rPr>
              <a:t> 에어 밴드</a:t>
            </a:r>
            <a:r>
              <a:rPr lang="en-US" altLang="ko-KR" sz="700" dirty="0">
                <a:solidFill>
                  <a:srgbClr val="8A8A8A"/>
                </a:solidFill>
                <a:ea typeface="맑은 고딕"/>
              </a:rPr>
              <a:t>/</a:t>
            </a:r>
            <a:r>
              <a:rPr lang="ko-KR" altLang="en-US" sz="700" dirty="0">
                <a:solidFill>
                  <a:srgbClr val="8A8A8A"/>
                </a:solidFill>
                <a:ea typeface="맑은 고딕"/>
              </a:rPr>
              <a:t>팬티형 통기성 기저귀 </a:t>
            </a:r>
            <a:r>
              <a:rPr lang="en-US" altLang="ko-KR" sz="700" dirty="0">
                <a:solidFill>
                  <a:srgbClr val="8A8A8A"/>
                </a:solidFill>
                <a:ea typeface="맑은 고딕"/>
              </a:rPr>
              <a:t>[3</a:t>
            </a:r>
            <a:r>
              <a:rPr lang="ko-KR" altLang="en-US" sz="700" dirty="0">
                <a:solidFill>
                  <a:srgbClr val="8A8A8A"/>
                </a:solidFill>
                <a:ea typeface="맑은 고딕"/>
              </a:rPr>
              <a:t>박스</a:t>
            </a:r>
            <a:r>
              <a:rPr lang="en-US" altLang="ko-KR" sz="700" dirty="0">
                <a:solidFill>
                  <a:srgbClr val="8A8A8A"/>
                </a:solidFill>
                <a:ea typeface="맑은 고딕"/>
              </a:rPr>
              <a:t>/</a:t>
            </a:r>
            <a:r>
              <a:rPr lang="ko-KR" altLang="en-US" sz="700" dirty="0">
                <a:solidFill>
                  <a:srgbClr val="8A8A8A"/>
                </a:solidFill>
                <a:ea typeface="맑은 고딕"/>
              </a:rPr>
              <a:t>중형</a:t>
            </a:r>
            <a:r>
              <a:rPr lang="en-US" altLang="ko-KR" sz="700" dirty="0">
                <a:solidFill>
                  <a:srgbClr val="8A8A8A"/>
                </a:solidFill>
                <a:ea typeface="맑은 고딕"/>
              </a:rPr>
              <a:t>/</a:t>
            </a:r>
            <a:r>
              <a:rPr lang="ko-KR" altLang="en-US" sz="700" dirty="0">
                <a:solidFill>
                  <a:srgbClr val="8A8A8A"/>
                </a:solidFill>
                <a:ea typeface="맑은 고딕"/>
              </a:rPr>
              <a:t>사</a:t>
            </a:r>
            <a:r>
              <a:rPr lang="en-US" altLang="ko-KR" sz="700" dirty="0">
                <a:solidFill>
                  <a:srgbClr val="8A8A8A"/>
                </a:solidFill>
                <a:ea typeface="맑은 고딕"/>
              </a:rPr>
              <a:t>…</a:t>
            </a:r>
          </a:p>
          <a:p>
            <a:r>
              <a:rPr lang="ko-KR" altLang="en-US" sz="700" dirty="0">
                <a:solidFill>
                  <a:srgbClr val="8A8A8A"/>
                </a:solidFill>
                <a:ea typeface="맑은 고딕"/>
              </a:rPr>
              <a:t>유효기간</a:t>
            </a:r>
            <a:r>
              <a:rPr lang="en-US" altLang="ko-KR" sz="700" dirty="0">
                <a:solidFill>
                  <a:srgbClr val="8A8A8A"/>
                </a:solidFill>
                <a:ea typeface="맑은 고딕"/>
              </a:rPr>
              <a:t>: 2027.7.19 </a:t>
            </a:r>
            <a:r>
              <a:rPr lang="ko-KR" altLang="en-US" sz="700" dirty="0">
                <a:solidFill>
                  <a:srgbClr val="8A8A8A"/>
                </a:solidFill>
                <a:ea typeface="맑은 고딕"/>
              </a:rPr>
              <a:t>까지</a:t>
            </a:r>
            <a:endParaRPr lang="en-US" altLang="ko-KR" sz="7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536EF2F-9EF0-9666-0BE0-AA9AD81C1FEA}"/>
              </a:ext>
            </a:extLst>
          </p:cNvPr>
          <p:cNvSpPr txBox="1"/>
          <p:nvPr/>
        </p:nvSpPr>
        <p:spPr>
          <a:xfrm>
            <a:off x="7592632" y="4886127"/>
            <a:ext cx="811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b="1" dirty="0">
                <a:ea typeface="맑은 고딕"/>
              </a:rPr>
              <a:t>+2,000P</a:t>
            </a:r>
            <a:endParaRPr lang="ko-KR" altLang="en-US" sz="1000" b="1" dirty="0">
              <a:ea typeface="맑은 고딕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FA4587C-8488-69E3-CA9E-2CFD4BD4321E}"/>
              </a:ext>
            </a:extLst>
          </p:cNvPr>
          <p:cNvSpPr txBox="1"/>
          <p:nvPr/>
        </p:nvSpPr>
        <p:spPr>
          <a:xfrm>
            <a:off x="2773451" y="5315337"/>
            <a:ext cx="3870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ea typeface="맑은 고딕"/>
              </a:rPr>
              <a:t>AiLET </a:t>
            </a:r>
            <a:r>
              <a:rPr lang="ko-KR" altLang="en-US" sz="800" b="1" dirty="0">
                <a:ea typeface="맑은 고딕"/>
              </a:rPr>
              <a:t>마일리지 전환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3857F6C-70D3-EAC6-742F-AF7BD998E277}"/>
              </a:ext>
            </a:extLst>
          </p:cNvPr>
          <p:cNvSpPr txBox="1"/>
          <p:nvPr/>
        </p:nvSpPr>
        <p:spPr>
          <a:xfrm>
            <a:off x="2773451" y="5476169"/>
            <a:ext cx="159416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8A8A8A"/>
                </a:solidFill>
                <a:ea typeface="맑은 고딕"/>
              </a:rPr>
              <a:t>18:55</a:t>
            </a:r>
            <a:endParaRPr lang="ko-KR" altLang="en-US" sz="700" b="1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26F18F3-C417-FEAB-0A1D-377B430502B0}"/>
              </a:ext>
            </a:extLst>
          </p:cNvPr>
          <p:cNvSpPr txBox="1"/>
          <p:nvPr/>
        </p:nvSpPr>
        <p:spPr>
          <a:xfrm>
            <a:off x="7592632" y="5315456"/>
            <a:ext cx="811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E8623F"/>
                </a:solidFill>
                <a:ea typeface="맑은 고딕"/>
              </a:rPr>
              <a:t>-10,000P</a:t>
            </a:r>
            <a:endParaRPr lang="ko-KR" altLang="en-US" sz="1000" b="1" dirty="0">
              <a:solidFill>
                <a:srgbClr val="E8623F"/>
              </a:solidFill>
              <a:ea typeface="맑은 고딕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6509E12-5143-D91A-6270-C4626E8B20B6}"/>
              </a:ext>
            </a:extLst>
          </p:cNvPr>
          <p:cNvSpPr txBox="1"/>
          <p:nvPr/>
        </p:nvSpPr>
        <p:spPr>
          <a:xfrm>
            <a:off x="2431327" y="5819393"/>
            <a:ext cx="44811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/>
                <a:ea typeface="맑은 고딕"/>
              </a:rPr>
              <a:t>7/3</a:t>
            </a:r>
            <a:endParaRPr lang="ko-KR" altLang="en-US" sz="700" dirty="0">
              <a:latin typeface="맑은 고딕"/>
              <a:ea typeface="맑은 고딕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BD977DC-32FA-5A78-73CB-35D70C6CC699}"/>
              </a:ext>
            </a:extLst>
          </p:cNvPr>
          <p:cNvSpPr txBox="1"/>
          <p:nvPr/>
        </p:nvSpPr>
        <p:spPr>
          <a:xfrm>
            <a:off x="2773451" y="5819393"/>
            <a:ext cx="3870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ea typeface="맑은 고딕"/>
              </a:rPr>
              <a:t>구매 확정 적립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35A47D5-396A-2904-9502-05B0B20D7D14}"/>
              </a:ext>
            </a:extLst>
          </p:cNvPr>
          <p:cNvSpPr txBox="1"/>
          <p:nvPr/>
        </p:nvSpPr>
        <p:spPr>
          <a:xfrm>
            <a:off x="2773452" y="5980225"/>
            <a:ext cx="38705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8A8A8A"/>
                </a:solidFill>
                <a:ea typeface="맑은 고딕"/>
              </a:rPr>
              <a:t>14:20 | [</a:t>
            </a:r>
            <a:r>
              <a:rPr lang="ko-KR" altLang="en-US" sz="700" dirty="0" err="1">
                <a:solidFill>
                  <a:srgbClr val="8A8A8A"/>
                </a:solidFill>
                <a:ea typeface="맑은 고딕"/>
              </a:rPr>
              <a:t>썸머러버</a:t>
            </a:r>
            <a:r>
              <a:rPr lang="en-US" altLang="ko-KR" sz="700" dirty="0">
                <a:solidFill>
                  <a:srgbClr val="8A8A8A"/>
                </a:solidFill>
                <a:ea typeface="맑은 고딕"/>
              </a:rPr>
              <a:t>]</a:t>
            </a:r>
            <a:r>
              <a:rPr lang="ko-KR" altLang="en-US" sz="700" dirty="0" err="1">
                <a:solidFill>
                  <a:srgbClr val="8A8A8A"/>
                </a:solidFill>
                <a:ea typeface="맑은 고딕"/>
              </a:rPr>
              <a:t>하기스</a:t>
            </a:r>
            <a:r>
              <a:rPr lang="ko-KR" altLang="en-US" sz="700" dirty="0">
                <a:solidFill>
                  <a:srgbClr val="8A8A8A"/>
                </a:solidFill>
                <a:ea typeface="맑은 고딕"/>
              </a:rPr>
              <a:t> </a:t>
            </a:r>
            <a:r>
              <a:rPr lang="ko-KR" altLang="en-US" sz="700" dirty="0" err="1">
                <a:solidFill>
                  <a:srgbClr val="8A8A8A"/>
                </a:solidFill>
                <a:ea typeface="맑은 고딕"/>
              </a:rPr>
              <a:t>맥스드라이</a:t>
            </a:r>
            <a:r>
              <a:rPr lang="ko-KR" altLang="en-US" sz="700" dirty="0">
                <a:solidFill>
                  <a:srgbClr val="8A8A8A"/>
                </a:solidFill>
                <a:ea typeface="맑은 고딕"/>
              </a:rPr>
              <a:t> 에어 밴드</a:t>
            </a:r>
            <a:r>
              <a:rPr lang="en-US" altLang="ko-KR" sz="700" dirty="0">
                <a:solidFill>
                  <a:srgbClr val="8A8A8A"/>
                </a:solidFill>
                <a:ea typeface="맑은 고딕"/>
              </a:rPr>
              <a:t>/</a:t>
            </a:r>
            <a:r>
              <a:rPr lang="ko-KR" altLang="en-US" sz="700" dirty="0">
                <a:solidFill>
                  <a:srgbClr val="8A8A8A"/>
                </a:solidFill>
                <a:ea typeface="맑은 고딕"/>
              </a:rPr>
              <a:t>팬티형 통기성 기저귀 </a:t>
            </a:r>
            <a:r>
              <a:rPr lang="en-US" altLang="ko-KR" sz="700" dirty="0">
                <a:solidFill>
                  <a:srgbClr val="8A8A8A"/>
                </a:solidFill>
                <a:ea typeface="맑은 고딕"/>
              </a:rPr>
              <a:t>[3</a:t>
            </a:r>
            <a:r>
              <a:rPr lang="ko-KR" altLang="en-US" sz="700" dirty="0">
                <a:solidFill>
                  <a:srgbClr val="8A8A8A"/>
                </a:solidFill>
                <a:ea typeface="맑은 고딕"/>
              </a:rPr>
              <a:t>박스</a:t>
            </a:r>
            <a:r>
              <a:rPr lang="en-US" altLang="ko-KR" sz="700" dirty="0">
                <a:solidFill>
                  <a:srgbClr val="8A8A8A"/>
                </a:solidFill>
                <a:ea typeface="맑은 고딕"/>
              </a:rPr>
              <a:t>/</a:t>
            </a:r>
            <a:r>
              <a:rPr lang="ko-KR" altLang="en-US" sz="700" dirty="0">
                <a:solidFill>
                  <a:srgbClr val="8A8A8A"/>
                </a:solidFill>
                <a:ea typeface="맑은 고딕"/>
              </a:rPr>
              <a:t>중형</a:t>
            </a:r>
            <a:r>
              <a:rPr lang="en-US" altLang="ko-KR" sz="700" dirty="0">
                <a:solidFill>
                  <a:srgbClr val="8A8A8A"/>
                </a:solidFill>
                <a:ea typeface="맑은 고딕"/>
              </a:rPr>
              <a:t>/</a:t>
            </a:r>
            <a:r>
              <a:rPr lang="ko-KR" altLang="en-US" sz="700" dirty="0">
                <a:solidFill>
                  <a:srgbClr val="8A8A8A"/>
                </a:solidFill>
                <a:ea typeface="맑은 고딕"/>
              </a:rPr>
              <a:t>사</a:t>
            </a:r>
            <a:r>
              <a:rPr lang="en-US" altLang="ko-KR" sz="700" dirty="0">
                <a:solidFill>
                  <a:srgbClr val="8A8A8A"/>
                </a:solidFill>
                <a:ea typeface="맑은 고딕"/>
              </a:rPr>
              <a:t>…</a:t>
            </a:r>
          </a:p>
          <a:p>
            <a:r>
              <a:rPr lang="ko-KR" altLang="en-US" sz="700" dirty="0">
                <a:solidFill>
                  <a:srgbClr val="8A8A8A"/>
                </a:solidFill>
                <a:ea typeface="맑은 고딕"/>
              </a:rPr>
              <a:t>유효기간</a:t>
            </a:r>
            <a:r>
              <a:rPr lang="en-US" altLang="ko-KR" sz="700" dirty="0">
                <a:solidFill>
                  <a:srgbClr val="8A8A8A"/>
                </a:solidFill>
                <a:ea typeface="맑은 고딕"/>
              </a:rPr>
              <a:t>: 2027.7.9 </a:t>
            </a:r>
            <a:r>
              <a:rPr lang="ko-KR" altLang="en-US" sz="700" dirty="0">
                <a:solidFill>
                  <a:srgbClr val="8A8A8A"/>
                </a:solidFill>
                <a:ea typeface="맑은 고딕"/>
              </a:rPr>
              <a:t>까지</a:t>
            </a:r>
            <a:endParaRPr lang="en-US" altLang="ko-KR" sz="7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CC79A5A-0C26-F982-D1E1-B815A2E279A1}"/>
              </a:ext>
            </a:extLst>
          </p:cNvPr>
          <p:cNvSpPr txBox="1"/>
          <p:nvPr/>
        </p:nvSpPr>
        <p:spPr>
          <a:xfrm>
            <a:off x="7592632" y="5819512"/>
            <a:ext cx="811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b="1" dirty="0">
                <a:ea typeface="맑은 고딕"/>
              </a:rPr>
              <a:t>+2,000P</a:t>
            </a:r>
            <a:endParaRPr lang="ko-KR" altLang="en-US" sz="1000" b="1" dirty="0">
              <a:ea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7E438BD-E1A1-D713-B020-F8E4D4C7378B}"/>
              </a:ext>
            </a:extLst>
          </p:cNvPr>
          <p:cNvSpPr/>
          <p:nvPr/>
        </p:nvSpPr>
        <p:spPr>
          <a:xfrm>
            <a:off x="7921129" y="58428"/>
            <a:ext cx="113204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ko-KR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CH-U-MY-01-0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4</a:t>
            </a:r>
            <a:endParaRPr lang="ko-KR" altLang="ko-KR" sz="10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B5BC16-BFE1-EBC2-0780-239D302002E0}"/>
              </a:ext>
            </a:extLst>
          </p:cNvPr>
          <p:cNvSpPr txBox="1"/>
          <p:nvPr/>
        </p:nvSpPr>
        <p:spPr>
          <a:xfrm>
            <a:off x="1307907" y="78285"/>
            <a:ext cx="1215397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fontAlgn="t"/>
            <a:r>
              <a:rPr lang="ko-KR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마일리지 내역/전환 화면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0EC5EB-FF9D-937A-3C8A-61AB68EC87E9}"/>
              </a:ext>
            </a:extLst>
          </p:cNvPr>
          <p:cNvSpPr txBox="1"/>
          <p:nvPr/>
        </p:nvSpPr>
        <p:spPr>
          <a:xfrm>
            <a:off x="1302717" y="330494"/>
            <a:ext cx="14686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마일리지 내역</a:t>
            </a: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247688A3-EDD2-F0CB-2136-A4E6FD276959}"/>
              </a:ext>
            </a:extLst>
          </p:cNvPr>
          <p:cNvGrpSpPr/>
          <p:nvPr/>
        </p:nvGrpSpPr>
        <p:grpSpPr>
          <a:xfrm>
            <a:off x="2490239" y="2723186"/>
            <a:ext cx="5913585" cy="848469"/>
            <a:chOff x="9233091" y="4628284"/>
            <a:chExt cx="2986463" cy="848469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5EAC86DF-470F-348F-C1A3-2A56E7D09C14}"/>
                </a:ext>
              </a:extLst>
            </p:cNvPr>
            <p:cNvSpPr/>
            <p:nvPr/>
          </p:nvSpPr>
          <p:spPr>
            <a:xfrm>
              <a:off x="9233091" y="4628284"/>
              <a:ext cx="2986463" cy="848469"/>
            </a:xfrm>
            <a:prstGeom prst="roundRect">
              <a:avLst>
                <a:gd name="adj" fmla="val 11054"/>
              </a:avLst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C58D307-1FA9-EA49-C5DB-B21A13D03CB3}"/>
                </a:ext>
              </a:extLst>
            </p:cNvPr>
            <p:cNvSpPr txBox="1"/>
            <p:nvPr/>
          </p:nvSpPr>
          <p:spPr>
            <a:xfrm>
              <a:off x="9773709" y="4749614"/>
              <a:ext cx="188545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05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쌓아둔 마일리지로 </a:t>
              </a:r>
              <a:r>
                <a:rPr lang="en-US" altLang="ko-KR" sz="105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AI</a:t>
              </a:r>
              <a:r>
                <a:rPr lang="ko-KR" altLang="en-US" sz="105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를 써보세요</a:t>
              </a:r>
              <a:r>
                <a:rPr lang="en-US" altLang="ko-KR" sz="105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  <a:endParaRPr lang="ko-KR" altLang="en-US" sz="10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5FBA5ED9-58EC-5FBC-4BA1-66F7DDEDD106}"/>
                </a:ext>
              </a:extLst>
            </p:cNvPr>
            <p:cNvSpPr txBox="1"/>
            <p:nvPr/>
          </p:nvSpPr>
          <p:spPr>
            <a:xfrm>
              <a:off x="9520366" y="4984388"/>
              <a:ext cx="244329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ko-KR" sz="800" dirty="0"/>
                <a:t>글쓰기와 자료 정리부터 이미지</a:t>
              </a:r>
              <a:r>
                <a:rPr lang="en-US" altLang="ko-KR" sz="800" dirty="0"/>
                <a:t>, </a:t>
              </a:r>
              <a:r>
                <a:rPr lang="ko-KR" altLang="ko-KR" sz="800" dirty="0"/>
                <a:t>영상 만들기까지</a:t>
              </a:r>
              <a:endParaRPr lang="en-US" altLang="ko-KR" sz="800" dirty="0"/>
            </a:p>
            <a:p>
              <a:pPr algn="ctr"/>
              <a:r>
                <a:rPr lang="ko-KR" altLang="en-US" sz="800" dirty="0"/>
                <a:t>적립한 마일리지로</a:t>
              </a:r>
              <a:r>
                <a:rPr lang="en-US" altLang="ko-KR" sz="800" dirty="0"/>
                <a:t> AiLET</a:t>
              </a:r>
              <a:r>
                <a:rPr lang="ko-KR" altLang="en-US" sz="800" dirty="0"/>
                <a:t>에서 사용해 보세요</a:t>
              </a:r>
              <a:r>
                <a:rPr lang="en-US" altLang="ko-KR" sz="800" dirty="0"/>
                <a:t>.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E436BC3F-2AF3-1EEB-7DFB-9EA34BC4C147}"/>
              </a:ext>
            </a:extLst>
          </p:cNvPr>
          <p:cNvSpPr txBox="1"/>
          <p:nvPr/>
        </p:nvSpPr>
        <p:spPr>
          <a:xfrm>
            <a:off x="2395535" y="2107641"/>
            <a:ext cx="1164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E8623F"/>
                </a:solidFill>
                <a:latin typeface="맑은 고딕"/>
                <a:ea typeface="맑은 고딕"/>
              </a:rPr>
              <a:t>2,000P</a:t>
            </a:r>
            <a:endParaRPr lang="ko-KR" altLang="en-US" sz="1100" b="1" dirty="0">
              <a:solidFill>
                <a:srgbClr val="E8623F"/>
              </a:solidFill>
              <a:latin typeface="맑은 고딕"/>
              <a:ea typeface="맑은 고딕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193578D-1747-EFEE-45D5-BF3D522F08D6}"/>
              </a:ext>
            </a:extLst>
          </p:cNvPr>
          <p:cNvSpPr txBox="1"/>
          <p:nvPr/>
        </p:nvSpPr>
        <p:spPr>
          <a:xfrm>
            <a:off x="2414839" y="2402670"/>
            <a:ext cx="248195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rPr>
              <a:t>소멸예정 포인트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rPr>
              <a:t>(30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rPr>
              <a:t>일 내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rPr>
              <a:t>)              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1,000P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1675510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3E7B0-AE6C-1E86-BA2F-269B91E81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76">
            <a:extLst>
              <a:ext uri="{FF2B5EF4-FFF2-40B4-BE49-F238E27FC236}">
                <a16:creationId xmlns:a16="http://schemas.microsoft.com/office/drawing/2014/main" id="{181616F9-4037-07ED-138E-96DEDCDF4CC8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2026.08.06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41D519C-4491-1E60-653E-2F46A65723D7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1936BFF-53D6-7F43-F535-1F93976FFDA5}"/>
              </a:ext>
            </a:extLst>
          </p:cNvPr>
          <p:cNvSpPr txBox="1"/>
          <p:nvPr/>
        </p:nvSpPr>
        <p:spPr>
          <a:xfrm>
            <a:off x="305067" y="1181007"/>
            <a:ext cx="1790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마일리지 내역</a:t>
            </a: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B7156C99-4944-FB71-0003-B6851D7E5724}"/>
              </a:ext>
            </a:extLst>
          </p:cNvPr>
          <p:cNvGrpSpPr/>
          <p:nvPr/>
        </p:nvGrpSpPr>
        <p:grpSpPr>
          <a:xfrm>
            <a:off x="379459" y="1836093"/>
            <a:ext cx="1497616" cy="1656184"/>
            <a:chOff x="379459" y="1836093"/>
            <a:chExt cx="1497616" cy="1656184"/>
          </a:xfrm>
        </p:grpSpPr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BB3983B4-2851-1BC5-ED99-37C59408A46C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57DBADC-3D2F-7DAA-135B-D7F0E452071F}"/>
                </a:ext>
              </a:extLst>
            </p:cNvPr>
            <p:cNvSpPr txBox="1"/>
            <p:nvPr/>
          </p:nvSpPr>
          <p:spPr>
            <a:xfrm>
              <a:off x="453350" y="1925378"/>
              <a:ext cx="889987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회원정보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회원정보변경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내 바우처 정보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마일리지 내역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전환</a:t>
              </a:r>
            </a:p>
          </p:txBody>
        </p:sp>
      </p:grp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3CAC6193-ED6F-015C-49E9-31CE65A7BEF8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CFBA36D5-EAB3-7162-61BA-47FE9B4C4B5F}"/>
              </a:ext>
            </a:extLst>
          </p:cNvPr>
          <p:cNvGraphicFramePr>
            <a:graphicFrameLocks noGrp="1"/>
          </p:cNvGraphicFramePr>
          <p:nvPr/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FA9C465-5DA4-8382-AA36-A24CAB7E5CB2}"/>
              </a:ext>
            </a:extLst>
          </p:cNvPr>
          <p:cNvSpPr txBox="1"/>
          <p:nvPr/>
        </p:nvSpPr>
        <p:spPr>
          <a:xfrm>
            <a:off x="2399498" y="1836093"/>
            <a:ext cx="16120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ea typeface="맑은 고딕"/>
              </a:rPr>
              <a:t>김행복님의 보유 마일리지</a:t>
            </a:r>
            <a:endParaRPr lang="ko-KR" altLang="en-US" sz="9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0F8689-28A5-C67A-A75D-BA515C9F1396}"/>
              </a:ext>
            </a:extLst>
          </p:cNvPr>
          <p:cNvSpPr txBox="1"/>
          <p:nvPr/>
        </p:nvSpPr>
        <p:spPr>
          <a:xfrm>
            <a:off x="5290931" y="1810375"/>
            <a:ext cx="319621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700" dirty="0">
                <a:latin typeface="맑은 고딕"/>
                <a:ea typeface="맑은 고딕"/>
              </a:rPr>
              <a:t>(2026.7.21 12:08 </a:t>
            </a:r>
            <a:r>
              <a:rPr lang="ko-KR" altLang="en-US" sz="700" dirty="0">
                <a:latin typeface="맑은 고딕"/>
                <a:ea typeface="맑은 고딕"/>
              </a:rPr>
              <a:t>기준</a:t>
            </a:r>
            <a:r>
              <a:rPr lang="en-US" altLang="ko-KR" sz="700" dirty="0">
                <a:latin typeface="맑은 고딕"/>
                <a:ea typeface="맑은 고딕"/>
              </a:rPr>
              <a:t>)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13CCB75-686B-8617-1D1A-8499A43442A7}"/>
              </a:ext>
            </a:extLst>
          </p:cNvPr>
          <p:cNvSpPr txBox="1"/>
          <p:nvPr/>
        </p:nvSpPr>
        <p:spPr>
          <a:xfrm>
            <a:off x="2395535" y="4550781"/>
            <a:ext cx="16120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ea typeface="맑은 고딕"/>
              </a:rPr>
              <a:t>마일리지 적립</a:t>
            </a:r>
            <a:r>
              <a:rPr lang="en-US" altLang="ko-KR" sz="900" b="1" dirty="0">
                <a:ea typeface="맑은 고딕"/>
              </a:rPr>
              <a:t>/</a:t>
            </a:r>
            <a:r>
              <a:rPr lang="ko-KR" altLang="en-US" sz="900" b="1" dirty="0">
                <a:ea typeface="맑은 고딕"/>
              </a:rPr>
              <a:t>사용 내역</a:t>
            </a:r>
            <a:endParaRPr lang="ko-KR" altLang="en-US" sz="9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58" name="Rounded Rectangle 35">
            <a:extLst>
              <a:ext uri="{FF2B5EF4-FFF2-40B4-BE49-F238E27FC236}">
                <a16:creationId xmlns:a16="http://schemas.microsoft.com/office/drawing/2014/main" id="{FF7C6F57-00F9-0F18-7109-8498A730CE59}"/>
              </a:ext>
            </a:extLst>
          </p:cNvPr>
          <p:cNvSpPr/>
          <p:nvPr/>
        </p:nvSpPr>
        <p:spPr>
          <a:xfrm>
            <a:off x="6813540" y="2066925"/>
            <a:ext cx="1590284" cy="5358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AiLET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포인트로 전환하기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0AAB46F-BDDE-7CAA-6B0F-5D89F95CECC8}"/>
              </a:ext>
            </a:extLst>
          </p:cNvPr>
          <p:cNvSpPr txBox="1"/>
          <p:nvPr/>
        </p:nvSpPr>
        <p:spPr>
          <a:xfrm>
            <a:off x="2431327" y="4886008"/>
            <a:ext cx="44811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/>
                <a:ea typeface="맑은 고딕"/>
              </a:rPr>
              <a:t>7/20</a:t>
            </a:r>
            <a:endParaRPr lang="ko-KR" altLang="en-US" sz="700" dirty="0">
              <a:latin typeface="맑은 고딕"/>
              <a:ea typeface="맑은 고딕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8380F77-0FA0-B504-B2F1-DF9BB5693597}"/>
              </a:ext>
            </a:extLst>
          </p:cNvPr>
          <p:cNvSpPr txBox="1"/>
          <p:nvPr/>
        </p:nvSpPr>
        <p:spPr>
          <a:xfrm>
            <a:off x="2773451" y="4886008"/>
            <a:ext cx="3870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ea typeface="맑은 고딕"/>
              </a:rPr>
              <a:t>리뷰 작성 적립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49CA7C8-4DE7-D6C6-C361-5E15B0CE800A}"/>
              </a:ext>
            </a:extLst>
          </p:cNvPr>
          <p:cNvSpPr txBox="1"/>
          <p:nvPr/>
        </p:nvSpPr>
        <p:spPr>
          <a:xfrm>
            <a:off x="2773451" y="5046840"/>
            <a:ext cx="38705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8A8A8A"/>
                </a:solidFill>
                <a:ea typeface="맑은 고딕"/>
              </a:rPr>
              <a:t>14:20 | [</a:t>
            </a:r>
            <a:r>
              <a:rPr lang="ko-KR" altLang="en-US" sz="700" dirty="0" err="1">
                <a:solidFill>
                  <a:srgbClr val="8A8A8A"/>
                </a:solidFill>
                <a:ea typeface="맑은 고딕"/>
              </a:rPr>
              <a:t>썸머러버</a:t>
            </a:r>
            <a:r>
              <a:rPr lang="en-US" altLang="ko-KR" sz="700" dirty="0">
                <a:solidFill>
                  <a:srgbClr val="8A8A8A"/>
                </a:solidFill>
                <a:ea typeface="맑은 고딕"/>
              </a:rPr>
              <a:t>]</a:t>
            </a:r>
            <a:r>
              <a:rPr lang="ko-KR" altLang="en-US" sz="700" dirty="0" err="1">
                <a:solidFill>
                  <a:srgbClr val="8A8A8A"/>
                </a:solidFill>
                <a:ea typeface="맑은 고딕"/>
              </a:rPr>
              <a:t>하기스</a:t>
            </a:r>
            <a:r>
              <a:rPr lang="ko-KR" altLang="en-US" sz="700" dirty="0">
                <a:solidFill>
                  <a:srgbClr val="8A8A8A"/>
                </a:solidFill>
                <a:ea typeface="맑은 고딕"/>
              </a:rPr>
              <a:t> </a:t>
            </a:r>
            <a:r>
              <a:rPr lang="ko-KR" altLang="en-US" sz="700" dirty="0" err="1">
                <a:solidFill>
                  <a:srgbClr val="8A8A8A"/>
                </a:solidFill>
                <a:ea typeface="맑은 고딕"/>
              </a:rPr>
              <a:t>맥스드라이</a:t>
            </a:r>
            <a:r>
              <a:rPr lang="ko-KR" altLang="en-US" sz="700" dirty="0">
                <a:solidFill>
                  <a:srgbClr val="8A8A8A"/>
                </a:solidFill>
                <a:ea typeface="맑은 고딕"/>
              </a:rPr>
              <a:t> 에어 밴드</a:t>
            </a:r>
            <a:r>
              <a:rPr lang="en-US" altLang="ko-KR" sz="700" dirty="0">
                <a:solidFill>
                  <a:srgbClr val="8A8A8A"/>
                </a:solidFill>
                <a:ea typeface="맑은 고딕"/>
              </a:rPr>
              <a:t>/</a:t>
            </a:r>
            <a:r>
              <a:rPr lang="ko-KR" altLang="en-US" sz="700" dirty="0">
                <a:solidFill>
                  <a:srgbClr val="8A8A8A"/>
                </a:solidFill>
                <a:ea typeface="맑은 고딕"/>
              </a:rPr>
              <a:t>팬티형 통기성 기저귀 </a:t>
            </a:r>
            <a:r>
              <a:rPr lang="en-US" altLang="ko-KR" sz="700" dirty="0">
                <a:solidFill>
                  <a:srgbClr val="8A8A8A"/>
                </a:solidFill>
                <a:ea typeface="맑은 고딕"/>
              </a:rPr>
              <a:t>[3</a:t>
            </a:r>
            <a:r>
              <a:rPr lang="ko-KR" altLang="en-US" sz="700" dirty="0">
                <a:solidFill>
                  <a:srgbClr val="8A8A8A"/>
                </a:solidFill>
                <a:ea typeface="맑은 고딕"/>
              </a:rPr>
              <a:t>박스</a:t>
            </a:r>
            <a:r>
              <a:rPr lang="en-US" altLang="ko-KR" sz="700" dirty="0">
                <a:solidFill>
                  <a:srgbClr val="8A8A8A"/>
                </a:solidFill>
                <a:ea typeface="맑은 고딕"/>
              </a:rPr>
              <a:t>/</a:t>
            </a:r>
            <a:r>
              <a:rPr lang="ko-KR" altLang="en-US" sz="700" dirty="0">
                <a:solidFill>
                  <a:srgbClr val="8A8A8A"/>
                </a:solidFill>
                <a:ea typeface="맑은 고딕"/>
              </a:rPr>
              <a:t>중형</a:t>
            </a:r>
            <a:r>
              <a:rPr lang="en-US" altLang="ko-KR" sz="700" dirty="0">
                <a:solidFill>
                  <a:srgbClr val="8A8A8A"/>
                </a:solidFill>
                <a:ea typeface="맑은 고딕"/>
              </a:rPr>
              <a:t>/</a:t>
            </a:r>
            <a:r>
              <a:rPr lang="ko-KR" altLang="en-US" sz="700" dirty="0">
                <a:solidFill>
                  <a:srgbClr val="8A8A8A"/>
                </a:solidFill>
                <a:ea typeface="맑은 고딕"/>
              </a:rPr>
              <a:t>사</a:t>
            </a:r>
            <a:r>
              <a:rPr lang="en-US" altLang="ko-KR" sz="700" dirty="0">
                <a:solidFill>
                  <a:srgbClr val="8A8A8A"/>
                </a:solidFill>
                <a:ea typeface="맑은 고딕"/>
              </a:rPr>
              <a:t>…</a:t>
            </a:r>
          </a:p>
          <a:p>
            <a:r>
              <a:rPr lang="ko-KR" altLang="en-US" sz="700" dirty="0">
                <a:solidFill>
                  <a:srgbClr val="8A8A8A"/>
                </a:solidFill>
                <a:ea typeface="맑은 고딕"/>
              </a:rPr>
              <a:t>유효기간</a:t>
            </a:r>
            <a:r>
              <a:rPr lang="en-US" altLang="ko-KR" sz="700" dirty="0">
                <a:solidFill>
                  <a:srgbClr val="8A8A8A"/>
                </a:solidFill>
                <a:ea typeface="맑은 고딕"/>
              </a:rPr>
              <a:t>: 2027.7.19 </a:t>
            </a:r>
            <a:r>
              <a:rPr lang="ko-KR" altLang="en-US" sz="700" dirty="0">
                <a:solidFill>
                  <a:srgbClr val="8A8A8A"/>
                </a:solidFill>
                <a:ea typeface="맑은 고딕"/>
              </a:rPr>
              <a:t>까지</a:t>
            </a:r>
            <a:endParaRPr lang="en-US" altLang="ko-KR" sz="7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7AB7826-7331-A378-CFD6-D88493541DE3}"/>
              </a:ext>
            </a:extLst>
          </p:cNvPr>
          <p:cNvSpPr txBox="1"/>
          <p:nvPr/>
        </p:nvSpPr>
        <p:spPr>
          <a:xfrm>
            <a:off x="7592632" y="4886127"/>
            <a:ext cx="811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b="1" dirty="0">
                <a:ea typeface="맑은 고딕"/>
              </a:rPr>
              <a:t>+2,000P</a:t>
            </a:r>
            <a:endParaRPr lang="ko-KR" altLang="en-US" sz="1000" b="1" dirty="0">
              <a:ea typeface="맑은 고딕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EADD35B-B058-F271-F2A1-00F58F798BF5}"/>
              </a:ext>
            </a:extLst>
          </p:cNvPr>
          <p:cNvSpPr txBox="1"/>
          <p:nvPr/>
        </p:nvSpPr>
        <p:spPr>
          <a:xfrm>
            <a:off x="2773451" y="5315337"/>
            <a:ext cx="3870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ea typeface="맑은 고딕"/>
              </a:rPr>
              <a:t>AiLET </a:t>
            </a:r>
            <a:r>
              <a:rPr lang="ko-KR" altLang="en-US" sz="800" b="1" dirty="0">
                <a:ea typeface="맑은 고딕"/>
              </a:rPr>
              <a:t>마일리지 전환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EE80D8-1360-5699-CF29-E74E602F3DC6}"/>
              </a:ext>
            </a:extLst>
          </p:cNvPr>
          <p:cNvSpPr txBox="1"/>
          <p:nvPr/>
        </p:nvSpPr>
        <p:spPr>
          <a:xfrm>
            <a:off x="2773451" y="5476169"/>
            <a:ext cx="159416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8A8A8A"/>
                </a:solidFill>
                <a:ea typeface="맑은 고딕"/>
              </a:rPr>
              <a:t>18:55</a:t>
            </a:r>
            <a:endParaRPr lang="ko-KR" altLang="en-US" sz="700" b="1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73BD723-9BAA-C535-37F4-0750C7E2416A}"/>
              </a:ext>
            </a:extLst>
          </p:cNvPr>
          <p:cNvSpPr txBox="1"/>
          <p:nvPr/>
        </p:nvSpPr>
        <p:spPr>
          <a:xfrm>
            <a:off x="7592632" y="5315456"/>
            <a:ext cx="811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E8623F"/>
                </a:solidFill>
                <a:ea typeface="맑은 고딕"/>
              </a:rPr>
              <a:t>-10,000P</a:t>
            </a:r>
            <a:endParaRPr lang="ko-KR" altLang="en-US" sz="1000" b="1" dirty="0">
              <a:solidFill>
                <a:srgbClr val="E8623F"/>
              </a:solidFill>
              <a:ea typeface="맑은 고딕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B4FB026-8AF7-9845-DB58-40482212123E}"/>
              </a:ext>
            </a:extLst>
          </p:cNvPr>
          <p:cNvSpPr txBox="1"/>
          <p:nvPr/>
        </p:nvSpPr>
        <p:spPr>
          <a:xfrm>
            <a:off x="2431327" y="5819393"/>
            <a:ext cx="44811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/>
                <a:ea typeface="맑은 고딕"/>
              </a:rPr>
              <a:t>7/3</a:t>
            </a:r>
            <a:endParaRPr lang="ko-KR" altLang="en-US" sz="700" dirty="0">
              <a:latin typeface="맑은 고딕"/>
              <a:ea typeface="맑은 고딕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B8BE067-CC3A-8F71-FF7D-B26B48561821}"/>
              </a:ext>
            </a:extLst>
          </p:cNvPr>
          <p:cNvSpPr txBox="1"/>
          <p:nvPr/>
        </p:nvSpPr>
        <p:spPr>
          <a:xfrm>
            <a:off x="2773451" y="5819393"/>
            <a:ext cx="3870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ea typeface="맑은 고딕"/>
              </a:rPr>
              <a:t>구매 확정 적립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4A7FA6A-D524-2F8D-1B35-CB5716BFE19A}"/>
              </a:ext>
            </a:extLst>
          </p:cNvPr>
          <p:cNvSpPr txBox="1"/>
          <p:nvPr/>
        </p:nvSpPr>
        <p:spPr>
          <a:xfrm>
            <a:off x="2773452" y="5980225"/>
            <a:ext cx="38705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8A8A8A"/>
                </a:solidFill>
                <a:ea typeface="맑은 고딕"/>
              </a:rPr>
              <a:t>14:20 | [</a:t>
            </a:r>
            <a:r>
              <a:rPr lang="ko-KR" altLang="en-US" sz="700" dirty="0" err="1">
                <a:solidFill>
                  <a:srgbClr val="8A8A8A"/>
                </a:solidFill>
                <a:ea typeface="맑은 고딕"/>
              </a:rPr>
              <a:t>썸머러버</a:t>
            </a:r>
            <a:r>
              <a:rPr lang="en-US" altLang="ko-KR" sz="700" dirty="0">
                <a:solidFill>
                  <a:srgbClr val="8A8A8A"/>
                </a:solidFill>
                <a:ea typeface="맑은 고딕"/>
              </a:rPr>
              <a:t>]</a:t>
            </a:r>
            <a:r>
              <a:rPr lang="ko-KR" altLang="en-US" sz="700" dirty="0" err="1">
                <a:solidFill>
                  <a:srgbClr val="8A8A8A"/>
                </a:solidFill>
                <a:ea typeface="맑은 고딕"/>
              </a:rPr>
              <a:t>하기스</a:t>
            </a:r>
            <a:r>
              <a:rPr lang="ko-KR" altLang="en-US" sz="700" dirty="0">
                <a:solidFill>
                  <a:srgbClr val="8A8A8A"/>
                </a:solidFill>
                <a:ea typeface="맑은 고딕"/>
              </a:rPr>
              <a:t> </a:t>
            </a:r>
            <a:r>
              <a:rPr lang="ko-KR" altLang="en-US" sz="700" dirty="0" err="1">
                <a:solidFill>
                  <a:srgbClr val="8A8A8A"/>
                </a:solidFill>
                <a:ea typeface="맑은 고딕"/>
              </a:rPr>
              <a:t>맥스드라이</a:t>
            </a:r>
            <a:r>
              <a:rPr lang="ko-KR" altLang="en-US" sz="700" dirty="0">
                <a:solidFill>
                  <a:srgbClr val="8A8A8A"/>
                </a:solidFill>
                <a:ea typeface="맑은 고딕"/>
              </a:rPr>
              <a:t> 에어 밴드</a:t>
            </a:r>
            <a:r>
              <a:rPr lang="en-US" altLang="ko-KR" sz="700" dirty="0">
                <a:solidFill>
                  <a:srgbClr val="8A8A8A"/>
                </a:solidFill>
                <a:ea typeface="맑은 고딕"/>
              </a:rPr>
              <a:t>/</a:t>
            </a:r>
            <a:r>
              <a:rPr lang="ko-KR" altLang="en-US" sz="700" dirty="0">
                <a:solidFill>
                  <a:srgbClr val="8A8A8A"/>
                </a:solidFill>
                <a:ea typeface="맑은 고딕"/>
              </a:rPr>
              <a:t>팬티형 통기성 기저귀 </a:t>
            </a:r>
            <a:r>
              <a:rPr lang="en-US" altLang="ko-KR" sz="700" dirty="0">
                <a:solidFill>
                  <a:srgbClr val="8A8A8A"/>
                </a:solidFill>
                <a:ea typeface="맑은 고딕"/>
              </a:rPr>
              <a:t>[3</a:t>
            </a:r>
            <a:r>
              <a:rPr lang="ko-KR" altLang="en-US" sz="700" dirty="0">
                <a:solidFill>
                  <a:srgbClr val="8A8A8A"/>
                </a:solidFill>
                <a:ea typeface="맑은 고딕"/>
              </a:rPr>
              <a:t>박스</a:t>
            </a:r>
            <a:r>
              <a:rPr lang="en-US" altLang="ko-KR" sz="700" dirty="0">
                <a:solidFill>
                  <a:srgbClr val="8A8A8A"/>
                </a:solidFill>
                <a:ea typeface="맑은 고딕"/>
              </a:rPr>
              <a:t>/</a:t>
            </a:r>
            <a:r>
              <a:rPr lang="ko-KR" altLang="en-US" sz="700" dirty="0">
                <a:solidFill>
                  <a:srgbClr val="8A8A8A"/>
                </a:solidFill>
                <a:ea typeface="맑은 고딕"/>
              </a:rPr>
              <a:t>중형</a:t>
            </a:r>
            <a:r>
              <a:rPr lang="en-US" altLang="ko-KR" sz="700" dirty="0">
                <a:solidFill>
                  <a:srgbClr val="8A8A8A"/>
                </a:solidFill>
                <a:ea typeface="맑은 고딕"/>
              </a:rPr>
              <a:t>/</a:t>
            </a:r>
            <a:r>
              <a:rPr lang="ko-KR" altLang="en-US" sz="700" dirty="0">
                <a:solidFill>
                  <a:srgbClr val="8A8A8A"/>
                </a:solidFill>
                <a:ea typeface="맑은 고딕"/>
              </a:rPr>
              <a:t>사</a:t>
            </a:r>
            <a:r>
              <a:rPr lang="en-US" altLang="ko-KR" sz="700" dirty="0">
                <a:solidFill>
                  <a:srgbClr val="8A8A8A"/>
                </a:solidFill>
                <a:ea typeface="맑은 고딕"/>
              </a:rPr>
              <a:t>…</a:t>
            </a:r>
          </a:p>
          <a:p>
            <a:r>
              <a:rPr lang="ko-KR" altLang="en-US" sz="700" dirty="0">
                <a:solidFill>
                  <a:srgbClr val="8A8A8A"/>
                </a:solidFill>
                <a:ea typeface="맑은 고딕"/>
              </a:rPr>
              <a:t>유효기간</a:t>
            </a:r>
            <a:r>
              <a:rPr lang="en-US" altLang="ko-KR" sz="700" dirty="0">
                <a:solidFill>
                  <a:srgbClr val="8A8A8A"/>
                </a:solidFill>
                <a:ea typeface="맑은 고딕"/>
              </a:rPr>
              <a:t>: 2027.7.9 </a:t>
            </a:r>
            <a:r>
              <a:rPr lang="ko-KR" altLang="en-US" sz="700" dirty="0">
                <a:solidFill>
                  <a:srgbClr val="8A8A8A"/>
                </a:solidFill>
                <a:ea typeface="맑은 고딕"/>
              </a:rPr>
              <a:t>까지</a:t>
            </a:r>
            <a:endParaRPr lang="en-US" altLang="ko-KR" sz="7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D11A8D7-27AA-593B-D174-54661A3340B2}"/>
              </a:ext>
            </a:extLst>
          </p:cNvPr>
          <p:cNvSpPr txBox="1"/>
          <p:nvPr/>
        </p:nvSpPr>
        <p:spPr>
          <a:xfrm>
            <a:off x="7592632" y="5819512"/>
            <a:ext cx="811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b="1" dirty="0">
                <a:ea typeface="맑은 고딕"/>
              </a:rPr>
              <a:t>+2,000P</a:t>
            </a:r>
            <a:endParaRPr lang="ko-KR" altLang="en-US" sz="1000" b="1" dirty="0">
              <a:ea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5A512FE-9094-7163-F3C9-CC150807D2F9}"/>
              </a:ext>
            </a:extLst>
          </p:cNvPr>
          <p:cNvSpPr/>
          <p:nvPr/>
        </p:nvSpPr>
        <p:spPr>
          <a:xfrm>
            <a:off x="7921129" y="58428"/>
            <a:ext cx="14029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ko-KR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CH-U-MY-01-0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5-01p</a:t>
            </a:r>
            <a:endParaRPr lang="ko-KR" altLang="ko-KR" sz="10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3D44AF-5149-4124-0C77-05054EA966B3}"/>
              </a:ext>
            </a:extLst>
          </p:cNvPr>
          <p:cNvSpPr txBox="1"/>
          <p:nvPr/>
        </p:nvSpPr>
        <p:spPr>
          <a:xfrm>
            <a:off x="1307907" y="78285"/>
            <a:ext cx="1531188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fontAlgn="t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AiLET </a:t>
            </a:r>
            <a:r>
              <a:rPr lang="ko-KR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마일리지 전환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레이어 팝업</a:t>
            </a:r>
            <a:endParaRPr lang="ko-KR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43FFCA-1F0D-349F-E278-3C8D8339A918}"/>
              </a:ext>
            </a:extLst>
          </p:cNvPr>
          <p:cNvSpPr txBox="1"/>
          <p:nvPr/>
        </p:nvSpPr>
        <p:spPr>
          <a:xfrm>
            <a:off x="1302717" y="330494"/>
            <a:ext cx="23743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마일리지 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AiLET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마일리지 전환</a:t>
            </a: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DBA3631E-9343-8F1F-75BD-3525D80AA049}"/>
              </a:ext>
            </a:extLst>
          </p:cNvPr>
          <p:cNvGrpSpPr/>
          <p:nvPr/>
        </p:nvGrpSpPr>
        <p:grpSpPr>
          <a:xfrm>
            <a:off x="2490239" y="2723186"/>
            <a:ext cx="5913585" cy="848469"/>
            <a:chOff x="9233091" y="4628284"/>
            <a:chExt cx="2986463" cy="848469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DBAB130A-E63F-24FD-F4D4-07D524E8D596}"/>
                </a:ext>
              </a:extLst>
            </p:cNvPr>
            <p:cNvSpPr/>
            <p:nvPr/>
          </p:nvSpPr>
          <p:spPr>
            <a:xfrm>
              <a:off x="9233091" y="4628284"/>
              <a:ext cx="2986463" cy="848469"/>
            </a:xfrm>
            <a:prstGeom prst="roundRect">
              <a:avLst>
                <a:gd name="adj" fmla="val 11054"/>
              </a:avLst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6C9A6C1-69A7-3D9D-2B80-EA547CBD3EFD}"/>
                </a:ext>
              </a:extLst>
            </p:cNvPr>
            <p:cNvSpPr txBox="1"/>
            <p:nvPr/>
          </p:nvSpPr>
          <p:spPr>
            <a:xfrm>
              <a:off x="9773709" y="4749614"/>
              <a:ext cx="188545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05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쌓아둔 마일리지로 </a:t>
              </a:r>
              <a:r>
                <a:rPr lang="en-US" altLang="ko-KR" sz="105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AI</a:t>
              </a:r>
              <a:r>
                <a:rPr lang="ko-KR" altLang="en-US" sz="105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를 써보세요</a:t>
              </a:r>
              <a:r>
                <a:rPr lang="en-US" altLang="ko-KR" sz="105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  <a:endParaRPr lang="ko-KR" altLang="en-US" sz="10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A8B7B9D-5A96-EB6A-AB7C-84F55AB1B786}"/>
                </a:ext>
              </a:extLst>
            </p:cNvPr>
            <p:cNvSpPr txBox="1"/>
            <p:nvPr/>
          </p:nvSpPr>
          <p:spPr>
            <a:xfrm>
              <a:off x="9520366" y="4984388"/>
              <a:ext cx="244329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ko-KR" sz="800" dirty="0"/>
                <a:t>글쓰기와 자료 정리부터 이미지</a:t>
              </a:r>
              <a:r>
                <a:rPr lang="en-US" altLang="ko-KR" sz="800" dirty="0"/>
                <a:t>, </a:t>
              </a:r>
              <a:r>
                <a:rPr lang="ko-KR" altLang="ko-KR" sz="800" dirty="0"/>
                <a:t>영상 만들기까지</a:t>
              </a:r>
              <a:endParaRPr lang="en-US" altLang="ko-KR" sz="800" dirty="0"/>
            </a:p>
            <a:p>
              <a:pPr algn="ctr"/>
              <a:r>
                <a:rPr lang="ko-KR" altLang="en-US" sz="800" dirty="0"/>
                <a:t>적립한 마일리지로</a:t>
              </a:r>
              <a:r>
                <a:rPr lang="en-US" altLang="ko-KR" sz="800" dirty="0"/>
                <a:t> AiLET</a:t>
              </a:r>
              <a:r>
                <a:rPr lang="ko-KR" altLang="en-US" sz="800" dirty="0"/>
                <a:t>에서 사용해 보세요</a:t>
              </a:r>
              <a:r>
                <a:rPr lang="en-US" altLang="ko-KR" sz="800" dirty="0"/>
                <a:t>.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D8C97573-3490-616E-980F-471A967FBE93}"/>
              </a:ext>
            </a:extLst>
          </p:cNvPr>
          <p:cNvSpPr txBox="1"/>
          <p:nvPr/>
        </p:nvSpPr>
        <p:spPr>
          <a:xfrm>
            <a:off x="2395535" y="2107641"/>
            <a:ext cx="1164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E8623F"/>
                </a:solidFill>
                <a:latin typeface="맑은 고딕"/>
                <a:ea typeface="맑은 고딕"/>
              </a:rPr>
              <a:t>2,000P</a:t>
            </a:r>
            <a:endParaRPr lang="ko-KR" altLang="en-US" sz="1100" b="1" dirty="0">
              <a:solidFill>
                <a:srgbClr val="E8623F"/>
              </a:solidFill>
              <a:latin typeface="맑은 고딕"/>
              <a:ea typeface="맑은 고딕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9916154-52C7-F5D0-2671-C66BED076F9E}"/>
              </a:ext>
            </a:extLst>
          </p:cNvPr>
          <p:cNvSpPr txBox="1"/>
          <p:nvPr/>
        </p:nvSpPr>
        <p:spPr>
          <a:xfrm>
            <a:off x="2414839" y="2402670"/>
            <a:ext cx="248195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rPr>
              <a:t>소멸예정 포인트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rPr>
              <a:t>(30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rPr>
              <a:t>일 내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rPr>
              <a:t>)              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1,000P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11EB692-C979-0484-B95C-5DB53968779B}"/>
              </a:ext>
            </a:extLst>
          </p:cNvPr>
          <p:cNvSpPr/>
          <p:nvPr/>
        </p:nvSpPr>
        <p:spPr>
          <a:xfrm>
            <a:off x="69714" y="641839"/>
            <a:ext cx="9983154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1686326-52E6-9467-50EB-A33AF93BF386}"/>
              </a:ext>
            </a:extLst>
          </p:cNvPr>
          <p:cNvGrpSpPr/>
          <p:nvPr/>
        </p:nvGrpSpPr>
        <p:grpSpPr>
          <a:xfrm>
            <a:off x="3174144" y="1735362"/>
            <a:ext cx="4098914" cy="3505348"/>
            <a:chOff x="7097580" y="1735362"/>
            <a:chExt cx="4098914" cy="3505348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BF9FA2E-24F5-E8AC-EBD3-106416494005}"/>
                </a:ext>
              </a:extLst>
            </p:cNvPr>
            <p:cNvSpPr/>
            <p:nvPr/>
          </p:nvSpPr>
          <p:spPr>
            <a:xfrm>
              <a:off x="7097580" y="1735362"/>
              <a:ext cx="4098914" cy="350534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" name="Rounded Rectangle 35">
              <a:extLst>
                <a:ext uri="{FF2B5EF4-FFF2-40B4-BE49-F238E27FC236}">
                  <a16:creationId xmlns:a16="http://schemas.microsoft.com/office/drawing/2014/main" id="{F3E1DE94-8309-8A49-36CB-76413B46EF25}"/>
                </a:ext>
              </a:extLst>
            </p:cNvPr>
            <p:cNvSpPr/>
            <p:nvPr/>
          </p:nvSpPr>
          <p:spPr>
            <a:xfrm>
              <a:off x="8500813" y="4781659"/>
              <a:ext cx="1292447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조회하기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00CDBB7-609E-42E2-22E9-4FF5CA35874E}"/>
                </a:ext>
              </a:extLst>
            </p:cNvPr>
            <p:cNvSpPr txBox="1"/>
            <p:nvPr/>
          </p:nvSpPr>
          <p:spPr>
            <a:xfrm>
              <a:off x="8170541" y="1959665"/>
              <a:ext cx="2007330" cy="1538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404040"/>
                  </a:solidFill>
                  <a:ea typeface="맑은 고딕"/>
                </a:rPr>
                <a:t>AiLET </a:t>
              </a:r>
              <a:r>
                <a:rPr lang="ko-KR" altLang="en-US" sz="1000" b="1" dirty="0">
                  <a:solidFill>
                    <a:srgbClr val="404040"/>
                  </a:solidFill>
                  <a:ea typeface="맑은 고딕"/>
                </a:rPr>
                <a:t>마일리지 전환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90651B9-6BD3-B2C5-C0D3-18036ED3A5AF}"/>
              </a:ext>
            </a:extLst>
          </p:cNvPr>
          <p:cNvSpPr txBox="1"/>
          <p:nvPr/>
        </p:nvSpPr>
        <p:spPr>
          <a:xfrm>
            <a:off x="4506886" y="2247427"/>
            <a:ext cx="1452451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rPr>
              <a:t>AiLET </a:t>
            </a:r>
            <a:r>
              <a:rPr lang="ko-KR" altLang="en-US" sz="900" b="1" dirty="0">
                <a:solidFill>
                  <a:srgbClr val="404040"/>
                </a:solidFill>
                <a:latin typeface="맑은 고딕"/>
                <a:ea typeface="맑은 고딕"/>
              </a:rPr>
              <a:t>회원 인증하기</a:t>
            </a:r>
            <a:endParaRPr sz="9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15" name="Rounded Rectangle 35">
            <a:extLst>
              <a:ext uri="{FF2B5EF4-FFF2-40B4-BE49-F238E27FC236}">
                <a16:creationId xmlns:a16="http://schemas.microsoft.com/office/drawing/2014/main" id="{E332453A-56BC-3C3D-8397-9141820D6501}"/>
              </a:ext>
            </a:extLst>
          </p:cNvPr>
          <p:cNvSpPr/>
          <p:nvPr/>
        </p:nvSpPr>
        <p:spPr>
          <a:xfrm>
            <a:off x="4225181" y="3382549"/>
            <a:ext cx="206424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로그인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36557C9-B016-1921-4E99-95212DFF5DFF}"/>
              </a:ext>
            </a:extLst>
          </p:cNvPr>
          <p:cNvSpPr/>
          <p:nvPr/>
        </p:nvSpPr>
        <p:spPr>
          <a:xfrm>
            <a:off x="4807744" y="2570677"/>
            <a:ext cx="1535428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31D281-8164-EDA4-4170-802AD5B7437F}"/>
              </a:ext>
            </a:extLst>
          </p:cNvPr>
          <p:cNvSpPr txBox="1"/>
          <p:nvPr/>
        </p:nvSpPr>
        <p:spPr>
          <a:xfrm>
            <a:off x="4148274" y="2606769"/>
            <a:ext cx="4523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아이디</a:t>
            </a:r>
            <a:r>
              <a:rPr lang="ko-KR" altLang="en-US" sz="800" spc="-1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A9D29AA-F2DE-6414-3DA0-3A7D7973FF12}"/>
              </a:ext>
            </a:extLst>
          </p:cNvPr>
          <p:cNvSpPr/>
          <p:nvPr/>
        </p:nvSpPr>
        <p:spPr>
          <a:xfrm>
            <a:off x="4807744" y="2929933"/>
            <a:ext cx="1535427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C2D017-2AFF-7C65-8BA7-F3C50465D85A}"/>
              </a:ext>
            </a:extLst>
          </p:cNvPr>
          <p:cNvSpPr txBox="1"/>
          <p:nvPr/>
        </p:nvSpPr>
        <p:spPr>
          <a:xfrm>
            <a:off x="4148274" y="2966025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</a:t>
            </a:r>
            <a:r>
              <a:rPr lang="ko-KR" altLang="en-US" sz="8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 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0CC25D-23AB-B3D0-9798-D6CDC25373CC}"/>
              </a:ext>
            </a:extLst>
          </p:cNvPr>
          <p:cNvSpPr txBox="1"/>
          <p:nvPr/>
        </p:nvSpPr>
        <p:spPr>
          <a:xfrm>
            <a:off x="4140161" y="3778770"/>
            <a:ext cx="22252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------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간편로그인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------ 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0CA494C1-FE62-74F4-A359-171EA2856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1349" y="4046557"/>
            <a:ext cx="1611632" cy="594049"/>
          </a:xfrm>
          <a:prstGeom prst="rect">
            <a:avLst/>
          </a:prstGeom>
        </p:spPr>
      </p:pic>
      <p:grpSp>
        <p:nvGrpSpPr>
          <p:cNvPr id="42" name="그룹 41">
            <a:extLst>
              <a:ext uri="{FF2B5EF4-FFF2-40B4-BE49-F238E27FC236}">
                <a16:creationId xmlns:a16="http://schemas.microsoft.com/office/drawing/2014/main" id="{67246A52-2757-D779-C9F7-4EE2BFC6BF53}"/>
              </a:ext>
            </a:extLst>
          </p:cNvPr>
          <p:cNvGrpSpPr/>
          <p:nvPr/>
        </p:nvGrpSpPr>
        <p:grpSpPr>
          <a:xfrm>
            <a:off x="9746131" y="3152455"/>
            <a:ext cx="3107496" cy="3491370"/>
            <a:chOff x="313605" y="1499077"/>
            <a:chExt cx="3107496" cy="3491370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0DF786E5-9873-93CF-4FA8-3187ED4496E0}"/>
                </a:ext>
              </a:extLst>
            </p:cNvPr>
            <p:cNvSpPr/>
            <p:nvPr/>
          </p:nvSpPr>
          <p:spPr>
            <a:xfrm>
              <a:off x="313605" y="1499077"/>
              <a:ext cx="3107496" cy="349137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B7CD5D7-F54C-821A-6CB6-C136F620C310}"/>
                </a:ext>
              </a:extLst>
            </p:cNvPr>
            <p:cNvSpPr txBox="1"/>
            <p:nvPr/>
          </p:nvSpPr>
          <p:spPr>
            <a:xfrm>
              <a:off x="1119686" y="1863812"/>
              <a:ext cx="1452451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US" altLang="ko-KR" sz="105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AiLET </a:t>
              </a:r>
              <a:r>
                <a:rPr lang="ko-KR" altLang="en-US" sz="105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마일리지 전환</a:t>
              </a:r>
              <a:endParaRPr sz="105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611C3B3-42C5-288D-B4E4-E7E53320E123}"/>
                </a:ext>
              </a:extLst>
            </p:cNvPr>
            <p:cNvSpPr txBox="1"/>
            <p:nvPr/>
          </p:nvSpPr>
          <p:spPr>
            <a:xfrm>
              <a:off x="1119686" y="2432709"/>
              <a:ext cx="1452451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US" altLang="ko-KR" sz="9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AiLET </a:t>
              </a:r>
              <a:r>
                <a:rPr lang="ko-KR" altLang="en-US" sz="9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포인트 전환하기</a:t>
              </a:r>
              <a:endParaRPr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6" name="Rounded Rectangle 35">
              <a:extLst>
                <a:ext uri="{FF2B5EF4-FFF2-40B4-BE49-F238E27FC236}">
                  <a16:creationId xmlns:a16="http://schemas.microsoft.com/office/drawing/2014/main" id="{BB2ED06E-FD97-7427-0135-01374C1107E0}"/>
                </a:ext>
              </a:extLst>
            </p:cNvPr>
            <p:cNvSpPr/>
            <p:nvPr/>
          </p:nvSpPr>
          <p:spPr>
            <a:xfrm>
              <a:off x="773419" y="4147484"/>
              <a:ext cx="103540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취소</a:t>
              </a:r>
            </a:p>
          </p:txBody>
        </p:sp>
        <p:sp>
          <p:nvSpPr>
            <p:cNvPr id="47" name="Rounded Rectangle 35">
              <a:extLst>
                <a:ext uri="{FF2B5EF4-FFF2-40B4-BE49-F238E27FC236}">
                  <a16:creationId xmlns:a16="http://schemas.microsoft.com/office/drawing/2014/main" id="{365347CF-79C5-9C7B-9173-5B92BD918CB6}"/>
                </a:ext>
              </a:extLst>
            </p:cNvPr>
            <p:cNvSpPr/>
            <p:nvPr/>
          </p:nvSpPr>
          <p:spPr>
            <a:xfrm>
              <a:off x="1866813" y="4147484"/>
              <a:ext cx="103540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전환</a:t>
              </a:r>
            </a:p>
          </p:txBody>
        </p: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F9EFAACD-4106-060F-B757-DA7BCB365D53}"/>
                </a:ext>
              </a:extLst>
            </p:cNvPr>
            <p:cNvGrpSpPr/>
            <p:nvPr/>
          </p:nvGrpSpPr>
          <p:grpSpPr>
            <a:xfrm>
              <a:off x="761074" y="2755959"/>
              <a:ext cx="2225264" cy="917381"/>
              <a:chOff x="7132242" y="2852138"/>
              <a:chExt cx="2225264" cy="917381"/>
            </a:xfrm>
          </p:grpSpPr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05F0FAA3-672F-91B1-C819-538567CD25A3}"/>
                  </a:ext>
                </a:extLst>
              </p:cNvPr>
              <p:cNvSpPr/>
              <p:nvPr/>
            </p:nvSpPr>
            <p:spPr>
              <a:xfrm>
                <a:off x="7791712" y="2852138"/>
                <a:ext cx="1535428" cy="289883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r"/>
                <a:r>
                  <a:rPr lang="en-US" altLang="ko-KR" sz="900" b="1" dirty="0">
                    <a:solidFill>
                      <a:srgbClr val="E8623F"/>
                    </a:solidFill>
                  </a:rPr>
                  <a:t>10,000P</a:t>
                </a:r>
                <a:endParaRPr lang="ko-KR" altLang="en-US" sz="900" b="1" dirty="0">
                  <a:solidFill>
                    <a:srgbClr val="E8623F"/>
                  </a:solidFill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3B7457C-C35B-83DA-4033-83752F76FC2D}"/>
                  </a:ext>
                </a:extLst>
              </p:cNvPr>
              <p:cNvSpPr txBox="1"/>
              <p:nvPr/>
            </p:nvSpPr>
            <p:spPr>
              <a:xfrm>
                <a:off x="7132242" y="2888230"/>
                <a:ext cx="684803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pc="-15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보유마일리지</a:t>
                </a:r>
                <a:endParaRPr lang="ko-KR" altLang="en-US" sz="800" spc="-15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95A52DD9-38BA-0146-1B5A-A6B137DD7C46}"/>
                  </a:ext>
                </a:extLst>
              </p:cNvPr>
              <p:cNvSpPr/>
              <p:nvPr/>
            </p:nvSpPr>
            <p:spPr>
              <a:xfrm>
                <a:off x="7791712" y="3211394"/>
                <a:ext cx="1535427" cy="289883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endPara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4D3E92E-A4E7-FE6B-C23F-695EF142B5BA}"/>
                  </a:ext>
                </a:extLst>
              </p:cNvPr>
              <p:cNvSpPr txBox="1"/>
              <p:nvPr/>
            </p:nvSpPr>
            <p:spPr>
              <a:xfrm>
                <a:off x="7132242" y="3247486"/>
                <a:ext cx="60144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전환포인트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F64B18A-98F1-67AC-A21D-3C700151ECEF}"/>
                  </a:ext>
                </a:extLst>
              </p:cNvPr>
              <p:cNvSpPr txBox="1"/>
              <p:nvPr/>
            </p:nvSpPr>
            <p:spPr>
              <a:xfrm>
                <a:off x="7132242" y="3554075"/>
                <a:ext cx="222526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*</a:t>
                </a:r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최소 전환 마일리지는 </a:t>
                </a:r>
                <a:r>
                  <a:rPr lang="en-US" altLang="ko-KR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1P </a:t>
                </a:r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입니다</a:t>
                </a:r>
                <a:r>
                  <a:rPr lang="en-US" altLang="ko-KR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33519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30266</TotalTime>
  <Words>3021</Words>
  <Application>Microsoft Office PowerPoint</Application>
  <PresentationFormat>사용자 지정</PresentationFormat>
  <Paragraphs>877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한나 조</cp:lastModifiedBy>
  <cp:revision>1494</cp:revision>
  <dcterms:created xsi:type="dcterms:W3CDTF">2020-09-28T12:25:11Z</dcterms:created>
  <dcterms:modified xsi:type="dcterms:W3CDTF">2026-08-07T06:00:56Z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