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0"/>
  </p:notesMasterIdLst>
  <p:sldIdLst>
    <p:sldId id="1803" r:id="rId5"/>
    <p:sldId id="624" r:id="rId6"/>
    <p:sldId id="1973" r:id="rId7"/>
    <p:sldId id="1976" r:id="rId8"/>
    <p:sldId id="1963" r:id="rId9"/>
    <p:sldId id="1951" r:id="rId10"/>
    <p:sldId id="2070" r:id="rId11"/>
    <p:sldId id="2071" r:id="rId12"/>
    <p:sldId id="2019" r:id="rId13"/>
    <p:sldId id="2009" r:id="rId14"/>
    <p:sldId id="2011" r:id="rId15"/>
    <p:sldId id="2013" r:id="rId16"/>
    <p:sldId id="2012" r:id="rId17"/>
    <p:sldId id="2017" r:id="rId18"/>
    <p:sldId id="2004" r:id="rId19"/>
    <p:sldId id="2016" r:id="rId20"/>
    <p:sldId id="2048" r:id="rId21"/>
    <p:sldId id="2068" r:id="rId22"/>
    <p:sldId id="2018" r:id="rId23"/>
    <p:sldId id="2046" r:id="rId24"/>
    <p:sldId id="2051" r:id="rId25"/>
    <p:sldId id="2047" r:id="rId26"/>
    <p:sldId id="2049" r:id="rId27"/>
    <p:sldId id="2015" r:id="rId28"/>
    <p:sldId id="2052" r:id="rId29"/>
    <p:sldId id="2050" r:id="rId30"/>
    <p:sldId id="2045" r:id="rId31"/>
    <p:sldId id="2005" r:id="rId32"/>
    <p:sldId id="2006" r:id="rId33"/>
    <p:sldId id="2007" r:id="rId34"/>
    <p:sldId id="2008" r:id="rId35"/>
    <p:sldId id="2020" r:id="rId36"/>
    <p:sldId id="2021" r:id="rId37"/>
    <p:sldId id="2022" r:id="rId38"/>
    <p:sldId id="2024" r:id="rId39"/>
    <p:sldId id="2025" r:id="rId40"/>
    <p:sldId id="2026" r:id="rId41"/>
    <p:sldId id="2027" r:id="rId42"/>
    <p:sldId id="2028" r:id="rId43"/>
    <p:sldId id="2029" r:id="rId44"/>
    <p:sldId id="2030" r:id="rId45"/>
    <p:sldId id="2031" r:id="rId46"/>
    <p:sldId id="2032" r:id="rId47"/>
    <p:sldId id="2033" r:id="rId48"/>
    <p:sldId id="2034" r:id="rId49"/>
    <p:sldId id="2035" r:id="rId50"/>
    <p:sldId id="2054" r:id="rId51"/>
    <p:sldId id="2055" r:id="rId52"/>
    <p:sldId id="2056" r:id="rId53"/>
    <p:sldId id="2057" r:id="rId54"/>
    <p:sldId id="2058" r:id="rId55"/>
    <p:sldId id="2059" r:id="rId56"/>
    <p:sldId id="2060" r:id="rId57"/>
    <p:sldId id="2061" r:id="rId58"/>
    <p:sldId id="2062" r:id="rId59"/>
    <p:sldId id="2063" r:id="rId60"/>
    <p:sldId id="2064" r:id="rId61"/>
    <p:sldId id="2065" r:id="rId62"/>
    <p:sldId id="2066" r:id="rId63"/>
    <p:sldId id="2067" r:id="rId64"/>
    <p:sldId id="2041" r:id="rId65"/>
    <p:sldId id="2043" r:id="rId66"/>
    <p:sldId id="2042" r:id="rId67"/>
    <p:sldId id="2044" r:id="rId68"/>
    <p:sldId id="2023" r:id="rId69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44E"/>
    <a:srgbClr val="234DD3"/>
    <a:srgbClr val="E8623F"/>
    <a:srgbClr val="97C139"/>
    <a:srgbClr val="FBFBFB"/>
    <a:srgbClr val="EB7A67"/>
    <a:srgbClr val="F28C7A"/>
    <a:srgbClr val="00589A"/>
    <a:srgbClr val="F9B129"/>
    <a:srgbClr val="235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935DCE-7872-4FFD-8861-0E44B0EDA53F}" v="617" dt="2026-07-20T03:53:42.551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44" autoAdjust="0"/>
    <p:restoredTop sz="97402" autoAdjust="0"/>
  </p:normalViewPr>
  <p:slideViewPr>
    <p:cSldViewPr>
      <p:cViewPr varScale="1">
        <p:scale>
          <a:sx n="152" d="100"/>
          <a:sy n="152" d="100"/>
        </p:scale>
        <p:origin x="246" y="150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103" d="100"/>
          <a:sy n="103" d="100"/>
        </p:scale>
        <p:origin x="4650" y="132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5/10/relationships/revisionInfo" Target="revisionInfo.xml"/><Relationship Id="rId7" Type="http://schemas.openxmlformats.org/officeDocument/2006/relationships/slide" Target="slides/slide3.xml"/><Relationship Id="rId7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0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21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모바일 0-0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92598457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803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8013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06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077173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50463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5539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71" r:id="rId8"/>
    <p:sldLayoutId id="2147483672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내 쇼핑정보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887048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2026-07-16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757285"/>
              </p:ext>
            </p:extLst>
          </p:nvPr>
        </p:nvGraphicFramePr>
        <p:xfrm>
          <a:off x="360289" y="1293813"/>
          <a:ext cx="12241360" cy="4519490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2026-07-07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2026-07-13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찜 목록 화면 추가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2026-07-14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7/7 1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화면설계 </a:t>
                      </a: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요청 후 피드백 반영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권용현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C)</a:t>
                      </a:r>
                    </a:p>
                    <a:p>
                      <a:pPr latinLnBrk="0"/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- 7,8,14p: 주문상태 필터 </a:t>
                      </a:r>
                      <a:r>
                        <a:rPr kumimoji="1" lang="ko-KR" altLang="ko-KR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셀렉트박스</a:t>
                      </a:r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-&gt;태그버튼으로 교체</a:t>
                      </a:r>
                    </a:p>
                    <a:p>
                      <a:pPr latinLnBrk="0"/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- 12p: 교환요청 수량 선택 </a:t>
                      </a:r>
                      <a:r>
                        <a:rPr kumimoji="1" lang="ko-KR" altLang="ko-KR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셀렉트박스</a:t>
                      </a:r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-&gt; </a:t>
                      </a:r>
                      <a:r>
                        <a:rPr kumimoji="1" lang="ko-KR" altLang="ko-KR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스텝퍼로</a:t>
                      </a:r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교체</a:t>
                      </a:r>
                    </a:p>
                    <a:p>
                      <a:pPr latinLnBrk="0"/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- 15~25p: 취소/교환/반품 화면케이스 추가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(*상품 회수 일정 변동성 안내문구 추가 완료)</a:t>
                      </a:r>
                    </a:p>
                    <a:p>
                      <a:pPr latinLnBrk="0"/>
                      <a:r>
                        <a:rPr kumimoji="1" lang="ko-KR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- 30p: 품절 상품 케이스 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7/16 2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화면설계 </a:t>
                      </a: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요청 후 피드백 반영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권용현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- 7p: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기간필터에 기간 선택 기능 추가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- 8p: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기간필터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생성에 따른 달력 레이어 팝업 추가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- 18p: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취소 철회화면 추가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0.05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2026-07-21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7/21 3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차 화면설계 </a:t>
                      </a: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컨펌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요청 후 피드백 반영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권용현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- 8p: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달력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레이어팝업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선택해제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적용 버튼 삭제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80FDE3-F39E-1359-049F-0F15996FFD17}"/>
              </a:ext>
            </a:extLst>
          </p:cNvPr>
          <p:cNvSpPr txBox="1"/>
          <p:nvPr/>
        </p:nvSpPr>
        <p:spPr>
          <a:xfrm>
            <a:off x="5635231" y="539949"/>
            <a:ext cx="169148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i="1" u="sng" spc="-150" dirty="0">
                <a:latin typeface="맑은 고딕" panose="020B0503020000020004" pitchFamily="50" charset="-127"/>
              </a:rPr>
              <a:t>내쇼핑정보</a:t>
            </a:r>
            <a:endParaRPr lang="en-US" altLang="ko-KR" sz="2500" i="1" u="sng" spc="-1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F464C77-6E6B-ABE3-7113-FE09A1F5B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63142"/>
              </p:ext>
            </p:extLst>
          </p:nvPr>
        </p:nvGraphicFramePr>
        <p:xfrm>
          <a:off x="720329" y="1044005"/>
          <a:ext cx="11521280" cy="428625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402430">
                  <a:extLst>
                    <a:ext uri="{9D8B030D-6E8A-4147-A177-3AD203B41FA5}">
                      <a16:colId xmlns:a16="http://schemas.microsoft.com/office/drawing/2014/main" val="2931824213"/>
                    </a:ext>
                  </a:extLst>
                </a:gridCol>
                <a:gridCol w="1442921">
                  <a:extLst>
                    <a:ext uri="{9D8B030D-6E8A-4147-A177-3AD203B41FA5}">
                      <a16:colId xmlns:a16="http://schemas.microsoft.com/office/drawing/2014/main" val="112716740"/>
                    </a:ext>
                  </a:extLst>
                </a:gridCol>
                <a:gridCol w="1575434">
                  <a:extLst>
                    <a:ext uri="{9D8B030D-6E8A-4147-A177-3AD203B41FA5}">
                      <a16:colId xmlns:a16="http://schemas.microsoft.com/office/drawing/2014/main" val="3578309589"/>
                    </a:ext>
                  </a:extLst>
                </a:gridCol>
                <a:gridCol w="1280960">
                  <a:extLst>
                    <a:ext uri="{9D8B030D-6E8A-4147-A177-3AD203B41FA5}">
                      <a16:colId xmlns:a16="http://schemas.microsoft.com/office/drawing/2014/main" val="3106844441"/>
                    </a:ext>
                  </a:extLst>
                </a:gridCol>
                <a:gridCol w="3047801">
                  <a:extLst>
                    <a:ext uri="{9D8B030D-6E8A-4147-A177-3AD203B41FA5}">
                      <a16:colId xmlns:a16="http://schemas.microsoft.com/office/drawing/2014/main" val="2270234462"/>
                    </a:ext>
                  </a:extLst>
                </a:gridCol>
                <a:gridCol w="1446602">
                  <a:extLst>
                    <a:ext uri="{9D8B030D-6E8A-4147-A177-3AD203B41FA5}">
                      <a16:colId xmlns:a16="http://schemas.microsoft.com/office/drawing/2014/main" val="1899491010"/>
                    </a:ext>
                  </a:extLst>
                </a:gridCol>
                <a:gridCol w="1325132">
                  <a:extLst>
                    <a:ext uri="{9D8B030D-6E8A-4147-A177-3AD203B41FA5}">
                      <a16:colId xmlns:a16="http://schemas.microsoft.com/office/drawing/2014/main" val="30719073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u="none" strike="noStrike" spc="-150" dirty="0">
                          <a:effectLst/>
                        </a:rPr>
                        <a:t>주문</a:t>
                      </a:r>
                      <a:r>
                        <a:rPr lang="en-US" altLang="ko-KR" sz="1000" u="none" strike="noStrike" spc="-150" dirty="0">
                          <a:effectLst/>
                        </a:rPr>
                        <a:t>/</a:t>
                      </a:r>
                      <a:r>
                        <a:rPr lang="ko-KR" altLang="en-US" sz="1000" u="none" strike="noStrike" spc="-150" dirty="0">
                          <a:effectLst/>
                        </a:rPr>
                        <a:t>배송 조회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주문배송조회 목록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0183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주문상세보기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54799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주문취소 화면(결제완료상태)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830186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주문취소 요청 화면(상품준비/배송준비상태)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142589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</a:t>
                      </a: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popup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구매확정 레이어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CH-U-MY-02-01-05p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80356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 신청 화면(TAB)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480089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 신청 화면(TAB)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59191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popup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송장 배송조회 레이어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CH-U-MY-02-01-08p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367827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취소</a:t>
                      </a:r>
                      <a:r>
                        <a:rPr lang="en-US" altLang="ko-KR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반품</a:t>
                      </a:r>
                      <a:r>
                        <a:rPr lang="en-US" altLang="ko-KR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교환내역</a:t>
                      </a: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취소/반품/교환내역 목록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00872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취소내역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4614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취소신청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661587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취소철회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5492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취소신청 반려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49011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반품신청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190037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popup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 사유 수정 레이어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CH-U-MY-02-02-07p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5931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 처리중/완료/철회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904791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반품반려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269357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교환신청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CH-U-MY-02-02-10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73322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popup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 사유 수정 레이어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CH-U-MY-02-02-11p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949727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 처리중/완료/철회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CH-U-MY-02-02-12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98482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l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교환반려 상세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CH-U-MY-02-02-07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371456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배송지</a:t>
                      </a:r>
                      <a:r>
                        <a:rPr lang="en-US" altLang="ko-KR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결제수단 관리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 dirty="0">
                          <a:effectLst/>
                        </a:rPr>
                        <a:t>　</a:t>
                      </a:r>
                      <a:endParaRPr lang="ko-KR" sz="1000" b="1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배송지 관리 화면(TAB)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CH-U-MY-02-03-01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35437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popup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(공통)배송지 추가/수정 레이어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CH-U-CA-02-02-02p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42624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결제수단 관리 목록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CH-U-MY-02-05-01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471146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 popup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(공통)카드 추가 레이어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CH-U-CA-02-03-01p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82096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87D4DEE-4301-579A-F87A-4C6D558FF986}"/>
              </a:ext>
            </a:extLst>
          </p:cNvPr>
          <p:cNvSpPr txBox="1"/>
          <p:nvPr/>
        </p:nvSpPr>
        <p:spPr>
          <a:xfrm>
            <a:off x="5936595" y="5436493"/>
            <a:ext cx="10887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i="1" u="sng" spc="-150" dirty="0" err="1">
                <a:latin typeface="맑은 고딕" panose="020B0503020000020004" pitchFamily="50" charset="-127"/>
              </a:rPr>
              <a:t>찜목록</a:t>
            </a:r>
            <a:endParaRPr lang="en-US" altLang="ko-KR" sz="2500" i="1" u="sng" spc="-1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67D83BB-E6D3-B042-99E3-407F52CC9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772689"/>
              </p:ext>
            </p:extLst>
          </p:nvPr>
        </p:nvGraphicFramePr>
        <p:xfrm>
          <a:off x="720329" y="5940549"/>
          <a:ext cx="11521280" cy="3429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402430">
                  <a:extLst>
                    <a:ext uri="{9D8B030D-6E8A-4147-A177-3AD203B41FA5}">
                      <a16:colId xmlns:a16="http://schemas.microsoft.com/office/drawing/2014/main" val="2931824213"/>
                    </a:ext>
                  </a:extLst>
                </a:gridCol>
                <a:gridCol w="1442921">
                  <a:extLst>
                    <a:ext uri="{9D8B030D-6E8A-4147-A177-3AD203B41FA5}">
                      <a16:colId xmlns:a16="http://schemas.microsoft.com/office/drawing/2014/main" val="112716740"/>
                    </a:ext>
                  </a:extLst>
                </a:gridCol>
                <a:gridCol w="1575434">
                  <a:extLst>
                    <a:ext uri="{9D8B030D-6E8A-4147-A177-3AD203B41FA5}">
                      <a16:colId xmlns:a16="http://schemas.microsoft.com/office/drawing/2014/main" val="3578309589"/>
                    </a:ext>
                  </a:extLst>
                </a:gridCol>
                <a:gridCol w="1280960">
                  <a:extLst>
                    <a:ext uri="{9D8B030D-6E8A-4147-A177-3AD203B41FA5}">
                      <a16:colId xmlns:a16="http://schemas.microsoft.com/office/drawing/2014/main" val="3106844441"/>
                    </a:ext>
                  </a:extLst>
                </a:gridCol>
                <a:gridCol w="3047801">
                  <a:extLst>
                    <a:ext uri="{9D8B030D-6E8A-4147-A177-3AD203B41FA5}">
                      <a16:colId xmlns:a16="http://schemas.microsoft.com/office/drawing/2014/main" val="2270234462"/>
                    </a:ext>
                  </a:extLst>
                </a:gridCol>
                <a:gridCol w="1446602">
                  <a:extLst>
                    <a:ext uri="{9D8B030D-6E8A-4147-A177-3AD203B41FA5}">
                      <a16:colId xmlns:a16="http://schemas.microsoft.com/office/drawing/2014/main" val="1899491010"/>
                    </a:ext>
                  </a:extLst>
                </a:gridCol>
                <a:gridCol w="1325132">
                  <a:extLst>
                    <a:ext uri="{9D8B030D-6E8A-4147-A177-3AD203B41FA5}">
                      <a16:colId xmlns:a16="http://schemas.microsoft.com/office/drawing/2014/main" val="30719073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 dirty="0" err="1">
                          <a:effectLst/>
                        </a:rPr>
                        <a:t>Page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찜</a:t>
                      </a: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목록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신규</a:t>
                      </a:r>
                      <a:endParaRPr lang="ko-KR" alt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CH-U-MY-03-01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0183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</a:t>
                      </a: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popup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찜하기 취소 레이어 팝업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CH-U-MY-03-01-02p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3383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710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7129041" y="755973"/>
            <a:ext cx="4536504" cy="55805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3842723" y="755972"/>
            <a:ext cx="3043412" cy="507461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1585895" y="768933"/>
            <a:ext cx="2029612" cy="5112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7129041" y="755974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3842723" y="755973"/>
            <a:ext cx="3043412" cy="1421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1585894" y="768933"/>
            <a:ext cx="202257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1585894" y="5555383"/>
            <a:ext cx="2029612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1581075" y="5715437"/>
            <a:ext cx="2029612" cy="144016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7057654" y="546041"/>
            <a:ext cx="344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0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3786930" y="548608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1480754" y="55176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F0EE55-D6FC-479D-E190-6753BA95D624}"/>
              </a:ext>
            </a:extLst>
          </p:cNvPr>
          <p:cNvSpPr/>
          <p:nvPr/>
        </p:nvSpPr>
        <p:spPr>
          <a:xfrm>
            <a:off x="7124222" y="6162949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3E63C7-6FAF-0D6F-AC72-8F0F15A625BF}"/>
              </a:ext>
            </a:extLst>
          </p:cNvPr>
          <p:cNvSpPr/>
          <p:nvPr/>
        </p:nvSpPr>
        <p:spPr>
          <a:xfrm>
            <a:off x="3847735" y="5677873"/>
            <a:ext cx="3038399" cy="1361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CA74C2F-339E-7B72-7DF6-73D3F99FC9B3}"/>
              </a:ext>
            </a:extLst>
          </p:cNvPr>
          <p:cNvSpPr/>
          <p:nvPr/>
        </p:nvSpPr>
        <p:spPr>
          <a:xfrm>
            <a:off x="7525445" y="928987"/>
            <a:ext cx="3636044" cy="5217404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01D781-5FE3-CAD0-C1E2-5AB459A12413}"/>
              </a:ext>
            </a:extLst>
          </p:cNvPr>
          <p:cNvSpPr/>
          <p:nvPr/>
        </p:nvSpPr>
        <p:spPr>
          <a:xfrm>
            <a:off x="3842724" y="916565"/>
            <a:ext cx="3043410" cy="4744749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E847D22-12A6-5123-E42A-7D0923C2B23A}"/>
              </a:ext>
            </a:extLst>
          </p:cNvPr>
          <p:cNvSpPr/>
          <p:nvPr/>
        </p:nvSpPr>
        <p:spPr>
          <a:xfrm>
            <a:off x="1592248" y="928987"/>
            <a:ext cx="2016224" cy="460434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표 50">
            <a:extLst>
              <a:ext uri="{FF2B5EF4-FFF2-40B4-BE49-F238E27FC236}">
                <a16:creationId xmlns:a16="http://schemas.microsoft.com/office/drawing/2014/main" id="{134ADAFA-E86E-DE69-794B-48681F986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775359"/>
              </p:ext>
            </p:extLst>
          </p:nvPr>
        </p:nvGraphicFramePr>
        <p:xfrm>
          <a:off x="432297" y="611958"/>
          <a:ext cx="12241358" cy="5790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27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897521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592601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606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2131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82007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64859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288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8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주문배송조회 목록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CH-U-MY-02-01-01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구매확정 완료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확정 처리 완료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toast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구매확정이 완료되었습니다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727500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주문배송조회 목록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(묶음배송 케이스)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CH-U-MY-02-01-01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전체 주문 취소 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[전체 주문 취소]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 상품 {N}건 전체를 취소하시겠습니까?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(총 {금액}원)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확인/취소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확인: 주문취소 화면(전체 품목 노출)으로 이동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취소: confirm 닫음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926524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8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 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CH-U-MY-02-01-03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취소사유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미선택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</a:t>
                      </a: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 사유를 선택해 주세요</a:t>
                      </a: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닫고 사유 드롭다운 포커스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711094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8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 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CH-U-MY-02-01-03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기타 선택 후 상세사유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미입력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상세 사유를 입력해 주세요</a:t>
                      </a: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닫고 텍스트영역 포커스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8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 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CH-U-MY-02-01-03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약관 미동의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</a:t>
                      </a: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결제서비스 이용동의에 동의해 주세요</a:t>
                      </a:r>
                      <a:r>
                        <a:rPr lang="en-US" altLang="ko-KR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닫음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32186"/>
                  </a:ext>
                </a:extLst>
              </a:tr>
              <a:tr h="3267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8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 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CH-U-MY-02-01-03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즉시취소 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검증 통과 시</a:t>
                      </a:r>
                      <a:endParaRPr lang="en-US" altLang="ko-KR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주문을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취소하시겠습니까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 후에는 되돌릴 수 없습니다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 처리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주문취소요청 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CH-U-MY-02-01-04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취소요청 확인 (검증 alert는 주문취소와 공용)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입력 검증 통과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주문취소를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요청하시겠습니까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 판매자 확인 후 취소가 완료됩니다.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확인/취소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확인: 취소요청 처리, 완료 toast 노출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취소: confirm 닫음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신청(통합)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탭 전환 (입력값 존재 시)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신청 탭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입력한 내용이 초기화됩니다.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이동하시겠습니까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확인/취소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확인: 탭 전환, 입력값 초기화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취소: 현재 탭 유지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965300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신청(통합)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교환수량 미선택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[교환신청]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 수량을 선택해 주세요.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 닫고 해당 필드 포커스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신청(통합)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사유 미선택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[[교환신청] [반품신청]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교환(반품) 사유를 선택해 주세요.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 닫고 해당 필드 포커스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18079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신청(통합)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기타 선택 후 상세사유 미입력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[교환신청] [반품신청]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상세 사유를 입력해 주세요.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 닫고 해당 필드 포커스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신청(통합)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회수 요청사항 미선택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[교환신청] [반품신청]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회수 요청사항을 선택해 주세요.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alert 닫고 해당 필드 포커스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100015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신청(통합)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CH-U-MY-02-01-</a:t>
                      </a: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신청 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입력 검증 통과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교환(반품)을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신청하시겠습니까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 판매자 확인 후 처리됩니다.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확인/취소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확인: 요청 처리, 완료 toast 노출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취소: confirm 닫음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15637"/>
                  </a:ext>
                </a:extLst>
              </a:tr>
              <a:tr h="28879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상세 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수정팝업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수정 저장 완료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[수정] 처리 완료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toast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변경 내용이 저장되었습니다.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019998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상세 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수정팝업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 클릭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수정을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취소하시겠습니까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변경된 내용은 저장되지 않습니다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레이어팝업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닫음</a:t>
                      </a:r>
                      <a:endParaRPr lang="en-US" altLang="ko-KR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</a:t>
                      </a:r>
                      <a:r>
                        <a:rPr lang="en-US" altLang="ko-KR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confirm 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164324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교환/반품 상세내역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CH-U-MY-02-02-02</a:t>
                      </a:r>
                    </a:p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CH-U-MY-02-02-03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요청 철회 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철회하기 버튼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교환(반품) 요청을 </a:t>
                      </a:r>
                      <a:r>
                        <a:rPr lang="ko-KR" altLang="en-US" sz="800" kern="1200" spc="-8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철회하시겠습니까</a:t>
                      </a:r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? 철회 후에는 재신청이 불가합니다.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확인/취소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확인: 철회 처리, 완료 toast 노출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취소: confirm 닫음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861867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배송지 관리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CH-U-MY-02-03-01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배송지 삭제 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[삭제]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배송지를 삭제하시겠습니까?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확인/취소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확인: 삭제 처리, 완료 toast 노출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취소: confirm 닫음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380095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결제수단 관리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CH-U-MY-02-05-01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카드 삭제 확인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[삭제] 클릭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등록된 카드를 삭제하시겠습니까?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확인/취소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확인: 삭제 처리, 완료 toast 노출</a:t>
                      </a:r>
                    </a:p>
                    <a:p>
                      <a:pPr algn="l" latinLnBrk="1"/>
                      <a:r>
                        <a:rPr lang="ko-KR" altLang="en-US" sz="800" kern="1200" spc="-8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취소: confirm 닫음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52650" y="2700189"/>
            <a:ext cx="1678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 err="1">
                <a:latin typeface="맑은 고딕" panose="020B0503020000020004" pitchFamily="50" charset="-127"/>
              </a:rPr>
              <a:t>MO_ver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231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ECC01-7D4F-4693-2B43-8CB83FDB1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31C8F4B1-9B9D-8182-CEE8-65909AA59573}"/>
              </a:ext>
            </a:extLst>
          </p:cNvPr>
          <p:cNvSpPr/>
          <p:nvPr/>
        </p:nvSpPr>
        <p:spPr>
          <a:xfrm>
            <a:off x="517255" y="5653686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더보기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6F9FE1-7C30-2F52-CCA8-3F312D7C96E5}"/>
              </a:ext>
            </a:extLst>
          </p:cNvPr>
          <p:cNvSpPr txBox="1"/>
          <p:nvPr/>
        </p:nvSpPr>
        <p:spPr>
          <a:xfrm>
            <a:off x="1307907" y="78285"/>
            <a:ext cx="11961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주문배송조회 목록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E9E56-EE41-5165-570E-153795A96075}"/>
              </a:ext>
            </a:extLst>
          </p:cNvPr>
          <p:cNvSpPr txBox="1"/>
          <p:nvPr/>
        </p:nvSpPr>
        <p:spPr>
          <a:xfrm>
            <a:off x="1302717" y="330494"/>
            <a:ext cx="20040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C9982D-9CA2-CF12-9AE8-140CA1AE647F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5224F-2EF9-3405-734A-2F342126213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16F06-A8BA-B4AB-8126-7A42C2817BBE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789ED4ED-3314-7A49-FC36-8C53A419D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529102"/>
              </p:ext>
            </p:extLst>
          </p:nvPr>
        </p:nvGraphicFramePr>
        <p:xfrm>
          <a:off x="10128399" y="623854"/>
          <a:ext cx="2850436" cy="568864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1-1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기간필터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바텀시트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팝업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기간지정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기간지정 날짜 필터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기간지정 선택시에만 노출됨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날짜영역 또는 우측 아이콘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달력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생성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rgbClr val="FF0000"/>
                          </a:solidFill>
                          <a:latin typeface="+mn-ea"/>
                        </a:rPr>
                        <a:t>1-3 </a:t>
                      </a:r>
                      <a:r>
                        <a:rPr lang="ko-KR" altLang="en-US" sz="800" b="1" u="sng" kern="0" spc="-70" baseline="0" dirty="0">
                          <a:solidFill>
                            <a:srgbClr val="FF0000"/>
                          </a:solidFill>
                          <a:latin typeface="+mn-ea"/>
                        </a:rPr>
                        <a:t>주문상태필터 태그</a:t>
                      </a:r>
                      <a:endParaRPr lang="en-US" altLang="ko-KR" sz="800" b="1" u="sng" kern="0" spc="-70" baseline="0" dirty="0">
                        <a:solidFill>
                          <a:srgbClr val="FF0000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결제완료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상품준비중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배송준비중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배송중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배송완료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구매확정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복수선택 가능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선택되며 다시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선택해제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건이 없을 경우 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빈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디자인 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("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조회 결과가 없습니다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").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주문내역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영역 탭 시 상세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(CH-U-MY-02-01-02)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취소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상품준비중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배송준비중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상태에서 노출되는 하단 액션버튼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 -&gt;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취소화면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(CH-U-MY-02-01-03)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상품준비중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 [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배송준비중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 -&gt;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주문취소요청 화면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(CH-U-MY-02-01-04)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배송중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배송완료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상태에서 노출되는 하단 액션버튼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구매확정 후에는 버튼 전체 미노출처리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(as-is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와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구매확정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레이어 팝업 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(CH-U-MY-02-01-09p)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교환요청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교환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요청 상세화면으로 이동 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CH-U-MY-02-01-10)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3-3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배송조회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배송조회 정보 레이어 팝업 노출 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(CH-U-MY-02-01-12p)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페이지 최초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진입시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게시글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버튼 클릭 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개씩 추가 노출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3549516-C173-10AA-E4D1-CECCF09D60C8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1569A4-CDB5-2DBD-3FB7-E7CC57B87494}"/>
              </a:ext>
            </a:extLst>
          </p:cNvPr>
          <p:cNvSpPr txBox="1"/>
          <p:nvPr/>
        </p:nvSpPr>
        <p:spPr>
          <a:xfrm>
            <a:off x="377783" y="720258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배송조회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ED2499-3B6C-1068-028E-2BECF4F06EE8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427ABD1-BD97-0EAC-8B9E-6C37761F7A66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2012EEEC-0F09-3E07-9C90-61372CD0C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18F96EB-A2D1-F609-5DAE-55477A787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177F1DE8-BBFC-4B42-1E78-783D5A6DD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0" name="Rounded Rectangle 35">
            <a:extLst>
              <a:ext uri="{FF2B5EF4-FFF2-40B4-BE49-F238E27FC236}">
                <a16:creationId xmlns:a16="http://schemas.microsoft.com/office/drawing/2014/main" id="{B4ED1D2E-5F97-6C9D-1264-45B04CEBA0D9}"/>
              </a:ext>
            </a:extLst>
          </p:cNvPr>
          <p:cNvSpPr/>
          <p:nvPr/>
        </p:nvSpPr>
        <p:spPr>
          <a:xfrm>
            <a:off x="324314" y="1139196"/>
            <a:ext cx="102955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기간지정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2" name="Rounded Rectangle 33">
            <a:extLst>
              <a:ext uri="{FF2B5EF4-FFF2-40B4-BE49-F238E27FC236}">
                <a16:creationId xmlns:a16="http://schemas.microsoft.com/office/drawing/2014/main" id="{C65F867D-9AFA-8072-6B75-C429301FD069}"/>
              </a:ext>
            </a:extLst>
          </p:cNvPr>
          <p:cNvSpPr/>
          <p:nvPr/>
        </p:nvSpPr>
        <p:spPr>
          <a:xfrm>
            <a:off x="2858165" y="1757272"/>
            <a:ext cx="582383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595959"/>
                </a:solidFill>
                <a:ea typeface="맑은 고딕"/>
              </a:rPr>
              <a:t>조회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2640982A-6DC4-BC5A-8BA6-3C8815177009}"/>
              </a:ext>
            </a:extLst>
          </p:cNvPr>
          <p:cNvSpPr/>
          <p:nvPr/>
        </p:nvSpPr>
        <p:spPr>
          <a:xfrm>
            <a:off x="324313" y="1757272"/>
            <a:ext cx="244800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상품명을 입력해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CB454C0D-BF4C-C8E8-4A96-6ABA8EAE409D}"/>
              </a:ext>
            </a:extLst>
          </p:cNvPr>
          <p:cNvGrpSpPr/>
          <p:nvPr/>
        </p:nvGrpSpPr>
        <p:grpSpPr>
          <a:xfrm>
            <a:off x="335141" y="2150456"/>
            <a:ext cx="3105128" cy="1600290"/>
            <a:chOff x="335141" y="1839167"/>
            <a:chExt cx="3105128" cy="1600290"/>
          </a:xfrm>
        </p:grpSpPr>
        <p:sp>
          <p:nvSpPr>
            <p:cNvPr id="38" name="Rounded Rectangle 22">
              <a:extLst>
                <a:ext uri="{FF2B5EF4-FFF2-40B4-BE49-F238E27FC236}">
                  <a16:creationId xmlns:a16="http://schemas.microsoft.com/office/drawing/2014/main" id="{19336DB8-8A83-09E0-8F18-BDD26DDBE98C}"/>
                </a:ext>
              </a:extLst>
            </p:cNvPr>
            <p:cNvSpPr/>
            <p:nvPr/>
          </p:nvSpPr>
          <p:spPr>
            <a:xfrm>
              <a:off x="335141" y="1839167"/>
              <a:ext cx="3105112" cy="160029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0" name="Rounded Rectangle 27">
              <a:extLst>
                <a:ext uri="{FF2B5EF4-FFF2-40B4-BE49-F238E27FC236}">
                  <a16:creationId xmlns:a16="http://schemas.microsoft.com/office/drawing/2014/main" id="{B266CEF2-852E-5FC4-F263-7E5B49CF80B9}"/>
                </a:ext>
              </a:extLst>
            </p:cNvPr>
            <p:cNvSpPr/>
            <p:nvPr/>
          </p:nvSpPr>
          <p:spPr>
            <a:xfrm>
              <a:off x="2504068" y="273028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6A61E8C-3A9F-B19F-BB9E-B287130B2B03}"/>
                </a:ext>
              </a:extLst>
            </p:cNvPr>
            <p:cNvSpPr txBox="1"/>
            <p:nvPr/>
          </p:nvSpPr>
          <p:spPr>
            <a:xfrm>
              <a:off x="1080596" y="2414929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89055CC-F3A1-4E89-E267-F0172A1C3840}"/>
                </a:ext>
              </a:extLst>
            </p:cNvPr>
            <p:cNvSpPr/>
            <p:nvPr/>
          </p:nvSpPr>
          <p:spPr>
            <a:xfrm>
              <a:off x="455610" y="2221254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7" name="Rounded Rectangle 35">
              <a:extLst>
                <a:ext uri="{FF2B5EF4-FFF2-40B4-BE49-F238E27FC236}">
                  <a16:creationId xmlns:a16="http://schemas.microsoft.com/office/drawing/2014/main" id="{9A2DFBBB-57B5-A0C1-F46F-33BBEE506552}"/>
                </a:ext>
              </a:extLst>
            </p:cNvPr>
            <p:cNvSpPr/>
            <p:nvPr/>
          </p:nvSpPr>
          <p:spPr>
            <a:xfrm>
              <a:off x="517505" y="3076175"/>
              <a:ext cx="274850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주문 취소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517E8B2-90DC-979D-8B75-6048BE70988A}"/>
                </a:ext>
              </a:extLst>
            </p:cNvPr>
            <p:cNvSpPr txBox="1"/>
            <p:nvPr/>
          </p:nvSpPr>
          <p:spPr>
            <a:xfrm>
              <a:off x="2801953" y="1918675"/>
              <a:ext cx="6383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주문상세 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&gt;</a:t>
              </a:r>
              <a:endParaRPr lang="ko-KR" altLang="en-US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1D0A1C9-BB66-4F18-383A-0DA7C7EBCEA4}"/>
                </a:ext>
              </a:extLst>
            </p:cNvPr>
            <p:cNvSpPr txBox="1"/>
            <p:nvPr/>
          </p:nvSpPr>
          <p:spPr>
            <a:xfrm>
              <a:off x="344696" y="1918675"/>
              <a:ext cx="210382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ko-KR" sz="800" b="1" dirty="0">
                  <a:latin typeface="맑은 고딕"/>
                  <a:ea typeface="맑은 고딕"/>
                </a:rPr>
                <a:t>260</a:t>
              </a:r>
              <a:r>
                <a:rPr lang="en-US" altLang="ko-KR" sz="800" b="1" dirty="0">
                  <a:latin typeface="맑은 고딕"/>
                  <a:ea typeface="맑은 고딕"/>
                </a:rPr>
                <a:t>707</a:t>
              </a:r>
              <a:r>
                <a:rPr lang="ko-KR" altLang="ko-KR" sz="800" b="1" dirty="0">
                  <a:latin typeface="맑은 고딕"/>
                  <a:ea typeface="맑은 고딕"/>
                </a:rPr>
                <a:t>00</a:t>
              </a:r>
              <a:r>
                <a:rPr lang="en-US" altLang="ko-KR" sz="800" b="1" dirty="0">
                  <a:latin typeface="맑은 고딕"/>
                  <a:ea typeface="맑은 고딕"/>
                </a:rPr>
                <a:t>0281</a:t>
              </a:r>
              <a:r>
                <a:rPr lang="en-US" altLang="ko-KR" sz="800" dirty="0">
                  <a:solidFill>
                    <a:srgbClr val="8A8A8A"/>
                  </a:solidFill>
                  <a:latin typeface="맑은 고딕"/>
                  <a:ea typeface="맑은 고딕"/>
                </a:rPr>
                <a:t> |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 14:29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주문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7" name="Rounded Rectangle 27">
              <a:extLst>
                <a:ext uri="{FF2B5EF4-FFF2-40B4-BE49-F238E27FC236}">
                  <a16:creationId xmlns:a16="http://schemas.microsoft.com/office/drawing/2014/main" id="{ADD534AB-F0F9-751D-1CC9-8397566206DE}"/>
                </a:ext>
              </a:extLst>
            </p:cNvPr>
            <p:cNvSpPr/>
            <p:nvPr/>
          </p:nvSpPr>
          <p:spPr>
            <a:xfrm>
              <a:off x="1059838" y="220564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결제완료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139" name="Rounded Rectangle 27">
              <a:extLst>
                <a:ext uri="{FF2B5EF4-FFF2-40B4-BE49-F238E27FC236}">
                  <a16:creationId xmlns:a16="http://schemas.microsoft.com/office/drawing/2014/main" id="{6FA586BF-1367-77DD-DD38-D4832C416E18}"/>
                </a:ext>
              </a:extLst>
            </p:cNvPr>
            <p:cNvSpPr/>
            <p:nvPr/>
          </p:nvSpPr>
          <p:spPr>
            <a:xfrm>
              <a:off x="1068606" y="2709857"/>
              <a:ext cx="137991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</p:grp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A84994B8-1E77-231F-616E-E87A76BE91A2}"/>
              </a:ext>
            </a:extLst>
          </p:cNvPr>
          <p:cNvSpPr/>
          <p:nvPr/>
        </p:nvSpPr>
        <p:spPr>
          <a:xfrm>
            <a:off x="198902" y="10439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4" name="모서리가 둥근 직사각형 114">
            <a:extLst>
              <a:ext uri="{FF2B5EF4-FFF2-40B4-BE49-F238E27FC236}">
                <a16:creationId xmlns:a16="http://schemas.microsoft.com/office/drawing/2014/main" id="{D82DE05E-8FF0-B162-3E0C-2A6348190CC1}"/>
              </a:ext>
            </a:extLst>
          </p:cNvPr>
          <p:cNvSpPr/>
          <p:nvPr/>
        </p:nvSpPr>
        <p:spPr>
          <a:xfrm>
            <a:off x="198902" y="214415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5" name="모서리가 둥근 직사각형 114">
            <a:extLst>
              <a:ext uri="{FF2B5EF4-FFF2-40B4-BE49-F238E27FC236}">
                <a16:creationId xmlns:a16="http://schemas.microsoft.com/office/drawing/2014/main" id="{F92DEC63-63C8-D637-1465-A5501140396B}"/>
              </a:ext>
            </a:extLst>
          </p:cNvPr>
          <p:cNvSpPr/>
          <p:nvPr/>
        </p:nvSpPr>
        <p:spPr>
          <a:xfrm>
            <a:off x="1123836" y="564903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4B86D6E9-1D76-FF7F-B6BF-5372F1BF5655}"/>
              </a:ext>
            </a:extLst>
          </p:cNvPr>
          <p:cNvGrpSpPr/>
          <p:nvPr/>
        </p:nvGrpSpPr>
        <p:grpSpPr>
          <a:xfrm>
            <a:off x="335141" y="3917906"/>
            <a:ext cx="3105128" cy="1600290"/>
            <a:chOff x="335141" y="1839167"/>
            <a:chExt cx="3105128" cy="1600290"/>
          </a:xfrm>
        </p:grpSpPr>
        <p:sp>
          <p:nvSpPr>
            <p:cNvPr id="147" name="Rounded Rectangle 22">
              <a:extLst>
                <a:ext uri="{FF2B5EF4-FFF2-40B4-BE49-F238E27FC236}">
                  <a16:creationId xmlns:a16="http://schemas.microsoft.com/office/drawing/2014/main" id="{4483DABD-C64E-5334-6868-F2ACFAA12F44}"/>
                </a:ext>
              </a:extLst>
            </p:cNvPr>
            <p:cNvSpPr/>
            <p:nvPr/>
          </p:nvSpPr>
          <p:spPr>
            <a:xfrm>
              <a:off x="335141" y="1839167"/>
              <a:ext cx="3105112" cy="160029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48" name="Rounded Rectangle 27">
              <a:extLst>
                <a:ext uri="{FF2B5EF4-FFF2-40B4-BE49-F238E27FC236}">
                  <a16:creationId xmlns:a16="http://schemas.microsoft.com/office/drawing/2014/main" id="{4D8D54D6-B23E-7F5D-4F55-38CFC668D90F}"/>
                </a:ext>
              </a:extLst>
            </p:cNvPr>
            <p:cNvSpPr/>
            <p:nvPr/>
          </p:nvSpPr>
          <p:spPr>
            <a:xfrm>
              <a:off x="2487249" y="273028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56D18B2C-A6DB-803F-F076-86334EA16E7C}"/>
                </a:ext>
              </a:extLst>
            </p:cNvPr>
            <p:cNvSpPr txBox="1"/>
            <p:nvPr/>
          </p:nvSpPr>
          <p:spPr>
            <a:xfrm>
              <a:off x="1080596" y="2414929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777BA5C6-A376-B723-822F-2087A8BEA7E3}"/>
                </a:ext>
              </a:extLst>
            </p:cNvPr>
            <p:cNvSpPr/>
            <p:nvPr/>
          </p:nvSpPr>
          <p:spPr>
            <a:xfrm>
              <a:off x="455610" y="2221254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1" name="Rounded Rectangle 35">
              <a:extLst>
                <a:ext uri="{FF2B5EF4-FFF2-40B4-BE49-F238E27FC236}">
                  <a16:creationId xmlns:a16="http://schemas.microsoft.com/office/drawing/2014/main" id="{07FE11CB-51A0-0935-1AA9-4648783568CD}"/>
                </a:ext>
              </a:extLst>
            </p:cNvPr>
            <p:cNvSpPr/>
            <p:nvPr/>
          </p:nvSpPr>
          <p:spPr>
            <a:xfrm>
              <a:off x="2401625" y="3076175"/>
              <a:ext cx="86438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배송조회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AC406AEC-4595-D2F8-2736-D73029F52BC2}"/>
                </a:ext>
              </a:extLst>
            </p:cNvPr>
            <p:cNvSpPr txBox="1"/>
            <p:nvPr/>
          </p:nvSpPr>
          <p:spPr>
            <a:xfrm>
              <a:off x="2801953" y="1918675"/>
              <a:ext cx="6383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주문상세 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&gt;</a:t>
              </a:r>
              <a:endParaRPr lang="ko-KR" altLang="en-US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FF335A4B-70C3-5D66-89EB-2418E900C7A5}"/>
                </a:ext>
              </a:extLst>
            </p:cNvPr>
            <p:cNvSpPr txBox="1"/>
            <p:nvPr/>
          </p:nvSpPr>
          <p:spPr>
            <a:xfrm>
              <a:off x="344696" y="1918675"/>
              <a:ext cx="210382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ko-KR" sz="800" b="1" dirty="0">
                  <a:latin typeface="맑은 고딕"/>
                  <a:ea typeface="맑은 고딕"/>
                </a:rPr>
                <a:t>260630001754</a:t>
              </a:r>
              <a:r>
                <a:rPr lang="en-US" altLang="ko-KR" sz="800" dirty="0">
                  <a:solidFill>
                    <a:srgbClr val="8A8A8A"/>
                  </a:solidFill>
                  <a:ea typeface="맑은 고딕"/>
                </a:rPr>
                <a:t>  |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6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30 19:00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주문</a:t>
              </a:r>
              <a:endParaRPr lang="ko-KR" altLang="en-US" sz="8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154" name="Rounded Rectangle 27">
              <a:extLst>
                <a:ext uri="{FF2B5EF4-FFF2-40B4-BE49-F238E27FC236}">
                  <a16:creationId xmlns:a16="http://schemas.microsoft.com/office/drawing/2014/main" id="{A439E916-DEEC-9D19-C9B5-FBF97A3AA32F}"/>
                </a:ext>
              </a:extLst>
            </p:cNvPr>
            <p:cNvSpPr/>
            <p:nvPr/>
          </p:nvSpPr>
          <p:spPr>
            <a:xfrm>
              <a:off x="1059839" y="2201279"/>
              <a:ext cx="108000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 err="1">
                  <a:solidFill>
                    <a:srgbClr val="234DD3"/>
                  </a:solidFill>
                  <a:ea typeface="맑은 고딕"/>
                </a:rPr>
                <a:t>배송중</a:t>
              </a:r>
              <a:endParaRPr lang="ko-KR" altLang="en-US" sz="700" b="1" dirty="0">
                <a:solidFill>
                  <a:srgbClr val="234DD3"/>
                </a:solidFill>
                <a:ea typeface="맑은 고딕"/>
              </a:endParaRPr>
            </a:p>
          </p:txBody>
        </p:sp>
        <p:sp>
          <p:nvSpPr>
            <p:cNvPr id="155" name="Rounded Rectangle 27">
              <a:extLst>
                <a:ext uri="{FF2B5EF4-FFF2-40B4-BE49-F238E27FC236}">
                  <a16:creationId xmlns:a16="http://schemas.microsoft.com/office/drawing/2014/main" id="{2AEBC01A-01FB-1DAA-6A9F-CB535816B2E2}"/>
                </a:ext>
              </a:extLst>
            </p:cNvPr>
            <p:cNvSpPr/>
            <p:nvPr/>
          </p:nvSpPr>
          <p:spPr>
            <a:xfrm>
              <a:off x="1068606" y="2709856"/>
              <a:ext cx="137991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156" name="Rounded Rectangle 35">
              <a:extLst>
                <a:ext uri="{FF2B5EF4-FFF2-40B4-BE49-F238E27FC236}">
                  <a16:creationId xmlns:a16="http://schemas.microsoft.com/office/drawing/2014/main" id="{D21FAE53-D13D-6AFD-AD01-119F549D50EC}"/>
                </a:ext>
              </a:extLst>
            </p:cNvPr>
            <p:cNvSpPr/>
            <p:nvPr/>
          </p:nvSpPr>
          <p:spPr>
            <a:xfrm>
              <a:off x="517506" y="3076175"/>
              <a:ext cx="86438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구매확정</a:t>
              </a:r>
            </a:p>
          </p:txBody>
        </p:sp>
        <p:sp>
          <p:nvSpPr>
            <p:cNvPr id="9" name="Rounded Rectangle 35">
              <a:extLst>
                <a:ext uri="{FF2B5EF4-FFF2-40B4-BE49-F238E27FC236}">
                  <a16:creationId xmlns:a16="http://schemas.microsoft.com/office/drawing/2014/main" id="{82B7D774-40B5-5C6F-525A-1F1887A789A9}"/>
                </a:ext>
              </a:extLst>
            </p:cNvPr>
            <p:cNvSpPr/>
            <p:nvPr/>
          </p:nvSpPr>
          <p:spPr>
            <a:xfrm>
              <a:off x="1457667" y="3076175"/>
              <a:ext cx="86438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교환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/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반품요청</a:t>
              </a:r>
            </a:p>
          </p:txBody>
        </p:sp>
      </p:grpSp>
      <p:sp>
        <p:nvSpPr>
          <p:cNvPr id="157" name="모서리가 둥근 직사각형 114">
            <a:extLst>
              <a:ext uri="{FF2B5EF4-FFF2-40B4-BE49-F238E27FC236}">
                <a16:creationId xmlns:a16="http://schemas.microsoft.com/office/drawing/2014/main" id="{E73B8056-2B5D-78A1-3520-4527E5BE3D44}"/>
              </a:ext>
            </a:extLst>
          </p:cNvPr>
          <p:cNvSpPr/>
          <p:nvPr/>
        </p:nvSpPr>
        <p:spPr>
          <a:xfrm>
            <a:off x="198902" y="340119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8" name="모서리가 둥근 직사각형 114">
            <a:extLst>
              <a:ext uri="{FF2B5EF4-FFF2-40B4-BE49-F238E27FC236}">
                <a16:creationId xmlns:a16="http://schemas.microsoft.com/office/drawing/2014/main" id="{2F0A44EC-740D-A8C9-6AC9-4A0A6B9CACFE}"/>
              </a:ext>
            </a:extLst>
          </p:cNvPr>
          <p:cNvSpPr/>
          <p:nvPr/>
        </p:nvSpPr>
        <p:spPr>
          <a:xfrm>
            <a:off x="420434" y="50843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402F999-F32B-D164-EBA9-EFF708435CCB}"/>
              </a:ext>
            </a:extLst>
          </p:cNvPr>
          <p:cNvSpPr txBox="1"/>
          <p:nvPr/>
        </p:nvSpPr>
        <p:spPr>
          <a:xfrm>
            <a:off x="7038453" y="2342324"/>
            <a:ext cx="141533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조회 결과가 없습니다</a:t>
            </a:r>
            <a:r>
              <a:rPr lang="en-US" altLang="ko-KR" sz="900" b="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sz="900" b="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5" name="순서도: 연결자 164">
            <a:extLst>
              <a:ext uri="{FF2B5EF4-FFF2-40B4-BE49-F238E27FC236}">
                <a16:creationId xmlns:a16="http://schemas.microsoft.com/office/drawing/2014/main" id="{A2910CF4-4DA4-AF1F-7083-15ECD8EAEDF0}"/>
              </a:ext>
            </a:extLst>
          </p:cNvPr>
          <p:cNvSpPr/>
          <p:nvPr/>
        </p:nvSpPr>
        <p:spPr>
          <a:xfrm>
            <a:off x="7546889" y="178809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F12B8B9-121C-CDC9-C2A5-3A429C31657B}"/>
              </a:ext>
            </a:extLst>
          </p:cNvPr>
          <p:cNvSpPr txBox="1"/>
          <p:nvPr/>
        </p:nvSpPr>
        <p:spPr>
          <a:xfrm>
            <a:off x="7289256" y="1266111"/>
            <a:ext cx="9204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주문 건 없을 경우</a:t>
            </a:r>
          </a:p>
        </p:txBody>
      </p:sp>
      <p:sp>
        <p:nvSpPr>
          <p:cNvPr id="167" name="모서리가 둥근 직사각형 114">
            <a:extLst>
              <a:ext uri="{FF2B5EF4-FFF2-40B4-BE49-F238E27FC236}">
                <a16:creationId xmlns:a16="http://schemas.microsoft.com/office/drawing/2014/main" id="{38E84D89-7C34-4E23-1236-60A238BC5017}"/>
              </a:ext>
            </a:extLst>
          </p:cNvPr>
          <p:cNvSpPr/>
          <p:nvPr/>
        </p:nvSpPr>
        <p:spPr>
          <a:xfrm>
            <a:off x="7102428" y="10965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BD55D4BB-BD5F-99AA-07A7-ECDFB8EB6DA3}"/>
              </a:ext>
            </a:extLst>
          </p:cNvPr>
          <p:cNvSpPr/>
          <p:nvPr/>
        </p:nvSpPr>
        <p:spPr>
          <a:xfrm>
            <a:off x="1353865" y="50843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" name="모서리가 둥근 직사각형 114">
            <a:extLst>
              <a:ext uri="{FF2B5EF4-FFF2-40B4-BE49-F238E27FC236}">
                <a16:creationId xmlns:a16="http://schemas.microsoft.com/office/drawing/2014/main" id="{626590D1-6082-F954-9891-F2CEE1A9C19F}"/>
              </a:ext>
            </a:extLst>
          </p:cNvPr>
          <p:cNvSpPr/>
          <p:nvPr/>
        </p:nvSpPr>
        <p:spPr>
          <a:xfrm>
            <a:off x="2308368" y="50843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D2A99BB6-24C5-7986-FB1B-0CD8553BBD8D}"/>
              </a:ext>
            </a:extLst>
          </p:cNvPr>
          <p:cNvCxnSpPr>
            <a:cxnSpLocks/>
          </p:cNvCxnSpPr>
          <p:nvPr/>
        </p:nvCxnSpPr>
        <p:spPr>
          <a:xfrm>
            <a:off x="1388236" y="5291161"/>
            <a:ext cx="3148517" cy="260352"/>
          </a:xfrm>
          <a:prstGeom prst="bentConnector3">
            <a:avLst>
              <a:gd name="adj1" fmla="val 1278"/>
            </a:avLst>
          </a:prstGeom>
          <a:ln w="63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D2BE925-7B29-BA6B-4293-A3486F8B65A2}"/>
              </a:ext>
            </a:extLst>
          </p:cNvPr>
          <p:cNvSpPr/>
          <p:nvPr/>
        </p:nvSpPr>
        <p:spPr>
          <a:xfrm>
            <a:off x="4666836" y="4744139"/>
            <a:ext cx="2697799" cy="155680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구매확정 이후에는 온라인에서 반품</a:t>
            </a:r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교환 접수가 </a:t>
            </a:r>
            <a:r>
              <a:rPr lang="ko-KR" altLang="en-US" sz="900" spc="-150" dirty="0" err="1">
                <a:solidFill>
                  <a:schemeClr val="tx1"/>
                </a:solidFill>
                <a:latin typeface="+mn-ea"/>
              </a:rPr>
              <a:t>불가하오니</a:t>
            </a:r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,</a:t>
            </a:r>
          </a:p>
          <a:p>
            <a:pPr algn="ctr"/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상품 수령 후 구매결정을 해주시기 바랍니다</a:t>
            </a:r>
            <a:r>
              <a:rPr lang="en-US" altLang="ko-KR" sz="900" spc="-15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algn="ctr"/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Rounded Rectangle 35">
            <a:extLst>
              <a:ext uri="{FF2B5EF4-FFF2-40B4-BE49-F238E27FC236}">
                <a16:creationId xmlns:a16="http://schemas.microsoft.com/office/drawing/2014/main" id="{6ADA8A28-75BC-BDC6-3FBD-1B3F9704A0E3}"/>
              </a:ext>
            </a:extLst>
          </p:cNvPr>
          <p:cNvSpPr/>
          <p:nvPr/>
        </p:nvSpPr>
        <p:spPr>
          <a:xfrm>
            <a:off x="4949511" y="6081133"/>
            <a:ext cx="103540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구매확정하기</a:t>
            </a:r>
          </a:p>
        </p:txBody>
      </p:sp>
      <p:sp>
        <p:nvSpPr>
          <p:cNvPr id="44" name="Rounded Rectangle 35">
            <a:extLst>
              <a:ext uri="{FF2B5EF4-FFF2-40B4-BE49-F238E27FC236}">
                <a16:creationId xmlns:a16="http://schemas.microsoft.com/office/drawing/2014/main" id="{A941CA94-DDE7-EC82-E25F-A7B76219F279}"/>
              </a:ext>
            </a:extLst>
          </p:cNvPr>
          <p:cNvSpPr/>
          <p:nvPr/>
        </p:nvSpPr>
        <p:spPr>
          <a:xfrm>
            <a:off x="6042905" y="6010292"/>
            <a:ext cx="103540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취소하기</a:t>
            </a:r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2FB12B08-EA89-8D91-192B-6F75B1B00CDD}"/>
              </a:ext>
            </a:extLst>
          </p:cNvPr>
          <p:cNvCxnSpPr>
            <a:cxnSpLocks/>
          </p:cNvCxnSpPr>
          <p:nvPr/>
        </p:nvCxnSpPr>
        <p:spPr>
          <a:xfrm flipV="1">
            <a:off x="3274162" y="3867820"/>
            <a:ext cx="4272727" cy="1423490"/>
          </a:xfrm>
          <a:prstGeom prst="bentConnector3">
            <a:avLst>
              <a:gd name="adj1" fmla="val 22721"/>
            </a:avLst>
          </a:prstGeom>
          <a:ln w="63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9FAAB10-04E1-101C-2613-E148A9CBFE80}"/>
              </a:ext>
            </a:extLst>
          </p:cNvPr>
          <p:cNvSpPr/>
          <p:nvPr/>
        </p:nvSpPr>
        <p:spPr>
          <a:xfrm>
            <a:off x="7547626" y="3257233"/>
            <a:ext cx="2326153" cy="317278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Rounded Rectangle 35">
            <a:extLst>
              <a:ext uri="{FF2B5EF4-FFF2-40B4-BE49-F238E27FC236}">
                <a16:creationId xmlns:a16="http://schemas.microsoft.com/office/drawing/2014/main" id="{D288D7B4-84BC-1988-98B1-C3C6CD1E8F92}"/>
              </a:ext>
            </a:extLst>
          </p:cNvPr>
          <p:cNvSpPr/>
          <p:nvPr/>
        </p:nvSpPr>
        <p:spPr>
          <a:xfrm>
            <a:off x="8219814" y="6077261"/>
            <a:ext cx="92566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확인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F7C81D-E0FD-5F00-B2FE-4BFC2AD72591}"/>
              </a:ext>
            </a:extLst>
          </p:cNvPr>
          <p:cNvSpPr txBox="1"/>
          <p:nvPr/>
        </p:nvSpPr>
        <p:spPr>
          <a:xfrm>
            <a:off x="9603183" y="3274379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ACFA0F0-9C0F-07D1-F722-1A93883DBA7E}"/>
              </a:ext>
            </a:extLst>
          </p:cNvPr>
          <p:cNvSpPr txBox="1"/>
          <p:nvPr/>
        </p:nvSpPr>
        <p:spPr>
          <a:xfrm>
            <a:off x="8273511" y="3008493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배송조회 팝업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DAFBFDB-AB5A-706C-49D2-265AF556F729}"/>
              </a:ext>
            </a:extLst>
          </p:cNvPr>
          <p:cNvSpPr txBox="1"/>
          <p:nvPr/>
        </p:nvSpPr>
        <p:spPr>
          <a:xfrm>
            <a:off x="5603345" y="4513307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구매확정 팝업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D0EAB51-27F4-55C4-64B6-34B56F48F560}"/>
              </a:ext>
            </a:extLst>
          </p:cNvPr>
          <p:cNvSpPr txBox="1"/>
          <p:nvPr/>
        </p:nvSpPr>
        <p:spPr>
          <a:xfrm>
            <a:off x="7652642" y="3371398"/>
            <a:ext cx="613729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900" b="1">
                <a:solidFill>
                  <a:srgbClr val="404040"/>
                </a:solidFill>
                <a:ea typeface="맑은 고딕"/>
              </a:rPr>
              <a:t>배송조회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58193EAD-3F43-93C0-1339-4DBEE51259BA}"/>
              </a:ext>
            </a:extLst>
          </p:cNvPr>
          <p:cNvGrpSpPr/>
          <p:nvPr/>
        </p:nvGrpSpPr>
        <p:grpSpPr>
          <a:xfrm>
            <a:off x="7629689" y="3687830"/>
            <a:ext cx="2073973" cy="265145"/>
            <a:chOff x="5850873" y="1623916"/>
            <a:chExt cx="2073973" cy="265145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C663E136-570F-02BB-7C3C-5E0F5A0FC54C}"/>
                </a:ext>
              </a:extLst>
            </p:cNvPr>
            <p:cNvSpPr txBox="1"/>
            <p:nvPr/>
          </p:nvSpPr>
          <p:spPr>
            <a:xfrm>
              <a:off x="5850873" y="1623916"/>
              <a:ext cx="45397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b="1" dirty="0">
                  <a:latin typeface="맑은 고딕"/>
                  <a:ea typeface="맑은 고딕"/>
                </a:rPr>
                <a:t>상품명</a:t>
              </a:r>
            </a:p>
          </p:txBody>
        </p:sp>
        <p:sp>
          <p:nvSpPr>
            <p:cNvPr id="141" name="Rounded Rectangle 27">
              <a:extLst>
                <a:ext uri="{FF2B5EF4-FFF2-40B4-BE49-F238E27FC236}">
                  <a16:creationId xmlns:a16="http://schemas.microsoft.com/office/drawing/2014/main" id="{C41B904C-8630-E027-AF97-E235FD825001}"/>
                </a:ext>
              </a:extLst>
            </p:cNvPr>
            <p:cNvSpPr/>
            <p:nvPr/>
          </p:nvSpPr>
          <p:spPr>
            <a:xfrm>
              <a:off x="6371228" y="1631692"/>
              <a:ext cx="1553618" cy="257369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[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썸머러버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] 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하기스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맥스드라이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에어 밴드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팬티형 통기성 기저귀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[3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박스 구성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] 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총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24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…</a:t>
              </a:r>
            </a:p>
          </p:txBody>
        </p:sp>
      </p:grp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57097E3C-76D4-2AD7-0749-C95135A65F0E}"/>
              </a:ext>
            </a:extLst>
          </p:cNvPr>
          <p:cNvGrpSpPr/>
          <p:nvPr/>
        </p:nvGrpSpPr>
        <p:grpSpPr>
          <a:xfrm>
            <a:off x="7629689" y="3972015"/>
            <a:ext cx="2073973" cy="200055"/>
            <a:chOff x="5850873" y="1940496"/>
            <a:chExt cx="2073973" cy="200055"/>
          </a:xfrm>
        </p:grpSpPr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C620A571-109A-B93D-473C-8B75ACB92B1A}"/>
                </a:ext>
              </a:extLst>
            </p:cNvPr>
            <p:cNvSpPr txBox="1"/>
            <p:nvPr/>
          </p:nvSpPr>
          <p:spPr>
            <a:xfrm>
              <a:off x="5850873" y="1940496"/>
              <a:ext cx="54373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b="1" dirty="0">
                  <a:latin typeface="맑은 고딕"/>
                  <a:ea typeface="맑은 고딕"/>
                </a:rPr>
                <a:t>배송업체</a:t>
              </a:r>
            </a:p>
          </p:txBody>
        </p:sp>
        <p:sp>
          <p:nvSpPr>
            <p:cNvPr id="160" name="Rounded Rectangle 27">
              <a:extLst>
                <a:ext uri="{FF2B5EF4-FFF2-40B4-BE49-F238E27FC236}">
                  <a16:creationId xmlns:a16="http://schemas.microsoft.com/office/drawing/2014/main" id="{8C323F1B-20F3-38BF-2EBE-33B3DA3B4E7F}"/>
                </a:ext>
              </a:extLst>
            </p:cNvPr>
            <p:cNvSpPr/>
            <p:nvPr/>
          </p:nvSpPr>
          <p:spPr>
            <a:xfrm>
              <a:off x="6371228" y="1945516"/>
              <a:ext cx="1553618" cy="165036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롯데택배</a:t>
              </a:r>
              <a:endParaRPr lang="en-US" altLang="ko-KR" sz="6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51B6A78C-5B1B-C3F8-64FC-7FD723F59AB5}"/>
              </a:ext>
            </a:extLst>
          </p:cNvPr>
          <p:cNvGrpSpPr/>
          <p:nvPr/>
        </p:nvGrpSpPr>
        <p:grpSpPr>
          <a:xfrm>
            <a:off x="7629689" y="4188934"/>
            <a:ext cx="2073973" cy="200055"/>
            <a:chOff x="5850873" y="2157415"/>
            <a:chExt cx="2073973" cy="200055"/>
          </a:xfrm>
        </p:grpSpPr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C7240563-D04B-0F52-572F-3F84474CF860}"/>
                </a:ext>
              </a:extLst>
            </p:cNvPr>
            <p:cNvSpPr txBox="1"/>
            <p:nvPr/>
          </p:nvSpPr>
          <p:spPr>
            <a:xfrm>
              <a:off x="5850873" y="2157415"/>
              <a:ext cx="54373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b="1" dirty="0">
                  <a:latin typeface="맑은 고딕"/>
                  <a:ea typeface="맑은 고딕"/>
                </a:rPr>
                <a:t>송장번호</a:t>
              </a:r>
            </a:p>
          </p:txBody>
        </p:sp>
        <p:sp>
          <p:nvSpPr>
            <p:cNvPr id="162" name="Rounded Rectangle 27">
              <a:extLst>
                <a:ext uri="{FF2B5EF4-FFF2-40B4-BE49-F238E27FC236}">
                  <a16:creationId xmlns:a16="http://schemas.microsoft.com/office/drawing/2014/main" id="{C13B4B06-2675-C1F2-1415-2688A70181EB}"/>
                </a:ext>
              </a:extLst>
            </p:cNvPr>
            <p:cNvSpPr/>
            <p:nvPr/>
          </p:nvSpPr>
          <p:spPr>
            <a:xfrm>
              <a:off x="6371228" y="2165191"/>
              <a:ext cx="1553618" cy="165036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1234567890</a:t>
              </a:r>
            </a:p>
          </p:txBody>
        </p:sp>
      </p:grp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64C85CEE-F2A8-509B-64CA-AEF976744834}"/>
              </a:ext>
            </a:extLst>
          </p:cNvPr>
          <p:cNvCxnSpPr/>
          <p:nvPr/>
        </p:nvCxnSpPr>
        <p:spPr>
          <a:xfrm>
            <a:off x="7683721" y="4444650"/>
            <a:ext cx="201622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D7E543AF-3A43-EC96-548B-43769766F891}"/>
              </a:ext>
            </a:extLst>
          </p:cNvPr>
          <p:cNvCxnSpPr>
            <a:cxnSpLocks/>
          </p:cNvCxnSpPr>
          <p:nvPr/>
        </p:nvCxnSpPr>
        <p:spPr>
          <a:xfrm>
            <a:off x="7827737" y="4577975"/>
            <a:ext cx="0" cy="1229979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8D22575E-CACE-E5E9-5FD1-2F651D6ABBF7}"/>
              </a:ext>
            </a:extLst>
          </p:cNvPr>
          <p:cNvGrpSpPr/>
          <p:nvPr/>
        </p:nvGrpSpPr>
        <p:grpSpPr>
          <a:xfrm>
            <a:off x="7804877" y="5566610"/>
            <a:ext cx="1686750" cy="226591"/>
            <a:chOff x="6020045" y="3544808"/>
            <a:chExt cx="1686750" cy="226591"/>
          </a:xfrm>
        </p:grpSpPr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4080ED82-7FF6-A20B-5F5A-50F69D74BBB5}"/>
                </a:ext>
              </a:extLst>
            </p:cNvPr>
            <p:cNvSpPr/>
            <p:nvPr/>
          </p:nvSpPr>
          <p:spPr>
            <a:xfrm>
              <a:off x="6020045" y="3596665"/>
              <a:ext cx="45720" cy="457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0" name="Rounded Rectangle 27">
              <a:extLst>
                <a:ext uri="{FF2B5EF4-FFF2-40B4-BE49-F238E27FC236}">
                  <a16:creationId xmlns:a16="http://schemas.microsoft.com/office/drawing/2014/main" id="{77008649-9BD6-A753-C318-A6D7DF1D68C7}"/>
                </a:ext>
              </a:extLst>
            </p:cNvPr>
            <p:cNvSpPr/>
            <p:nvPr/>
          </p:nvSpPr>
          <p:spPr>
            <a:xfrm>
              <a:off x="6153177" y="3544808"/>
              <a:ext cx="1553618" cy="22659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화성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A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직영</a:t>
              </a:r>
              <a:endParaRPr lang="en-US" altLang="ko-KR" sz="500" dirty="0">
                <a:solidFill>
                  <a:schemeClr val="tx1"/>
                </a:solidFill>
                <a:ea typeface="맑은 고딕"/>
              </a:endParaRPr>
            </a:p>
            <a:p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2026-07-02 10:39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· </a:t>
              </a:r>
              <a:r>
                <a:rPr lang="ko-KR" altLang="en-US" sz="500" dirty="0" err="1">
                  <a:solidFill>
                    <a:schemeClr val="tx1"/>
                  </a:solidFill>
                  <a:ea typeface="맑은 고딕"/>
                </a:rPr>
                <a:t>집화처리</a:t>
              </a:r>
              <a:endParaRPr lang="en-US" altLang="ko-KR" sz="5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6D27CF29-30F9-C032-CCBB-19CAE9F7D1C3}"/>
              </a:ext>
            </a:extLst>
          </p:cNvPr>
          <p:cNvGrpSpPr/>
          <p:nvPr/>
        </p:nvGrpSpPr>
        <p:grpSpPr>
          <a:xfrm>
            <a:off x="7804877" y="5282815"/>
            <a:ext cx="1686750" cy="226591"/>
            <a:chOff x="6020045" y="3261013"/>
            <a:chExt cx="1686750" cy="226591"/>
          </a:xfrm>
        </p:grpSpPr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32C141DB-7688-E741-30B7-7416D859EDBF}"/>
                </a:ext>
              </a:extLst>
            </p:cNvPr>
            <p:cNvSpPr/>
            <p:nvPr/>
          </p:nvSpPr>
          <p:spPr>
            <a:xfrm>
              <a:off x="6020045" y="3296780"/>
              <a:ext cx="45720" cy="457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2" name="Rounded Rectangle 27">
              <a:extLst>
                <a:ext uri="{FF2B5EF4-FFF2-40B4-BE49-F238E27FC236}">
                  <a16:creationId xmlns:a16="http://schemas.microsoft.com/office/drawing/2014/main" id="{F7D6E335-41F3-27D7-8767-8AD295B66446}"/>
                </a:ext>
              </a:extLst>
            </p:cNvPr>
            <p:cNvSpPr/>
            <p:nvPr/>
          </p:nvSpPr>
          <p:spPr>
            <a:xfrm>
              <a:off x="6153177" y="3261013"/>
              <a:ext cx="1553618" cy="22659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옥천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HUB</a:t>
              </a:r>
            </a:p>
            <a:p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2026-07-02 21:04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· 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간선하차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 </a:t>
              </a:r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26FAB5FF-32FA-1429-5789-19A34F36A478}"/>
              </a:ext>
            </a:extLst>
          </p:cNvPr>
          <p:cNvGrpSpPr/>
          <p:nvPr/>
        </p:nvGrpSpPr>
        <p:grpSpPr>
          <a:xfrm>
            <a:off x="7804877" y="4973319"/>
            <a:ext cx="1686750" cy="226591"/>
            <a:chOff x="6020045" y="2951517"/>
            <a:chExt cx="1686750" cy="226591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F7DAB477-9D10-3EC7-222A-3380CF0B7595}"/>
                </a:ext>
              </a:extLst>
            </p:cNvPr>
            <p:cNvSpPr/>
            <p:nvPr/>
          </p:nvSpPr>
          <p:spPr>
            <a:xfrm>
              <a:off x="6020045" y="2996894"/>
              <a:ext cx="45720" cy="457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3" name="Rounded Rectangle 27">
              <a:extLst>
                <a:ext uri="{FF2B5EF4-FFF2-40B4-BE49-F238E27FC236}">
                  <a16:creationId xmlns:a16="http://schemas.microsoft.com/office/drawing/2014/main" id="{06865FD8-C162-059E-5847-F07B5B9610B2}"/>
                </a:ext>
              </a:extLst>
            </p:cNvPr>
            <p:cNvSpPr/>
            <p:nvPr/>
          </p:nvSpPr>
          <p:spPr>
            <a:xfrm>
              <a:off x="6153177" y="2951517"/>
              <a:ext cx="1553618" cy="22659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옥천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HUB</a:t>
              </a:r>
            </a:p>
            <a:p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2026-07-02 23:25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· 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간선상차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 </a:t>
              </a:r>
            </a:p>
          </p:txBody>
        </p:sp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6AB20A7D-6162-11A3-53B2-F8D95D3EC331}"/>
              </a:ext>
            </a:extLst>
          </p:cNvPr>
          <p:cNvGrpSpPr/>
          <p:nvPr/>
        </p:nvGrpSpPr>
        <p:grpSpPr>
          <a:xfrm>
            <a:off x="7804877" y="4659269"/>
            <a:ext cx="1686750" cy="226591"/>
            <a:chOff x="6020045" y="2637467"/>
            <a:chExt cx="1686750" cy="226591"/>
          </a:xfrm>
        </p:grpSpPr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5B59A894-E76B-4DB1-C0BE-0F6BE76859B9}"/>
                </a:ext>
              </a:extLst>
            </p:cNvPr>
            <p:cNvSpPr/>
            <p:nvPr/>
          </p:nvSpPr>
          <p:spPr>
            <a:xfrm>
              <a:off x="6020045" y="2697008"/>
              <a:ext cx="45720" cy="457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4" name="Rounded Rectangle 27">
              <a:extLst>
                <a:ext uri="{FF2B5EF4-FFF2-40B4-BE49-F238E27FC236}">
                  <a16:creationId xmlns:a16="http://schemas.microsoft.com/office/drawing/2014/main" id="{C83FCB94-463A-9121-BD5D-355370C75224}"/>
                </a:ext>
              </a:extLst>
            </p:cNvPr>
            <p:cNvSpPr/>
            <p:nvPr/>
          </p:nvSpPr>
          <p:spPr>
            <a:xfrm>
              <a:off x="6153177" y="2637467"/>
              <a:ext cx="1553618" cy="22659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송파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A</a:t>
              </a:r>
            </a:p>
            <a:p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2026-07-03 07:18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· </a:t>
              </a:r>
              <a:r>
                <a:rPr lang="ko-KR" altLang="en-US" sz="500" dirty="0">
                  <a:solidFill>
                    <a:schemeClr val="tx1"/>
                  </a:solidFill>
                  <a:ea typeface="맑은 고딕"/>
                </a:rPr>
                <a:t>간선하차</a:t>
              </a:r>
              <a:r>
                <a:rPr lang="en-US" altLang="ko-KR" sz="500" dirty="0">
                  <a:solidFill>
                    <a:schemeClr val="tx1"/>
                  </a:solidFill>
                  <a:ea typeface="맑은 고딕"/>
                </a:rPr>
                <a:t> 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B8CB9DC-9A4F-8ECC-12BD-A57C93F74EA7}"/>
              </a:ext>
            </a:extLst>
          </p:cNvPr>
          <p:cNvSpPr txBox="1"/>
          <p:nvPr/>
        </p:nvSpPr>
        <p:spPr>
          <a:xfrm>
            <a:off x="6308455" y="4497738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*CH-U-MY-02-01-05p</a:t>
            </a:r>
            <a:endParaRPr lang="ko-KR" altLang="en-US" sz="9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BE0282-6C81-DA46-0AB8-D26500EA2E97}"/>
              </a:ext>
            </a:extLst>
          </p:cNvPr>
          <p:cNvSpPr txBox="1"/>
          <p:nvPr/>
        </p:nvSpPr>
        <p:spPr>
          <a:xfrm>
            <a:off x="8984908" y="2997589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*CH-U-MY-02-01-08p</a:t>
            </a:r>
            <a:endParaRPr lang="ko-KR" altLang="en-US" sz="9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BEEACF0-4092-1FF8-8274-52241A6F1707}"/>
              </a:ext>
            </a:extLst>
          </p:cNvPr>
          <p:cNvSpPr/>
          <p:nvPr/>
        </p:nvSpPr>
        <p:spPr>
          <a:xfrm>
            <a:off x="307424" y="1412561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143" name="모서리가 둥근 직사각형 114">
            <a:extLst>
              <a:ext uri="{FF2B5EF4-FFF2-40B4-BE49-F238E27FC236}">
                <a16:creationId xmlns:a16="http://schemas.microsoft.com/office/drawing/2014/main" id="{876E43E0-0B38-9EEB-2D7E-16E2962A8081}"/>
              </a:ext>
            </a:extLst>
          </p:cNvPr>
          <p:cNvSpPr/>
          <p:nvPr/>
        </p:nvSpPr>
        <p:spPr>
          <a:xfrm>
            <a:off x="200075" y="133203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F17EE8F-45FC-B080-12B1-F511A3F5C78C}"/>
              </a:ext>
            </a:extLst>
          </p:cNvPr>
          <p:cNvSpPr/>
          <p:nvPr/>
        </p:nvSpPr>
        <p:spPr>
          <a:xfrm>
            <a:off x="763723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결제완료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D63B031-F3F2-9FE3-C9D6-0D896771815A}"/>
              </a:ext>
            </a:extLst>
          </p:cNvPr>
          <p:cNvSpPr/>
          <p:nvPr/>
        </p:nvSpPr>
        <p:spPr>
          <a:xfrm>
            <a:off x="1431337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상품준비중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41EA7EB6-8A6E-E2CF-4BE5-D93174AE5668}"/>
              </a:ext>
            </a:extLst>
          </p:cNvPr>
          <p:cNvSpPr/>
          <p:nvPr/>
        </p:nvSpPr>
        <p:spPr>
          <a:xfrm>
            <a:off x="2098951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4A5A4B0A-9FAC-E752-955C-3A3F3CE2B202}"/>
              </a:ext>
            </a:extLst>
          </p:cNvPr>
          <p:cNvSpPr/>
          <p:nvPr/>
        </p:nvSpPr>
        <p:spPr>
          <a:xfrm>
            <a:off x="2766565" y="1412561"/>
            <a:ext cx="493446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D2ECB3C4-E5E5-28A0-7607-6957BE626BEF}"/>
              </a:ext>
            </a:extLst>
          </p:cNvPr>
          <p:cNvSpPr/>
          <p:nvPr/>
        </p:nvSpPr>
        <p:spPr>
          <a:xfrm>
            <a:off x="3313658" y="1412561"/>
            <a:ext cx="493446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C45CA6E8-3187-B5AD-93E7-5F27950E70A6}"/>
              </a:ext>
            </a:extLst>
          </p:cNvPr>
          <p:cNvSpPr/>
          <p:nvPr/>
        </p:nvSpPr>
        <p:spPr>
          <a:xfrm>
            <a:off x="3612121" y="1332037"/>
            <a:ext cx="589339" cy="43196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DF0A04A-26C7-7CFC-4AE9-68AA6F08BF5A}"/>
              </a:ext>
            </a:extLst>
          </p:cNvPr>
          <p:cNvGrpSpPr/>
          <p:nvPr/>
        </p:nvGrpSpPr>
        <p:grpSpPr>
          <a:xfrm>
            <a:off x="3733908" y="1112438"/>
            <a:ext cx="891661" cy="1889616"/>
            <a:chOff x="3794105" y="2516412"/>
            <a:chExt cx="2448000" cy="1889616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1AA6B4F4-5ACD-20BF-66FE-512C742AE9CD}"/>
                </a:ext>
              </a:extLst>
            </p:cNvPr>
            <p:cNvGrpSpPr/>
            <p:nvPr/>
          </p:nvGrpSpPr>
          <p:grpSpPr>
            <a:xfrm>
              <a:off x="3794105" y="3454627"/>
              <a:ext cx="2447801" cy="318788"/>
              <a:chOff x="7502643" y="5722939"/>
              <a:chExt cx="2447801" cy="318788"/>
            </a:xfrm>
          </p:grpSpPr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0564E00D-959A-3D60-8E5A-15277BDCB104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8" name="Rounded Rectangle 27">
                <a:extLst>
                  <a:ext uri="{FF2B5EF4-FFF2-40B4-BE49-F238E27FC236}">
                    <a16:creationId xmlns:a16="http://schemas.microsoft.com/office/drawing/2014/main" id="{DD28C237-71C6-621B-9F9B-A219D0ACFB1E}"/>
                  </a:ext>
                </a:extLst>
              </p:cNvPr>
              <p:cNvSpPr/>
              <p:nvPr/>
            </p:nvSpPr>
            <p:spPr>
              <a:xfrm>
                <a:off x="7582214" y="5785199"/>
                <a:ext cx="1545278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최근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1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년</a:t>
                </a:r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A867ADD5-9177-9707-E170-3BB1F2A22455}"/>
                </a:ext>
              </a:extLst>
            </p:cNvPr>
            <p:cNvGrpSpPr/>
            <p:nvPr/>
          </p:nvGrpSpPr>
          <p:grpSpPr>
            <a:xfrm>
              <a:off x="3794105" y="3767517"/>
              <a:ext cx="2447801" cy="638511"/>
              <a:chOff x="7502643" y="6035829"/>
              <a:chExt cx="2447801" cy="638511"/>
            </a:xfrm>
          </p:grpSpPr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F11E485A-253A-A794-CBFA-0E3764F37D1B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5" name="Rounded Rectangle 27">
                <a:extLst>
                  <a:ext uri="{FF2B5EF4-FFF2-40B4-BE49-F238E27FC236}">
                    <a16:creationId xmlns:a16="http://schemas.microsoft.com/office/drawing/2014/main" id="{0115E715-921F-5749-925C-91AECCA28FB9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최근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3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년</a:t>
                </a: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2EE0762D-C02B-4A51-3B37-7E55C3AA017F}"/>
                  </a:ext>
                </a:extLst>
              </p:cNvPr>
              <p:cNvSpPr/>
              <p:nvPr/>
            </p:nvSpPr>
            <p:spPr>
              <a:xfrm>
                <a:off x="7502643" y="6355552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" name="Rounded Rectangle 27">
                <a:extLst>
                  <a:ext uri="{FF2B5EF4-FFF2-40B4-BE49-F238E27FC236}">
                    <a16:creationId xmlns:a16="http://schemas.microsoft.com/office/drawing/2014/main" id="{9FAF41B6-95B1-F528-4EBB-E690FA471492}"/>
                  </a:ext>
                </a:extLst>
              </p:cNvPr>
              <p:cNvSpPr/>
              <p:nvPr/>
            </p:nvSpPr>
            <p:spPr>
              <a:xfrm>
                <a:off x="7582216" y="6417812"/>
                <a:ext cx="1369198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기간지정</a:t>
                </a:r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B9C35AB-03C6-8AA9-88F8-7F6FD1D047A3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05A7E886-98DB-2C7D-6C6D-2A82592FE822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2" name="Rounded Rectangle 27">
                <a:extLst>
                  <a:ext uri="{FF2B5EF4-FFF2-40B4-BE49-F238E27FC236}">
                    <a16:creationId xmlns:a16="http://schemas.microsoft.com/office/drawing/2014/main" id="{B18ACB7D-1C29-5A75-4AE9-5114D4A00AA5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ysClr val="windowText" lastClr="000000"/>
                    </a:solidFill>
                    <a:ea typeface="맑은 고딕"/>
                  </a:rPr>
                  <a:t>최근 </a:t>
                </a:r>
                <a:r>
                  <a:rPr lang="en-US" altLang="ko-KR" sz="700" dirty="0">
                    <a:solidFill>
                      <a:sysClr val="windowText" lastClr="000000"/>
                    </a:solidFill>
                    <a:ea typeface="맑은 고딕"/>
                  </a:rPr>
                  <a:t>1</a:t>
                </a:r>
                <a:r>
                  <a:rPr lang="ko-KR" altLang="en-US" sz="700" dirty="0">
                    <a:solidFill>
                      <a:sysClr val="windowText" lastClr="000000"/>
                    </a:solidFill>
                    <a:ea typeface="맑은 고딕"/>
                  </a:rPr>
                  <a:t>개월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ysClr val="windowText" lastClr="000000"/>
                  </a:solidFill>
                  <a:ea typeface="맑은 고딕"/>
                </a:endParaRPr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7CBC419B-1D04-07E3-AF89-D489B1B4F54D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CF7F184F-5AC3-2EAB-71FA-8D85CB77714E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8" name="Rounded Rectangle 27">
                <a:extLst>
                  <a:ext uri="{FF2B5EF4-FFF2-40B4-BE49-F238E27FC236}">
                    <a16:creationId xmlns:a16="http://schemas.microsoft.com/office/drawing/2014/main" id="{96D8D675-7303-D1D3-3BD5-97450FC3FF09}"/>
                  </a:ext>
                </a:extLst>
              </p:cNvPr>
              <p:cNvSpPr/>
              <p:nvPr/>
            </p:nvSpPr>
            <p:spPr>
              <a:xfrm>
                <a:off x="7582217" y="5785199"/>
                <a:ext cx="1861066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최근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3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개월</a:t>
                </a:r>
              </a:p>
            </p:txBody>
          </p: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DB55F1F9-8C63-31AC-1335-501CFA05BFA2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0DB8B76B-01F4-597F-5F44-2DA49F149CEA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" name="Rounded Rectangle 27">
                <a:extLst>
                  <a:ext uri="{FF2B5EF4-FFF2-40B4-BE49-F238E27FC236}">
                    <a16:creationId xmlns:a16="http://schemas.microsoft.com/office/drawing/2014/main" id="{884196BF-7AFC-4165-043F-467492384AE7}"/>
                  </a:ext>
                </a:extLst>
              </p:cNvPr>
              <p:cNvSpPr/>
              <p:nvPr/>
            </p:nvSpPr>
            <p:spPr>
              <a:xfrm>
                <a:off x="7582214" y="5785199"/>
                <a:ext cx="1449603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최근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6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개월</a:t>
                </a:r>
              </a:p>
            </p:txBody>
          </p:sp>
        </p:grpSp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29F87AE0-FBF8-D60A-0093-0E5010BA32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793" y="1124252"/>
            <a:ext cx="253915" cy="23083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57734866-6300-B2A2-02B0-1A8616F4E2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793" y="1124252"/>
            <a:ext cx="253915" cy="230832"/>
          </a:xfrm>
          <a:prstGeom prst="rect">
            <a:avLst/>
          </a:prstGeom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3A115217-2464-64C8-4724-71D22A2E4633}"/>
              </a:ext>
            </a:extLst>
          </p:cNvPr>
          <p:cNvCxnSpPr/>
          <p:nvPr/>
        </p:nvCxnSpPr>
        <p:spPr>
          <a:xfrm>
            <a:off x="1431337" y="1355084"/>
            <a:ext cx="202737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7F15331-F248-F939-9CEF-9D8EC2AD3E25}"/>
              </a:ext>
            </a:extLst>
          </p:cNvPr>
          <p:cNvSpPr txBox="1"/>
          <p:nvPr/>
        </p:nvSpPr>
        <p:spPr>
          <a:xfrm>
            <a:off x="1497724" y="1145629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2026. 01. 01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D42FCC-3681-C737-6AD6-3D9B23D00650}"/>
              </a:ext>
            </a:extLst>
          </p:cNvPr>
          <p:cNvSpPr txBox="1"/>
          <p:nvPr/>
        </p:nvSpPr>
        <p:spPr>
          <a:xfrm>
            <a:off x="2521729" y="1145629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2026. 05. 31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C6F7B76-EA85-B8E3-A339-48C792ADD2EB}"/>
              </a:ext>
            </a:extLst>
          </p:cNvPr>
          <p:cNvSpPr txBox="1"/>
          <p:nvPr/>
        </p:nvSpPr>
        <p:spPr>
          <a:xfrm>
            <a:off x="2274949" y="1145629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3" name="그림 132">
            <a:extLst>
              <a:ext uri="{FF2B5EF4-FFF2-40B4-BE49-F238E27FC236}">
                <a16:creationId xmlns:a16="http://schemas.microsoft.com/office/drawing/2014/main" id="{3B58A2C4-2F40-C3C3-AAF4-86A86593FE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9916" y="1124252"/>
            <a:ext cx="253915" cy="230832"/>
          </a:xfrm>
          <a:prstGeom prst="rect">
            <a:avLst/>
          </a:prstGeom>
        </p:spPr>
      </p:pic>
      <p:sp>
        <p:nvSpPr>
          <p:cNvPr id="138" name="모서리가 둥근 직사각형 114">
            <a:extLst>
              <a:ext uri="{FF2B5EF4-FFF2-40B4-BE49-F238E27FC236}">
                <a16:creationId xmlns:a16="http://schemas.microsoft.com/office/drawing/2014/main" id="{D98A15FB-8A75-B9D5-B470-6557A0715B7D}"/>
              </a:ext>
            </a:extLst>
          </p:cNvPr>
          <p:cNvSpPr/>
          <p:nvPr/>
        </p:nvSpPr>
        <p:spPr>
          <a:xfrm>
            <a:off x="1326659" y="10439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770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B6989-0276-9A23-A5CB-DBAE4941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223">
            <a:extLst>
              <a:ext uri="{FF2B5EF4-FFF2-40B4-BE49-F238E27FC236}">
                <a16:creationId xmlns:a16="http://schemas.microsoft.com/office/drawing/2014/main" id="{DA40BFC1-6158-54EE-F9F8-AD16A54A502C}"/>
              </a:ext>
            </a:extLst>
          </p:cNvPr>
          <p:cNvSpPr txBox="1"/>
          <p:nvPr/>
        </p:nvSpPr>
        <p:spPr>
          <a:xfrm>
            <a:off x="2274949" y="1145629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21" name="그림 220">
            <a:extLst>
              <a:ext uri="{FF2B5EF4-FFF2-40B4-BE49-F238E27FC236}">
                <a16:creationId xmlns:a16="http://schemas.microsoft.com/office/drawing/2014/main" id="{909ECC2C-BBCF-EAAC-02F6-AA5CD400B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916" y="1124252"/>
            <a:ext cx="253915" cy="230832"/>
          </a:xfrm>
          <a:prstGeom prst="rect">
            <a:avLst/>
          </a:prstGeom>
        </p:spPr>
      </p:pic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7B89DED1-0362-534C-ECAB-E8DE9980E138}"/>
              </a:ext>
            </a:extLst>
          </p:cNvPr>
          <p:cNvSpPr/>
          <p:nvPr/>
        </p:nvSpPr>
        <p:spPr>
          <a:xfrm>
            <a:off x="517255" y="5653686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더보기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191094-761D-DF79-8D31-D1F9CC616D7F}"/>
              </a:ext>
            </a:extLst>
          </p:cNvPr>
          <p:cNvSpPr txBox="1"/>
          <p:nvPr/>
        </p:nvSpPr>
        <p:spPr>
          <a:xfrm>
            <a:off x="1307907" y="78285"/>
            <a:ext cx="24016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주문배송조회 목록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</a:rPr>
              <a:t>기간지정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</a:rPr>
              <a:t>)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–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달력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레이어팝업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C9309-07EE-5F48-A6E3-A0E0A4A24143}"/>
              </a:ext>
            </a:extLst>
          </p:cNvPr>
          <p:cNvSpPr txBox="1"/>
          <p:nvPr/>
        </p:nvSpPr>
        <p:spPr>
          <a:xfrm>
            <a:off x="1302717" y="330494"/>
            <a:ext cx="20040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8E12DF5-2C8D-1D6F-4297-48C19EA9BBE9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C1AC0E-9AEC-7D22-BB3C-D6F94765E1A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896EA0-E880-90FE-32E8-5ECC35B86AF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ACC60DE9-6D9B-F79D-326C-392750D7B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669870"/>
              </p:ext>
            </p:extLst>
          </p:nvPr>
        </p:nvGraphicFramePr>
        <p:xfrm>
          <a:off x="10128399" y="623854"/>
          <a:ext cx="2850436" cy="219659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날짜 선택 표시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달력 조회한 당일 날짜에 컬러 표시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날짜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팝업 꺼지고 조회 기간에 날짜 바로 적용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5EE8FF9-7239-3104-6C83-F281A220F772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D7C893-E410-84BB-C6E7-E3EDE1C897D1}"/>
              </a:ext>
            </a:extLst>
          </p:cNvPr>
          <p:cNvSpPr txBox="1"/>
          <p:nvPr/>
        </p:nvSpPr>
        <p:spPr>
          <a:xfrm>
            <a:off x="377783" y="720258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배송조회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644FFB-A285-BAC6-4485-EF5051B8A1C1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8F9EE55-603C-7B56-7FA5-9B24622040F6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128F967-6575-0EC6-3AFC-8CCF13805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C8D9C921-6337-42E6-BF16-AD73032A6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5BE428C5-4A38-EB8C-4794-9F4C1A071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0" name="Rounded Rectangle 35">
            <a:extLst>
              <a:ext uri="{FF2B5EF4-FFF2-40B4-BE49-F238E27FC236}">
                <a16:creationId xmlns:a16="http://schemas.microsoft.com/office/drawing/2014/main" id="{7A7A8803-03DD-9104-C5DA-DCE93889EA25}"/>
              </a:ext>
            </a:extLst>
          </p:cNvPr>
          <p:cNvSpPr/>
          <p:nvPr/>
        </p:nvSpPr>
        <p:spPr>
          <a:xfrm>
            <a:off x="324314" y="1139196"/>
            <a:ext cx="102955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기간지정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2" name="Rounded Rectangle 33">
            <a:extLst>
              <a:ext uri="{FF2B5EF4-FFF2-40B4-BE49-F238E27FC236}">
                <a16:creationId xmlns:a16="http://schemas.microsoft.com/office/drawing/2014/main" id="{EBB5AC4F-7BE7-321F-D1AF-59A990E93BB7}"/>
              </a:ext>
            </a:extLst>
          </p:cNvPr>
          <p:cNvSpPr/>
          <p:nvPr/>
        </p:nvSpPr>
        <p:spPr>
          <a:xfrm>
            <a:off x="2858165" y="1757272"/>
            <a:ext cx="582383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595959"/>
                </a:solidFill>
                <a:ea typeface="맑은 고딕"/>
              </a:rPr>
              <a:t>조회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76B65716-7015-4F3F-D0AB-468B55E40CDC}"/>
              </a:ext>
            </a:extLst>
          </p:cNvPr>
          <p:cNvSpPr/>
          <p:nvPr/>
        </p:nvSpPr>
        <p:spPr>
          <a:xfrm>
            <a:off x="324313" y="1757272"/>
            <a:ext cx="244800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상품명을 입력해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A5ED4448-2C78-288F-A8B0-C3DDA4E0CBDE}"/>
              </a:ext>
            </a:extLst>
          </p:cNvPr>
          <p:cNvGrpSpPr/>
          <p:nvPr/>
        </p:nvGrpSpPr>
        <p:grpSpPr>
          <a:xfrm>
            <a:off x="335141" y="2150456"/>
            <a:ext cx="3105128" cy="1600290"/>
            <a:chOff x="335141" y="1839167"/>
            <a:chExt cx="3105128" cy="1600290"/>
          </a:xfrm>
        </p:grpSpPr>
        <p:sp>
          <p:nvSpPr>
            <p:cNvPr id="38" name="Rounded Rectangle 22">
              <a:extLst>
                <a:ext uri="{FF2B5EF4-FFF2-40B4-BE49-F238E27FC236}">
                  <a16:creationId xmlns:a16="http://schemas.microsoft.com/office/drawing/2014/main" id="{F5BD8486-A2D8-C844-0D3A-E137A4A2F7AB}"/>
                </a:ext>
              </a:extLst>
            </p:cNvPr>
            <p:cNvSpPr/>
            <p:nvPr/>
          </p:nvSpPr>
          <p:spPr>
            <a:xfrm>
              <a:off x="335141" y="1839167"/>
              <a:ext cx="3105112" cy="160029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0" name="Rounded Rectangle 27">
              <a:extLst>
                <a:ext uri="{FF2B5EF4-FFF2-40B4-BE49-F238E27FC236}">
                  <a16:creationId xmlns:a16="http://schemas.microsoft.com/office/drawing/2014/main" id="{5FFE63F4-0181-7644-7760-857084BBA71A}"/>
                </a:ext>
              </a:extLst>
            </p:cNvPr>
            <p:cNvSpPr/>
            <p:nvPr/>
          </p:nvSpPr>
          <p:spPr>
            <a:xfrm>
              <a:off x="2504068" y="273028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2DF329E-2325-D3D6-CC5D-D239D5BD8F7F}"/>
                </a:ext>
              </a:extLst>
            </p:cNvPr>
            <p:cNvSpPr txBox="1"/>
            <p:nvPr/>
          </p:nvSpPr>
          <p:spPr>
            <a:xfrm>
              <a:off x="1080596" y="2414929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D268B9D3-5F3C-96D6-4A9B-628D4B0086B0}"/>
                </a:ext>
              </a:extLst>
            </p:cNvPr>
            <p:cNvSpPr/>
            <p:nvPr/>
          </p:nvSpPr>
          <p:spPr>
            <a:xfrm>
              <a:off x="455610" y="2221254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7" name="Rounded Rectangle 35">
              <a:extLst>
                <a:ext uri="{FF2B5EF4-FFF2-40B4-BE49-F238E27FC236}">
                  <a16:creationId xmlns:a16="http://schemas.microsoft.com/office/drawing/2014/main" id="{8F2E1B42-C35E-E68D-BC90-12B3B20EE4D3}"/>
                </a:ext>
              </a:extLst>
            </p:cNvPr>
            <p:cNvSpPr/>
            <p:nvPr/>
          </p:nvSpPr>
          <p:spPr>
            <a:xfrm>
              <a:off x="517505" y="3076175"/>
              <a:ext cx="274850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주문 취소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B6F7E3F-1582-946B-807D-4CC84CBDEAEF}"/>
                </a:ext>
              </a:extLst>
            </p:cNvPr>
            <p:cNvSpPr txBox="1"/>
            <p:nvPr/>
          </p:nvSpPr>
          <p:spPr>
            <a:xfrm>
              <a:off x="2801953" y="1918675"/>
              <a:ext cx="6383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주문상세 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&gt;</a:t>
              </a:r>
              <a:endParaRPr lang="ko-KR" altLang="en-US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E839221E-141D-2FA7-F8F1-91717A5A9879}"/>
                </a:ext>
              </a:extLst>
            </p:cNvPr>
            <p:cNvSpPr txBox="1"/>
            <p:nvPr/>
          </p:nvSpPr>
          <p:spPr>
            <a:xfrm>
              <a:off x="344696" y="1918675"/>
              <a:ext cx="210382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ko-KR" sz="800" b="1" dirty="0">
                  <a:latin typeface="맑은 고딕"/>
                  <a:ea typeface="맑은 고딕"/>
                </a:rPr>
                <a:t>260</a:t>
              </a:r>
              <a:r>
                <a:rPr lang="en-US" altLang="ko-KR" sz="800" b="1" dirty="0">
                  <a:latin typeface="맑은 고딕"/>
                  <a:ea typeface="맑은 고딕"/>
                </a:rPr>
                <a:t>707</a:t>
              </a:r>
              <a:r>
                <a:rPr lang="ko-KR" altLang="ko-KR" sz="800" b="1" dirty="0">
                  <a:latin typeface="맑은 고딕"/>
                  <a:ea typeface="맑은 고딕"/>
                </a:rPr>
                <a:t>00</a:t>
              </a:r>
              <a:r>
                <a:rPr lang="en-US" altLang="ko-KR" sz="800" b="1" dirty="0">
                  <a:latin typeface="맑은 고딕"/>
                  <a:ea typeface="맑은 고딕"/>
                </a:rPr>
                <a:t>0281</a:t>
              </a:r>
              <a:r>
                <a:rPr lang="en-US" altLang="ko-KR" sz="800" dirty="0">
                  <a:solidFill>
                    <a:srgbClr val="8A8A8A"/>
                  </a:solidFill>
                  <a:latin typeface="맑은 고딕"/>
                  <a:ea typeface="맑은 고딕"/>
                </a:rPr>
                <a:t> |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 14:29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주문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7" name="Rounded Rectangle 27">
              <a:extLst>
                <a:ext uri="{FF2B5EF4-FFF2-40B4-BE49-F238E27FC236}">
                  <a16:creationId xmlns:a16="http://schemas.microsoft.com/office/drawing/2014/main" id="{61B87092-F3C4-EA51-0913-3FF5FDABE482}"/>
                </a:ext>
              </a:extLst>
            </p:cNvPr>
            <p:cNvSpPr/>
            <p:nvPr/>
          </p:nvSpPr>
          <p:spPr>
            <a:xfrm>
              <a:off x="1059838" y="220564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결제완료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139" name="Rounded Rectangle 27">
              <a:extLst>
                <a:ext uri="{FF2B5EF4-FFF2-40B4-BE49-F238E27FC236}">
                  <a16:creationId xmlns:a16="http://schemas.microsoft.com/office/drawing/2014/main" id="{777CD386-E468-9662-4314-214C3E422DA9}"/>
                </a:ext>
              </a:extLst>
            </p:cNvPr>
            <p:cNvSpPr/>
            <p:nvPr/>
          </p:nvSpPr>
          <p:spPr>
            <a:xfrm>
              <a:off x="1068606" y="2709857"/>
              <a:ext cx="137991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FD97576E-6A84-533B-5C83-D5621420129F}"/>
              </a:ext>
            </a:extLst>
          </p:cNvPr>
          <p:cNvGrpSpPr/>
          <p:nvPr/>
        </p:nvGrpSpPr>
        <p:grpSpPr>
          <a:xfrm>
            <a:off x="335141" y="3917906"/>
            <a:ext cx="3105128" cy="1600290"/>
            <a:chOff x="335141" y="1839167"/>
            <a:chExt cx="3105128" cy="1600290"/>
          </a:xfrm>
        </p:grpSpPr>
        <p:sp>
          <p:nvSpPr>
            <p:cNvPr id="147" name="Rounded Rectangle 22">
              <a:extLst>
                <a:ext uri="{FF2B5EF4-FFF2-40B4-BE49-F238E27FC236}">
                  <a16:creationId xmlns:a16="http://schemas.microsoft.com/office/drawing/2014/main" id="{2D51A5B8-AF3D-8AE0-C1B7-4E1658F672C4}"/>
                </a:ext>
              </a:extLst>
            </p:cNvPr>
            <p:cNvSpPr/>
            <p:nvPr/>
          </p:nvSpPr>
          <p:spPr>
            <a:xfrm>
              <a:off x="335141" y="1839167"/>
              <a:ext cx="3105112" cy="160029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48" name="Rounded Rectangle 27">
              <a:extLst>
                <a:ext uri="{FF2B5EF4-FFF2-40B4-BE49-F238E27FC236}">
                  <a16:creationId xmlns:a16="http://schemas.microsoft.com/office/drawing/2014/main" id="{F1C60076-78EB-46B1-D03C-88DFBED85EEA}"/>
                </a:ext>
              </a:extLst>
            </p:cNvPr>
            <p:cNvSpPr/>
            <p:nvPr/>
          </p:nvSpPr>
          <p:spPr>
            <a:xfrm>
              <a:off x="2487249" y="273028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C30988BB-99BF-0378-64CA-3BF2A3A904DF}"/>
                </a:ext>
              </a:extLst>
            </p:cNvPr>
            <p:cNvSpPr txBox="1"/>
            <p:nvPr/>
          </p:nvSpPr>
          <p:spPr>
            <a:xfrm>
              <a:off x="1080596" y="2414929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70D3044F-A888-A49D-C612-9FD65D41D369}"/>
                </a:ext>
              </a:extLst>
            </p:cNvPr>
            <p:cNvSpPr/>
            <p:nvPr/>
          </p:nvSpPr>
          <p:spPr>
            <a:xfrm>
              <a:off x="455610" y="2221254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1" name="Rounded Rectangle 35">
              <a:extLst>
                <a:ext uri="{FF2B5EF4-FFF2-40B4-BE49-F238E27FC236}">
                  <a16:creationId xmlns:a16="http://schemas.microsoft.com/office/drawing/2014/main" id="{1C0B9592-D9BD-E9B9-9F4B-4F7EAD37D41A}"/>
                </a:ext>
              </a:extLst>
            </p:cNvPr>
            <p:cNvSpPr/>
            <p:nvPr/>
          </p:nvSpPr>
          <p:spPr>
            <a:xfrm>
              <a:off x="2401625" y="3076175"/>
              <a:ext cx="86438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배송조회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B7009EF-4391-8ACD-4AFC-662C4D144C1E}"/>
                </a:ext>
              </a:extLst>
            </p:cNvPr>
            <p:cNvSpPr txBox="1"/>
            <p:nvPr/>
          </p:nvSpPr>
          <p:spPr>
            <a:xfrm>
              <a:off x="2801953" y="1918675"/>
              <a:ext cx="6383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주문상세 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&gt;</a:t>
              </a:r>
              <a:endParaRPr lang="ko-KR" altLang="en-US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9BE589C4-E5F6-4F2A-25EF-A58F96AFA64E}"/>
                </a:ext>
              </a:extLst>
            </p:cNvPr>
            <p:cNvSpPr txBox="1"/>
            <p:nvPr/>
          </p:nvSpPr>
          <p:spPr>
            <a:xfrm>
              <a:off x="344696" y="1918675"/>
              <a:ext cx="210382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ko-KR" sz="800" b="1" dirty="0">
                  <a:latin typeface="맑은 고딕"/>
                  <a:ea typeface="맑은 고딕"/>
                </a:rPr>
                <a:t>260630001754</a:t>
              </a:r>
              <a:r>
                <a:rPr lang="en-US" altLang="ko-KR" sz="800" dirty="0">
                  <a:solidFill>
                    <a:srgbClr val="8A8A8A"/>
                  </a:solidFill>
                  <a:ea typeface="맑은 고딕"/>
                </a:rPr>
                <a:t>  |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6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30 19:00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주문</a:t>
              </a:r>
              <a:endParaRPr lang="ko-KR" altLang="en-US" sz="8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154" name="Rounded Rectangle 27">
              <a:extLst>
                <a:ext uri="{FF2B5EF4-FFF2-40B4-BE49-F238E27FC236}">
                  <a16:creationId xmlns:a16="http://schemas.microsoft.com/office/drawing/2014/main" id="{9159DBF5-8C3B-7F4A-822B-11B1FEEA7BAF}"/>
                </a:ext>
              </a:extLst>
            </p:cNvPr>
            <p:cNvSpPr/>
            <p:nvPr/>
          </p:nvSpPr>
          <p:spPr>
            <a:xfrm>
              <a:off x="1059839" y="2201279"/>
              <a:ext cx="108000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 err="1">
                  <a:solidFill>
                    <a:srgbClr val="234DD3"/>
                  </a:solidFill>
                  <a:ea typeface="맑은 고딕"/>
                </a:rPr>
                <a:t>배송중</a:t>
              </a:r>
              <a:endParaRPr lang="ko-KR" altLang="en-US" sz="700" b="1" dirty="0">
                <a:solidFill>
                  <a:srgbClr val="234DD3"/>
                </a:solidFill>
                <a:ea typeface="맑은 고딕"/>
              </a:endParaRPr>
            </a:p>
          </p:txBody>
        </p:sp>
        <p:sp>
          <p:nvSpPr>
            <p:cNvPr id="155" name="Rounded Rectangle 27">
              <a:extLst>
                <a:ext uri="{FF2B5EF4-FFF2-40B4-BE49-F238E27FC236}">
                  <a16:creationId xmlns:a16="http://schemas.microsoft.com/office/drawing/2014/main" id="{86C418F3-0E73-4051-37BB-A30276893172}"/>
                </a:ext>
              </a:extLst>
            </p:cNvPr>
            <p:cNvSpPr/>
            <p:nvPr/>
          </p:nvSpPr>
          <p:spPr>
            <a:xfrm>
              <a:off x="1068606" y="2709856"/>
              <a:ext cx="137991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156" name="Rounded Rectangle 35">
              <a:extLst>
                <a:ext uri="{FF2B5EF4-FFF2-40B4-BE49-F238E27FC236}">
                  <a16:creationId xmlns:a16="http://schemas.microsoft.com/office/drawing/2014/main" id="{E476CB4C-F3D4-2BEE-AF82-A53D9A5243E6}"/>
                </a:ext>
              </a:extLst>
            </p:cNvPr>
            <p:cNvSpPr/>
            <p:nvPr/>
          </p:nvSpPr>
          <p:spPr>
            <a:xfrm>
              <a:off x="517506" y="3076175"/>
              <a:ext cx="86438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구매확정</a:t>
              </a:r>
            </a:p>
          </p:txBody>
        </p:sp>
        <p:sp>
          <p:nvSpPr>
            <p:cNvPr id="9" name="Rounded Rectangle 35">
              <a:extLst>
                <a:ext uri="{FF2B5EF4-FFF2-40B4-BE49-F238E27FC236}">
                  <a16:creationId xmlns:a16="http://schemas.microsoft.com/office/drawing/2014/main" id="{7B32020D-7998-EFD8-72B3-CD3F5818F6B7}"/>
                </a:ext>
              </a:extLst>
            </p:cNvPr>
            <p:cNvSpPr/>
            <p:nvPr/>
          </p:nvSpPr>
          <p:spPr>
            <a:xfrm>
              <a:off x="1457667" y="3076175"/>
              <a:ext cx="86438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교환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/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반품요청</a:t>
              </a:r>
            </a:p>
          </p:txBody>
        </p:sp>
      </p:grp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B387E41-D5D6-62A1-D0A3-FCC3D5071623}"/>
              </a:ext>
            </a:extLst>
          </p:cNvPr>
          <p:cNvSpPr/>
          <p:nvPr/>
        </p:nvSpPr>
        <p:spPr>
          <a:xfrm>
            <a:off x="307424" y="1412561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2F20456-2E97-1124-88F8-83D53182C1D0}"/>
              </a:ext>
            </a:extLst>
          </p:cNvPr>
          <p:cNvSpPr/>
          <p:nvPr/>
        </p:nvSpPr>
        <p:spPr>
          <a:xfrm>
            <a:off x="763723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결제완료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9380376-923D-1B27-C92B-5808836DAAA3}"/>
              </a:ext>
            </a:extLst>
          </p:cNvPr>
          <p:cNvSpPr/>
          <p:nvPr/>
        </p:nvSpPr>
        <p:spPr>
          <a:xfrm>
            <a:off x="1431337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상품준비중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67CF4703-6CB9-0DF1-5D0A-B8F40168B092}"/>
              </a:ext>
            </a:extLst>
          </p:cNvPr>
          <p:cNvSpPr/>
          <p:nvPr/>
        </p:nvSpPr>
        <p:spPr>
          <a:xfrm>
            <a:off x="2098951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01" name="사각형: 둥근 모서리 200">
            <a:extLst>
              <a:ext uri="{FF2B5EF4-FFF2-40B4-BE49-F238E27FC236}">
                <a16:creationId xmlns:a16="http://schemas.microsoft.com/office/drawing/2014/main" id="{013B3827-CA40-A176-CBA8-D64C1F8A4C3F}"/>
              </a:ext>
            </a:extLst>
          </p:cNvPr>
          <p:cNvSpPr/>
          <p:nvPr/>
        </p:nvSpPr>
        <p:spPr>
          <a:xfrm>
            <a:off x="2766565" y="1412561"/>
            <a:ext cx="493446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D7DC7E0B-E9BF-557F-F956-9256DF69A0BA}"/>
              </a:ext>
            </a:extLst>
          </p:cNvPr>
          <p:cNvSpPr/>
          <p:nvPr/>
        </p:nvSpPr>
        <p:spPr>
          <a:xfrm>
            <a:off x="3313658" y="1412561"/>
            <a:ext cx="493446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97DC0BC5-8BA4-20B5-A7BD-FF8634BB1C13}"/>
              </a:ext>
            </a:extLst>
          </p:cNvPr>
          <p:cNvSpPr/>
          <p:nvPr/>
        </p:nvSpPr>
        <p:spPr>
          <a:xfrm>
            <a:off x="3612121" y="1332037"/>
            <a:ext cx="589339" cy="43196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17B2AF9F-22CF-EFD7-7840-AF00956BB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793" y="1124252"/>
            <a:ext cx="253915" cy="230832"/>
          </a:xfrm>
          <a:prstGeom prst="rect">
            <a:avLst/>
          </a:prstGeom>
        </p:spPr>
      </p:pic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667C7BBB-D2B0-0506-7C07-9D0387436555}"/>
              </a:ext>
            </a:extLst>
          </p:cNvPr>
          <p:cNvCxnSpPr/>
          <p:nvPr/>
        </p:nvCxnSpPr>
        <p:spPr>
          <a:xfrm>
            <a:off x="1431337" y="1355084"/>
            <a:ext cx="202737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5261B21B-6FFA-65DA-C2F2-588C88C659E5}"/>
              </a:ext>
            </a:extLst>
          </p:cNvPr>
          <p:cNvSpPr txBox="1"/>
          <p:nvPr/>
        </p:nvSpPr>
        <p:spPr>
          <a:xfrm>
            <a:off x="1497724" y="1145629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2026. 01. 01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3AE0CC6-FEE8-98A1-D555-2A57CD12BD90}"/>
              </a:ext>
            </a:extLst>
          </p:cNvPr>
          <p:cNvSpPr txBox="1"/>
          <p:nvPr/>
        </p:nvSpPr>
        <p:spPr>
          <a:xfrm>
            <a:off x="2521729" y="1145629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2026. 05. 31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5ECF830-E5EE-EDCC-EC6B-BD572F38542E}"/>
              </a:ext>
            </a:extLst>
          </p:cNvPr>
          <p:cNvSpPr/>
          <p:nvPr/>
        </p:nvSpPr>
        <p:spPr>
          <a:xfrm>
            <a:off x="154295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5DEEB6A2-ABB5-147A-BB5B-4AF5C7F05F5F}"/>
              </a:ext>
            </a:extLst>
          </p:cNvPr>
          <p:cNvGrpSpPr/>
          <p:nvPr/>
        </p:nvGrpSpPr>
        <p:grpSpPr>
          <a:xfrm>
            <a:off x="523223" y="2385591"/>
            <a:ext cx="2697799" cy="2279610"/>
            <a:chOff x="7798137" y="2214058"/>
            <a:chExt cx="2697799" cy="2279610"/>
          </a:xfrm>
        </p:grpSpPr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462BBD9F-25B4-32A4-7324-C6B764FDD5D6}"/>
                </a:ext>
              </a:extLst>
            </p:cNvPr>
            <p:cNvSpPr/>
            <p:nvPr/>
          </p:nvSpPr>
          <p:spPr>
            <a:xfrm>
              <a:off x="7798137" y="2214058"/>
              <a:ext cx="2697799" cy="227961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4AAAD569-F242-E3A5-184A-F63DD24BBD8C}"/>
                </a:ext>
              </a:extLst>
            </p:cNvPr>
            <p:cNvSpPr txBox="1"/>
            <p:nvPr/>
          </p:nvSpPr>
          <p:spPr>
            <a:xfrm>
              <a:off x="8170541" y="2445979"/>
              <a:ext cx="2007330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&lt;              2026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년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7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월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               &gt;</a:t>
              </a:r>
            </a:p>
          </p:txBody>
        </p:sp>
      </p:grpSp>
      <p:graphicFrame>
        <p:nvGraphicFramePr>
          <p:cNvPr id="191" name="표 190">
            <a:extLst>
              <a:ext uri="{FF2B5EF4-FFF2-40B4-BE49-F238E27FC236}">
                <a16:creationId xmlns:a16="http://schemas.microsoft.com/office/drawing/2014/main" id="{7254CF57-F90D-875B-3BA6-DE92B841E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495677"/>
              </p:ext>
            </p:extLst>
          </p:nvPr>
        </p:nvGraphicFramePr>
        <p:xfrm>
          <a:off x="920615" y="2906175"/>
          <a:ext cx="1926456" cy="15385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208">
                  <a:extLst>
                    <a:ext uri="{9D8B030D-6E8A-4147-A177-3AD203B41FA5}">
                      <a16:colId xmlns:a16="http://schemas.microsoft.com/office/drawing/2014/main" val="75271448"/>
                    </a:ext>
                  </a:extLst>
                </a:gridCol>
                <a:gridCol w="275208">
                  <a:extLst>
                    <a:ext uri="{9D8B030D-6E8A-4147-A177-3AD203B41FA5}">
                      <a16:colId xmlns:a16="http://schemas.microsoft.com/office/drawing/2014/main" val="146920173"/>
                    </a:ext>
                  </a:extLst>
                </a:gridCol>
                <a:gridCol w="275208">
                  <a:extLst>
                    <a:ext uri="{9D8B030D-6E8A-4147-A177-3AD203B41FA5}">
                      <a16:colId xmlns:a16="http://schemas.microsoft.com/office/drawing/2014/main" val="3991100216"/>
                    </a:ext>
                  </a:extLst>
                </a:gridCol>
                <a:gridCol w="275208">
                  <a:extLst>
                    <a:ext uri="{9D8B030D-6E8A-4147-A177-3AD203B41FA5}">
                      <a16:colId xmlns:a16="http://schemas.microsoft.com/office/drawing/2014/main" val="1350709715"/>
                    </a:ext>
                  </a:extLst>
                </a:gridCol>
                <a:gridCol w="275208">
                  <a:extLst>
                    <a:ext uri="{9D8B030D-6E8A-4147-A177-3AD203B41FA5}">
                      <a16:colId xmlns:a16="http://schemas.microsoft.com/office/drawing/2014/main" val="227328115"/>
                    </a:ext>
                  </a:extLst>
                </a:gridCol>
                <a:gridCol w="275208">
                  <a:extLst>
                    <a:ext uri="{9D8B030D-6E8A-4147-A177-3AD203B41FA5}">
                      <a16:colId xmlns:a16="http://schemas.microsoft.com/office/drawing/2014/main" val="484386738"/>
                    </a:ext>
                  </a:extLst>
                </a:gridCol>
                <a:gridCol w="275208">
                  <a:extLst>
                    <a:ext uri="{9D8B030D-6E8A-4147-A177-3AD203B41FA5}">
                      <a16:colId xmlns:a16="http://schemas.microsoft.com/office/drawing/2014/main" val="13400258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화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수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목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금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bg1"/>
                          </a:solidFill>
                        </a:rPr>
                        <a:t>토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014066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3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4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798327"/>
                  </a:ext>
                </a:extLst>
              </a:tr>
              <a:tr h="2715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5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6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7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8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9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10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11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880837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12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13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14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15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16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17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18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3236420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19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20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21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22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23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24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25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343758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26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27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28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29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30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31</a:t>
                      </a:r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5695512"/>
                  </a:ext>
                </a:extLst>
              </a:tr>
            </a:tbl>
          </a:graphicData>
        </a:graphic>
      </p:graphicFrame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D7E6E3A8-C43F-6D26-9368-CF27C5F54D67}"/>
              </a:ext>
            </a:extLst>
          </p:cNvPr>
          <p:cNvSpPr/>
          <p:nvPr/>
        </p:nvSpPr>
        <p:spPr>
          <a:xfrm>
            <a:off x="1216539" y="3394523"/>
            <a:ext cx="241573" cy="218858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  <a:alpha val="1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모서리가 둥근 직사각형 114">
            <a:extLst>
              <a:ext uri="{FF2B5EF4-FFF2-40B4-BE49-F238E27FC236}">
                <a16:creationId xmlns:a16="http://schemas.microsoft.com/office/drawing/2014/main" id="{D04591D4-3A0D-A1B9-6A7C-D1F384A2FD3A}"/>
              </a:ext>
            </a:extLst>
          </p:cNvPr>
          <p:cNvSpPr/>
          <p:nvPr/>
        </p:nvSpPr>
        <p:spPr>
          <a:xfrm>
            <a:off x="914294" y="33451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914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3E04E-3313-56B1-8F3E-2D9D83B43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4CC3C5-5529-21EC-A6EB-7E31CBB2C1B6}"/>
              </a:ext>
            </a:extLst>
          </p:cNvPr>
          <p:cNvSpPr txBox="1"/>
          <p:nvPr/>
        </p:nvSpPr>
        <p:spPr>
          <a:xfrm>
            <a:off x="1307907" y="78285"/>
            <a:ext cx="19143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주문배송조회 목록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</a:rPr>
              <a:t>묶음주문 케이스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047F13-9B86-CCAD-A0F7-C6CB0AE1F2B0}"/>
              </a:ext>
            </a:extLst>
          </p:cNvPr>
          <p:cNvSpPr txBox="1"/>
          <p:nvPr/>
        </p:nvSpPr>
        <p:spPr>
          <a:xfrm>
            <a:off x="1302717" y="330494"/>
            <a:ext cx="20040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A1F59E5-9F30-559B-26A0-54C50261C44A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F34D1-DE03-CF22-D26F-9A87733D4C9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5DE9E3-B7BA-6852-4FF8-97078E6C47BF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80455707-5A7E-0EB3-6BC6-841B8100B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612671"/>
              </p:ext>
            </p:extLst>
          </p:nvPr>
        </p:nvGraphicFramePr>
        <p:xfrm>
          <a:off x="10128399" y="623854"/>
          <a:ext cx="2850436" cy="373513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다건주문내역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한 주문카드 내 주문상품 개수만큼 물품 블록 반복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썸네일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주문시간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가격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적용 바우처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주문취소 버튼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노출 순서는 주문서 등록 순으로 배치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이외에는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단건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주문 블록과 상세 내용 동일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 주문 취소 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다건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주문내역 가장 하단에 전체 주문 취소 버튼 생성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주문건이 하나라도 결제완료 이후 단계로 넘어갔을 경우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개별 주문 취소 버튼과의 혼동 방지를 위한 총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주문건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개수 안내 및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UI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디자인 차별화 필요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주문 취소화면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(CH-U-MY-02-01-03)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CBBD860F-DAF0-C39C-79F0-B96D7FFAF626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A40ADB-8B5B-B8DA-B3D5-9135F3322B5F}"/>
              </a:ext>
            </a:extLst>
          </p:cNvPr>
          <p:cNvSpPr txBox="1"/>
          <p:nvPr/>
        </p:nvSpPr>
        <p:spPr>
          <a:xfrm>
            <a:off x="377783" y="720258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배송조회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3FFB66-279D-F42E-5BDD-4BF51D971C06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2D13C7B-BC96-C17B-6CB8-8446EBEE6763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F1D89E23-6D6F-E03A-AC27-DB4F75511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8CFFB24-D7DA-E9E9-9D02-E918C7BD3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0866919D-1C59-BF84-3302-111DEEE8E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22" name="Rounded Rectangle 33">
            <a:extLst>
              <a:ext uri="{FF2B5EF4-FFF2-40B4-BE49-F238E27FC236}">
                <a16:creationId xmlns:a16="http://schemas.microsoft.com/office/drawing/2014/main" id="{471F5B5D-2FAF-BF5D-E85A-8BA3C5690DCC}"/>
              </a:ext>
            </a:extLst>
          </p:cNvPr>
          <p:cNvSpPr/>
          <p:nvPr/>
        </p:nvSpPr>
        <p:spPr>
          <a:xfrm>
            <a:off x="2858165" y="1757646"/>
            <a:ext cx="582383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595959"/>
                </a:solidFill>
                <a:ea typeface="맑은 고딕"/>
              </a:rPr>
              <a:t>조회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74D83715-2DBA-F4A7-07A4-83FFF9EFAB4B}"/>
              </a:ext>
            </a:extLst>
          </p:cNvPr>
          <p:cNvSpPr/>
          <p:nvPr/>
        </p:nvSpPr>
        <p:spPr>
          <a:xfrm>
            <a:off x="324313" y="1757646"/>
            <a:ext cx="244800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상품명을 입력해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145A985-A75F-DDBB-B43B-3E9A72912D10}"/>
              </a:ext>
            </a:extLst>
          </p:cNvPr>
          <p:cNvGrpSpPr/>
          <p:nvPr/>
        </p:nvGrpSpPr>
        <p:grpSpPr>
          <a:xfrm>
            <a:off x="335141" y="2150829"/>
            <a:ext cx="3105128" cy="3369377"/>
            <a:chOff x="335141" y="1839166"/>
            <a:chExt cx="3105128" cy="3369377"/>
          </a:xfrm>
        </p:grpSpPr>
        <p:sp>
          <p:nvSpPr>
            <p:cNvPr id="38" name="Rounded Rectangle 22">
              <a:extLst>
                <a:ext uri="{FF2B5EF4-FFF2-40B4-BE49-F238E27FC236}">
                  <a16:creationId xmlns:a16="http://schemas.microsoft.com/office/drawing/2014/main" id="{904384F8-64D0-9205-9849-DCCBB4F57CE9}"/>
                </a:ext>
              </a:extLst>
            </p:cNvPr>
            <p:cNvSpPr/>
            <p:nvPr/>
          </p:nvSpPr>
          <p:spPr>
            <a:xfrm>
              <a:off x="335141" y="1839166"/>
              <a:ext cx="3105112" cy="3369377"/>
            </a:xfrm>
            <a:prstGeom prst="roundRect">
              <a:avLst>
                <a:gd name="adj" fmla="val 30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40" name="Rounded Rectangle 27">
              <a:extLst>
                <a:ext uri="{FF2B5EF4-FFF2-40B4-BE49-F238E27FC236}">
                  <a16:creationId xmlns:a16="http://schemas.microsoft.com/office/drawing/2014/main" id="{3DED06BD-2DA2-9B78-1F58-CBB1ACB43628}"/>
                </a:ext>
              </a:extLst>
            </p:cNvPr>
            <p:cNvSpPr/>
            <p:nvPr/>
          </p:nvSpPr>
          <p:spPr>
            <a:xfrm>
              <a:off x="2524063" y="273028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2EC0611-5299-E5F6-39FB-F150ED202C4C}"/>
                </a:ext>
              </a:extLst>
            </p:cNvPr>
            <p:cNvSpPr txBox="1"/>
            <p:nvPr/>
          </p:nvSpPr>
          <p:spPr>
            <a:xfrm>
              <a:off x="1080596" y="2414929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2F81B0A-D5DB-D5DA-12BC-C8E8E57EEB6F}"/>
                </a:ext>
              </a:extLst>
            </p:cNvPr>
            <p:cNvSpPr/>
            <p:nvPr/>
          </p:nvSpPr>
          <p:spPr>
            <a:xfrm>
              <a:off x="455610" y="2221254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7" name="Rounded Rectangle 35">
              <a:extLst>
                <a:ext uri="{FF2B5EF4-FFF2-40B4-BE49-F238E27FC236}">
                  <a16:creationId xmlns:a16="http://schemas.microsoft.com/office/drawing/2014/main" id="{43258D86-54F9-EFC2-7BFC-15BC2E5CF43E}"/>
                </a:ext>
              </a:extLst>
            </p:cNvPr>
            <p:cNvSpPr/>
            <p:nvPr/>
          </p:nvSpPr>
          <p:spPr>
            <a:xfrm>
              <a:off x="517505" y="3076175"/>
              <a:ext cx="274850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주문 취소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77F0087-6842-52DC-DC9F-990B27B841E2}"/>
                </a:ext>
              </a:extLst>
            </p:cNvPr>
            <p:cNvSpPr txBox="1"/>
            <p:nvPr/>
          </p:nvSpPr>
          <p:spPr>
            <a:xfrm>
              <a:off x="2801953" y="1918675"/>
              <a:ext cx="6383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주문상세 </a:t>
              </a:r>
              <a:r>
                <a:rPr lang="en-US" altLang="ko-KR" sz="700" dirty="0">
                  <a:solidFill>
                    <a:srgbClr val="8A8A8A"/>
                  </a:solidFill>
                  <a:latin typeface="맑은 고딕"/>
                  <a:ea typeface="맑은 고딕"/>
                </a:rPr>
                <a:t>&gt;</a:t>
              </a:r>
              <a:endParaRPr lang="ko-KR" altLang="en-US" sz="7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7" name="Rounded Rectangle 27">
              <a:extLst>
                <a:ext uri="{FF2B5EF4-FFF2-40B4-BE49-F238E27FC236}">
                  <a16:creationId xmlns:a16="http://schemas.microsoft.com/office/drawing/2014/main" id="{BB5695DB-DB37-77A7-8A0F-75E2835EE3B3}"/>
                </a:ext>
              </a:extLst>
            </p:cNvPr>
            <p:cNvSpPr/>
            <p:nvPr/>
          </p:nvSpPr>
          <p:spPr>
            <a:xfrm>
              <a:off x="1059838" y="220564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결제완료</a:t>
              </a:r>
            </a:p>
          </p:txBody>
        </p:sp>
        <p:sp>
          <p:nvSpPr>
            <p:cNvPr id="139" name="Rounded Rectangle 27">
              <a:extLst>
                <a:ext uri="{FF2B5EF4-FFF2-40B4-BE49-F238E27FC236}">
                  <a16:creationId xmlns:a16="http://schemas.microsoft.com/office/drawing/2014/main" id="{0DA31A3E-3F47-52CC-0339-534A24DB7BBC}"/>
                </a:ext>
              </a:extLst>
            </p:cNvPr>
            <p:cNvSpPr/>
            <p:nvPr/>
          </p:nvSpPr>
          <p:spPr>
            <a:xfrm>
              <a:off x="1068606" y="2709856"/>
              <a:ext cx="1307907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16" name="Rounded Rectangle 27">
              <a:extLst>
                <a:ext uri="{FF2B5EF4-FFF2-40B4-BE49-F238E27FC236}">
                  <a16:creationId xmlns:a16="http://schemas.microsoft.com/office/drawing/2014/main" id="{B630FE9A-AB19-14F4-BBA2-A927EFE15842}"/>
                </a:ext>
              </a:extLst>
            </p:cNvPr>
            <p:cNvSpPr/>
            <p:nvPr/>
          </p:nvSpPr>
          <p:spPr>
            <a:xfrm>
              <a:off x="2524062" y="4117266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32E892B-FC56-0649-8B2D-3877AF090636}"/>
                </a:ext>
              </a:extLst>
            </p:cNvPr>
            <p:cNvSpPr txBox="1"/>
            <p:nvPr/>
          </p:nvSpPr>
          <p:spPr>
            <a:xfrm>
              <a:off x="1080596" y="3801907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네이쳐러브메레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슈퍼슬림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밴드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1-2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단계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,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신생아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&amp;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소형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20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매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X8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팩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6CA1334-C763-F391-8057-A963D95F6764}"/>
                </a:ext>
              </a:extLst>
            </p:cNvPr>
            <p:cNvSpPr/>
            <p:nvPr/>
          </p:nvSpPr>
          <p:spPr>
            <a:xfrm>
              <a:off x="455610" y="3608232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Rounded Rectangle 35">
              <a:extLst>
                <a:ext uri="{FF2B5EF4-FFF2-40B4-BE49-F238E27FC236}">
                  <a16:creationId xmlns:a16="http://schemas.microsoft.com/office/drawing/2014/main" id="{AB00F383-3301-24CB-3D16-B202321A3544}"/>
                </a:ext>
              </a:extLst>
            </p:cNvPr>
            <p:cNvSpPr/>
            <p:nvPr/>
          </p:nvSpPr>
          <p:spPr>
            <a:xfrm>
              <a:off x="517505" y="4463153"/>
              <a:ext cx="274850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주문 취소</a:t>
              </a:r>
            </a:p>
          </p:txBody>
        </p:sp>
        <p:sp>
          <p:nvSpPr>
            <p:cNvPr id="26" name="Rounded Rectangle 27">
              <a:extLst>
                <a:ext uri="{FF2B5EF4-FFF2-40B4-BE49-F238E27FC236}">
                  <a16:creationId xmlns:a16="http://schemas.microsoft.com/office/drawing/2014/main" id="{C75B36DC-3651-834C-A62E-D814C499F96D}"/>
                </a:ext>
              </a:extLst>
            </p:cNvPr>
            <p:cNvSpPr/>
            <p:nvPr/>
          </p:nvSpPr>
          <p:spPr>
            <a:xfrm>
              <a:off x="1059838" y="3592619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결제완료</a:t>
              </a:r>
            </a:p>
          </p:txBody>
        </p:sp>
        <p:sp>
          <p:nvSpPr>
            <p:cNvPr id="201" name="Rounded Rectangle 27">
              <a:extLst>
                <a:ext uri="{FF2B5EF4-FFF2-40B4-BE49-F238E27FC236}">
                  <a16:creationId xmlns:a16="http://schemas.microsoft.com/office/drawing/2014/main" id="{E0D0F8E1-EF59-2162-5D10-A38E60E5CD9B}"/>
                </a:ext>
              </a:extLst>
            </p:cNvPr>
            <p:cNvSpPr/>
            <p:nvPr/>
          </p:nvSpPr>
          <p:spPr>
            <a:xfrm>
              <a:off x="1068606" y="4096834"/>
              <a:ext cx="1235899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206" name="Rounded Rectangle 35">
              <a:extLst>
                <a:ext uri="{FF2B5EF4-FFF2-40B4-BE49-F238E27FC236}">
                  <a16:creationId xmlns:a16="http://schemas.microsoft.com/office/drawing/2014/main" id="{2D634DA4-F3C6-2DA7-8DE1-0DF0CF600747}"/>
                </a:ext>
              </a:extLst>
            </p:cNvPr>
            <p:cNvSpPr/>
            <p:nvPr/>
          </p:nvSpPr>
          <p:spPr>
            <a:xfrm>
              <a:off x="517505" y="4915645"/>
              <a:ext cx="274850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전체 주문 취소 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(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총 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2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건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, 213,700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원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)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cxnSp>
          <p:nvCxnSpPr>
            <p:cNvPr id="202" name="직선 연결선 201">
              <a:extLst>
                <a:ext uri="{FF2B5EF4-FFF2-40B4-BE49-F238E27FC236}">
                  <a16:creationId xmlns:a16="http://schemas.microsoft.com/office/drawing/2014/main" id="{BD24CBD5-B797-166C-4044-1B934B726D75}"/>
                </a:ext>
              </a:extLst>
            </p:cNvPr>
            <p:cNvCxnSpPr>
              <a:cxnSpLocks/>
            </p:cNvCxnSpPr>
            <p:nvPr/>
          </p:nvCxnSpPr>
          <p:spPr>
            <a:xfrm>
              <a:off x="459232" y="3452464"/>
              <a:ext cx="2838647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7FC5401B-9F4F-44EC-BC09-3E455324FBFF}"/>
                </a:ext>
              </a:extLst>
            </p:cNvPr>
            <p:cNvCxnSpPr>
              <a:cxnSpLocks/>
            </p:cNvCxnSpPr>
            <p:nvPr/>
          </p:nvCxnSpPr>
          <p:spPr>
            <a:xfrm>
              <a:off x="335141" y="4827055"/>
              <a:ext cx="3105112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ECED0D9-21D8-7298-281A-160DC06A45E8}"/>
                </a:ext>
              </a:extLst>
            </p:cNvPr>
            <p:cNvSpPr txBox="1"/>
            <p:nvPr/>
          </p:nvSpPr>
          <p:spPr>
            <a:xfrm>
              <a:off x="344696" y="1918675"/>
              <a:ext cx="210382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ko-KR" sz="800" b="1" dirty="0">
                  <a:latin typeface="맑은 고딕"/>
                  <a:ea typeface="맑은 고딕"/>
                </a:rPr>
                <a:t>260</a:t>
              </a:r>
              <a:r>
                <a:rPr lang="en-US" altLang="ko-KR" sz="800" b="1" dirty="0">
                  <a:latin typeface="맑은 고딕"/>
                  <a:ea typeface="맑은 고딕"/>
                </a:rPr>
                <a:t>707</a:t>
              </a:r>
              <a:r>
                <a:rPr lang="ko-KR" altLang="ko-KR" sz="800" b="1" dirty="0">
                  <a:latin typeface="맑은 고딕"/>
                  <a:ea typeface="맑은 고딕"/>
                </a:rPr>
                <a:t>00</a:t>
              </a:r>
              <a:r>
                <a:rPr lang="en-US" altLang="ko-KR" sz="800" b="1" dirty="0">
                  <a:latin typeface="맑은 고딕"/>
                  <a:ea typeface="맑은 고딕"/>
                </a:rPr>
                <a:t>0281</a:t>
              </a:r>
              <a:r>
                <a:rPr lang="en-US" altLang="ko-KR" sz="800" dirty="0">
                  <a:solidFill>
                    <a:srgbClr val="8A8A8A"/>
                  </a:solidFill>
                  <a:latin typeface="맑은 고딕"/>
                  <a:ea typeface="맑은 고딕"/>
                </a:rPr>
                <a:t> |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 14:29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주문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207" name="모서리가 둥근 직사각형 114">
            <a:extLst>
              <a:ext uri="{FF2B5EF4-FFF2-40B4-BE49-F238E27FC236}">
                <a16:creationId xmlns:a16="http://schemas.microsoft.com/office/drawing/2014/main" id="{767E416F-F4F0-4112-0296-2BE7DB247372}"/>
              </a:ext>
            </a:extLst>
          </p:cNvPr>
          <p:cNvSpPr/>
          <p:nvPr/>
        </p:nvSpPr>
        <p:spPr>
          <a:xfrm>
            <a:off x="198902" y="527686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0" name="모서리가 둥근 직사각형 114">
            <a:extLst>
              <a:ext uri="{FF2B5EF4-FFF2-40B4-BE49-F238E27FC236}">
                <a16:creationId xmlns:a16="http://schemas.microsoft.com/office/drawing/2014/main" id="{7CE1FAF5-00BE-4773-472F-358324CDF18E}"/>
              </a:ext>
            </a:extLst>
          </p:cNvPr>
          <p:cNvSpPr/>
          <p:nvPr/>
        </p:nvSpPr>
        <p:spPr>
          <a:xfrm>
            <a:off x="198902" y="24044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3E60311-4627-1AC7-A6F2-3DBFA2E01F06}"/>
              </a:ext>
            </a:extLst>
          </p:cNvPr>
          <p:cNvSpPr/>
          <p:nvPr/>
        </p:nvSpPr>
        <p:spPr>
          <a:xfrm>
            <a:off x="307424" y="1412561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1E34BC5-3D12-9517-C0DA-1DCB9401F99E}"/>
              </a:ext>
            </a:extLst>
          </p:cNvPr>
          <p:cNvSpPr/>
          <p:nvPr/>
        </p:nvSpPr>
        <p:spPr>
          <a:xfrm>
            <a:off x="763723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결제완료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909E2BF-1A85-3E88-EFBF-51FEFCAED033}"/>
              </a:ext>
            </a:extLst>
          </p:cNvPr>
          <p:cNvSpPr/>
          <p:nvPr/>
        </p:nvSpPr>
        <p:spPr>
          <a:xfrm>
            <a:off x="1431337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상품준비중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92E6277-DC9F-05F1-B470-EABCC87DBD56}"/>
              </a:ext>
            </a:extLst>
          </p:cNvPr>
          <p:cNvSpPr/>
          <p:nvPr/>
        </p:nvSpPr>
        <p:spPr>
          <a:xfrm>
            <a:off x="2098951" y="1412561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4DF35B9-01C7-0C17-F8CF-A79CD56EF067}"/>
              </a:ext>
            </a:extLst>
          </p:cNvPr>
          <p:cNvSpPr/>
          <p:nvPr/>
        </p:nvSpPr>
        <p:spPr>
          <a:xfrm>
            <a:off x="2766565" y="1412561"/>
            <a:ext cx="493446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AEBE0AE-6EE1-82CF-4A25-5D5EEAD8656F}"/>
              </a:ext>
            </a:extLst>
          </p:cNvPr>
          <p:cNvSpPr/>
          <p:nvPr/>
        </p:nvSpPr>
        <p:spPr>
          <a:xfrm>
            <a:off x="3313658" y="1412561"/>
            <a:ext cx="493446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EACFFCE-322F-DA1E-F0F1-EEDB79FDF7FB}"/>
              </a:ext>
            </a:extLst>
          </p:cNvPr>
          <p:cNvSpPr/>
          <p:nvPr/>
        </p:nvSpPr>
        <p:spPr>
          <a:xfrm>
            <a:off x="3612121" y="1332037"/>
            <a:ext cx="589339" cy="43196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ounded Rectangle 35">
            <a:extLst>
              <a:ext uri="{FF2B5EF4-FFF2-40B4-BE49-F238E27FC236}">
                <a16:creationId xmlns:a16="http://schemas.microsoft.com/office/drawing/2014/main" id="{D1032069-0098-F07C-4F54-2605499DC17F}"/>
              </a:ext>
            </a:extLst>
          </p:cNvPr>
          <p:cNvSpPr/>
          <p:nvPr/>
        </p:nvSpPr>
        <p:spPr>
          <a:xfrm>
            <a:off x="324314" y="1139196"/>
            <a:ext cx="102955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최근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개월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629296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02A6D-F493-5CAC-031F-67695F183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F649AC5E-BC58-BFB2-79CE-FA9B58C42E84}"/>
              </a:ext>
            </a:extLst>
          </p:cNvPr>
          <p:cNvGrpSpPr/>
          <p:nvPr/>
        </p:nvGrpSpPr>
        <p:grpSpPr>
          <a:xfrm>
            <a:off x="3728272" y="655832"/>
            <a:ext cx="3444250" cy="6077482"/>
            <a:chOff x="3728272" y="655832"/>
            <a:chExt cx="3444250" cy="6077482"/>
          </a:xfrm>
        </p:grpSpPr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EE4507AA-5343-9EE7-AA2F-ADB08E767922}"/>
                </a:ext>
              </a:extLst>
            </p:cNvPr>
            <p:cNvSpPr/>
            <p:nvPr/>
          </p:nvSpPr>
          <p:spPr>
            <a:xfrm>
              <a:off x="3728273" y="683965"/>
              <a:ext cx="3444249" cy="604867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901B2CA9-CD33-3C16-EE89-A6B513D284ED}"/>
                </a:ext>
              </a:extLst>
            </p:cNvPr>
            <p:cNvSpPr/>
            <p:nvPr/>
          </p:nvSpPr>
          <p:spPr>
            <a:xfrm>
              <a:off x="3728273" y="655832"/>
              <a:ext cx="3444249" cy="24415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Header &amp; GNB</a:t>
              </a:r>
              <a:endParaRPr lang="ko-KR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44689FBA-BB24-B433-5B22-EBFAEAED2C96}"/>
                </a:ext>
              </a:extLst>
            </p:cNvPr>
            <p:cNvSpPr/>
            <p:nvPr/>
          </p:nvSpPr>
          <p:spPr>
            <a:xfrm>
              <a:off x="3728272" y="6489157"/>
              <a:ext cx="3444249" cy="24415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TAB BAR</a:t>
              </a:r>
              <a:endPara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BA0E7843-7171-CA74-1AD1-ACEFD0A67334}"/>
                </a:ext>
              </a:extLst>
            </p:cNvPr>
            <p:cNvSpPr/>
            <p:nvPr/>
          </p:nvSpPr>
          <p:spPr>
            <a:xfrm>
              <a:off x="3741150" y="666053"/>
              <a:ext cx="3430800" cy="276999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3C4F539C-9C80-40C9-B801-13177A85A182}"/>
                </a:ext>
              </a:extLst>
            </p:cNvPr>
            <p:cNvSpPr txBox="1"/>
            <p:nvPr/>
          </p:nvSpPr>
          <p:spPr>
            <a:xfrm>
              <a:off x="3950490" y="721173"/>
              <a:ext cx="10406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650A03B1-FFF0-DDD6-F162-14E3C86EF944}"/>
                </a:ext>
              </a:extLst>
            </p:cNvPr>
            <p:cNvSpPr txBox="1"/>
            <p:nvPr/>
          </p:nvSpPr>
          <p:spPr>
            <a:xfrm>
              <a:off x="3742113" y="698313"/>
              <a:ext cx="2760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</a:t>
              </a:r>
              <a:endPara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61" name="그룹 160">
              <a:extLst>
                <a:ext uri="{FF2B5EF4-FFF2-40B4-BE49-F238E27FC236}">
                  <a16:creationId xmlns:a16="http://schemas.microsoft.com/office/drawing/2014/main" id="{0B25A20E-3925-7DCB-24AB-003F7D65B3A6}"/>
                </a:ext>
              </a:extLst>
            </p:cNvPr>
            <p:cNvGrpSpPr/>
            <p:nvPr/>
          </p:nvGrpSpPr>
          <p:grpSpPr>
            <a:xfrm>
              <a:off x="6480700" y="704604"/>
              <a:ext cx="613818" cy="222962"/>
              <a:chOff x="2907993" y="703689"/>
              <a:chExt cx="613818" cy="222962"/>
            </a:xfrm>
          </p:grpSpPr>
          <p:pic>
            <p:nvPicPr>
              <p:cNvPr id="162" name="그림 161">
                <a:extLst>
                  <a:ext uri="{FF2B5EF4-FFF2-40B4-BE49-F238E27FC236}">
                    <a16:creationId xmlns:a16="http://schemas.microsoft.com/office/drawing/2014/main" id="{D4869C9A-CFC9-B871-AF0B-9E1FF380AC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359286" y="724793"/>
                <a:ext cx="162525" cy="158011"/>
              </a:xfrm>
              <a:prstGeom prst="rect">
                <a:avLst/>
              </a:prstGeom>
            </p:spPr>
          </p:pic>
          <p:pic>
            <p:nvPicPr>
              <p:cNvPr id="163" name="그림 162">
                <a:extLst>
                  <a:ext uri="{FF2B5EF4-FFF2-40B4-BE49-F238E27FC236}">
                    <a16:creationId xmlns:a16="http://schemas.microsoft.com/office/drawing/2014/main" id="{F621DE6E-C8EF-12D7-C061-B0273B105F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19832" r="76394" b="17169"/>
              <a:stretch>
                <a:fillRect/>
              </a:stretch>
            </p:blipFill>
            <p:spPr>
              <a:xfrm>
                <a:off x="2907993" y="728319"/>
                <a:ext cx="232970" cy="167661"/>
              </a:xfrm>
              <a:prstGeom prst="rect">
                <a:avLst/>
              </a:prstGeom>
            </p:spPr>
          </p:pic>
          <p:pic>
            <p:nvPicPr>
              <p:cNvPr id="164" name="그림 163">
                <a:extLst>
                  <a:ext uri="{FF2B5EF4-FFF2-40B4-BE49-F238E27FC236}">
                    <a16:creationId xmlns:a16="http://schemas.microsoft.com/office/drawing/2014/main" id="{3AFD2093-3FBE-C623-02AF-3F823008E0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40963" y="703689"/>
                <a:ext cx="198188" cy="222962"/>
              </a:xfrm>
              <a:prstGeom prst="rect">
                <a:avLst/>
              </a:prstGeom>
            </p:spPr>
          </p:pic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1F118C1-0471-206C-1608-6DCDD2195569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주문내역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57076B-E0F4-1A91-9A92-5D2DC9F75111}"/>
              </a:ext>
            </a:extLst>
          </p:cNvPr>
          <p:cNvSpPr txBox="1"/>
          <p:nvPr/>
        </p:nvSpPr>
        <p:spPr>
          <a:xfrm>
            <a:off x="1302717" y="330494"/>
            <a:ext cx="24913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D06629-8F63-A14C-BB0A-7050079B8CEB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CH-U-MY-02-01-02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495C42-88F0-6BD8-8437-D45DA21A2DB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124141-365E-C2AE-E9CB-E6259D64F81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C1350DA0-92F6-CBFD-286D-B2845CDCF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067257"/>
              </p:ext>
            </p:extLst>
          </p:nvPr>
        </p:nvGraphicFramePr>
        <p:xfrm>
          <a:off x="10128399" y="623854"/>
          <a:ext cx="2850436" cy="347675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1-1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다건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주문의 경우 각 상품별 결제 내역이 각각 생성됨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(as-is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와 동일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1-2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총 주문금액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다건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주문일 경우에만 노출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배송지변경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ko-KR" altLang="en-US" sz="800" b="0" u="none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배송지변경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팝업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en-US" altLang="ko-KR" sz="800" b="0" i="0" u="none" strike="noStrike" spc="-15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CH-U-CA-02-02-01p ) </a:t>
                      </a:r>
                      <a:r>
                        <a:rPr lang="ko-KR" altLang="en-US" sz="800" b="0" i="0" u="none" strike="noStrike" spc="-15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생성</a:t>
                      </a:r>
                      <a:endParaRPr lang="en-US" altLang="ko-KR" sz="800" b="0" i="0" u="none" strike="noStrike" spc="-15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결제완료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상품준비중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상태에서만 배송지 변경 버튼 노출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이후 단계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배송준비중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배송중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배송완료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에서는 버튼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숨김처리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변경불가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목록 버튼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주문내역 목록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(CH-U-MY-02-01-01)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으로 이동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AAC7233F-367B-BDE7-C566-6C513FB8BDA4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DA18BE-4F47-4986-10FB-7F00F1A23FDC}"/>
              </a:ext>
            </a:extLst>
          </p:cNvPr>
          <p:cNvSpPr txBox="1"/>
          <p:nvPr/>
        </p:nvSpPr>
        <p:spPr>
          <a:xfrm>
            <a:off x="377783" y="720258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배송조회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775CA9-DB6D-375C-FEFC-C9AE7925E31B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08F17B3-E95D-304F-7372-F8F649854EE2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A77744C1-A3ED-EA5A-9287-9D4C98287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F02F86B-CA4B-DE7B-4DA0-AAF99D6A9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62BC0C1D-6717-7F70-52BF-8B34BC4F1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6CD5BBA2-F4FE-4A92-C987-310B3FD26866}"/>
              </a:ext>
            </a:extLst>
          </p:cNvPr>
          <p:cNvSpPr/>
          <p:nvPr/>
        </p:nvSpPr>
        <p:spPr>
          <a:xfrm>
            <a:off x="133232" y="9818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7A9B77E-7886-CE23-0996-355C5879CD53}"/>
              </a:ext>
            </a:extLst>
          </p:cNvPr>
          <p:cNvGrpSpPr/>
          <p:nvPr/>
        </p:nvGrpSpPr>
        <p:grpSpPr>
          <a:xfrm>
            <a:off x="268006" y="1363374"/>
            <a:ext cx="3206508" cy="1904873"/>
            <a:chOff x="268006" y="1420985"/>
            <a:chExt cx="3206508" cy="1904873"/>
          </a:xfrm>
        </p:grpSpPr>
        <p:sp>
          <p:nvSpPr>
            <p:cNvPr id="26" name="Rounded Rectangle 22">
              <a:extLst>
                <a:ext uri="{FF2B5EF4-FFF2-40B4-BE49-F238E27FC236}">
                  <a16:creationId xmlns:a16="http://schemas.microsoft.com/office/drawing/2014/main" id="{4DD34F06-1F2A-867D-3950-7DD80DA9BB68}"/>
                </a:ext>
              </a:extLst>
            </p:cNvPr>
            <p:cNvSpPr/>
            <p:nvPr/>
          </p:nvSpPr>
          <p:spPr>
            <a:xfrm>
              <a:off x="268006" y="1420985"/>
              <a:ext cx="3206508" cy="1904873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466CDCD-C2BB-250C-D55B-497CC7E48BB6}"/>
                </a:ext>
              </a:extLst>
            </p:cNvPr>
            <p:cNvSpPr txBox="1"/>
            <p:nvPr/>
          </p:nvSpPr>
          <p:spPr>
            <a:xfrm>
              <a:off x="1230633" y="1688713"/>
              <a:ext cx="2007330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중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5AB6BA6-DA95-0B95-3B8E-A3BD5622B1CC}"/>
                </a:ext>
              </a:extLst>
            </p:cNvPr>
            <p:cNvSpPr/>
            <p:nvPr/>
          </p:nvSpPr>
          <p:spPr>
            <a:xfrm>
              <a:off x="437563" y="1533664"/>
              <a:ext cx="656873" cy="622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0" name="Rounded Rectangle 27">
              <a:extLst>
                <a:ext uri="{FF2B5EF4-FFF2-40B4-BE49-F238E27FC236}">
                  <a16:creationId xmlns:a16="http://schemas.microsoft.com/office/drawing/2014/main" id="{D45CCCCF-0E42-7268-6A90-D5D0D2E61C22}"/>
                </a:ext>
              </a:extLst>
            </p:cNvPr>
            <p:cNvSpPr/>
            <p:nvPr/>
          </p:nvSpPr>
          <p:spPr>
            <a:xfrm>
              <a:off x="1220170" y="192935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A80228E8-3DAF-9DF6-8A1F-1F8FF99A57B8}"/>
                </a:ext>
              </a:extLst>
            </p:cNvPr>
            <p:cNvSpPr/>
            <p:nvPr/>
          </p:nvSpPr>
          <p:spPr>
            <a:xfrm>
              <a:off x="1189501" y="2103064"/>
              <a:ext cx="213123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rgbClr val="E8623F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rgbClr val="E8623F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7FB8CB28-3116-D8AB-4F07-11089779716F}"/>
                </a:ext>
              </a:extLst>
            </p:cNvPr>
            <p:cNvGrpSpPr/>
            <p:nvPr/>
          </p:nvGrpSpPr>
          <p:grpSpPr>
            <a:xfrm>
              <a:off x="389953" y="2392952"/>
              <a:ext cx="2969334" cy="828000"/>
              <a:chOff x="389953" y="3786874"/>
              <a:chExt cx="2969334" cy="828000"/>
            </a:xfrm>
          </p:grpSpPr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55BFDA99-4AAE-ED28-BA3F-A4A33E9B2E54}"/>
                  </a:ext>
                </a:extLst>
              </p:cNvPr>
              <p:cNvSpPr/>
              <p:nvPr/>
            </p:nvSpPr>
            <p:spPr>
              <a:xfrm>
                <a:off x="389953" y="3786874"/>
                <a:ext cx="2969334" cy="82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4" name="Rounded Rectangle 27">
                <a:extLst>
                  <a:ext uri="{FF2B5EF4-FFF2-40B4-BE49-F238E27FC236}">
                    <a16:creationId xmlns:a16="http://schemas.microsoft.com/office/drawing/2014/main" id="{3F6739CF-C4E0-B01B-A701-A02D3315C96F}"/>
                  </a:ext>
                </a:extLst>
              </p:cNvPr>
              <p:cNvSpPr/>
              <p:nvPr/>
            </p:nvSpPr>
            <p:spPr>
              <a:xfrm>
                <a:off x="459000" y="4275964"/>
                <a:ext cx="2427081" cy="30208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(BC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카드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 9300-****-****-5637 </a:t>
                </a:r>
              </a:p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승인번호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: 0000000001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| 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승인금액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: 113,800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원</a:t>
                </a:r>
                <a:endParaRPr lang="en-US" altLang="ko-KR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5" name="Rounded Rectangle 27">
                <a:extLst>
                  <a:ext uri="{FF2B5EF4-FFF2-40B4-BE49-F238E27FC236}">
                    <a16:creationId xmlns:a16="http://schemas.microsoft.com/office/drawing/2014/main" id="{0658FB37-4E99-A540-9559-307BCCC521BA}"/>
                  </a:ext>
                </a:extLst>
              </p:cNvPr>
              <p:cNvSpPr/>
              <p:nvPr/>
            </p:nvSpPr>
            <p:spPr>
              <a:xfrm>
                <a:off x="1806235" y="3849973"/>
                <a:ext cx="1458812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r"/>
                <a:r>
                  <a:rPr lang="en-US" altLang="ko-KR" sz="900" b="1" dirty="0">
                    <a:solidFill>
                      <a:srgbClr val="404040"/>
                    </a:solidFill>
                    <a:ea typeface="맑은 고딕"/>
                  </a:rPr>
                  <a:t>0</a:t>
                </a:r>
                <a:r>
                  <a:rPr lang="ko-KR" altLang="en-US" sz="900" b="1" dirty="0">
                    <a:solidFill>
                      <a:srgbClr val="404040"/>
                    </a:solidFill>
                    <a:ea typeface="맑은 고딕"/>
                  </a:rPr>
                  <a:t>원</a:t>
                </a:r>
                <a:endParaRPr lang="ko-KR" altLang="en-US" sz="6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6" name="Rounded Rectangle 27">
                <a:extLst>
                  <a:ext uri="{FF2B5EF4-FFF2-40B4-BE49-F238E27FC236}">
                    <a16:creationId xmlns:a16="http://schemas.microsoft.com/office/drawing/2014/main" id="{010CD124-7102-BB75-CE4D-860AE195B08F}"/>
                  </a:ext>
                </a:extLst>
              </p:cNvPr>
              <p:cNvSpPr/>
              <p:nvPr/>
            </p:nvSpPr>
            <p:spPr>
              <a:xfrm>
                <a:off x="468303" y="4054419"/>
                <a:ext cx="122614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본인부담금</a:t>
                </a:r>
              </a:p>
            </p:txBody>
          </p:sp>
          <p:sp>
            <p:nvSpPr>
              <p:cNvPr id="37" name="Rounded Rectangle 27">
                <a:extLst>
                  <a:ext uri="{FF2B5EF4-FFF2-40B4-BE49-F238E27FC236}">
                    <a16:creationId xmlns:a16="http://schemas.microsoft.com/office/drawing/2014/main" id="{395F9972-4DD0-ACBB-87BD-6DD2C9F48054}"/>
                  </a:ext>
                </a:extLst>
              </p:cNvPr>
              <p:cNvSpPr/>
              <p:nvPr/>
            </p:nvSpPr>
            <p:spPr>
              <a:xfrm>
                <a:off x="1806235" y="4038286"/>
                <a:ext cx="1458812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r"/>
                <a:r>
                  <a:rPr lang="en-US" altLang="ko-KR" sz="900" b="1" dirty="0">
                    <a:solidFill>
                      <a:srgbClr val="404040"/>
                    </a:solidFill>
                    <a:ea typeface="맑은 고딕"/>
                  </a:rPr>
                  <a:t>113,800</a:t>
                </a:r>
                <a:r>
                  <a:rPr lang="ko-KR" altLang="en-US" sz="900" b="1" dirty="0">
                    <a:solidFill>
                      <a:srgbClr val="404040"/>
                    </a:solidFill>
                    <a:ea typeface="맑은 고딕"/>
                  </a:rPr>
                  <a:t>원</a:t>
                </a:r>
                <a:r>
                  <a:rPr lang="en-US" altLang="ko-KR" sz="600" dirty="0">
                    <a:solidFill>
                      <a:schemeClr val="tx1"/>
                    </a:solidFill>
                    <a:ea typeface="맑은 고딕"/>
                  </a:rPr>
                  <a:t> </a:t>
                </a:r>
                <a:endParaRPr lang="ko-KR" altLang="en-US" sz="6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9" name="Rounded Rectangle 27">
                <a:extLst>
                  <a:ext uri="{FF2B5EF4-FFF2-40B4-BE49-F238E27FC236}">
                    <a16:creationId xmlns:a16="http://schemas.microsoft.com/office/drawing/2014/main" id="{6908646C-2A2B-C34A-7F5A-25D0519D1F05}"/>
                  </a:ext>
                </a:extLst>
              </p:cNvPr>
              <p:cNvSpPr/>
              <p:nvPr/>
            </p:nvSpPr>
            <p:spPr>
              <a:xfrm>
                <a:off x="468303" y="3865046"/>
                <a:ext cx="176419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바우처 적용금액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기저귀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700" dirty="0" err="1">
                    <a:solidFill>
                      <a:schemeClr val="tx1"/>
                    </a:solidFill>
                    <a:ea typeface="맑은 고딕"/>
                  </a:rPr>
                  <a:t>조제분유지원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</a:t>
                </a: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F5A325B-6686-D69A-342F-DA81B4057D20}"/>
              </a:ext>
            </a:extLst>
          </p:cNvPr>
          <p:cNvSpPr txBox="1"/>
          <p:nvPr/>
        </p:nvSpPr>
        <p:spPr>
          <a:xfrm>
            <a:off x="228222" y="1085816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46" name="Rounded Rectangle 27">
            <a:extLst>
              <a:ext uri="{FF2B5EF4-FFF2-40B4-BE49-F238E27FC236}">
                <a16:creationId xmlns:a16="http://schemas.microsoft.com/office/drawing/2014/main" id="{B676FB91-6764-0590-EF92-CBCA116AA9E4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7A7CFAA1-97B5-D2DD-BEFF-D44D4F2E528A}"/>
              </a:ext>
            </a:extLst>
          </p:cNvPr>
          <p:cNvGrpSpPr/>
          <p:nvPr/>
        </p:nvGrpSpPr>
        <p:grpSpPr>
          <a:xfrm>
            <a:off x="260125" y="3461088"/>
            <a:ext cx="3214389" cy="1471349"/>
            <a:chOff x="260125" y="3461088"/>
            <a:chExt cx="3214389" cy="1471349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38BDAD07-602C-9F9C-AD7F-2972BE0BAD35}"/>
                </a:ext>
              </a:extLst>
            </p:cNvPr>
            <p:cNvSpPr/>
            <p:nvPr/>
          </p:nvSpPr>
          <p:spPr>
            <a:xfrm>
              <a:off x="260125" y="3813357"/>
              <a:ext cx="3214389" cy="11190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0337C2B-9D26-88B5-B2C8-076EBE963DBD}"/>
                </a:ext>
              </a:extLst>
            </p:cNvPr>
            <p:cNvSpPr txBox="1"/>
            <p:nvPr/>
          </p:nvSpPr>
          <p:spPr>
            <a:xfrm>
              <a:off x="308679" y="3461088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배송정보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131" name="Rounded Rectangle 27">
              <a:extLst>
                <a:ext uri="{FF2B5EF4-FFF2-40B4-BE49-F238E27FC236}">
                  <a16:creationId xmlns:a16="http://schemas.microsoft.com/office/drawing/2014/main" id="{8ED17657-1729-D1CA-BAE4-215432946FC0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33" name="Rounded Rectangle 27">
              <a:extLst>
                <a:ext uri="{FF2B5EF4-FFF2-40B4-BE49-F238E27FC236}">
                  <a16:creationId xmlns:a16="http://schemas.microsoft.com/office/drawing/2014/main" id="{FDB731D8-B400-C887-85B8-CDE5C6A6B6B8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38" name="Rounded Rectangle 27">
              <a:extLst>
                <a:ext uri="{FF2B5EF4-FFF2-40B4-BE49-F238E27FC236}">
                  <a16:creationId xmlns:a16="http://schemas.microsoft.com/office/drawing/2014/main" id="{47045924-66EC-50BC-9559-F0C3412A1683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0" name="Rounded Rectangle 27">
              <a:extLst>
                <a:ext uri="{FF2B5EF4-FFF2-40B4-BE49-F238E27FC236}">
                  <a16:creationId xmlns:a16="http://schemas.microsoft.com/office/drawing/2014/main" id="{7A39504D-B316-A549-7EED-AD3430A961EA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9" name="Rounded Rectangle 35">
              <a:extLst>
                <a:ext uri="{FF2B5EF4-FFF2-40B4-BE49-F238E27FC236}">
                  <a16:creationId xmlns:a16="http://schemas.microsoft.com/office/drawing/2014/main" id="{D7A6CBC6-A4BA-E37B-8567-C7D0E8925BC5}"/>
                </a:ext>
              </a:extLst>
            </p:cNvPr>
            <p:cNvSpPr/>
            <p:nvPr/>
          </p:nvSpPr>
          <p:spPr>
            <a:xfrm>
              <a:off x="358859" y="4605667"/>
              <a:ext cx="84801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ysClr val="windowText" lastClr="000000"/>
                  </a:solidFill>
                  <a:ea typeface="맑은 고딕"/>
                </a:rPr>
                <a:t>배송지변경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</p:grpSp>
      <p:sp>
        <p:nvSpPr>
          <p:cNvPr id="171" name="Rounded Rectangle 35">
            <a:extLst>
              <a:ext uri="{FF2B5EF4-FFF2-40B4-BE49-F238E27FC236}">
                <a16:creationId xmlns:a16="http://schemas.microsoft.com/office/drawing/2014/main" id="{B145C155-7202-4DB2-DD74-A454F1BD0A8D}"/>
              </a:ext>
            </a:extLst>
          </p:cNvPr>
          <p:cNvSpPr/>
          <p:nvPr/>
        </p:nvSpPr>
        <p:spPr>
          <a:xfrm>
            <a:off x="1029757" y="5163628"/>
            <a:ext cx="155208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주문목록</a:t>
            </a:r>
          </a:p>
        </p:txBody>
      </p:sp>
      <p:sp>
        <p:nvSpPr>
          <p:cNvPr id="172" name="모서리가 둥근 직사각형 114">
            <a:extLst>
              <a:ext uri="{FF2B5EF4-FFF2-40B4-BE49-F238E27FC236}">
                <a16:creationId xmlns:a16="http://schemas.microsoft.com/office/drawing/2014/main" id="{B145EF80-5E1D-BE20-B0CE-8627E2BC430E}"/>
              </a:ext>
            </a:extLst>
          </p:cNvPr>
          <p:cNvSpPr/>
          <p:nvPr/>
        </p:nvSpPr>
        <p:spPr>
          <a:xfrm>
            <a:off x="80094" y="462971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3" name="모서리가 둥근 직사각형 114">
            <a:extLst>
              <a:ext uri="{FF2B5EF4-FFF2-40B4-BE49-F238E27FC236}">
                <a16:creationId xmlns:a16="http://schemas.microsoft.com/office/drawing/2014/main" id="{F9DA0A16-1112-05D4-6CAE-62766B4EE5A8}"/>
              </a:ext>
            </a:extLst>
          </p:cNvPr>
          <p:cNvSpPr/>
          <p:nvPr/>
        </p:nvSpPr>
        <p:spPr>
          <a:xfrm>
            <a:off x="776585" y="520134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16576BA-8EA2-6DD4-FACE-EFC9FFC634F2}"/>
              </a:ext>
            </a:extLst>
          </p:cNvPr>
          <p:cNvGrpSpPr/>
          <p:nvPr/>
        </p:nvGrpSpPr>
        <p:grpSpPr>
          <a:xfrm>
            <a:off x="3846507" y="1363374"/>
            <a:ext cx="3206508" cy="1904873"/>
            <a:chOff x="268006" y="1420985"/>
            <a:chExt cx="3206508" cy="1904873"/>
          </a:xfrm>
        </p:grpSpPr>
        <p:sp>
          <p:nvSpPr>
            <p:cNvPr id="14" name="Rounded Rectangle 22">
              <a:extLst>
                <a:ext uri="{FF2B5EF4-FFF2-40B4-BE49-F238E27FC236}">
                  <a16:creationId xmlns:a16="http://schemas.microsoft.com/office/drawing/2014/main" id="{2C39F6E1-331F-3D02-7EA4-62C8F95842CE}"/>
                </a:ext>
              </a:extLst>
            </p:cNvPr>
            <p:cNvSpPr/>
            <p:nvPr/>
          </p:nvSpPr>
          <p:spPr>
            <a:xfrm>
              <a:off x="268006" y="1420985"/>
              <a:ext cx="3206508" cy="1904873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99477C-C6C8-F4E4-CF6F-6A3D0CAC87C8}"/>
                </a:ext>
              </a:extLst>
            </p:cNvPr>
            <p:cNvSpPr txBox="1"/>
            <p:nvPr/>
          </p:nvSpPr>
          <p:spPr>
            <a:xfrm>
              <a:off x="1230633" y="1688713"/>
              <a:ext cx="2007330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중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8D2E5AD-22F0-38CD-39E3-174DFD6A19C4}"/>
                </a:ext>
              </a:extLst>
            </p:cNvPr>
            <p:cNvSpPr/>
            <p:nvPr/>
          </p:nvSpPr>
          <p:spPr>
            <a:xfrm>
              <a:off x="437563" y="1533664"/>
              <a:ext cx="656873" cy="622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" name="Rounded Rectangle 27">
              <a:extLst>
                <a:ext uri="{FF2B5EF4-FFF2-40B4-BE49-F238E27FC236}">
                  <a16:creationId xmlns:a16="http://schemas.microsoft.com/office/drawing/2014/main" id="{D85EB942-19C8-E41E-3AB9-BF8831326B35}"/>
                </a:ext>
              </a:extLst>
            </p:cNvPr>
            <p:cNvSpPr/>
            <p:nvPr/>
          </p:nvSpPr>
          <p:spPr>
            <a:xfrm>
              <a:off x="1220170" y="192935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0" name="Rounded Rectangle 27">
              <a:extLst>
                <a:ext uri="{FF2B5EF4-FFF2-40B4-BE49-F238E27FC236}">
                  <a16:creationId xmlns:a16="http://schemas.microsoft.com/office/drawing/2014/main" id="{F779295A-031A-546D-56FD-639C31E7D2DC}"/>
                </a:ext>
              </a:extLst>
            </p:cNvPr>
            <p:cNvSpPr/>
            <p:nvPr/>
          </p:nvSpPr>
          <p:spPr>
            <a:xfrm>
              <a:off x="1230082" y="2103064"/>
              <a:ext cx="213123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rgbClr val="E8623F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rgbClr val="E8623F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4C0611CC-EFA8-D2C0-60D2-83CD1F3F1237}"/>
                </a:ext>
              </a:extLst>
            </p:cNvPr>
            <p:cNvGrpSpPr/>
            <p:nvPr/>
          </p:nvGrpSpPr>
          <p:grpSpPr>
            <a:xfrm>
              <a:off x="389953" y="2392952"/>
              <a:ext cx="2969334" cy="828000"/>
              <a:chOff x="389953" y="3786874"/>
              <a:chExt cx="2969334" cy="828000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1E123534-CE99-8503-2679-27A9F8BCCB00}"/>
                  </a:ext>
                </a:extLst>
              </p:cNvPr>
              <p:cNvSpPr/>
              <p:nvPr/>
            </p:nvSpPr>
            <p:spPr>
              <a:xfrm>
                <a:off x="389953" y="3786874"/>
                <a:ext cx="2969334" cy="82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3" name="Rounded Rectangle 27">
                <a:extLst>
                  <a:ext uri="{FF2B5EF4-FFF2-40B4-BE49-F238E27FC236}">
                    <a16:creationId xmlns:a16="http://schemas.microsoft.com/office/drawing/2014/main" id="{A2F7D627-8141-830A-7C34-69998F7EA867}"/>
                  </a:ext>
                </a:extLst>
              </p:cNvPr>
              <p:cNvSpPr/>
              <p:nvPr/>
            </p:nvSpPr>
            <p:spPr>
              <a:xfrm>
                <a:off x="459000" y="4275964"/>
                <a:ext cx="2427081" cy="30208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(BC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카드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 9300-****-****-5637 </a:t>
                </a:r>
              </a:p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승인번호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: 0000000001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| 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승인금액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: 113,800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원</a:t>
                </a:r>
                <a:endParaRPr lang="en-US" altLang="ko-KR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4" name="Rounded Rectangle 27">
                <a:extLst>
                  <a:ext uri="{FF2B5EF4-FFF2-40B4-BE49-F238E27FC236}">
                    <a16:creationId xmlns:a16="http://schemas.microsoft.com/office/drawing/2014/main" id="{4F76F357-29C8-2422-C360-7906954E25D4}"/>
                  </a:ext>
                </a:extLst>
              </p:cNvPr>
              <p:cNvSpPr/>
              <p:nvPr/>
            </p:nvSpPr>
            <p:spPr>
              <a:xfrm>
                <a:off x="1806235" y="3849973"/>
                <a:ext cx="1458812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r"/>
                <a:r>
                  <a:rPr lang="en-US" altLang="ko-KR" sz="900" b="1" dirty="0">
                    <a:solidFill>
                      <a:srgbClr val="404040"/>
                    </a:solidFill>
                    <a:ea typeface="맑은 고딕"/>
                  </a:rPr>
                  <a:t>100,000</a:t>
                </a:r>
                <a:r>
                  <a:rPr lang="ko-KR" altLang="en-US" sz="900" b="1" dirty="0">
                    <a:solidFill>
                      <a:srgbClr val="404040"/>
                    </a:solidFill>
                    <a:ea typeface="맑은 고딕"/>
                  </a:rPr>
                  <a:t>원</a:t>
                </a:r>
                <a:endParaRPr lang="ko-KR" altLang="en-US" sz="6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5" name="Rounded Rectangle 27">
                <a:extLst>
                  <a:ext uri="{FF2B5EF4-FFF2-40B4-BE49-F238E27FC236}">
                    <a16:creationId xmlns:a16="http://schemas.microsoft.com/office/drawing/2014/main" id="{80B34CE8-994B-2A19-6077-5F9AA75649A9}"/>
                  </a:ext>
                </a:extLst>
              </p:cNvPr>
              <p:cNvSpPr/>
              <p:nvPr/>
            </p:nvSpPr>
            <p:spPr>
              <a:xfrm>
                <a:off x="468303" y="4054419"/>
                <a:ext cx="122614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본인부담금</a:t>
                </a:r>
              </a:p>
            </p:txBody>
          </p:sp>
          <p:sp>
            <p:nvSpPr>
              <p:cNvPr id="27" name="Rounded Rectangle 27">
                <a:extLst>
                  <a:ext uri="{FF2B5EF4-FFF2-40B4-BE49-F238E27FC236}">
                    <a16:creationId xmlns:a16="http://schemas.microsoft.com/office/drawing/2014/main" id="{98FDE669-78EF-70C5-C0D2-10D5A4987C32}"/>
                  </a:ext>
                </a:extLst>
              </p:cNvPr>
              <p:cNvSpPr/>
              <p:nvPr/>
            </p:nvSpPr>
            <p:spPr>
              <a:xfrm>
                <a:off x="1806235" y="4038286"/>
                <a:ext cx="1458812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r"/>
                <a:r>
                  <a:rPr lang="en-US" altLang="ko-KR" sz="900" b="1" dirty="0">
                    <a:solidFill>
                      <a:srgbClr val="404040"/>
                    </a:solidFill>
                    <a:ea typeface="맑은 고딕"/>
                  </a:rPr>
                  <a:t>13,800</a:t>
                </a:r>
                <a:r>
                  <a:rPr lang="ko-KR" altLang="en-US" sz="900" b="1" dirty="0">
                    <a:solidFill>
                      <a:srgbClr val="404040"/>
                    </a:solidFill>
                    <a:ea typeface="맑은 고딕"/>
                  </a:rPr>
                  <a:t>원</a:t>
                </a:r>
                <a:r>
                  <a:rPr lang="en-US" altLang="ko-KR" sz="600" dirty="0">
                    <a:solidFill>
                      <a:schemeClr val="tx1"/>
                    </a:solidFill>
                    <a:ea typeface="맑은 고딕"/>
                  </a:rPr>
                  <a:t> </a:t>
                </a:r>
                <a:endParaRPr lang="ko-KR" altLang="en-US" sz="6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8" name="Rounded Rectangle 27">
                <a:extLst>
                  <a:ext uri="{FF2B5EF4-FFF2-40B4-BE49-F238E27FC236}">
                    <a16:creationId xmlns:a16="http://schemas.microsoft.com/office/drawing/2014/main" id="{78134B66-2F33-C09A-F5F6-696DA96CC996}"/>
                  </a:ext>
                </a:extLst>
              </p:cNvPr>
              <p:cNvSpPr/>
              <p:nvPr/>
            </p:nvSpPr>
            <p:spPr>
              <a:xfrm>
                <a:off x="468303" y="3865046"/>
                <a:ext cx="176419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바우처 적용금액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기저귀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700" dirty="0" err="1">
                    <a:solidFill>
                      <a:schemeClr val="tx1"/>
                    </a:solidFill>
                    <a:ea typeface="맑은 고딕"/>
                  </a:rPr>
                  <a:t>조제분유지원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</a:t>
                </a:r>
              </a:p>
            </p:txBody>
          </p:sp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994B885-3385-3D13-9FE0-AB07D9C918E2}"/>
              </a:ext>
            </a:extLst>
          </p:cNvPr>
          <p:cNvSpPr txBox="1"/>
          <p:nvPr/>
        </p:nvSpPr>
        <p:spPr>
          <a:xfrm>
            <a:off x="5044166" y="814054"/>
            <a:ext cx="8787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다건주문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케이스</a:t>
            </a: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79F3D8EB-F7B3-2FEC-6162-0E58E10B3C92}"/>
              </a:ext>
            </a:extLst>
          </p:cNvPr>
          <p:cNvGrpSpPr/>
          <p:nvPr/>
        </p:nvGrpSpPr>
        <p:grpSpPr>
          <a:xfrm>
            <a:off x="3846507" y="3368106"/>
            <a:ext cx="3206508" cy="1904873"/>
            <a:chOff x="268006" y="1420985"/>
            <a:chExt cx="3206508" cy="1904873"/>
          </a:xfrm>
        </p:grpSpPr>
        <p:sp>
          <p:nvSpPr>
            <p:cNvPr id="136" name="Rounded Rectangle 22">
              <a:extLst>
                <a:ext uri="{FF2B5EF4-FFF2-40B4-BE49-F238E27FC236}">
                  <a16:creationId xmlns:a16="http://schemas.microsoft.com/office/drawing/2014/main" id="{5CD2ED72-F149-AE62-FBF6-09B124A0DC5F}"/>
                </a:ext>
              </a:extLst>
            </p:cNvPr>
            <p:cNvSpPr/>
            <p:nvPr/>
          </p:nvSpPr>
          <p:spPr>
            <a:xfrm>
              <a:off x="268006" y="1420985"/>
              <a:ext cx="3206508" cy="1904873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1F3AD77F-015A-6C10-7875-4542D3570BA9}"/>
                </a:ext>
              </a:extLst>
            </p:cNvPr>
            <p:cNvSpPr txBox="1"/>
            <p:nvPr/>
          </p:nvSpPr>
          <p:spPr>
            <a:xfrm>
              <a:off x="1230633" y="1700205"/>
              <a:ext cx="2007330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네이쳐러브메레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슈퍼슬림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밴드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1-2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단계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,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신생아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&amp;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소형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20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매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X8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팩</a:t>
              </a:r>
              <a:endParaRPr lang="en-US" altLang="ko-KR" sz="9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F68004D1-DBCE-E9C3-E245-99FB575A70D0}"/>
                </a:ext>
              </a:extLst>
            </p:cNvPr>
            <p:cNvSpPr/>
            <p:nvPr/>
          </p:nvSpPr>
          <p:spPr>
            <a:xfrm>
              <a:off x="437563" y="1545156"/>
              <a:ext cx="656873" cy="622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0" name="Rounded Rectangle 27">
              <a:extLst>
                <a:ext uri="{FF2B5EF4-FFF2-40B4-BE49-F238E27FC236}">
                  <a16:creationId xmlns:a16="http://schemas.microsoft.com/office/drawing/2014/main" id="{13799722-34F3-6182-02CE-0250DCBEFEB1}"/>
                </a:ext>
              </a:extLst>
            </p:cNvPr>
            <p:cNvSpPr/>
            <p:nvPr/>
          </p:nvSpPr>
          <p:spPr>
            <a:xfrm>
              <a:off x="1220170" y="192935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41" name="Rounded Rectangle 27">
              <a:extLst>
                <a:ext uri="{FF2B5EF4-FFF2-40B4-BE49-F238E27FC236}">
                  <a16:creationId xmlns:a16="http://schemas.microsoft.com/office/drawing/2014/main" id="{A2BB8BAD-9274-7C76-1C77-E3B4C5841CBC}"/>
                </a:ext>
              </a:extLst>
            </p:cNvPr>
            <p:cNvSpPr/>
            <p:nvPr/>
          </p:nvSpPr>
          <p:spPr>
            <a:xfrm>
              <a:off x="1227959" y="2103064"/>
              <a:ext cx="213123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rgbClr val="E8623F"/>
                  </a:solidFill>
                  <a:ea typeface="맑은 고딕"/>
                </a:rPr>
                <a:t>99,000</a:t>
              </a:r>
              <a:r>
                <a:rPr lang="ko-KR" altLang="en-US" sz="800" b="1" dirty="0">
                  <a:solidFill>
                    <a:srgbClr val="E8623F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120,000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grpSp>
          <p:nvGrpSpPr>
            <p:cNvPr id="142" name="그룹 141">
              <a:extLst>
                <a:ext uri="{FF2B5EF4-FFF2-40B4-BE49-F238E27FC236}">
                  <a16:creationId xmlns:a16="http://schemas.microsoft.com/office/drawing/2014/main" id="{7CB9678C-E365-263C-1CCA-59E09EE4AC47}"/>
                </a:ext>
              </a:extLst>
            </p:cNvPr>
            <p:cNvGrpSpPr/>
            <p:nvPr/>
          </p:nvGrpSpPr>
          <p:grpSpPr>
            <a:xfrm>
              <a:off x="389953" y="2392952"/>
              <a:ext cx="2969334" cy="828000"/>
              <a:chOff x="389953" y="3786874"/>
              <a:chExt cx="2969334" cy="828000"/>
            </a:xfrm>
          </p:grpSpPr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05797EAF-C6F9-81B7-1948-6CD410B2C1D8}"/>
                  </a:ext>
                </a:extLst>
              </p:cNvPr>
              <p:cNvSpPr/>
              <p:nvPr/>
            </p:nvSpPr>
            <p:spPr>
              <a:xfrm>
                <a:off x="389953" y="3786874"/>
                <a:ext cx="2969334" cy="82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4" name="Rounded Rectangle 27">
                <a:extLst>
                  <a:ext uri="{FF2B5EF4-FFF2-40B4-BE49-F238E27FC236}">
                    <a16:creationId xmlns:a16="http://schemas.microsoft.com/office/drawing/2014/main" id="{425B157D-4F0C-A8D2-4A13-BC6F90BA962E}"/>
                  </a:ext>
                </a:extLst>
              </p:cNvPr>
              <p:cNvSpPr/>
              <p:nvPr/>
            </p:nvSpPr>
            <p:spPr>
              <a:xfrm>
                <a:off x="459000" y="4275964"/>
                <a:ext cx="2427081" cy="30208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(BC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카드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 9300-****-****-5637 </a:t>
                </a:r>
              </a:p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승인번호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: 0000000002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| 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승인금액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: 99,900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원</a:t>
                </a:r>
                <a:endParaRPr lang="en-US" altLang="ko-KR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5" name="Rounded Rectangle 27">
                <a:extLst>
                  <a:ext uri="{FF2B5EF4-FFF2-40B4-BE49-F238E27FC236}">
                    <a16:creationId xmlns:a16="http://schemas.microsoft.com/office/drawing/2014/main" id="{1DD83883-6047-F1C8-70E7-41F55A47F65B}"/>
                  </a:ext>
                </a:extLst>
              </p:cNvPr>
              <p:cNvSpPr/>
              <p:nvPr/>
            </p:nvSpPr>
            <p:spPr>
              <a:xfrm>
                <a:off x="1806235" y="3849973"/>
                <a:ext cx="1458812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r"/>
                <a:r>
                  <a:rPr lang="en-US" altLang="ko-KR" sz="900" b="1" dirty="0">
                    <a:solidFill>
                      <a:srgbClr val="404040"/>
                    </a:solidFill>
                    <a:ea typeface="맑은 고딕"/>
                  </a:rPr>
                  <a:t>50,000</a:t>
                </a:r>
                <a:r>
                  <a:rPr lang="ko-KR" altLang="en-US" sz="900" b="1" dirty="0">
                    <a:solidFill>
                      <a:srgbClr val="404040"/>
                    </a:solidFill>
                    <a:ea typeface="맑은 고딕"/>
                  </a:rPr>
                  <a:t>원</a:t>
                </a:r>
                <a:endParaRPr lang="ko-KR" altLang="en-US" sz="6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6" name="Rounded Rectangle 27">
                <a:extLst>
                  <a:ext uri="{FF2B5EF4-FFF2-40B4-BE49-F238E27FC236}">
                    <a16:creationId xmlns:a16="http://schemas.microsoft.com/office/drawing/2014/main" id="{7EB6C4DB-7582-C2BB-91A1-03E4F8A55801}"/>
                  </a:ext>
                </a:extLst>
              </p:cNvPr>
              <p:cNvSpPr/>
              <p:nvPr/>
            </p:nvSpPr>
            <p:spPr>
              <a:xfrm>
                <a:off x="468303" y="4054419"/>
                <a:ext cx="122614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본인부담금</a:t>
                </a:r>
              </a:p>
            </p:txBody>
          </p:sp>
          <p:sp>
            <p:nvSpPr>
              <p:cNvPr id="147" name="Rounded Rectangle 27">
                <a:extLst>
                  <a:ext uri="{FF2B5EF4-FFF2-40B4-BE49-F238E27FC236}">
                    <a16:creationId xmlns:a16="http://schemas.microsoft.com/office/drawing/2014/main" id="{46A9393B-3889-0E1F-B74E-4B6E7AFBECE9}"/>
                  </a:ext>
                </a:extLst>
              </p:cNvPr>
              <p:cNvSpPr/>
              <p:nvPr/>
            </p:nvSpPr>
            <p:spPr>
              <a:xfrm>
                <a:off x="1806235" y="4038286"/>
                <a:ext cx="1458812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r"/>
                <a:r>
                  <a:rPr lang="en-US" altLang="ko-KR" sz="900" b="1" dirty="0">
                    <a:solidFill>
                      <a:srgbClr val="404040"/>
                    </a:solidFill>
                    <a:ea typeface="맑은 고딕"/>
                  </a:rPr>
                  <a:t>49,000</a:t>
                </a:r>
                <a:r>
                  <a:rPr lang="ko-KR" altLang="en-US" sz="900" b="1" dirty="0">
                    <a:solidFill>
                      <a:srgbClr val="404040"/>
                    </a:solidFill>
                    <a:ea typeface="맑은 고딕"/>
                  </a:rPr>
                  <a:t>원</a:t>
                </a:r>
                <a:r>
                  <a:rPr lang="en-US" altLang="ko-KR" sz="600" dirty="0">
                    <a:solidFill>
                      <a:schemeClr val="tx1"/>
                    </a:solidFill>
                    <a:ea typeface="맑은 고딕"/>
                  </a:rPr>
                  <a:t> </a:t>
                </a:r>
                <a:endParaRPr lang="ko-KR" altLang="en-US" sz="6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8" name="Rounded Rectangle 27">
                <a:extLst>
                  <a:ext uri="{FF2B5EF4-FFF2-40B4-BE49-F238E27FC236}">
                    <a16:creationId xmlns:a16="http://schemas.microsoft.com/office/drawing/2014/main" id="{C01D8D08-7F62-327D-9D1B-B168A9EAF485}"/>
                  </a:ext>
                </a:extLst>
              </p:cNvPr>
              <p:cNvSpPr/>
              <p:nvPr/>
            </p:nvSpPr>
            <p:spPr>
              <a:xfrm>
                <a:off x="468303" y="3865046"/>
                <a:ext cx="176419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바우처 적용금액 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첫만남이용권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</a:t>
                </a:r>
              </a:p>
            </p:txBody>
          </p:sp>
        </p:grp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BD8985CD-AE63-1E67-6465-79C33BA52E72}"/>
              </a:ext>
            </a:extLst>
          </p:cNvPr>
          <p:cNvSpPr txBox="1"/>
          <p:nvPr/>
        </p:nvSpPr>
        <p:spPr>
          <a:xfrm>
            <a:off x="6261549" y="5372838"/>
            <a:ext cx="7889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212,800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58DDE611-1676-A37A-A681-CF38B3CFB019}"/>
              </a:ext>
            </a:extLst>
          </p:cNvPr>
          <p:cNvSpPr txBox="1"/>
          <p:nvPr/>
        </p:nvSpPr>
        <p:spPr>
          <a:xfrm>
            <a:off x="3759618" y="1085816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7" name="Rounded Rectangle 27">
            <a:extLst>
              <a:ext uri="{FF2B5EF4-FFF2-40B4-BE49-F238E27FC236}">
                <a16:creationId xmlns:a16="http://schemas.microsoft.com/office/drawing/2014/main" id="{F65E931A-ECD2-7F8C-8BDE-DD020F26125B}"/>
              </a:ext>
            </a:extLst>
          </p:cNvPr>
          <p:cNvSpPr/>
          <p:nvPr/>
        </p:nvSpPr>
        <p:spPr>
          <a:xfrm>
            <a:off x="5998875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9682ED48-E323-18F9-AD1F-FB7250D50611}"/>
              </a:ext>
            </a:extLst>
          </p:cNvPr>
          <p:cNvSpPr txBox="1"/>
          <p:nvPr/>
        </p:nvSpPr>
        <p:spPr>
          <a:xfrm>
            <a:off x="3904076" y="6214911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배송정보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39E4E5E8-BD31-159D-6FFF-09CA4E543E53}"/>
              </a:ext>
            </a:extLst>
          </p:cNvPr>
          <p:cNvSpPr txBox="1"/>
          <p:nvPr/>
        </p:nvSpPr>
        <p:spPr>
          <a:xfrm>
            <a:off x="3903772" y="5330205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총 주문금액 </a:t>
            </a:r>
            <a:r>
              <a:rPr lang="en-US" altLang="ko-KR" sz="1000" b="1" spc="-150" dirty="0">
                <a:solidFill>
                  <a:srgbClr val="333333"/>
                </a:solidFill>
                <a:latin typeface="+mn-ea"/>
              </a:rPr>
              <a:t>(2</a:t>
            </a:r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건</a:t>
            </a:r>
            <a:r>
              <a:rPr lang="en-US" altLang="ko-KR" sz="1000" b="1" spc="-150" dirty="0">
                <a:solidFill>
                  <a:srgbClr val="333333"/>
                </a:solidFill>
                <a:latin typeface="+mn-ea"/>
              </a:rPr>
              <a:t>)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87" name="Rounded Rectangle 27">
            <a:extLst>
              <a:ext uri="{FF2B5EF4-FFF2-40B4-BE49-F238E27FC236}">
                <a16:creationId xmlns:a16="http://schemas.microsoft.com/office/drawing/2014/main" id="{833E4FF9-D450-2034-A60E-E3329930DD34}"/>
              </a:ext>
            </a:extLst>
          </p:cNvPr>
          <p:cNvSpPr/>
          <p:nvPr/>
        </p:nvSpPr>
        <p:spPr>
          <a:xfrm>
            <a:off x="3887426" y="5627007"/>
            <a:ext cx="182106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189" name="Rounded Rectangle 27">
            <a:extLst>
              <a:ext uri="{FF2B5EF4-FFF2-40B4-BE49-F238E27FC236}">
                <a16:creationId xmlns:a16="http://schemas.microsoft.com/office/drawing/2014/main" id="{07DAE3FD-63F0-F0BD-91A1-B3632E9D632A}"/>
              </a:ext>
            </a:extLst>
          </p:cNvPr>
          <p:cNvSpPr/>
          <p:nvPr/>
        </p:nvSpPr>
        <p:spPr>
          <a:xfrm>
            <a:off x="5509904" y="5618940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91" name="Rounded Rectangle 27">
            <a:extLst>
              <a:ext uri="{FF2B5EF4-FFF2-40B4-BE49-F238E27FC236}">
                <a16:creationId xmlns:a16="http://schemas.microsoft.com/office/drawing/2014/main" id="{3AB63DB6-9E80-3B59-77E6-353BAF8CAA7B}"/>
              </a:ext>
            </a:extLst>
          </p:cNvPr>
          <p:cNvSpPr/>
          <p:nvPr/>
        </p:nvSpPr>
        <p:spPr>
          <a:xfrm>
            <a:off x="3887426" y="5971357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</a:p>
        </p:txBody>
      </p:sp>
      <p:sp>
        <p:nvSpPr>
          <p:cNvPr id="193" name="Rounded Rectangle 27">
            <a:extLst>
              <a:ext uri="{FF2B5EF4-FFF2-40B4-BE49-F238E27FC236}">
                <a16:creationId xmlns:a16="http://schemas.microsoft.com/office/drawing/2014/main" id="{4EE68B41-8D2F-E0DC-E896-46EC610C5A3E}"/>
              </a:ext>
            </a:extLst>
          </p:cNvPr>
          <p:cNvSpPr/>
          <p:nvPr/>
        </p:nvSpPr>
        <p:spPr>
          <a:xfrm>
            <a:off x="5509904" y="5963291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62,800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 </a:t>
            </a:r>
            <a:endParaRPr lang="ko-KR" altLang="en-US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95" name="Rounded Rectangle 27">
            <a:extLst>
              <a:ext uri="{FF2B5EF4-FFF2-40B4-BE49-F238E27FC236}">
                <a16:creationId xmlns:a16="http://schemas.microsoft.com/office/drawing/2014/main" id="{0877F26E-266B-5B5F-37D6-CE95F1ECACB8}"/>
              </a:ext>
            </a:extLst>
          </p:cNvPr>
          <p:cNvSpPr/>
          <p:nvPr/>
        </p:nvSpPr>
        <p:spPr>
          <a:xfrm>
            <a:off x="3887426" y="5816157"/>
            <a:ext cx="182106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첫만남이용권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197" name="Rounded Rectangle 27">
            <a:extLst>
              <a:ext uri="{FF2B5EF4-FFF2-40B4-BE49-F238E27FC236}">
                <a16:creationId xmlns:a16="http://schemas.microsoft.com/office/drawing/2014/main" id="{16FE9554-2D61-A1F8-22B8-17A4F7DC634E}"/>
              </a:ext>
            </a:extLst>
          </p:cNvPr>
          <p:cNvSpPr/>
          <p:nvPr/>
        </p:nvSpPr>
        <p:spPr>
          <a:xfrm>
            <a:off x="5509904" y="5808090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50,000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99" name="순서도: 천공 테이프 198">
            <a:extLst>
              <a:ext uri="{FF2B5EF4-FFF2-40B4-BE49-F238E27FC236}">
                <a16:creationId xmlns:a16="http://schemas.microsoft.com/office/drawing/2014/main" id="{C94AEF1A-0569-F33A-943E-B0449EDD2AE9}"/>
              </a:ext>
            </a:extLst>
          </p:cNvPr>
          <p:cNvSpPr/>
          <p:nvPr/>
        </p:nvSpPr>
        <p:spPr>
          <a:xfrm>
            <a:off x="3734425" y="6416065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200" name="모서리가 둥근 직사각형 114">
            <a:extLst>
              <a:ext uri="{FF2B5EF4-FFF2-40B4-BE49-F238E27FC236}">
                <a16:creationId xmlns:a16="http://schemas.microsoft.com/office/drawing/2014/main" id="{C47BFB1C-5060-795A-0866-DC3E1E4F0D32}"/>
              </a:ext>
            </a:extLst>
          </p:cNvPr>
          <p:cNvSpPr/>
          <p:nvPr/>
        </p:nvSpPr>
        <p:spPr>
          <a:xfrm>
            <a:off x="3658302" y="52625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21A59D92-0DE7-A657-E194-4AD7A62B6946}"/>
              </a:ext>
            </a:extLst>
          </p:cNvPr>
          <p:cNvSpPr/>
          <p:nvPr/>
        </p:nvSpPr>
        <p:spPr>
          <a:xfrm>
            <a:off x="1203671" y="1439644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</a:p>
        </p:txBody>
      </p:sp>
      <p:sp>
        <p:nvSpPr>
          <p:cNvPr id="42" name="Rounded Rectangle 27">
            <a:extLst>
              <a:ext uri="{FF2B5EF4-FFF2-40B4-BE49-F238E27FC236}">
                <a16:creationId xmlns:a16="http://schemas.microsoft.com/office/drawing/2014/main" id="{7B835AA4-3CC0-4320-2C90-1759282F9A83}"/>
              </a:ext>
            </a:extLst>
          </p:cNvPr>
          <p:cNvSpPr/>
          <p:nvPr/>
        </p:nvSpPr>
        <p:spPr>
          <a:xfrm>
            <a:off x="4764704" y="1439644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</a:p>
        </p:txBody>
      </p:sp>
      <p:sp>
        <p:nvSpPr>
          <p:cNvPr id="44" name="Rounded Rectangle 27">
            <a:extLst>
              <a:ext uri="{FF2B5EF4-FFF2-40B4-BE49-F238E27FC236}">
                <a16:creationId xmlns:a16="http://schemas.microsoft.com/office/drawing/2014/main" id="{D6D318A3-7C7B-0FAB-0248-975506AD6AB9}"/>
              </a:ext>
            </a:extLst>
          </p:cNvPr>
          <p:cNvSpPr/>
          <p:nvPr/>
        </p:nvSpPr>
        <p:spPr>
          <a:xfrm>
            <a:off x="4764704" y="3455868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</a:p>
        </p:txBody>
      </p:sp>
    </p:spTree>
    <p:extLst>
      <p:ext uri="{BB962C8B-B14F-4D97-AF65-F5344CB8AC3E}">
        <p14:creationId xmlns:p14="http://schemas.microsoft.com/office/powerpoint/2010/main" val="705819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9340C-F631-6C5B-FA72-B5F7E03EC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6290B3-7AA2-F225-CA61-915B4BBE92DD}"/>
              </a:ext>
            </a:extLst>
          </p:cNvPr>
          <p:cNvSpPr txBox="1"/>
          <p:nvPr/>
        </p:nvSpPr>
        <p:spPr>
          <a:xfrm>
            <a:off x="1307907" y="78285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주문취소 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1D8591-4E35-AF4C-632F-1C1B8EE92655}"/>
              </a:ext>
            </a:extLst>
          </p:cNvPr>
          <p:cNvSpPr txBox="1"/>
          <p:nvPr/>
        </p:nvSpPr>
        <p:spPr>
          <a:xfrm>
            <a:off x="1302717" y="330494"/>
            <a:ext cx="24913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FF6B5B-60D3-2E24-D590-E629CCD2A2A2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CH-U-MY-02-01-03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BAAE9B-9FDF-3B62-774A-7AB10EAD796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724CEE-D7C1-AF88-8F30-F207A31A1AB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CB309BBC-A632-6031-DB6E-A0B0D6E9D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199735"/>
              </p:ext>
            </p:extLst>
          </p:nvPr>
        </p:nvGraphicFramePr>
        <p:xfrm>
          <a:off x="10128399" y="623854"/>
          <a:ext cx="2850436" cy="358413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주문내역 상세 콘텐츠 내용과 동일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상태 결제 완료일 경우 노출되는 화면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다건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주문내역 전체 취소일 경우 품목 차례로 모두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사유 드롭다운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다건주문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전체취소 경우에도 통합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건으로 사유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상세사유 텍스트영역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기타 선택 시 필수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약관 동의 체크박스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결제하기 약관과 동일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(CH-U-CA-02-01)</a:t>
                      </a:r>
                      <a:endParaRPr kumimoji="0" lang="ko-KR" altLang="en-US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주문취소 버튼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확인창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및 결제 즉시 취소 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2D840A4E-BB64-5BBF-D25F-2001B52249B0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08A241-F742-B97C-326B-DB820C390FED}"/>
              </a:ext>
            </a:extLst>
          </p:cNvPr>
          <p:cNvSpPr txBox="1"/>
          <p:nvPr/>
        </p:nvSpPr>
        <p:spPr>
          <a:xfrm>
            <a:off x="377783" y="720258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CEF49F-7384-ED8A-854C-83364B737689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4A6C091D-1BD8-222E-C91F-1FF270874666}"/>
              </a:ext>
            </a:extLst>
          </p:cNvPr>
          <p:cNvSpPr/>
          <p:nvPr/>
        </p:nvSpPr>
        <p:spPr>
          <a:xfrm>
            <a:off x="80094" y="9818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90FAC2-930D-ECEC-90C7-B3A416677A4E}"/>
              </a:ext>
            </a:extLst>
          </p:cNvPr>
          <p:cNvSpPr txBox="1"/>
          <p:nvPr/>
        </p:nvSpPr>
        <p:spPr>
          <a:xfrm>
            <a:off x="1230633" y="1631102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4DE0159-E5F3-493A-CC5E-2F49C9F8669D}"/>
              </a:ext>
            </a:extLst>
          </p:cNvPr>
          <p:cNvSpPr/>
          <p:nvPr/>
        </p:nvSpPr>
        <p:spPr>
          <a:xfrm>
            <a:off x="437563" y="1476053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Rounded Rectangle 27">
            <a:extLst>
              <a:ext uri="{FF2B5EF4-FFF2-40B4-BE49-F238E27FC236}">
                <a16:creationId xmlns:a16="http://schemas.microsoft.com/office/drawing/2014/main" id="{636A45D2-FBE0-BE8E-86C6-78382442593D}"/>
              </a:ext>
            </a:extLst>
          </p:cNvPr>
          <p:cNvSpPr/>
          <p:nvPr/>
        </p:nvSpPr>
        <p:spPr>
          <a:xfrm>
            <a:off x="1220170" y="1871745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1" name="Rounded Rectangle 27">
            <a:extLst>
              <a:ext uri="{FF2B5EF4-FFF2-40B4-BE49-F238E27FC236}">
                <a16:creationId xmlns:a16="http://schemas.microsoft.com/office/drawing/2014/main" id="{52CF6FB5-776B-7E3E-C47B-2E3DD816EA85}"/>
              </a:ext>
            </a:extLst>
          </p:cNvPr>
          <p:cNvSpPr/>
          <p:nvPr/>
        </p:nvSpPr>
        <p:spPr>
          <a:xfrm>
            <a:off x="1230633" y="2045453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B1815A-EDCC-9F4A-15FE-30F877B63D3C}"/>
              </a:ext>
            </a:extLst>
          </p:cNvPr>
          <p:cNvSpPr txBox="1"/>
          <p:nvPr/>
        </p:nvSpPr>
        <p:spPr>
          <a:xfrm>
            <a:off x="228222" y="1085816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46" name="Rounded Rectangle 27">
            <a:extLst>
              <a:ext uri="{FF2B5EF4-FFF2-40B4-BE49-F238E27FC236}">
                <a16:creationId xmlns:a16="http://schemas.microsoft.com/office/drawing/2014/main" id="{876760BB-D2A5-1C68-D05B-C336295D3F1D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171" name="Rounded Rectangle 35">
            <a:extLst>
              <a:ext uri="{FF2B5EF4-FFF2-40B4-BE49-F238E27FC236}">
                <a16:creationId xmlns:a16="http://schemas.microsoft.com/office/drawing/2014/main" id="{1815CBDB-9684-2953-76F4-193DAB2C7B2F}"/>
              </a:ext>
            </a:extLst>
          </p:cNvPr>
          <p:cNvSpPr/>
          <p:nvPr/>
        </p:nvSpPr>
        <p:spPr>
          <a:xfrm>
            <a:off x="302663" y="5893572"/>
            <a:ext cx="315630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주문취소</a:t>
            </a:r>
          </a:p>
        </p:txBody>
      </p:sp>
      <p:sp>
        <p:nvSpPr>
          <p:cNvPr id="173" name="모서리가 둥근 직사각형 114">
            <a:extLst>
              <a:ext uri="{FF2B5EF4-FFF2-40B4-BE49-F238E27FC236}">
                <a16:creationId xmlns:a16="http://schemas.microsoft.com/office/drawing/2014/main" id="{98BA220D-6A7D-F003-667B-890497BC0901}"/>
              </a:ext>
            </a:extLst>
          </p:cNvPr>
          <p:cNvSpPr/>
          <p:nvPr/>
        </p:nvSpPr>
        <p:spPr>
          <a:xfrm>
            <a:off x="80094" y="593129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6CCCA6-3B93-4BE0-8EBD-472D06CAC73F}"/>
              </a:ext>
            </a:extLst>
          </p:cNvPr>
          <p:cNvSpPr txBox="1"/>
          <p:nvPr/>
        </p:nvSpPr>
        <p:spPr>
          <a:xfrm>
            <a:off x="3299113" y="688223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BE7A11C-409B-4F3A-51B5-E03995BE5519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5">
            <a:extLst>
              <a:ext uri="{FF2B5EF4-FFF2-40B4-BE49-F238E27FC236}">
                <a16:creationId xmlns:a16="http://schemas.microsoft.com/office/drawing/2014/main" id="{1F21D036-6231-38D6-146E-3C759475A8AF}"/>
              </a:ext>
            </a:extLst>
          </p:cNvPr>
          <p:cNvSpPr/>
          <p:nvPr/>
        </p:nvSpPr>
        <p:spPr>
          <a:xfrm>
            <a:off x="310480" y="2522575"/>
            <a:ext cx="313465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취소사유 선택                         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41" name="Rounded Rectangle 35">
            <a:extLst>
              <a:ext uri="{FF2B5EF4-FFF2-40B4-BE49-F238E27FC236}">
                <a16:creationId xmlns:a16="http://schemas.microsoft.com/office/drawing/2014/main" id="{E058BA12-C3F3-3333-6B12-2CF6A60DC93C}"/>
              </a:ext>
            </a:extLst>
          </p:cNvPr>
          <p:cNvSpPr/>
          <p:nvPr/>
        </p:nvSpPr>
        <p:spPr>
          <a:xfrm>
            <a:off x="324312" y="2859698"/>
            <a:ext cx="3120827" cy="91849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42" name="Rounded Rectangle 27">
            <a:extLst>
              <a:ext uri="{FF2B5EF4-FFF2-40B4-BE49-F238E27FC236}">
                <a16:creationId xmlns:a16="http://schemas.microsoft.com/office/drawing/2014/main" id="{4FF48058-B766-4CA0-0259-238F96770800}"/>
              </a:ext>
            </a:extLst>
          </p:cNvPr>
          <p:cNvSpPr/>
          <p:nvPr/>
        </p:nvSpPr>
        <p:spPr>
          <a:xfrm>
            <a:off x="2304826" y="354149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3DBF6B-1A17-3CA9-D388-FB02889692B0}"/>
              </a:ext>
            </a:extLst>
          </p:cNvPr>
          <p:cNvSpPr txBox="1"/>
          <p:nvPr/>
        </p:nvSpPr>
        <p:spPr>
          <a:xfrm>
            <a:off x="350794" y="3815908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결제취소정보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5" name="Rounded Rectangle 27">
            <a:extLst>
              <a:ext uri="{FF2B5EF4-FFF2-40B4-BE49-F238E27FC236}">
                <a16:creationId xmlns:a16="http://schemas.microsoft.com/office/drawing/2014/main" id="{469FFDF0-88F3-66CD-C9C0-484B9E8081EB}"/>
              </a:ext>
            </a:extLst>
          </p:cNvPr>
          <p:cNvSpPr/>
          <p:nvPr/>
        </p:nvSpPr>
        <p:spPr>
          <a:xfrm>
            <a:off x="343207" y="4130282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주문금액</a:t>
            </a:r>
          </a:p>
        </p:txBody>
      </p:sp>
      <p:sp>
        <p:nvSpPr>
          <p:cNvPr id="47" name="Rounded Rectangle 27">
            <a:extLst>
              <a:ext uri="{FF2B5EF4-FFF2-40B4-BE49-F238E27FC236}">
                <a16:creationId xmlns:a16="http://schemas.microsoft.com/office/drawing/2014/main" id="{305E5D74-7A35-9D52-D9EB-E17C705DFC9C}"/>
              </a:ext>
            </a:extLst>
          </p:cNvPr>
          <p:cNvSpPr/>
          <p:nvPr/>
        </p:nvSpPr>
        <p:spPr>
          <a:xfrm>
            <a:off x="1965685" y="4106083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113,800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9" name="Rounded Rectangle 27">
            <a:extLst>
              <a:ext uri="{FF2B5EF4-FFF2-40B4-BE49-F238E27FC236}">
                <a16:creationId xmlns:a16="http://schemas.microsoft.com/office/drawing/2014/main" id="{844FC242-752C-C715-F679-B1D23B03E887}"/>
              </a:ext>
            </a:extLst>
          </p:cNvPr>
          <p:cNvSpPr/>
          <p:nvPr/>
        </p:nvSpPr>
        <p:spPr>
          <a:xfrm>
            <a:off x="343207" y="4465500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52" name="Rounded Rectangle 27">
            <a:extLst>
              <a:ext uri="{FF2B5EF4-FFF2-40B4-BE49-F238E27FC236}">
                <a16:creationId xmlns:a16="http://schemas.microsoft.com/office/drawing/2014/main" id="{3CA6D1D3-551A-469B-5764-567EC2FDDEB9}"/>
              </a:ext>
            </a:extLst>
          </p:cNvPr>
          <p:cNvSpPr/>
          <p:nvPr/>
        </p:nvSpPr>
        <p:spPr>
          <a:xfrm>
            <a:off x="1965685" y="4457433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06BD511C-B206-8CE8-92DA-C064DF4AE094}"/>
              </a:ext>
            </a:extLst>
          </p:cNvPr>
          <p:cNvCxnSpPr/>
          <p:nvPr/>
        </p:nvCxnSpPr>
        <p:spPr>
          <a:xfrm>
            <a:off x="262308" y="4389542"/>
            <a:ext cx="324036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27">
            <a:extLst>
              <a:ext uri="{FF2B5EF4-FFF2-40B4-BE49-F238E27FC236}">
                <a16:creationId xmlns:a16="http://schemas.microsoft.com/office/drawing/2014/main" id="{6DACEF88-2E02-BA13-79FB-CAC4CE0492BF}"/>
              </a:ext>
            </a:extLst>
          </p:cNvPr>
          <p:cNvSpPr/>
          <p:nvPr/>
        </p:nvSpPr>
        <p:spPr>
          <a:xfrm>
            <a:off x="343207" y="4673475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57" name="Rounded Rectangle 27">
            <a:extLst>
              <a:ext uri="{FF2B5EF4-FFF2-40B4-BE49-F238E27FC236}">
                <a16:creationId xmlns:a16="http://schemas.microsoft.com/office/drawing/2014/main" id="{75DE6D13-A81E-C6FC-2104-20A04A2E1012}"/>
              </a:ext>
            </a:extLst>
          </p:cNvPr>
          <p:cNvSpPr/>
          <p:nvPr/>
        </p:nvSpPr>
        <p:spPr>
          <a:xfrm>
            <a:off x="1965685" y="4665408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13,800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59" name="Rounded Rectangle 27">
            <a:extLst>
              <a:ext uri="{FF2B5EF4-FFF2-40B4-BE49-F238E27FC236}">
                <a16:creationId xmlns:a16="http://schemas.microsoft.com/office/drawing/2014/main" id="{628D68B3-9F2C-AFF2-1402-47EBEBFA0BBF}"/>
              </a:ext>
            </a:extLst>
          </p:cNvPr>
          <p:cNvSpPr/>
          <p:nvPr/>
        </p:nvSpPr>
        <p:spPr>
          <a:xfrm>
            <a:off x="325248" y="4874334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sp>
        <p:nvSpPr>
          <p:cNvPr id="60" name="Rounded Rectangle 27">
            <a:extLst>
              <a:ext uri="{FF2B5EF4-FFF2-40B4-BE49-F238E27FC236}">
                <a16:creationId xmlns:a16="http://schemas.microsoft.com/office/drawing/2014/main" id="{9F90AD52-FFBF-35DC-597B-1EE269A3BF37}"/>
              </a:ext>
            </a:extLst>
          </p:cNvPr>
          <p:cNvSpPr/>
          <p:nvPr/>
        </p:nvSpPr>
        <p:spPr>
          <a:xfrm>
            <a:off x="325248" y="5535806"/>
            <a:ext cx="2427081" cy="26981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취소</a:t>
            </a:r>
            <a:r>
              <a:rPr lang="en-US" altLang="ko-KR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/</a:t>
            </a:r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반품완료 후 환불안내</a:t>
            </a:r>
            <a:endParaRPr lang="en-US" altLang="ko-KR" sz="6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카드사 취소 처리 진행에 따라 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3~4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일 소요될 수 있습니다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3CC29446-473A-D5D4-D4B2-0DCC90BB8AA9}"/>
              </a:ext>
            </a:extLst>
          </p:cNvPr>
          <p:cNvGrpSpPr/>
          <p:nvPr/>
        </p:nvGrpSpPr>
        <p:grpSpPr>
          <a:xfrm>
            <a:off x="344153" y="5207113"/>
            <a:ext cx="3085978" cy="301132"/>
            <a:chOff x="344153" y="5207113"/>
            <a:chExt cx="3085978" cy="301132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0190550D-9379-5E85-323C-8A30CB1156D0}"/>
                </a:ext>
              </a:extLst>
            </p:cNvPr>
            <p:cNvSpPr/>
            <p:nvPr/>
          </p:nvSpPr>
          <p:spPr>
            <a:xfrm>
              <a:off x="344153" y="5207113"/>
              <a:ext cx="3062393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0" name="Rounded Rectangle 27">
              <a:extLst>
                <a:ext uri="{FF2B5EF4-FFF2-40B4-BE49-F238E27FC236}">
                  <a16:creationId xmlns:a16="http://schemas.microsoft.com/office/drawing/2014/main" id="{48598AF7-D39A-EFA1-424D-8BA465776377}"/>
                </a:ext>
              </a:extLst>
            </p:cNvPr>
            <p:cNvSpPr/>
            <p:nvPr/>
          </p:nvSpPr>
          <p:spPr>
            <a:xfrm>
              <a:off x="370702" y="5259847"/>
              <a:ext cx="2746523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주문취소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결제서비스 이용동의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C9510226-0F92-1275-B881-76AC3210804D}"/>
                </a:ext>
              </a:extLst>
            </p:cNvPr>
            <p:cNvSpPr txBox="1"/>
            <p:nvPr/>
          </p:nvSpPr>
          <p:spPr>
            <a:xfrm>
              <a:off x="3117225" y="5231311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72" name="모서리가 둥근 직사각형 114">
            <a:extLst>
              <a:ext uri="{FF2B5EF4-FFF2-40B4-BE49-F238E27FC236}">
                <a16:creationId xmlns:a16="http://schemas.microsoft.com/office/drawing/2014/main" id="{A9A731B5-55E2-3ECC-FB75-6160D98328BD}"/>
              </a:ext>
            </a:extLst>
          </p:cNvPr>
          <p:cNvSpPr/>
          <p:nvPr/>
        </p:nvSpPr>
        <p:spPr>
          <a:xfrm>
            <a:off x="73411" y="528044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C4A5234F-0BE6-2AB1-6AE2-6FF2B2ECF63B}"/>
              </a:ext>
            </a:extLst>
          </p:cNvPr>
          <p:cNvGrpSpPr/>
          <p:nvPr/>
        </p:nvGrpSpPr>
        <p:grpSpPr>
          <a:xfrm>
            <a:off x="3794105" y="2516412"/>
            <a:ext cx="2448000" cy="1569893"/>
            <a:chOff x="3794105" y="2516412"/>
            <a:chExt cx="2448000" cy="1569893"/>
          </a:xfrm>
        </p:grpSpPr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7DBEA2AF-B83F-CD1A-E2F9-E18F3C54F2F4}"/>
                </a:ext>
              </a:extLst>
            </p:cNvPr>
            <p:cNvGrpSpPr/>
            <p:nvPr/>
          </p:nvGrpSpPr>
          <p:grpSpPr>
            <a:xfrm>
              <a:off x="3794105" y="3454627"/>
              <a:ext cx="2447801" cy="318788"/>
              <a:chOff x="7502643" y="5722939"/>
              <a:chExt cx="2447801" cy="318788"/>
            </a:xfrm>
          </p:grpSpPr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A9AE18BB-C5F5-FDCF-E760-C40214D066B7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9" name="Rounded Rectangle 27">
                <a:extLst>
                  <a:ext uri="{FF2B5EF4-FFF2-40B4-BE49-F238E27FC236}">
                    <a16:creationId xmlns:a16="http://schemas.microsoft.com/office/drawing/2014/main" id="{7703B247-AE9C-51BC-31B0-5F2C5865A8CE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 옵션 선택 잘못함</a:t>
                </a:r>
              </a:p>
            </p:txBody>
          </p:sp>
        </p:grpSp>
        <p:grpSp>
          <p:nvGrpSpPr>
            <p:cNvPr id="142" name="그룹 141">
              <a:extLst>
                <a:ext uri="{FF2B5EF4-FFF2-40B4-BE49-F238E27FC236}">
                  <a16:creationId xmlns:a16="http://schemas.microsoft.com/office/drawing/2014/main" id="{66292ADE-5722-92E4-7109-D75B0CD44524}"/>
                </a:ext>
              </a:extLst>
            </p:cNvPr>
            <p:cNvGrpSpPr/>
            <p:nvPr/>
          </p:nvGrpSpPr>
          <p:grpSpPr>
            <a:xfrm>
              <a:off x="3794105" y="3767517"/>
              <a:ext cx="2447801" cy="318788"/>
              <a:chOff x="7502643" y="6035829"/>
              <a:chExt cx="2447801" cy="318788"/>
            </a:xfrm>
          </p:grpSpPr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9BCD00EF-5895-8F20-2CE9-B701856E2CF0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4" name="Rounded Rectangle 27">
                <a:extLst>
                  <a:ext uri="{FF2B5EF4-FFF2-40B4-BE49-F238E27FC236}">
                    <a16:creationId xmlns:a16="http://schemas.microsoft.com/office/drawing/2014/main" id="{4846FE37-D037-F2A4-8744-480E66490E7F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기타</a:t>
                </a:r>
              </a:p>
            </p:txBody>
          </p:sp>
        </p:grpSp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79398365-2F8F-533B-4D2F-83E887C505A9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148" name="직사각형 147">
                <a:extLst>
                  <a:ext uri="{FF2B5EF4-FFF2-40B4-BE49-F238E27FC236}">
                    <a16:creationId xmlns:a16="http://schemas.microsoft.com/office/drawing/2014/main" id="{AA3E0B7B-A6D9-E174-2615-7152A8FA9242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9" name="Rounded Rectangle 27">
                <a:extLst>
                  <a:ext uri="{FF2B5EF4-FFF2-40B4-BE49-F238E27FC236}">
                    <a16:creationId xmlns:a16="http://schemas.microsoft.com/office/drawing/2014/main" id="{0895FD7B-99FC-DBE7-D88B-431E92FEAC3C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취소 사유를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2FA71D1E-E3F5-7D32-16D4-5E49D23DDFC8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44CB9E10-F557-3CE2-096C-0D4069DB3093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2" name="Rounded Rectangle 27">
                <a:extLst>
                  <a:ext uri="{FF2B5EF4-FFF2-40B4-BE49-F238E27FC236}">
                    <a16:creationId xmlns:a16="http://schemas.microsoft.com/office/drawing/2014/main" id="{329AC2B4-DA57-106D-EB7A-F513C5B16730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/>
                    </a:solidFill>
                    <a:ea typeface="맑은 고딕"/>
                  </a:rPr>
                  <a:t>구매의사없음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94A04864-3DB9-00B6-9188-4E64A17EED06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154" name="직사각형 153">
                <a:extLst>
                  <a:ext uri="{FF2B5EF4-FFF2-40B4-BE49-F238E27FC236}">
                    <a16:creationId xmlns:a16="http://schemas.microsoft.com/office/drawing/2014/main" id="{3E571033-83E2-2645-1041-C5D1D48A7692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5" name="Rounded Rectangle 27">
                <a:extLst>
                  <a:ext uri="{FF2B5EF4-FFF2-40B4-BE49-F238E27FC236}">
                    <a16:creationId xmlns:a16="http://schemas.microsoft.com/office/drawing/2014/main" id="{30EF2D88-B49B-5083-464D-CB57743C5906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배송이 지연되고 있음</a:t>
                </a:r>
              </a:p>
            </p:txBody>
          </p:sp>
        </p:grp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96079642-2F1E-CE43-DD6A-42D07D5D6709}"/>
              </a:ext>
            </a:extLst>
          </p:cNvPr>
          <p:cNvGrpSpPr/>
          <p:nvPr/>
        </p:nvGrpSpPr>
        <p:grpSpPr>
          <a:xfrm>
            <a:off x="3748691" y="4840874"/>
            <a:ext cx="2447801" cy="1549530"/>
            <a:chOff x="4136423" y="4080130"/>
            <a:chExt cx="2447801" cy="1549530"/>
          </a:xfrm>
        </p:grpSpPr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1D547E4F-2755-8E94-10D4-AB16183911FE}"/>
                </a:ext>
              </a:extLst>
            </p:cNvPr>
            <p:cNvSpPr/>
            <p:nvPr/>
          </p:nvSpPr>
          <p:spPr>
            <a:xfrm>
              <a:off x="4136423" y="4080130"/>
              <a:ext cx="2447801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9" name="Rounded Rectangle 27">
              <a:extLst>
                <a:ext uri="{FF2B5EF4-FFF2-40B4-BE49-F238E27FC236}">
                  <a16:creationId xmlns:a16="http://schemas.microsoft.com/office/drawing/2014/main" id="{885F5520-2498-FD92-D2C7-C7ABEE243153}"/>
                </a:ext>
              </a:extLst>
            </p:cNvPr>
            <p:cNvSpPr/>
            <p:nvPr/>
          </p:nvSpPr>
          <p:spPr>
            <a:xfrm>
              <a:off x="4162972" y="4132864"/>
              <a:ext cx="1932599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주문취소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결제서비스 이용동의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BB48C50F-04C4-DC8D-FE3F-932A3ECF8E20}"/>
                </a:ext>
              </a:extLst>
            </p:cNvPr>
            <p:cNvSpPr txBox="1"/>
            <p:nvPr/>
          </p:nvSpPr>
          <p:spPr>
            <a:xfrm>
              <a:off x="6264924" y="4104328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1" name="Rounded Rectangle 27">
              <a:extLst>
                <a:ext uri="{FF2B5EF4-FFF2-40B4-BE49-F238E27FC236}">
                  <a16:creationId xmlns:a16="http://schemas.microsoft.com/office/drawing/2014/main" id="{E91BD7D9-119A-2C4F-A882-C96913871241}"/>
                </a:ext>
              </a:extLst>
            </p:cNvPr>
            <p:cNvSpPr/>
            <p:nvPr/>
          </p:nvSpPr>
          <p:spPr>
            <a:xfrm>
              <a:off x="4240984" y="4424133"/>
              <a:ext cx="2095970" cy="120552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확인 및 상품별 결제 동의</a:t>
              </a:r>
            </a:p>
            <a:p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 대행 서비스에 대한 약관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전자금융거래이용약관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제공 및 위탁 동의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이용 및 제공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3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자 정보제공 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2" name="Rounded Rectangle 27">
              <a:extLst>
                <a:ext uri="{FF2B5EF4-FFF2-40B4-BE49-F238E27FC236}">
                  <a16:creationId xmlns:a16="http://schemas.microsoft.com/office/drawing/2014/main" id="{58F62206-B3E0-3B22-710B-1EC3EE154910}"/>
                </a:ext>
              </a:extLst>
            </p:cNvPr>
            <p:cNvSpPr/>
            <p:nvPr/>
          </p:nvSpPr>
          <p:spPr>
            <a:xfrm>
              <a:off x="5919454" y="4424133"/>
              <a:ext cx="564442" cy="114992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ko-KR" altLang="en-US" sz="700" u="sng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AF5DC744-70C9-D399-D4A9-A19998B9032A}"/>
              </a:ext>
            </a:extLst>
          </p:cNvPr>
          <p:cNvSpPr txBox="1"/>
          <p:nvPr/>
        </p:nvSpPr>
        <p:spPr>
          <a:xfrm>
            <a:off x="3713892" y="4579581"/>
            <a:ext cx="11224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9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결제하기 약관과 동일</a:t>
            </a:r>
            <a:endParaRPr lang="ko-KR" altLang="en-US" sz="9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C74EC14A-B99E-1862-541E-C1EDF126043C}"/>
              </a:ext>
            </a:extLst>
          </p:cNvPr>
          <p:cNvSpPr/>
          <p:nvPr/>
        </p:nvSpPr>
        <p:spPr>
          <a:xfrm>
            <a:off x="80094" y="257785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" name="모서리가 둥근 직사각형 114">
            <a:extLst>
              <a:ext uri="{FF2B5EF4-FFF2-40B4-BE49-F238E27FC236}">
                <a16:creationId xmlns:a16="http://schemas.microsoft.com/office/drawing/2014/main" id="{E3136BE0-69F1-17A2-442B-F91669C193A1}"/>
              </a:ext>
            </a:extLst>
          </p:cNvPr>
          <p:cNvSpPr/>
          <p:nvPr/>
        </p:nvSpPr>
        <p:spPr>
          <a:xfrm>
            <a:off x="80094" y="29125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Rounded Rectangle 27">
            <a:extLst>
              <a:ext uri="{FF2B5EF4-FFF2-40B4-BE49-F238E27FC236}">
                <a16:creationId xmlns:a16="http://schemas.microsoft.com/office/drawing/2014/main" id="{28D9FBFD-DB1F-E800-1911-E98A4CD2A36E}"/>
              </a:ext>
            </a:extLst>
          </p:cNvPr>
          <p:cNvSpPr/>
          <p:nvPr/>
        </p:nvSpPr>
        <p:spPr>
          <a:xfrm>
            <a:off x="1183569" y="145822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</a:p>
        </p:txBody>
      </p:sp>
    </p:spTree>
    <p:extLst>
      <p:ext uri="{BB962C8B-B14F-4D97-AF65-F5344CB8AC3E}">
        <p14:creationId xmlns:p14="http://schemas.microsoft.com/office/powerpoint/2010/main" val="238543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AD01E-E61E-4F4F-82B1-693604357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A9DE2D-3B77-F250-8194-660E0C38A0F6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주문취소요청  화면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FA4132-08F3-8543-C6C7-1FD4B0E0B51E}"/>
              </a:ext>
            </a:extLst>
          </p:cNvPr>
          <p:cNvSpPr txBox="1"/>
          <p:nvPr/>
        </p:nvSpPr>
        <p:spPr>
          <a:xfrm>
            <a:off x="1302717" y="330494"/>
            <a:ext cx="26837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주문취소요청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0080941-207F-C388-C6F7-D612519A002F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CH-U-MY-02-01-04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F747A-6647-4BBE-3BCA-115F9797EF0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A44374-286F-D436-8BA0-A490253DC5A9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D5CD7DBB-8772-924B-90D6-3B2287248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105711"/>
              </p:ext>
            </p:extLst>
          </p:nvPr>
        </p:nvGraphicFramePr>
        <p:xfrm>
          <a:off x="10128399" y="623854"/>
          <a:ext cx="2850436" cy="334029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주문내역 상세 콘텐츠 내용과 동일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상태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상품준비중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배송준비중일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때 노출되는 화면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사유 드롭다운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상세사유 텍스트영역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기타 선택 시 필수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약관 동의 체크박스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결제하기 약관과 동일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(CH-U-CA-02-01)</a:t>
                      </a:r>
                      <a:endParaRPr kumimoji="0" lang="ko-KR" altLang="en-US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주문취소요청 버튼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확인창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주문취소 요청 처리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판매자가 확인 후 승인해야 주문 및 결제취소 처리됨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C80B5E2-5E97-C03F-6409-87853364B52E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F3EBBE-4789-BC32-45CC-D2A6F0146FC8}"/>
              </a:ext>
            </a:extLst>
          </p:cNvPr>
          <p:cNvSpPr txBox="1"/>
          <p:nvPr/>
        </p:nvSpPr>
        <p:spPr>
          <a:xfrm>
            <a:off x="377783" y="720258"/>
            <a:ext cx="992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주문취소요청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5D27FD-9EE1-DAFD-89A5-50648ADA521C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F3F81A19-342C-2EAE-7620-728EC4DBF97A}"/>
              </a:ext>
            </a:extLst>
          </p:cNvPr>
          <p:cNvSpPr/>
          <p:nvPr/>
        </p:nvSpPr>
        <p:spPr>
          <a:xfrm>
            <a:off x="80094" y="9818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0738E1-6D94-DCF4-4E6C-71FE5D1BAE02}"/>
              </a:ext>
            </a:extLst>
          </p:cNvPr>
          <p:cNvSpPr txBox="1"/>
          <p:nvPr/>
        </p:nvSpPr>
        <p:spPr>
          <a:xfrm>
            <a:off x="1230633" y="1631102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633A63A-3E57-49D3-55F8-4A93B614992E}"/>
              </a:ext>
            </a:extLst>
          </p:cNvPr>
          <p:cNvSpPr/>
          <p:nvPr/>
        </p:nvSpPr>
        <p:spPr>
          <a:xfrm>
            <a:off x="437563" y="1476053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Rounded Rectangle 27">
            <a:extLst>
              <a:ext uri="{FF2B5EF4-FFF2-40B4-BE49-F238E27FC236}">
                <a16:creationId xmlns:a16="http://schemas.microsoft.com/office/drawing/2014/main" id="{C207995E-7EA9-93F4-0B58-0A57C395C3E0}"/>
              </a:ext>
            </a:extLst>
          </p:cNvPr>
          <p:cNvSpPr/>
          <p:nvPr/>
        </p:nvSpPr>
        <p:spPr>
          <a:xfrm>
            <a:off x="1220170" y="1871745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6" name="Rounded Rectangle 27">
            <a:extLst>
              <a:ext uri="{FF2B5EF4-FFF2-40B4-BE49-F238E27FC236}">
                <a16:creationId xmlns:a16="http://schemas.microsoft.com/office/drawing/2014/main" id="{CE7FDE25-18F9-DB39-AE81-815AC96CE81A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EEFB17-2418-E641-2532-50D448DE2C6A}"/>
              </a:ext>
            </a:extLst>
          </p:cNvPr>
          <p:cNvSpPr txBox="1"/>
          <p:nvPr/>
        </p:nvSpPr>
        <p:spPr>
          <a:xfrm>
            <a:off x="3299113" y="688223"/>
            <a:ext cx="258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97522D3-6598-D796-0999-152265626388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5">
            <a:extLst>
              <a:ext uri="{FF2B5EF4-FFF2-40B4-BE49-F238E27FC236}">
                <a16:creationId xmlns:a16="http://schemas.microsoft.com/office/drawing/2014/main" id="{15B08030-D530-C1F5-7F45-E33EE9FC41A9}"/>
              </a:ext>
            </a:extLst>
          </p:cNvPr>
          <p:cNvSpPr/>
          <p:nvPr/>
        </p:nvSpPr>
        <p:spPr>
          <a:xfrm>
            <a:off x="310480" y="2522575"/>
            <a:ext cx="313465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취소요청사유 선택                   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41" name="Rounded Rectangle 35">
            <a:extLst>
              <a:ext uri="{FF2B5EF4-FFF2-40B4-BE49-F238E27FC236}">
                <a16:creationId xmlns:a16="http://schemas.microsoft.com/office/drawing/2014/main" id="{77CD8FC5-0DDD-1DCD-5B63-C8D40091721C}"/>
              </a:ext>
            </a:extLst>
          </p:cNvPr>
          <p:cNvSpPr/>
          <p:nvPr/>
        </p:nvSpPr>
        <p:spPr>
          <a:xfrm>
            <a:off x="324312" y="2859698"/>
            <a:ext cx="3120827" cy="91849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42" name="Rounded Rectangle 27">
            <a:extLst>
              <a:ext uri="{FF2B5EF4-FFF2-40B4-BE49-F238E27FC236}">
                <a16:creationId xmlns:a16="http://schemas.microsoft.com/office/drawing/2014/main" id="{9DF9A171-3178-A762-3F80-7EF2F4EBCC68}"/>
              </a:ext>
            </a:extLst>
          </p:cNvPr>
          <p:cNvSpPr/>
          <p:nvPr/>
        </p:nvSpPr>
        <p:spPr>
          <a:xfrm>
            <a:off x="2304826" y="354149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4121CB-798C-E804-2C0E-4F7376DE680E}"/>
              </a:ext>
            </a:extLst>
          </p:cNvPr>
          <p:cNvSpPr txBox="1"/>
          <p:nvPr/>
        </p:nvSpPr>
        <p:spPr>
          <a:xfrm>
            <a:off x="350794" y="3815908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결제취소정보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5" name="Rounded Rectangle 27">
            <a:extLst>
              <a:ext uri="{FF2B5EF4-FFF2-40B4-BE49-F238E27FC236}">
                <a16:creationId xmlns:a16="http://schemas.microsoft.com/office/drawing/2014/main" id="{513BD8D6-CFA4-6B86-5C5E-8775216FB654}"/>
              </a:ext>
            </a:extLst>
          </p:cNvPr>
          <p:cNvSpPr/>
          <p:nvPr/>
        </p:nvSpPr>
        <p:spPr>
          <a:xfrm>
            <a:off x="343207" y="4130282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주문금액</a:t>
            </a:r>
          </a:p>
        </p:txBody>
      </p:sp>
      <p:sp>
        <p:nvSpPr>
          <p:cNvPr id="47" name="Rounded Rectangle 27">
            <a:extLst>
              <a:ext uri="{FF2B5EF4-FFF2-40B4-BE49-F238E27FC236}">
                <a16:creationId xmlns:a16="http://schemas.microsoft.com/office/drawing/2014/main" id="{250031C6-7976-74A1-37ED-99109339D92E}"/>
              </a:ext>
            </a:extLst>
          </p:cNvPr>
          <p:cNvSpPr/>
          <p:nvPr/>
        </p:nvSpPr>
        <p:spPr>
          <a:xfrm>
            <a:off x="1965685" y="4106083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113,800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9" name="Rounded Rectangle 27">
            <a:extLst>
              <a:ext uri="{FF2B5EF4-FFF2-40B4-BE49-F238E27FC236}">
                <a16:creationId xmlns:a16="http://schemas.microsoft.com/office/drawing/2014/main" id="{BCF2A49D-9DDC-4C3A-2917-498BAA232E11}"/>
              </a:ext>
            </a:extLst>
          </p:cNvPr>
          <p:cNvSpPr/>
          <p:nvPr/>
        </p:nvSpPr>
        <p:spPr>
          <a:xfrm>
            <a:off x="343207" y="4465500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52" name="Rounded Rectangle 27">
            <a:extLst>
              <a:ext uri="{FF2B5EF4-FFF2-40B4-BE49-F238E27FC236}">
                <a16:creationId xmlns:a16="http://schemas.microsoft.com/office/drawing/2014/main" id="{F2A531F5-940C-0185-5CA3-CCF9F8BACC2F}"/>
              </a:ext>
            </a:extLst>
          </p:cNvPr>
          <p:cNvSpPr/>
          <p:nvPr/>
        </p:nvSpPr>
        <p:spPr>
          <a:xfrm>
            <a:off x="1965685" y="4457433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486CD11B-15AA-0652-91BB-DCBD5F59D0F6}"/>
              </a:ext>
            </a:extLst>
          </p:cNvPr>
          <p:cNvCxnSpPr/>
          <p:nvPr/>
        </p:nvCxnSpPr>
        <p:spPr>
          <a:xfrm>
            <a:off x="262308" y="4389542"/>
            <a:ext cx="324036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27">
            <a:extLst>
              <a:ext uri="{FF2B5EF4-FFF2-40B4-BE49-F238E27FC236}">
                <a16:creationId xmlns:a16="http://schemas.microsoft.com/office/drawing/2014/main" id="{7515B024-1DC8-4BE1-8571-AB55F5150FDA}"/>
              </a:ext>
            </a:extLst>
          </p:cNvPr>
          <p:cNvSpPr/>
          <p:nvPr/>
        </p:nvSpPr>
        <p:spPr>
          <a:xfrm>
            <a:off x="343207" y="4673475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57" name="Rounded Rectangle 27">
            <a:extLst>
              <a:ext uri="{FF2B5EF4-FFF2-40B4-BE49-F238E27FC236}">
                <a16:creationId xmlns:a16="http://schemas.microsoft.com/office/drawing/2014/main" id="{46E58E5E-FB19-4CED-CEAC-5CAB102E9F3F}"/>
              </a:ext>
            </a:extLst>
          </p:cNvPr>
          <p:cNvSpPr/>
          <p:nvPr/>
        </p:nvSpPr>
        <p:spPr>
          <a:xfrm>
            <a:off x="1965685" y="4665408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13,800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59" name="Rounded Rectangle 27">
            <a:extLst>
              <a:ext uri="{FF2B5EF4-FFF2-40B4-BE49-F238E27FC236}">
                <a16:creationId xmlns:a16="http://schemas.microsoft.com/office/drawing/2014/main" id="{F67773E9-DC6E-8DA1-23F7-AA47EAED2F71}"/>
              </a:ext>
            </a:extLst>
          </p:cNvPr>
          <p:cNvSpPr/>
          <p:nvPr/>
        </p:nvSpPr>
        <p:spPr>
          <a:xfrm>
            <a:off x="325248" y="4874334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sp>
        <p:nvSpPr>
          <p:cNvPr id="60" name="Rounded Rectangle 27">
            <a:extLst>
              <a:ext uri="{FF2B5EF4-FFF2-40B4-BE49-F238E27FC236}">
                <a16:creationId xmlns:a16="http://schemas.microsoft.com/office/drawing/2014/main" id="{90C8A552-FC79-0F15-6DCC-974F63493A6F}"/>
              </a:ext>
            </a:extLst>
          </p:cNvPr>
          <p:cNvSpPr/>
          <p:nvPr/>
        </p:nvSpPr>
        <p:spPr>
          <a:xfrm>
            <a:off x="325248" y="5535806"/>
            <a:ext cx="2427081" cy="26981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취소</a:t>
            </a:r>
            <a:r>
              <a:rPr lang="en-US" altLang="ko-KR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/</a:t>
            </a:r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반품완료 후 환불안내</a:t>
            </a:r>
            <a:endParaRPr lang="en-US" altLang="ko-KR" sz="6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카드사 취소 처리 진행에 따라 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3~4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일 소요될 수 있습니다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909FE796-6174-9FC0-0E75-C866ECC7F13C}"/>
              </a:ext>
            </a:extLst>
          </p:cNvPr>
          <p:cNvGrpSpPr/>
          <p:nvPr/>
        </p:nvGrpSpPr>
        <p:grpSpPr>
          <a:xfrm>
            <a:off x="344153" y="5207113"/>
            <a:ext cx="3085978" cy="301132"/>
            <a:chOff x="344153" y="5207113"/>
            <a:chExt cx="3085978" cy="301132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E44A5BA2-A3C8-764B-973C-E310189327EA}"/>
                </a:ext>
              </a:extLst>
            </p:cNvPr>
            <p:cNvSpPr/>
            <p:nvPr/>
          </p:nvSpPr>
          <p:spPr>
            <a:xfrm>
              <a:off x="344153" y="5207113"/>
              <a:ext cx="3062393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0" name="Rounded Rectangle 27">
              <a:extLst>
                <a:ext uri="{FF2B5EF4-FFF2-40B4-BE49-F238E27FC236}">
                  <a16:creationId xmlns:a16="http://schemas.microsoft.com/office/drawing/2014/main" id="{35DB6527-61B3-0BF5-22C4-2C4343AD1E8D}"/>
                </a:ext>
              </a:extLst>
            </p:cNvPr>
            <p:cNvSpPr/>
            <p:nvPr/>
          </p:nvSpPr>
          <p:spPr>
            <a:xfrm>
              <a:off x="370702" y="5259847"/>
              <a:ext cx="2746523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주문취소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결제서비스 이용동의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709A6DC-AD82-CD0D-2FDB-DCA2CF8DC634}"/>
                </a:ext>
              </a:extLst>
            </p:cNvPr>
            <p:cNvSpPr txBox="1"/>
            <p:nvPr/>
          </p:nvSpPr>
          <p:spPr>
            <a:xfrm>
              <a:off x="3117225" y="5231311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75B7C207-F751-10E8-0667-C99CD545FF1C}"/>
              </a:ext>
            </a:extLst>
          </p:cNvPr>
          <p:cNvGrpSpPr/>
          <p:nvPr/>
        </p:nvGrpSpPr>
        <p:grpSpPr>
          <a:xfrm>
            <a:off x="3794105" y="2516412"/>
            <a:ext cx="2448000" cy="1569893"/>
            <a:chOff x="3794105" y="2516412"/>
            <a:chExt cx="2448000" cy="1569893"/>
          </a:xfrm>
        </p:grpSpPr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5A6639CC-747A-08CE-22D9-02770897B2EA}"/>
                </a:ext>
              </a:extLst>
            </p:cNvPr>
            <p:cNvGrpSpPr/>
            <p:nvPr/>
          </p:nvGrpSpPr>
          <p:grpSpPr>
            <a:xfrm>
              <a:off x="3794105" y="3454627"/>
              <a:ext cx="2447801" cy="318788"/>
              <a:chOff x="7502643" y="5722939"/>
              <a:chExt cx="2447801" cy="318788"/>
            </a:xfrm>
          </p:grpSpPr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0ED99611-30F8-4DD7-1AC3-B7DCD2185F97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9" name="Rounded Rectangle 27">
                <a:extLst>
                  <a:ext uri="{FF2B5EF4-FFF2-40B4-BE49-F238E27FC236}">
                    <a16:creationId xmlns:a16="http://schemas.microsoft.com/office/drawing/2014/main" id="{A30833B0-B175-9E33-5748-71DE57AF8F27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 옵션 선택 잘못함</a:t>
                </a:r>
              </a:p>
            </p:txBody>
          </p:sp>
        </p:grpSp>
        <p:grpSp>
          <p:nvGrpSpPr>
            <p:cNvPr id="142" name="그룹 141">
              <a:extLst>
                <a:ext uri="{FF2B5EF4-FFF2-40B4-BE49-F238E27FC236}">
                  <a16:creationId xmlns:a16="http://schemas.microsoft.com/office/drawing/2014/main" id="{2DCCA257-1178-BDD1-1438-E669888C2D0C}"/>
                </a:ext>
              </a:extLst>
            </p:cNvPr>
            <p:cNvGrpSpPr/>
            <p:nvPr/>
          </p:nvGrpSpPr>
          <p:grpSpPr>
            <a:xfrm>
              <a:off x="3794105" y="3767517"/>
              <a:ext cx="2447801" cy="318788"/>
              <a:chOff x="7502643" y="6035829"/>
              <a:chExt cx="2447801" cy="318788"/>
            </a:xfrm>
          </p:grpSpPr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48BF05E5-5529-132B-AAFC-9FE53CA9C5DD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4" name="Rounded Rectangle 27">
                <a:extLst>
                  <a:ext uri="{FF2B5EF4-FFF2-40B4-BE49-F238E27FC236}">
                    <a16:creationId xmlns:a16="http://schemas.microsoft.com/office/drawing/2014/main" id="{0C8DA476-E784-5342-5077-E19EAC82458A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기타</a:t>
                </a:r>
              </a:p>
            </p:txBody>
          </p:sp>
        </p:grpSp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AD1CF3E9-16F6-FD92-5B28-40200A04AB16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148" name="직사각형 147">
                <a:extLst>
                  <a:ext uri="{FF2B5EF4-FFF2-40B4-BE49-F238E27FC236}">
                    <a16:creationId xmlns:a16="http://schemas.microsoft.com/office/drawing/2014/main" id="{4E2BB580-A651-7231-1B21-D0BB45E93582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9" name="Rounded Rectangle 27">
                <a:extLst>
                  <a:ext uri="{FF2B5EF4-FFF2-40B4-BE49-F238E27FC236}">
                    <a16:creationId xmlns:a16="http://schemas.microsoft.com/office/drawing/2014/main" id="{DC78ABAD-2569-51E5-8F73-7996E6937A9B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취소 사유를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7E40078E-02EF-5A05-DB4B-FA17E584C0C6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872F963F-E308-742C-95B4-F1EA96193905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2" name="Rounded Rectangle 27">
                <a:extLst>
                  <a:ext uri="{FF2B5EF4-FFF2-40B4-BE49-F238E27FC236}">
                    <a16:creationId xmlns:a16="http://schemas.microsoft.com/office/drawing/2014/main" id="{ED4D5E21-5AA8-4004-010F-B1A9557220C6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 err="1">
                    <a:solidFill>
                      <a:schemeClr val="tx1"/>
                    </a:solidFill>
                    <a:ea typeface="맑은 고딕"/>
                  </a:rPr>
                  <a:t>구매의사없음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9766A9D8-6794-EDA0-94D5-78C7CBAED6F0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154" name="직사각형 153">
                <a:extLst>
                  <a:ext uri="{FF2B5EF4-FFF2-40B4-BE49-F238E27FC236}">
                    <a16:creationId xmlns:a16="http://schemas.microsoft.com/office/drawing/2014/main" id="{1C69BE6C-0BE3-E385-D72A-4C9F727ECB70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5" name="Rounded Rectangle 27">
                <a:extLst>
                  <a:ext uri="{FF2B5EF4-FFF2-40B4-BE49-F238E27FC236}">
                    <a16:creationId xmlns:a16="http://schemas.microsoft.com/office/drawing/2014/main" id="{1F669DC3-A656-EDF7-9AA0-163F07E3A26E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배송이 지연되고 있음</a:t>
                </a:r>
              </a:p>
            </p:txBody>
          </p:sp>
        </p:grp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366C2011-A19F-BE63-FEDF-8CB36BEE50D2}"/>
              </a:ext>
            </a:extLst>
          </p:cNvPr>
          <p:cNvGrpSpPr/>
          <p:nvPr/>
        </p:nvGrpSpPr>
        <p:grpSpPr>
          <a:xfrm>
            <a:off x="3748691" y="4840874"/>
            <a:ext cx="2447801" cy="1549530"/>
            <a:chOff x="4136423" y="4080130"/>
            <a:chExt cx="2447801" cy="1549530"/>
          </a:xfrm>
        </p:grpSpPr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7F51CC04-9854-87E5-0ECA-2C3C65F3FFB0}"/>
                </a:ext>
              </a:extLst>
            </p:cNvPr>
            <p:cNvSpPr/>
            <p:nvPr/>
          </p:nvSpPr>
          <p:spPr>
            <a:xfrm>
              <a:off x="4136423" y="4080130"/>
              <a:ext cx="2447801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9" name="Rounded Rectangle 27">
              <a:extLst>
                <a:ext uri="{FF2B5EF4-FFF2-40B4-BE49-F238E27FC236}">
                  <a16:creationId xmlns:a16="http://schemas.microsoft.com/office/drawing/2014/main" id="{AFC511FB-3131-FB76-3E29-E9C6AB32FB2E}"/>
                </a:ext>
              </a:extLst>
            </p:cNvPr>
            <p:cNvSpPr/>
            <p:nvPr/>
          </p:nvSpPr>
          <p:spPr>
            <a:xfrm>
              <a:off x="4162972" y="4132864"/>
              <a:ext cx="1932599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주문취소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결제서비스 이용동의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6BC792A4-A569-02A4-5FAF-5407463F87D0}"/>
                </a:ext>
              </a:extLst>
            </p:cNvPr>
            <p:cNvSpPr txBox="1"/>
            <p:nvPr/>
          </p:nvSpPr>
          <p:spPr>
            <a:xfrm>
              <a:off x="6264924" y="4104328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1" name="Rounded Rectangle 27">
              <a:extLst>
                <a:ext uri="{FF2B5EF4-FFF2-40B4-BE49-F238E27FC236}">
                  <a16:creationId xmlns:a16="http://schemas.microsoft.com/office/drawing/2014/main" id="{26BE7F2F-C96D-5D74-D11A-17D46FEC0345}"/>
                </a:ext>
              </a:extLst>
            </p:cNvPr>
            <p:cNvSpPr/>
            <p:nvPr/>
          </p:nvSpPr>
          <p:spPr>
            <a:xfrm>
              <a:off x="4240984" y="4424133"/>
              <a:ext cx="2095970" cy="120552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확인 및 상품별 결제 동의</a:t>
              </a:r>
            </a:p>
            <a:p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 대행 서비스에 대한 약관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전자금융거래이용약관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제공 및 위탁 동의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이용 및 제공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3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자 정보제공 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2" name="Rounded Rectangle 27">
              <a:extLst>
                <a:ext uri="{FF2B5EF4-FFF2-40B4-BE49-F238E27FC236}">
                  <a16:creationId xmlns:a16="http://schemas.microsoft.com/office/drawing/2014/main" id="{AEAF9989-F1EE-5A9A-090A-87F599BEB5F5}"/>
                </a:ext>
              </a:extLst>
            </p:cNvPr>
            <p:cNvSpPr/>
            <p:nvPr/>
          </p:nvSpPr>
          <p:spPr>
            <a:xfrm>
              <a:off x="5919454" y="4424133"/>
              <a:ext cx="564442" cy="114992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ko-KR" altLang="en-US" sz="700" u="sng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FD83743-7CDA-9495-32F8-6547651D2592}"/>
              </a:ext>
            </a:extLst>
          </p:cNvPr>
          <p:cNvSpPr txBox="1"/>
          <p:nvPr/>
        </p:nvSpPr>
        <p:spPr>
          <a:xfrm>
            <a:off x="4007038" y="1085816"/>
            <a:ext cx="1585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solidFill>
                  <a:srgbClr val="234DD3"/>
                </a:solidFill>
                <a:ea typeface="맑은 고딕"/>
              </a:rPr>
              <a:t>상품준비중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, </a:t>
            </a:r>
            <a:r>
              <a:rPr lang="ko-KR" altLang="en-US" sz="1000" b="1" dirty="0" err="1">
                <a:solidFill>
                  <a:srgbClr val="234DD3"/>
                </a:solidFill>
                <a:ea typeface="맑은 고딕"/>
              </a:rPr>
              <a:t>배송준비중</a:t>
            </a:r>
            <a:endParaRPr lang="ko-KR" altLang="en-US" sz="1000" b="1" dirty="0">
              <a:solidFill>
                <a:srgbClr val="234DD3"/>
              </a:solidFill>
              <a:ea typeface="맑은 고딕"/>
            </a:endParaRP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B87AB320-A2D4-859B-4584-8778DD6BD61E}"/>
              </a:ext>
            </a:extLst>
          </p:cNvPr>
          <p:cNvSpPr/>
          <p:nvPr/>
        </p:nvSpPr>
        <p:spPr>
          <a:xfrm>
            <a:off x="302663" y="5893572"/>
            <a:ext cx="315630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주문취소요청</a:t>
            </a:r>
          </a:p>
        </p:txBody>
      </p:sp>
      <p:sp>
        <p:nvSpPr>
          <p:cNvPr id="13" name="모서리가 둥근 직사각형 114">
            <a:extLst>
              <a:ext uri="{FF2B5EF4-FFF2-40B4-BE49-F238E27FC236}">
                <a16:creationId xmlns:a16="http://schemas.microsoft.com/office/drawing/2014/main" id="{9CD2C396-AF48-770F-237A-41A45085B80C}"/>
              </a:ext>
            </a:extLst>
          </p:cNvPr>
          <p:cNvSpPr/>
          <p:nvPr/>
        </p:nvSpPr>
        <p:spPr>
          <a:xfrm>
            <a:off x="80094" y="593129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" name="모서리가 둥근 직사각형 114">
            <a:extLst>
              <a:ext uri="{FF2B5EF4-FFF2-40B4-BE49-F238E27FC236}">
                <a16:creationId xmlns:a16="http://schemas.microsoft.com/office/drawing/2014/main" id="{8C919332-6007-D0E9-423F-B8A5ACA8A8A5}"/>
              </a:ext>
            </a:extLst>
          </p:cNvPr>
          <p:cNvSpPr/>
          <p:nvPr/>
        </p:nvSpPr>
        <p:spPr>
          <a:xfrm>
            <a:off x="73411" y="528044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F70727A9-212A-B3F3-FC66-314897238A7C}"/>
              </a:ext>
            </a:extLst>
          </p:cNvPr>
          <p:cNvSpPr/>
          <p:nvPr/>
        </p:nvSpPr>
        <p:spPr>
          <a:xfrm>
            <a:off x="80094" y="257785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E7D77958-BCD1-6322-5EF8-65B31003CCE9}"/>
              </a:ext>
            </a:extLst>
          </p:cNvPr>
          <p:cNvSpPr/>
          <p:nvPr/>
        </p:nvSpPr>
        <p:spPr>
          <a:xfrm>
            <a:off x="80094" y="29125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FF7F1C-931C-F766-ECA3-B3027BB63229}"/>
              </a:ext>
            </a:extLst>
          </p:cNvPr>
          <p:cNvSpPr txBox="1"/>
          <p:nvPr/>
        </p:nvSpPr>
        <p:spPr>
          <a:xfrm>
            <a:off x="228222" y="1085816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7" name="Rounded Rectangle 27">
            <a:extLst>
              <a:ext uri="{FF2B5EF4-FFF2-40B4-BE49-F238E27FC236}">
                <a16:creationId xmlns:a16="http://schemas.microsoft.com/office/drawing/2014/main" id="{E80CC355-0862-BAB2-8542-0F4D41A6B961}"/>
              </a:ext>
            </a:extLst>
          </p:cNvPr>
          <p:cNvSpPr/>
          <p:nvPr/>
        </p:nvSpPr>
        <p:spPr>
          <a:xfrm>
            <a:off x="1183569" y="145822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 err="1">
                <a:solidFill>
                  <a:srgbClr val="234DD3"/>
                </a:solidFill>
                <a:ea typeface="맑은 고딕"/>
              </a:rPr>
              <a:t>상품준비중</a:t>
            </a:r>
            <a:endParaRPr lang="ko-KR" altLang="en-US" sz="700" b="1" dirty="0">
              <a:solidFill>
                <a:srgbClr val="234DD3"/>
              </a:solidFill>
              <a:ea typeface="맑은 고딕"/>
            </a:endParaRPr>
          </a:p>
        </p:txBody>
      </p:sp>
      <p:sp>
        <p:nvSpPr>
          <p:cNvPr id="14" name="Rounded Rectangle 27">
            <a:extLst>
              <a:ext uri="{FF2B5EF4-FFF2-40B4-BE49-F238E27FC236}">
                <a16:creationId xmlns:a16="http://schemas.microsoft.com/office/drawing/2014/main" id="{4B435866-8D4C-A3DF-2CC3-2D048790C257}"/>
              </a:ext>
            </a:extLst>
          </p:cNvPr>
          <p:cNvSpPr/>
          <p:nvPr/>
        </p:nvSpPr>
        <p:spPr>
          <a:xfrm>
            <a:off x="1230633" y="2045453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</p:spTree>
    <p:extLst>
      <p:ext uri="{BB962C8B-B14F-4D97-AF65-F5344CB8AC3E}">
        <p14:creationId xmlns:p14="http://schemas.microsoft.com/office/powerpoint/2010/main" val="458727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5F5BD-91B4-C8B6-35FF-3CABA752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A61ACD-60FE-7290-F3BF-3C5FFC218D5D}"/>
              </a:ext>
            </a:extLst>
          </p:cNvPr>
          <p:cNvSpPr txBox="1"/>
          <p:nvPr/>
        </p:nvSpPr>
        <p:spPr>
          <a:xfrm>
            <a:off x="1307907" y="78285"/>
            <a:ext cx="9316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요청 화면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탭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08703-475C-2EF4-7D5A-BE2F6BB17F96}"/>
              </a:ext>
            </a:extLst>
          </p:cNvPr>
          <p:cNvSpPr txBox="1"/>
          <p:nvPr/>
        </p:nvSpPr>
        <p:spPr>
          <a:xfrm>
            <a:off x="1302717" y="330494"/>
            <a:ext cx="27318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요청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A58243-C588-B647-24EE-59CD76BB80F7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CH-U-MY-02-01-06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07BD8-240B-7AD2-E43B-2B73C7FC174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469C20-B441-1748-735D-408A5EE12449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2E2BC7E9-D1D3-03B4-1EB4-4D68879AA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033719"/>
              </p:ext>
            </p:extLst>
          </p:nvPr>
        </p:nvGraphicFramePr>
        <p:xfrm>
          <a:off x="10128399" y="623854"/>
          <a:ext cx="2850436" cy="443757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반품 신청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탭버튼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각 항목에 맞는 콘텐츠 노출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동일한 상품으로만 가능하다는 안내문구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입력된 항목이 있을 경우 초기화 안내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(confirm)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수량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스텝퍼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주문한 수량이 디폴트로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입력되어있음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=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주문수량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사유 드롭다운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상세사유 텍스트영역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기타 선택 시 필수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ko-KR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3-1 교환 시 교환 배송지 정보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주문시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선택한 주소지 디폴트로 저장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버튼으로 수정 가능</a:t>
                      </a:r>
                      <a:endParaRPr kumimoji="0" lang="ko-KR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kumimoji="0" lang="ko-KR" altLang="ko-KR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</a:t>
                      </a: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회수정보 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주문시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선택한 주소지 디폴트로 저장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버튼으로 수정 가능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요청사항 필수 입력 항목</a:t>
                      </a:r>
                      <a:endParaRPr kumimoji="0" lang="ko-KR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교환신청 버튼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확인창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요청 처리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판매자가 확인 후 승인해야 교환 처리됨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8F99FBD4-EF08-FDAA-2933-589C9BF419FA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534FE5-00BD-58F1-0BCE-9F884E01C8E3}"/>
              </a:ext>
            </a:extLst>
          </p:cNvPr>
          <p:cNvSpPr txBox="1"/>
          <p:nvPr/>
        </p:nvSpPr>
        <p:spPr>
          <a:xfrm>
            <a:off x="377783" y="720258"/>
            <a:ext cx="10759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요청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E2F5B9-3916-340B-A7C1-7C1E85FD292B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7D25652-586B-46B5-C1F6-82E86B596E0F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F8F4EAC-140B-DD47-1050-F85347B09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413C0D2-8126-0B46-A08E-22372BCE1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A8880DE4-50CF-D836-1841-0DD588E91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EACE523C-0C18-FEF1-286F-CC777EC7AA2B}"/>
              </a:ext>
            </a:extLst>
          </p:cNvPr>
          <p:cNvSpPr txBox="1"/>
          <p:nvPr/>
        </p:nvSpPr>
        <p:spPr>
          <a:xfrm>
            <a:off x="264451" y="1621776"/>
            <a:ext cx="15359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solidFill>
                  <a:srgbClr val="234DD3"/>
                </a:solidFill>
                <a:ea typeface="맑은 고딕"/>
              </a:rPr>
              <a:t>배송완료</a:t>
            </a:r>
            <a:r>
              <a:rPr lang="ko-KR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888D9361-CF20-D4D2-4328-0D6B78BB836C}"/>
              </a:ext>
            </a:extLst>
          </p:cNvPr>
          <p:cNvSpPr/>
          <p:nvPr/>
        </p:nvSpPr>
        <p:spPr>
          <a:xfrm>
            <a:off x="2448521" y="164072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D843AA8F-6463-099A-3276-7A9007DB7A33}"/>
              </a:ext>
            </a:extLst>
          </p:cNvPr>
          <p:cNvSpPr/>
          <p:nvPr/>
        </p:nvSpPr>
        <p:spPr>
          <a:xfrm>
            <a:off x="264451" y="6513181"/>
            <a:ext cx="3194521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교환요청</a:t>
            </a: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E9FFCFE3-4996-A3C9-3C39-CDAF83F4DB8A}"/>
              </a:ext>
            </a:extLst>
          </p:cNvPr>
          <p:cNvSpPr/>
          <p:nvPr/>
        </p:nvSpPr>
        <p:spPr>
          <a:xfrm>
            <a:off x="73411" y="65509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35EF1BCA-AF73-A58D-40F9-570941B42D37}"/>
              </a:ext>
            </a:extLst>
          </p:cNvPr>
          <p:cNvCxnSpPr>
            <a:cxnSpLocks/>
          </p:cNvCxnSpPr>
          <p:nvPr/>
        </p:nvCxnSpPr>
        <p:spPr>
          <a:xfrm>
            <a:off x="302663" y="2744709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35">
            <a:extLst>
              <a:ext uri="{FF2B5EF4-FFF2-40B4-BE49-F238E27FC236}">
                <a16:creationId xmlns:a16="http://schemas.microsoft.com/office/drawing/2014/main" id="{F9AF3279-DD87-C597-552F-6DCC02A2DA5E}"/>
              </a:ext>
            </a:extLst>
          </p:cNvPr>
          <p:cNvSpPr/>
          <p:nvPr/>
        </p:nvSpPr>
        <p:spPr>
          <a:xfrm>
            <a:off x="310480" y="3178391"/>
            <a:ext cx="313465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교환사유 선택                         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53" name="Rounded Rectangle 35">
            <a:extLst>
              <a:ext uri="{FF2B5EF4-FFF2-40B4-BE49-F238E27FC236}">
                <a16:creationId xmlns:a16="http://schemas.microsoft.com/office/drawing/2014/main" id="{E34C340E-59C7-5898-5C56-592715A0D78F}"/>
              </a:ext>
            </a:extLst>
          </p:cNvPr>
          <p:cNvSpPr/>
          <p:nvPr/>
        </p:nvSpPr>
        <p:spPr>
          <a:xfrm>
            <a:off x="324312" y="3515514"/>
            <a:ext cx="3120827" cy="62483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54" name="Rounded Rectangle 27">
            <a:extLst>
              <a:ext uri="{FF2B5EF4-FFF2-40B4-BE49-F238E27FC236}">
                <a16:creationId xmlns:a16="http://schemas.microsoft.com/office/drawing/2014/main" id="{32C5BB99-CD85-4BE1-DFE3-43CDCE2BA50D}"/>
              </a:ext>
            </a:extLst>
          </p:cNvPr>
          <p:cNvSpPr/>
          <p:nvPr/>
        </p:nvSpPr>
        <p:spPr>
          <a:xfrm>
            <a:off x="2304826" y="3936353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D19151-18DF-4075-B74E-8770A5C0A68A}"/>
              </a:ext>
            </a:extLst>
          </p:cNvPr>
          <p:cNvSpPr txBox="1"/>
          <p:nvPr/>
        </p:nvSpPr>
        <p:spPr>
          <a:xfrm>
            <a:off x="350794" y="4159028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교환배송정보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39" name="모서리가 둥근 직사각형 114">
            <a:extLst>
              <a:ext uri="{FF2B5EF4-FFF2-40B4-BE49-F238E27FC236}">
                <a16:creationId xmlns:a16="http://schemas.microsoft.com/office/drawing/2014/main" id="{FDFF9258-F4D0-DF93-C9D9-82E26F723333}"/>
              </a:ext>
            </a:extLst>
          </p:cNvPr>
          <p:cNvSpPr/>
          <p:nvPr/>
        </p:nvSpPr>
        <p:spPr>
          <a:xfrm>
            <a:off x="73411" y="27951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1A5514E1-132B-CAC3-350B-0C1513AEE682}"/>
              </a:ext>
            </a:extLst>
          </p:cNvPr>
          <p:cNvGrpSpPr/>
          <p:nvPr/>
        </p:nvGrpSpPr>
        <p:grpSpPr>
          <a:xfrm>
            <a:off x="3711583" y="2516412"/>
            <a:ext cx="2448000" cy="1887010"/>
            <a:chOff x="3794105" y="2516412"/>
            <a:chExt cx="2448000" cy="1887010"/>
          </a:xfrm>
        </p:grpSpPr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D0F7F5D7-9665-582F-70B6-4E761B047965}"/>
                </a:ext>
              </a:extLst>
            </p:cNvPr>
            <p:cNvGrpSpPr/>
            <p:nvPr/>
          </p:nvGrpSpPr>
          <p:grpSpPr>
            <a:xfrm>
              <a:off x="3794105" y="3454627"/>
              <a:ext cx="2447801" cy="318788"/>
              <a:chOff x="7502643" y="5722939"/>
              <a:chExt cx="2447801" cy="318788"/>
            </a:xfrm>
          </p:grpSpPr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ED62E6F3-7343-7EC8-4E5D-4190E3248AC5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2" name="Rounded Rectangle 27">
                <a:extLst>
                  <a:ext uri="{FF2B5EF4-FFF2-40B4-BE49-F238E27FC236}">
                    <a16:creationId xmlns:a16="http://schemas.microsoft.com/office/drawing/2014/main" id="{7BEA82CF-F0F7-5DDC-37A0-C01245BEF4F0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다른 상품이 배송됨</a:t>
                </a:r>
              </a:p>
            </p:txBody>
          </p:sp>
        </p:grp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A4C2096D-62EE-B2AC-4C0D-22A8A289354E}"/>
                </a:ext>
              </a:extLst>
            </p:cNvPr>
            <p:cNvGrpSpPr/>
            <p:nvPr/>
          </p:nvGrpSpPr>
          <p:grpSpPr>
            <a:xfrm>
              <a:off x="3794105" y="3767517"/>
              <a:ext cx="2447801" cy="635905"/>
              <a:chOff x="7502643" y="6035829"/>
              <a:chExt cx="2447801" cy="635905"/>
            </a:xfrm>
          </p:grpSpPr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F2A9C44B-B3A5-511A-8581-DC2EBC47B843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5" name="Rounded Rectangle 27">
                <a:extLst>
                  <a:ext uri="{FF2B5EF4-FFF2-40B4-BE49-F238E27FC236}">
                    <a16:creationId xmlns:a16="http://schemas.microsoft.com/office/drawing/2014/main" id="{34DF893B-DD35-6DE3-A637-3DC1BB0AB487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상품이 파손됨</a:t>
                </a:r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442D9687-8B46-D0F6-B3AD-40050BD57B04}"/>
                  </a:ext>
                </a:extLst>
              </p:cNvPr>
              <p:cNvSpPr/>
              <p:nvPr/>
            </p:nvSpPr>
            <p:spPr>
              <a:xfrm>
                <a:off x="7502643" y="6352946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7" name="Rounded Rectangle 27">
                <a:extLst>
                  <a:ext uri="{FF2B5EF4-FFF2-40B4-BE49-F238E27FC236}">
                    <a16:creationId xmlns:a16="http://schemas.microsoft.com/office/drawing/2014/main" id="{7C63121D-59BA-6070-BA1F-628570F8E4D3}"/>
                  </a:ext>
                </a:extLst>
              </p:cNvPr>
              <p:cNvSpPr/>
              <p:nvPr/>
            </p:nvSpPr>
            <p:spPr>
              <a:xfrm>
                <a:off x="7582216" y="6415206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기타</a:t>
                </a:r>
              </a:p>
            </p:txBody>
          </p:sp>
        </p:grp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0B3AA03F-02A0-0D0A-0CBD-67CC241D9F38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4ED0E6D7-F5DE-D28C-3B8B-5F1B841548C5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8" name="Rounded Rectangle 27">
                <a:extLst>
                  <a:ext uri="{FF2B5EF4-FFF2-40B4-BE49-F238E27FC236}">
                    <a16:creationId xmlns:a16="http://schemas.microsoft.com/office/drawing/2014/main" id="{F1882B60-868D-AF6D-290D-D0AD16878F8F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교환 사유를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2A0FB8C7-BEBC-744F-8AFE-E7C94D4DCFE5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0DA49CA2-12DE-206B-B0FA-8E4FA5194BF6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1" name="Rounded Rectangle 27">
                <a:extLst>
                  <a:ext uri="{FF2B5EF4-FFF2-40B4-BE49-F238E27FC236}">
                    <a16:creationId xmlns:a16="http://schemas.microsoft.com/office/drawing/2014/main" id="{8F1AD8D9-C81F-9AE5-B500-7BCBEC0CDEC7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용량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사이즈 변경</a:t>
                </a:r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039CF98A-1D5A-015F-8FFA-F115365F2A6E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153" name="직사각형 152">
                <a:extLst>
                  <a:ext uri="{FF2B5EF4-FFF2-40B4-BE49-F238E27FC236}">
                    <a16:creationId xmlns:a16="http://schemas.microsoft.com/office/drawing/2014/main" id="{DB0AE6DD-1631-B0F0-959B-36BE5ED2AA1C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4" name="Rounded Rectangle 27">
                <a:extLst>
                  <a:ext uri="{FF2B5EF4-FFF2-40B4-BE49-F238E27FC236}">
                    <a16:creationId xmlns:a16="http://schemas.microsoft.com/office/drawing/2014/main" id="{7B897B3A-4D1D-8E23-4EF4-F5235594B310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 일부가 배송 누락됨</a:t>
                </a:r>
              </a:p>
            </p:txBody>
          </p:sp>
        </p:grpSp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5D0D3D37-C147-373A-4260-AD6FEC48BA07}"/>
              </a:ext>
            </a:extLst>
          </p:cNvPr>
          <p:cNvGrpSpPr/>
          <p:nvPr/>
        </p:nvGrpSpPr>
        <p:grpSpPr>
          <a:xfrm>
            <a:off x="260125" y="4451619"/>
            <a:ext cx="3214389" cy="624834"/>
            <a:chOff x="260125" y="3813356"/>
            <a:chExt cx="3214389" cy="624834"/>
          </a:xfrm>
        </p:grpSpPr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236C441A-0AB6-100D-2360-8984D71EC933}"/>
                </a:ext>
              </a:extLst>
            </p:cNvPr>
            <p:cNvSpPr/>
            <p:nvPr/>
          </p:nvSpPr>
          <p:spPr>
            <a:xfrm>
              <a:off x="260125" y="3813356"/>
              <a:ext cx="3214389" cy="6248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2" name="Rounded Rectangle 27">
              <a:extLst>
                <a:ext uri="{FF2B5EF4-FFF2-40B4-BE49-F238E27FC236}">
                  <a16:creationId xmlns:a16="http://schemas.microsoft.com/office/drawing/2014/main" id="{DCF02543-7C31-55E5-4FF7-DB397666FED8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4" name="Rounded Rectangle 27">
              <a:extLst>
                <a:ext uri="{FF2B5EF4-FFF2-40B4-BE49-F238E27FC236}">
                  <a16:creationId xmlns:a16="http://schemas.microsoft.com/office/drawing/2014/main" id="{0B221116-6E43-B4D8-C379-224B8DDBB598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6" name="Rounded Rectangle 27">
              <a:extLst>
                <a:ext uri="{FF2B5EF4-FFF2-40B4-BE49-F238E27FC236}">
                  <a16:creationId xmlns:a16="http://schemas.microsoft.com/office/drawing/2014/main" id="{EC6F8121-A7FD-E7E3-8F66-8BB8E684A55E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77" name="Rounded Rectangle 35">
              <a:extLst>
                <a:ext uri="{FF2B5EF4-FFF2-40B4-BE49-F238E27FC236}">
                  <a16:creationId xmlns:a16="http://schemas.microsoft.com/office/drawing/2014/main" id="{4DAA724B-1204-1B83-D6F1-2D417A53BB19}"/>
                </a:ext>
              </a:extLst>
            </p:cNvPr>
            <p:cNvSpPr/>
            <p:nvPr/>
          </p:nvSpPr>
          <p:spPr>
            <a:xfrm>
              <a:off x="2944753" y="4010664"/>
              <a:ext cx="41453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변경</a:t>
              </a:r>
            </a:p>
          </p:txBody>
        </p:sp>
      </p:grpSp>
      <p:sp>
        <p:nvSpPr>
          <p:cNvPr id="179" name="TextBox 178">
            <a:extLst>
              <a:ext uri="{FF2B5EF4-FFF2-40B4-BE49-F238E27FC236}">
                <a16:creationId xmlns:a16="http://schemas.microsoft.com/office/drawing/2014/main" id="{7497F14C-E4A8-0069-F46D-9F682330B2B3}"/>
              </a:ext>
            </a:extLst>
          </p:cNvPr>
          <p:cNvSpPr txBox="1"/>
          <p:nvPr/>
        </p:nvSpPr>
        <p:spPr>
          <a:xfrm>
            <a:off x="350794" y="5138094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D2C3B0DC-BA15-7D10-C6FB-DC9A37522869}"/>
              </a:ext>
            </a:extLst>
          </p:cNvPr>
          <p:cNvGrpSpPr/>
          <p:nvPr/>
        </p:nvGrpSpPr>
        <p:grpSpPr>
          <a:xfrm>
            <a:off x="260125" y="5434757"/>
            <a:ext cx="3214389" cy="922017"/>
            <a:chOff x="260125" y="3813357"/>
            <a:chExt cx="3214389" cy="922017"/>
          </a:xfrm>
        </p:grpSpPr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CA074967-F654-6183-3451-B25410046B49}"/>
                </a:ext>
              </a:extLst>
            </p:cNvPr>
            <p:cNvSpPr/>
            <p:nvPr/>
          </p:nvSpPr>
          <p:spPr>
            <a:xfrm>
              <a:off x="260125" y="3813357"/>
              <a:ext cx="3214389" cy="9220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2" name="Rounded Rectangle 27">
              <a:extLst>
                <a:ext uri="{FF2B5EF4-FFF2-40B4-BE49-F238E27FC236}">
                  <a16:creationId xmlns:a16="http://schemas.microsoft.com/office/drawing/2014/main" id="{2D95B964-338E-EBA5-E058-243110656EF3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3" name="Rounded Rectangle 27">
              <a:extLst>
                <a:ext uri="{FF2B5EF4-FFF2-40B4-BE49-F238E27FC236}">
                  <a16:creationId xmlns:a16="http://schemas.microsoft.com/office/drawing/2014/main" id="{8CDF3244-BF12-AC56-64E9-23D79CEE03B4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4" name="Rounded Rectangle 27">
              <a:extLst>
                <a:ext uri="{FF2B5EF4-FFF2-40B4-BE49-F238E27FC236}">
                  <a16:creationId xmlns:a16="http://schemas.microsoft.com/office/drawing/2014/main" id="{6E7ACF14-800C-C735-1D81-3B5B1F838F76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5" name="Rounded Rectangle 27">
              <a:extLst>
                <a:ext uri="{FF2B5EF4-FFF2-40B4-BE49-F238E27FC236}">
                  <a16:creationId xmlns:a16="http://schemas.microsoft.com/office/drawing/2014/main" id="{548BC014-FB05-8E15-FCCC-1EA90D423EF1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6" name="Rounded Rectangle 35">
              <a:extLst>
                <a:ext uri="{FF2B5EF4-FFF2-40B4-BE49-F238E27FC236}">
                  <a16:creationId xmlns:a16="http://schemas.microsoft.com/office/drawing/2014/main" id="{8AB9CA41-5C05-E841-68F3-7966F062A372}"/>
                </a:ext>
              </a:extLst>
            </p:cNvPr>
            <p:cNvSpPr/>
            <p:nvPr/>
          </p:nvSpPr>
          <p:spPr>
            <a:xfrm>
              <a:off x="2944753" y="4055941"/>
              <a:ext cx="41453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변경</a:t>
              </a:r>
            </a:p>
          </p:txBody>
        </p:sp>
      </p:grp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C4C646F8-D8A0-00FE-2B53-A77275074A7A}"/>
              </a:ext>
            </a:extLst>
          </p:cNvPr>
          <p:cNvGrpSpPr/>
          <p:nvPr/>
        </p:nvGrpSpPr>
        <p:grpSpPr>
          <a:xfrm>
            <a:off x="353037" y="5965895"/>
            <a:ext cx="2448000" cy="318788"/>
            <a:chOff x="3758642" y="5750505"/>
            <a:chExt cx="2448000" cy="318788"/>
          </a:xfrm>
        </p:grpSpPr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FD0547A2-CB2E-A525-6C56-25986C4BD1DE}"/>
                </a:ext>
              </a:extLst>
            </p:cNvPr>
            <p:cNvSpPr/>
            <p:nvPr/>
          </p:nvSpPr>
          <p:spPr>
            <a:xfrm>
              <a:off x="3758642" y="5750505"/>
              <a:ext cx="2448000" cy="3187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1" name="Rounded Rectangle 27">
              <a:extLst>
                <a:ext uri="{FF2B5EF4-FFF2-40B4-BE49-F238E27FC236}">
                  <a16:creationId xmlns:a16="http://schemas.microsoft.com/office/drawing/2014/main" id="{CAAE26E5-9A7A-A34A-5FED-23151C7A3565}"/>
                </a:ext>
              </a:extLst>
            </p:cNvPr>
            <p:cNvSpPr/>
            <p:nvPr/>
          </p:nvSpPr>
          <p:spPr>
            <a:xfrm>
              <a:off x="3838215" y="5812765"/>
              <a:ext cx="230757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요청사항을 선택해주세요                                  </a:t>
              </a:r>
              <a:r>
                <a:rPr lang="ko-KR" altLang="en-US" sz="7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FB0D52BA-401D-18C3-EBE2-437880763698}"/>
              </a:ext>
            </a:extLst>
          </p:cNvPr>
          <p:cNvGrpSpPr/>
          <p:nvPr/>
        </p:nvGrpSpPr>
        <p:grpSpPr>
          <a:xfrm>
            <a:off x="3745510" y="4640668"/>
            <a:ext cx="2448000" cy="1569893"/>
            <a:chOff x="3711583" y="4669686"/>
            <a:chExt cx="2448000" cy="1569893"/>
          </a:xfrm>
        </p:grpSpPr>
        <p:grpSp>
          <p:nvGrpSpPr>
            <p:cNvPr id="203" name="그룹 202">
              <a:extLst>
                <a:ext uri="{FF2B5EF4-FFF2-40B4-BE49-F238E27FC236}">
                  <a16:creationId xmlns:a16="http://schemas.microsoft.com/office/drawing/2014/main" id="{2D0C8A1E-CA32-C5D2-8D72-9E88E17AC81B}"/>
                </a:ext>
              </a:extLst>
            </p:cNvPr>
            <p:cNvGrpSpPr/>
            <p:nvPr/>
          </p:nvGrpSpPr>
          <p:grpSpPr>
            <a:xfrm>
              <a:off x="3711583" y="5607901"/>
              <a:ext cx="2447801" cy="318788"/>
              <a:chOff x="7502643" y="5722939"/>
              <a:chExt cx="2447801" cy="318788"/>
            </a:xfrm>
          </p:grpSpPr>
          <p:sp>
            <p:nvSpPr>
              <p:cNvPr id="218" name="직사각형 217">
                <a:extLst>
                  <a:ext uri="{FF2B5EF4-FFF2-40B4-BE49-F238E27FC236}">
                    <a16:creationId xmlns:a16="http://schemas.microsoft.com/office/drawing/2014/main" id="{D1920653-52F9-E012-A75D-EF367EE7C80B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9" name="Rounded Rectangle 27">
                <a:extLst>
                  <a:ext uri="{FF2B5EF4-FFF2-40B4-BE49-F238E27FC236}">
                    <a16:creationId xmlns:a16="http://schemas.microsoft.com/office/drawing/2014/main" id="{78CCC962-C8F2-3BB3-ABDA-31B6B4ADA05E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경비실 보관</a:t>
                </a:r>
              </a:p>
            </p:txBody>
          </p:sp>
        </p:grpSp>
        <p:grpSp>
          <p:nvGrpSpPr>
            <p:cNvPr id="204" name="그룹 203">
              <a:extLst>
                <a:ext uri="{FF2B5EF4-FFF2-40B4-BE49-F238E27FC236}">
                  <a16:creationId xmlns:a16="http://schemas.microsoft.com/office/drawing/2014/main" id="{33791DF9-EA88-8D4F-626F-6D46D4B5420E}"/>
                </a:ext>
              </a:extLst>
            </p:cNvPr>
            <p:cNvGrpSpPr/>
            <p:nvPr/>
          </p:nvGrpSpPr>
          <p:grpSpPr>
            <a:xfrm>
              <a:off x="3711583" y="5920791"/>
              <a:ext cx="2447801" cy="318788"/>
              <a:chOff x="7502643" y="6035829"/>
              <a:chExt cx="2447801" cy="318788"/>
            </a:xfrm>
          </p:grpSpPr>
          <p:sp>
            <p:nvSpPr>
              <p:cNvPr id="214" name="직사각형 213">
                <a:extLst>
                  <a:ext uri="{FF2B5EF4-FFF2-40B4-BE49-F238E27FC236}">
                    <a16:creationId xmlns:a16="http://schemas.microsoft.com/office/drawing/2014/main" id="{BE53DD34-BECD-A607-706A-F50FC84FEF0B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5" name="Rounded Rectangle 27">
                <a:extLst>
                  <a:ext uri="{FF2B5EF4-FFF2-40B4-BE49-F238E27FC236}">
                    <a16:creationId xmlns:a16="http://schemas.microsoft.com/office/drawing/2014/main" id="{2335FD27-7539-A416-9CAC-8B7820C89BF2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그 외 장소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직접입력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C2FC0458-4256-C264-07F8-F28E74B663BF}"/>
                </a:ext>
              </a:extLst>
            </p:cNvPr>
            <p:cNvGrpSpPr/>
            <p:nvPr/>
          </p:nvGrpSpPr>
          <p:grpSpPr>
            <a:xfrm>
              <a:off x="3711583" y="4669686"/>
              <a:ext cx="2448000" cy="318788"/>
              <a:chOff x="577578" y="3686354"/>
              <a:chExt cx="2448000" cy="318788"/>
            </a:xfrm>
          </p:grpSpPr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4E02C39B-06DF-C81D-64B8-A6A51473FBF1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3" name="Rounded Rectangle 27">
                <a:extLst>
                  <a:ext uri="{FF2B5EF4-FFF2-40B4-BE49-F238E27FC236}">
                    <a16:creationId xmlns:a16="http://schemas.microsoft.com/office/drawing/2014/main" id="{2601A050-CA53-A32E-DC19-7BA91B933B0E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요청사항을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F3AEC71D-1B4E-F85E-AD57-53B528CED654}"/>
                </a:ext>
              </a:extLst>
            </p:cNvPr>
            <p:cNvGrpSpPr/>
            <p:nvPr/>
          </p:nvGrpSpPr>
          <p:grpSpPr>
            <a:xfrm>
              <a:off x="3711583" y="4975810"/>
              <a:ext cx="2447801" cy="318788"/>
              <a:chOff x="7502643" y="5722939"/>
              <a:chExt cx="2447801" cy="318788"/>
            </a:xfrm>
          </p:grpSpPr>
          <p:sp>
            <p:nvSpPr>
              <p:cNvPr id="210" name="직사각형 209">
                <a:extLst>
                  <a:ext uri="{FF2B5EF4-FFF2-40B4-BE49-F238E27FC236}">
                    <a16:creationId xmlns:a16="http://schemas.microsoft.com/office/drawing/2014/main" id="{3EFBFFB8-AFD7-4CF8-BF5B-400EEDBBEC5A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1" name="Rounded Rectangle 27">
                <a:extLst>
                  <a:ext uri="{FF2B5EF4-FFF2-40B4-BE49-F238E27FC236}">
                    <a16:creationId xmlns:a16="http://schemas.microsoft.com/office/drawing/2014/main" id="{662833F1-D69E-B92E-DEB9-653766136962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문 앞에 보관</a:t>
                </a:r>
              </a:p>
            </p:txBody>
          </p:sp>
        </p:grp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F0356CCA-421F-340F-E46A-58FDE6DEDA2B}"/>
                </a:ext>
              </a:extLst>
            </p:cNvPr>
            <p:cNvGrpSpPr/>
            <p:nvPr/>
          </p:nvGrpSpPr>
          <p:grpSpPr>
            <a:xfrm>
              <a:off x="3711583" y="5289231"/>
              <a:ext cx="2447801" cy="318788"/>
              <a:chOff x="7502643" y="5722939"/>
              <a:chExt cx="2447801" cy="318788"/>
            </a:xfrm>
          </p:grpSpPr>
          <p:sp>
            <p:nvSpPr>
              <p:cNvPr id="208" name="직사각형 207">
                <a:extLst>
                  <a:ext uri="{FF2B5EF4-FFF2-40B4-BE49-F238E27FC236}">
                    <a16:creationId xmlns:a16="http://schemas.microsoft.com/office/drawing/2014/main" id="{28FB9C86-6BB0-72D8-192A-D4FD6F515080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9" name="Rounded Rectangle 27">
                <a:extLst>
                  <a:ext uri="{FF2B5EF4-FFF2-40B4-BE49-F238E27FC236}">
                    <a16:creationId xmlns:a16="http://schemas.microsoft.com/office/drawing/2014/main" id="{FC0894BE-5160-6081-76D5-86B134E4F184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직접 배송기사에게 전달</a:t>
                </a:r>
              </a:p>
            </p:txBody>
          </p:sp>
        </p:grpSp>
      </p:grpSp>
      <p:grpSp>
        <p:nvGrpSpPr>
          <p:cNvPr id="223" name="그룹 222">
            <a:extLst>
              <a:ext uri="{FF2B5EF4-FFF2-40B4-BE49-F238E27FC236}">
                <a16:creationId xmlns:a16="http://schemas.microsoft.com/office/drawing/2014/main" id="{5D0849BA-ECE4-0B7E-4B23-3D02F9ED67E7}"/>
              </a:ext>
            </a:extLst>
          </p:cNvPr>
          <p:cNvGrpSpPr/>
          <p:nvPr/>
        </p:nvGrpSpPr>
        <p:grpSpPr>
          <a:xfrm>
            <a:off x="302663" y="991047"/>
            <a:ext cx="3142476" cy="256384"/>
            <a:chOff x="258975" y="1064288"/>
            <a:chExt cx="3099344" cy="219456"/>
          </a:xfrm>
        </p:grpSpPr>
        <p:sp>
          <p:nvSpPr>
            <p:cNvPr id="222" name="Rounded Rectangle 35">
              <a:extLst>
                <a:ext uri="{FF2B5EF4-FFF2-40B4-BE49-F238E27FC236}">
                  <a16:creationId xmlns:a16="http://schemas.microsoft.com/office/drawing/2014/main" id="{2FFC88B3-4DC2-6C1F-119A-28ADB3DF6018}"/>
                </a:ext>
              </a:extLst>
            </p:cNvPr>
            <p:cNvSpPr/>
            <p:nvPr/>
          </p:nvSpPr>
          <p:spPr>
            <a:xfrm>
              <a:off x="1523144" y="1064288"/>
              <a:ext cx="183517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반품요청</a:t>
              </a:r>
            </a:p>
          </p:txBody>
        </p:sp>
        <p:sp>
          <p:nvSpPr>
            <p:cNvPr id="221" name="Rounded Rectangle 35">
              <a:extLst>
                <a:ext uri="{FF2B5EF4-FFF2-40B4-BE49-F238E27FC236}">
                  <a16:creationId xmlns:a16="http://schemas.microsoft.com/office/drawing/2014/main" id="{F87ED369-4E12-F43A-81F1-9BF807188237}"/>
                </a:ext>
              </a:extLst>
            </p:cNvPr>
            <p:cNvSpPr/>
            <p:nvPr/>
          </p:nvSpPr>
          <p:spPr>
            <a:xfrm>
              <a:off x="258975" y="1064288"/>
              <a:ext cx="1619267" cy="2194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ea typeface="맑은 고딕"/>
                </a:rPr>
                <a:t>교환요청</a:t>
              </a:r>
            </a:p>
          </p:txBody>
        </p:sp>
      </p:grpSp>
      <p:sp>
        <p:nvSpPr>
          <p:cNvPr id="239" name="TextBox 238">
            <a:extLst>
              <a:ext uri="{FF2B5EF4-FFF2-40B4-BE49-F238E27FC236}">
                <a16:creationId xmlns:a16="http://schemas.microsoft.com/office/drawing/2014/main" id="{4C72EB40-759C-ED4C-C41C-B13278387B18}"/>
              </a:ext>
            </a:extLst>
          </p:cNvPr>
          <p:cNvSpPr txBox="1"/>
          <p:nvPr/>
        </p:nvSpPr>
        <p:spPr>
          <a:xfrm>
            <a:off x="1230633" y="1942104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D98F1505-FB37-25C0-8DDA-1C3CEFDD0213}"/>
              </a:ext>
            </a:extLst>
          </p:cNvPr>
          <p:cNvSpPr/>
          <p:nvPr/>
        </p:nvSpPr>
        <p:spPr>
          <a:xfrm>
            <a:off x="437563" y="1922643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3" name="Rounded Rectangle 27">
            <a:extLst>
              <a:ext uri="{FF2B5EF4-FFF2-40B4-BE49-F238E27FC236}">
                <a16:creationId xmlns:a16="http://schemas.microsoft.com/office/drawing/2014/main" id="{672DD6C5-BD36-4C1E-90B6-B46A3B392D17}"/>
              </a:ext>
            </a:extLst>
          </p:cNvPr>
          <p:cNvSpPr/>
          <p:nvPr/>
        </p:nvSpPr>
        <p:spPr>
          <a:xfrm>
            <a:off x="1220170" y="2261921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251" name="Rounded Rectangle 27">
            <a:extLst>
              <a:ext uri="{FF2B5EF4-FFF2-40B4-BE49-F238E27FC236}">
                <a16:creationId xmlns:a16="http://schemas.microsoft.com/office/drawing/2014/main" id="{8A09A54F-60BB-B798-BB4A-6A9B249A8624}"/>
              </a:ext>
            </a:extLst>
          </p:cNvPr>
          <p:cNvSpPr/>
          <p:nvPr/>
        </p:nvSpPr>
        <p:spPr>
          <a:xfrm>
            <a:off x="302663" y="2895264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253" name="직사각형 252">
            <a:extLst>
              <a:ext uri="{FF2B5EF4-FFF2-40B4-BE49-F238E27FC236}">
                <a16:creationId xmlns:a16="http://schemas.microsoft.com/office/drawing/2014/main" id="{5C5FDBA4-2C3F-CD54-2C20-DAE494F33384}"/>
              </a:ext>
            </a:extLst>
          </p:cNvPr>
          <p:cNvSpPr/>
          <p:nvPr/>
        </p:nvSpPr>
        <p:spPr>
          <a:xfrm>
            <a:off x="255960" y="1325687"/>
            <a:ext cx="3214389" cy="237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5" name="Rounded Rectangle 27">
            <a:extLst>
              <a:ext uri="{FF2B5EF4-FFF2-40B4-BE49-F238E27FC236}">
                <a16:creationId xmlns:a16="http://schemas.microsoft.com/office/drawing/2014/main" id="{EA08F5E6-0452-FB4F-AEDD-EE008D592BA3}"/>
              </a:ext>
            </a:extLst>
          </p:cNvPr>
          <p:cNvSpPr/>
          <p:nvPr/>
        </p:nvSpPr>
        <p:spPr>
          <a:xfrm>
            <a:off x="815095" y="1334885"/>
            <a:ext cx="2183586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교환은 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동일한 상품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으로만 가능합니다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256" name="Rounded Rectangle 27">
            <a:extLst>
              <a:ext uri="{FF2B5EF4-FFF2-40B4-BE49-F238E27FC236}">
                <a16:creationId xmlns:a16="http://schemas.microsoft.com/office/drawing/2014/main" id="{A3B4A1A2-6096-8223-BF4D-6BBB7BAA2200}"/>
              </a:ext>
            </a:extLst>
          </p:cNvPr>
          <p:cNvSpPr/>
          <p:nvPr/>
        </p:nvSpPr>
        <p:spPr>
          <a:xfrm>
            <a:off x="1065372" y="5194121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B3E5C1F5-CC57-E082-5169-C4AF28519FF3}"/>
              </a:ext>
            </a:extLst>
          </p:cNvPr>
          <p:cNvSpPr/>
          <p:nvPr/>
        </p:nvSpPr>
        <p:spPr>
          <a:xfrm>
            <a:off x="73411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" name="모서리가 둥근 직사각형 114">
            <a:extLst>
              <a:ext uri="{FF2B5EF4-FFF2-40B4-BE49-F238E27FC236}">
                <a16:creationId xmlns:a16="http://schemas.microsoft.com/office/drawing/2014/main" id="{C9C00403-3705-1137-B114-BEC9AF253FDA}"/>
              </a:ext>
            </a:extLst>
          </p:cNvPr>
          <p:cNvSpPr/>
          <p:nvPr/>
        </p:nvSpPr>
        <p:spPr>
          <a:xfrm>
            <a:off x="73411" y="321821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1F92F9AF-784E-2A53-51B9-E0903728BA5F}"/>
              </a:ext>
            </a:extLst>
          </p:cNvPr>
          <p:cNvSpPr/>
          <p:nvPr/>
        </p:nvSpPr>
        <p:spPr>
          <a:xfrm>
            <a:off x="73411" y="355934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F088956A-0152-41B1-DA73-1A3F91D38555}"/>
              </a:ext>
            </a:extLst>
          </p:cNvPr>
          <p:cNvSpPr/>
          <p:nvPr/>
        </p:nvSpPr>
        <p:spPr>
          <a:xfrm>
            <a:off x="73411" y="44735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" name="모서리가 둥근 직사각형 114">
            <a:extLst>
              <a:ext uri="{FF2B5EF4-FFF2-40B4-BE49-F238E27FC236}">
                <a16:creationId xmlns:a16="http://schemas.microsoft.com/office/drawing/2014/main" id="{4B86606C-01D8-430D-13F1-93CB51E841AA}"/>
              </a:ext>
            </a:extLst>
          </p:cNvPr>
          <p:cNvSpPr/>
          <p:nvPr/>
        </p:nvSpPr>
        <p:spPr>
          <a:xfrm>
            <a:off x="73411" y="535299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Rounded Rectangle 27">
            <a:extLst>
              <a:ext uri="{FF2B5EF4-FFF2-40B4-BE49-F238E27FC236}">
                <a16:creationId xmlns:a16="http://schemas.microsoft.com/office/drawing/2014/main" id="{8F3BEE1C-91CA-F713-3A46-A4F881A8A6AC}"/>
              </a:ext>
            </a:extLst>
          </p:cNvPr>
          <p:cNvSpPr/>
          <p:nvPr/>
        </p:nvSpPr>
        <p:spPr>
          <a:xfrm>
            <a:off x="1230633" y="2418493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C4BC2F2-1096-EC8C-873F-096BC2DFAEA5}"/>
              </a:ext>
            </a:extLst>
          </p:cNvPr>
          <p:cNvGrpSpPr/>
          <p:nvPr/>
        </p:nvGrpSpPr>
        <p:grpSpPr>
          <a:xfrm>
            <a:off x="873268" y="2888639"/>
            <a:ext cx="1055668" cy="219456"/>
            <a:chOff x="1548637" y="2888639"/>
            <a:chExt cx="1673098" cy="219456"/>
          </a:xfrm>
        </p:grpSpPr>
        <p:sp>
          <p:nvSpPr>
            <p:cNvPr id="249" name="Rounded Rectangle 35">
              <a:extLst>
                <a:ext uri="{FF2B5EF4-FFF2-40B4-BE49-F238E27FC236}">
                  <a16:creationId xmlns:a16="http://schemas.microsoft.com/office/drawing/2014/main" id="{79E53786-E905-256A-12E2-9CE786F55329}"/>
                </a:ext>
              </a:extLst>
            </p:cNvPr>
            <p:cNvSpPr/>
            <p:nvPr/>
          </p:nvSpPr>
          <p:spPr>
            <a:xfrm>
              <a:off x="2085899" y="2888639"/>
              <a:ext cx="59857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1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16" name="Rounded Rectangle 35">
              <a:extLst>
                <a:ext uri="{FF2B5EF4-FFF2-40B4-BE49-F238E27FC236}">
                  <a16:creationId xmlns:a16="http://schemas.microsoft.com/office/drawing/2014/main" id="{75F960E5-FFE5-934A-4F98-F4CCDAC4F890}"/>
                </a:ext>
              </a:extLst>
            </p:cNvPr>
            <p:cNvSpPr/>
            <p:nvPr/>
          </p:nvSpPr>
          <p:spPr>
            <a:xfrm>
              <a:off x="1548637" y="2888639"/>
              <a:ext cx="39938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-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20" name="Rounded Rectangle 35">
              <a:extLst>
                <a:ext uri="{FF2B5EF4-FFF2-40B4-BE49-F238E27FC236}">
                  <a16:creationId xmlns:a16="http://schemas.microsoft.com/office/drawing/2014/main" id="{DF5F4A3C-EA9B-195D-F027-55DF568932EF}"/>
                </a:ext>
              </a:extLst>
            </p:cNvPr>
            <p:cNvSpPr/>
            <p:nvPr/>
          </p:nvSpPr>
          <p:spPr>
            <a:xfrm>
              <a:off x="2822347" y="2888639"/>
              <a:ext cx="39938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+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7523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4A662-A09F-6FA8-9971-14A8B8D45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FB5ABE-2F4B-6F59-22B9-BFB00CA3199C}"/>
              </a:ext>
            </a:extLst>
          </p:cNvPr>
          <p:cNvSpPr txBox="1"/>
          <p:nvPr/>
        </p:nvSpPr>
        <p:spPr>
          <a:xfrm>
            <a:off x="1307907" y="78285"/>
            <a:ext cx="9316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반품 요청 화면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탭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8BC789-F1AB-F125-CEEA-41B0F67CA394}"/>
              </a:ext>
            </a:extLst>
          </p:cNvPr>
          <p:cNvSpPr txBox="1"/>
          <p:nvPr/>
        </p:nvSpPr>
        <p:spPr>
          <a:xfrm>
            <a:off x="1302717" y="330494"/>
            <a:ext cx="27318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 요청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5E2893-AD27-F218-69A3-424E5270C1B1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CH-U-MY-02-01-07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FE47FB-59AF-0186-09E6-7820B9B4A1D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E52E05-253F-E0C5-0BF8-E07EB0E6B42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C3A0D1FB-97E1-8484-A288-73A6F19F63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791977"/>
              </p:ext>
            </p:extLst>
          </p:nvPr>
        </p:nvGraphicFramePr>
        <p:xfrm>
          <a:off x="10128399" y="623854"/>
          <a:ext cx="2850436" cy="419373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반품 신청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탭버튼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각 항목에 맞는 콘텐츠 노출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일괄 취소신청만 가능하다는 문구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안내문구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사유 드롭다운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상세사유 텍스트영역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기타 선택 시 필수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ko-KR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</a:t>
                      </a:r>
                      <a:r>
                        <a:rPr kumimoji="0" lang="en-US" altLang="ko-KR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회수정보 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주문시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선택한 주소지 디폴트로 저장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버튼으로 수정 가능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배송지 목록 팝업화면으로 이동</a:t>
                      </a:r>
                      <a:b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CH-U-CA-02-02-01p</a:t>
                      </a: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요청사항 필수 입력 항목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3-2 </a:t>
                      </a: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환불 정보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주문시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결제 정보 동일하게 노출</a:t>
                      </a:r>
                      <a:endParaRPr kumimoji="0" lang="ko-KR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반품신청 버튼</a:t>
                      </a:r>
                      <a:endParaRPr kumimoji="0" lang="en-US" altLang="ko-KR" sz="800" b="1" i="0" u="sng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확인창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 요청 처리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판매자가 확인 후 승인해야 반품 처리됨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9735C1B-AB0C-44C7-6D7B-2F8991396A47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7E925B-AD2F-AFC1-599A-97273F2F1752}"/>
              </a:ext>
            </a:extLst>
          </p:cNvPr>
          <p:cNvSpPr txBox="1"/>
          <p:nvPr/>
        </p:nvSpPr>
        <p:spPr>
          <a:xfrm>
            <a:off x="377783" y="720258"/>
            <a:ext cx="10759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요청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B37B95-8214-389F-773E-D8D053D55970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8783D2C-8211-9A8E-5B68-7EAC38E3995C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5D1A4BCD-0C1C-E74C-B089-039638CAB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FA4CC9A-1D4A-C855-C84F-5A7ADAEAF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D46A43A8-5A09-5393-60CA-DD4D252DE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9334241-30C6-20F4-B421-4C3ACDF4EEAC}"/>
              </a:ext>
            </a:extLst>
          </p:cNvPr>
          <p:cNvSpPr txBox="1"/>
          <p:nvPr/>
        </p:nvSpPr>
        <p:spPr>
          <a:xfrm>
            <a:off x="264451" y="1332037"/>
            <a:ext cx="15359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solidFill>
                  <a:srgbClr val="234DD3"/>
                </a:solidFill>
                <a:ea typeface="맑은 고딕"/>
              </a:rPr>
              <a:t>배송완료</a:t>
            </a:r>
            <a:r>
              <a:rPr lang="ko-KR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9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9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9DFAC330-4A78-554C-F6B7-83585B78BD91}"/>
              </a:ext>
            </a:extLst>
          </p:cNvPr>
          <p:cNvSpPr/>
          <p:nvPr/>
        </p:nvSpPr>
        <p:spPr>
          <a:xfrm>
            <a:off x="2448521" y="1350987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651E11B0-2061-A30C-003E-3A1B97A527BE}"/>
              </a:ext>
            </a:extLst>
          </p:cNvPr>
          <p:cNvSpPr/>
          <p:nvPr/>
        </p:nvSpPr>
        <p:spPr>
          <a:xfrm>
            <a:off x="260125" y="6513181"/>
            <a:ext cx="3198847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반품요청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42A626C8-0826-EA08-8902-723E4E241853}"/>
              </a:ext>
            </a:extLst>
          </p:cNvPr>
          <p:cNvCxnSpPr>
            <a:cxnSpLocks/>
          </p:cNvCxnSpPr>
          <p:nvPr/>
        </p:nvCxnSpPr>
        <p:spPr>
          <a:xfrm>
            <a:off x="302663" y="2454970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35">
            <a:extLst>
              <a:ext uri="{FF2B5EF4-FFF2-40B4-BE49-F238E27FC236}">
                <a16:creationId xmlns:a16="http://schemas.microsoft.com/office/drawing/2014/main" id="{786C20D5-E269-EC8C-5FF7-27D8458A1F4E}"/>
              </a:ext>
            </a:extLst>
          </p:cNvPr>
          <p:cNvSpPr/>
          <p:nvPr/>
        </p:nvSpPr>
        <p:spPr>
          <a:xfrm>
            <a:off x="310480" y="2888652"/>
            <a:ext cx="3134659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반품사유 선택                         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53" name="Rounded Rectangle 35">
            <a:extLst>
              <a:ext uri="{FF2B5EF4-FFF2-40B4-BE49-F238E27FC236}">
                <a16:creationId xmlns:a16="http://schemas.microsoft.com/office/drawing/2014/main" id="{8F485B58-BDE7-B8CC-0CD6-AE41D6870D8C}"/>
              </a:ext>
            </a:extLst>
          </p:cNvPr>
          <p:cNvSpPr/>
          <p:nvPr/>
        </p:nvSpPr>
        <p:spPr>
          <a:xfrm>
            <a:off x="324312" y="3225775"/>
            <a:ext cx="3120827" cy="62483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54" name="Rounded Rectangle 27">
            <a:extLst>
              <a:ext uri="{FF2B5EF4-FFF2-40B4-BE49-F238E27FC236}">
                <a16:creationId xmlns:a16="http://schemas.microsoft.com/office/drawing/2014/main" id="{9B6B6CBD-55D7-AF6C-C4BF-6B76FC29566C}"/>
              </a:ext>
            </a:extLst>
          </p:cNvPr>
          <p:cNvSpPr/>
          <p:nvPr/>
        </p:nvSpPr>
        <p:spPr>
          <a:xfrm>
            <a:off x="2304826" y="3646614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1AA638B-A09A-17FC-2992-FCC1EADA0BA7}"/>
              </a:ext>
            </a:extLst>
          </p:cNvPr>
          <p:cNvSpPr txBox="1"/>
          <p:nvPr/>
        </p:nvSpPr>
        <p:spPr>
          <a:xfrm>
            <a:off x="350794" y="3899465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AB929C11-F058-8339-67AA-720879DF1AEE}"/>
              </a:ext>
            </a:extLst>
          </p:cNvPr>
          <p:cNvGrpSpPr/>
          <p:nvPr/>
        </p:nvGrpSpPr>
        <p:grpSpPr>
          <a:xfrm>
            <a:off x="3711583" y="2516412"/>
            <a:ext cx="2448000" cy="1887010"/>
            <a:chOff x="3794105" y="2516412"/>
            <a:chExt cx="2448000" cy="1887010"/>
          </a:xfrm>
        </p:grpSpPr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E1E571E6-9EB4-DDFE-C48F-1319159534C5}"/>
                </a:ext>
              </a:extLst>
            </p:cNvPr>
            <p:cNvGrpSpPr/>
            <p:nvPr/>
          </p:nvGrpSpPr>
          <p:grpSpPr>
            <a:xfrm>
              <a:off x="3794105" y="3454627"/>
              <a:ext cx="2447801" cy="318788"/>
              <a:chOff x="7502643" y="5722939"/>
              <a:chExt cx="2447801" cy="318788"/>
            </a:xfrm>
          </p:grpSpPr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91B34DA7-3A2E-05CD-A9B3-AB0856F42EAE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2" name="Rounded Rectangle 27">
                <a:extLst>
                  <a:ext uri="{FF2B5EF4-FFF2-40B4-BE49-F238E27FC236}">
                    <a16:creationId xmlns:a16="http://schemas.microsoft.com/office/drawing/2014/main" id="{4383CB95-C4EC-1559-8EDD-F97824919A69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상품이 늦게 배송됨</a:t>
                </a:r>
              </a:p>
            </p:txBody>
          </p:sp>
        </p:grp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55FEA0F9-DD9F-65C5-88B0-DF672B308278}"/>
                </a:ext>
              </a:extLst>
            </p:cNvPr>
            <p:cNvGrpSpPr/>
            <p:nvPr/>
          </p:nvGrpSpPr>
          <p:grpSpPr>
            <a:xfrm>
              <a:off x="3794105" y="3767517"/>
              <a:ext cx="2447801" cy="635905"/>
              <a:chOff x="7502643" y="6035829"/>
              <a:chExt cx="2447801" cy="635905"/>
            </a:xfrm>
          </p:grpSpPr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AF6EDB57-01D7-6FC9-04F0-5C436CD6BCEB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5" name="Rounded Rectangle 27">
                <a:extLst>
                  <a:ext uri="{FF2B5EF4-FFF2-40B4-BE49-F238E27FC236}">
                    <a16:creationId xmlns:a16="http://schemas.microsoft.com/office/drawing/2014/main" id="{EF5860E0-300D-008C-3D68-E9DF2BD964A0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상품이 파손됨</a:t>
                </a:r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C3689447-1415-D626-3962-12AE794ABE7E}"/>
                  </a:ext>
                </a:extLst>
              </p:cNvPr>
              <p:cNvSpPr/>
              <p:nvPr/>
            </p:nvSpPr>
            <p:spPr>
              <a:xfrm>
                <a:off x="7502643" y="6352946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7" name="Rounded Rectangle 27">
                <a:extLst>
                  <a:ext uri="{FF2B5EF4-FFF2-40B4-BE49-F238E27FC236}">
                    <a16:creationId xmlns:a16="http://schemas.microsoft.com/office/drawing/2014/main" id="{07FE4DD8-7822-B451-1A31-4784302494C7}"/>
                  </a:ext>
                </a:extLst>
              </p:cNvPr>
              <p:cNvSpPr/>
              <p:nvPr/>
            </p:nvSpPr>
            <p:spPr>
              <a:xfrm>
                <a:off x="7582216" y="6415206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기타</a:t>
                </a:r>
              </a:p>
            </p:txBody>
          </p:sp>
        </p:grp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09350F63-C126-DF0F-0026-11D72B2AD691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AA40B5BA-A373-C9DE-4BC6-5D3D81CBACFA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8" name="Rounded Rectangle 27">
                <a:extLst>
                  <a:ext uri="{FF2B5EF4-FFF2-40B4-BE49-F238E27FC236}">
                    <a16:creationId xmlns:a16="http://schemas.microsoft.com/office/drawing/2014/main" id="{C8B7D9F3-D485-6A55-CD4B-A9CA1D3FF95C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교환 사유를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67336A0C-53FD-D617-0B37-B2BDE9E97E0D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6E45683A-BCB5-75C8-60D7-DC4F5C18F738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1" name="Rounded Rectangle 27">
                <a:extLst>
                  <a:ext uri="{FF2B5EF4-FFF2-40B4-BE49-F238E27FC236}">
                    <a16:creationId xmlns:a16="http://schemas.microsoft.com/office/drawing/2014/main" id="{A5C790A4-A7E4-C051-A5E0-577212426659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용량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사이즈 불만</a:t>
                </a:r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9629C336-441D-1F02-3BCF-260B1F9BDA03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153" name="직사각형 152">
                <a:extLst>
                  <a:ext uri="{FF2B5EF4-FFF2-40B4-BE49-F238E27FC236}">
                    <a16:creationId xmlns:a16="http://schemas.microsoft.com/office/drawing/2014/main" id="{8F0CC804-8D58-1DD7-CE1C-3A1BCAF2FF8D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4" name="Rounded Rectangle 27">
                <a:extLst>
                  <a:ext uri="{FF2B5EF4-FFF2-40B4-BE49-F238E27FC236}">
                    <a16:creationId xmlns:a16="http://schemas.microsoft.com/office/drawing/2014/main" id="{0E24A84F-15AA-62E3-069E-35A39BD07BF0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가격불만</a:t>
                </a:r>
              </a:p>
            </p:txBody>
          </p:sp>
        </p:grpSp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B9BF65BB-E78F-C7E9-C933-44F4D60FEB79}"/>
              </a:ext>
            </a:extLst>
          </p:cNvPr>
          <p:cNvGrpSpPr/>
          <p:nvPr/>
        </p:nvGrpSpPr>
        <p:grpSpPr>
          <a:xfrm>
            <a:off x="260125" y="4192055"/>
            <a:ext cx="3214389" cy="965339"/>
            <a:chOff x="260125" y="3813355"/>
            <a:chExt cx="3214389" cy="965339"/>
          </a:xfrm>
        </p:grpSpPr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138EC768-20B9-3FA2-7ADB-5A776FDBB6C6}"/>
                </a:ext>
              </a:extLst>
            </p:cNvPr>
            <p:cNvSpPr/>
            <p:nvPr/>
          </p:nvSpPr>
          <p:spPr>
            <a:xfrm>
              <a:off x="260125" y="3813355"/>
              <a:ext cx="3214389" cy="9653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2" name="Rounded Rectangle 27">
              <a:extLst>
                <a:ext uri="{FF2B5EF4-FFF2-40B4-BE49-F238E27FC236}">
                  <a16:creationId xmlns:a16="http://schemas.microsoft.com/office/drawing/2014/main" id="{72758259-F1B5-0090-E029-DE8C7F7C8F3E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4" name="Rounded Rectangle 27">
              <a:extLst>
                <a:ext uri="{FF2B5EF4-FFF2-40B4-BE49-F238E27FC236}">
                  <a16:creationId xmlns:a16="http://schemas.microsoft.com/office/drawing/2014/main" id="{C7AAA30C-9279-1C55-9893-EF5B4AC923DD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6" name="Rounded Rectangle 27">
              <a:extLst>
                <a:ext uri="{FF2B5EF4-FFF2-40B4-BE49-F238E27FC236}">
                  <a16:creationId xmlns:a16="http://schemas.microsoft.com/office/drawing/2014/main" id="{3513346B-9DB6-2FAF-0CE5-5D6D3FCCD9F2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77" name="Rounded Rectangle 35">
              <a:extLst>
                <a:ext uri="{FF2B5EF4-FFF2-40B4-BE49-F238E27FC236}">
                  <a16:creationId xmlns:a16="http://schemas.microsoft.com/office/drawing/2014/main" id="{F70F79FB-5E18-481A-7B1F-AB96936B8511}"/>
                </a:ext>
              </a:extLst>
            </p:cNvPr>
            <p:cNvSpPr/>
            <p:nvPr/>
          </p:nvSpPr>
          <p:spPr>
            <a:xfrm>
              <a:off x="2944753" y="4010664"/>
              <a:ext cx="41453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변경</a:t>
              </a:r>
            </a:p>
          </p:txBody>
        </p:sp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9E05DC35-E323-527F-8CFF-F5FF7CFA6871}"/>
              </a:ext>
            </a:extLst>
          </p:cNvPr>
          <p:cNvGrpSpPr/>
          <p:nvPr/>
        </p:nvGrpSpPr>
        <p:grpSpPr>
          <a:xfrm>
            <a:off x="3745510" y="4640668"/>
            <a:ext cx="2448000" cy="1569893"/>
            <a:chOff x="3711583" y="4669686"/>
            <a:chExt cx="2448000" cy="1569893"/>
          </a:xfrm>
        </p:grpSpPr>
        <p:grpSp>
          <p:nvGrpSpPr>
            <p:cNvPr id="203" name="그룹 202">
              <a:extLst>
                <a:ext uri="{FF2B5EF4-FFF2-40B4-BE49-F238E27FC236}">
                  <a16:creationId xmlns:a16="http://schemas.microsoft.com/office/drawing/2014/main" id="{4091E4C6-318A-5DBC-6262-5772ED51DA7A}"/>
                </a:ext>
              </a:extLst>
            </p:cNvPr>
            <p:cNvGrpSpPr/>
            <p:nvPr/>
          </p:nvGrpSpPr>
          <p:grpSpPr>
            <a:xfrm>
              <a:off x="3711583" y="5607901"/>
              <a:ext cx="2447801" cy="318788"/>
              <a:chOff x="7502643" y="5722939"/>
              <a:chExt cx="2447801" cy="318788"/>
            </a:xfrm>
          </p:grpSpPr>
          <p:sp>
            <p:nvSpPr>
              <p:cNvPr id="218" name="직사각형 217">
                <a:extLst>
                  <a:ext uri="{FF2B5EF4-FFF2-40B4-BE49-F238E27FC236}">
                    <a16:creationId xmlns:a16="http://schemas.microsoft.com/office/drawing/2014/main" id="{2EC79F7C-9466-0686-BFAB-C78C8F8C68B7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9" name="Rounded Rectangle 27">
                <a:extLst>
                  <a:ext uri="{FF2B5EF4-FFF2-40B4-BE49-F238E27FC236}">
                    <a16:creationId xmlns:a16="http://schemas.microsoft.com/office/drawing/2014/main" id="{F594CC6D-89CE-C5B0-816E-556A770A2F87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경비실 보관</a:t>
                </a:r>
              </a:p>
            </p:txBody>
          </p:sp>
        </p:grpSp>
        <p:grpSp>
          <p:nvGrpSpPr>
            <p:cNvPr id="204" name="그룹 203">
              <a:extLst>
                <a:ext uri="{FF2B5EF4-FFF2-40B4-BE49-F238E27FC236}">
                  <a16:creationId xmlns:a16="http://schemas.microsoft.com/office/drawing/2014/main" id="{2012B55D-8630-C510-234D-7C0E351443F5}"/>
                </a:ext>
              </a:extLst>
            </p:cNvPr>
            <p:cNvGrpSpPr/>
            <p:nvPr/>
          </p:nvGrpSpPr>
          <p:grpSpPr>
            <a:xfrm>
              <a:off x="3711583" y="5920791"/>
              <a:ext cx="2447801" cy="318788"/>
              <a:chOff x="7502643" y="6035829"/>
              <a:chExt cx="2447801" cy="318788"/>
            </a:xfrm>
          </p:grpSpPr>
          <p:sp>
            <p:nvSpPr>
              <p:cNvPr id="214" name="직사각형 213">
                <a:extLst>
                  <a:ext uri="{FF2B5EF4-FFF2-40B4-BE49-F238E27FC236}">
                    <a16:creationId xmlns:a16="http://schemas.microsoft.com/office/drawing/2014/main" id="{9507900C-A269-F28F-0384-335EB2C5FBE9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5" name="Rounded Rectangle 27">
                <a:extLst>
                  <a:ext uri="{FF2B5EF4-FFF2-40B4-BE49-F238E27FC236}">
                    <a16:creationId xmlns:a16="http://schemas.microsoft.com/office/drawing/2014/main" id="{915E435E-29CF-98DE-0EB7-0A3E2A8AB280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그 외 장소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(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직접입력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)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EB5B5838-41A4-0B76-03E6-9B364D523C57}"/>
                </a:ext>
              </a:extLst>
            </p:cNvPr>
            <p:cNvGrpSpPr/>
            <p:nvPr/>
          </p:nvGrpSpPr>
          <p:grpSpPr>
            <a:xfrm>
              <a:off x="3711583" y="4669686"/>
              <a:ext cx="2448000" cy="318788"/>
              <a:chOff x="577578" y="3686354"/>
              <a:chExt cx="2448000" cy="318788"/>
            </a:xfrm>
          </p:grpSpPr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76D66E1D-170F-CFEA-D0E4-7B612288F640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3" name="Rounded Rectangle 27">
                <a:extLst>
                  <a:ext uri="{FF2B5EF4-FFF2-40B4-BE49-F238E27FC236}">
                    <a16:creationId xmlns:a16="http://schemas.microsoft.com/office/drawing/2014/main" id="{1352DD8D-94AE-D120-F9B7-097B8A0C6C1B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요청사항을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B231D485-2EDB-D016-517C-8E21C4B12007}"/>
                </a:ext>
              </a:extLst>
            </p:cNvPr>
            <p:cNvGrpSpPr/>
            <p:nvPr/>
          </p:nvGrpSpPr>
          <p:grpSpPr>
            <a:xfrm>
              <a:off x="3711583" y="4975810"/>
              <a:ext cx="2447801" cy="318788"/>
              <a:chOff x="7502643" y="5722939"/>
              <a:chExt cx="2447801" cy="318788"/>
            </a:xfrm>
          </p:grpSpPr>
          <p:sp>
            <p:nvSpPr>
              <p:cNvPr id="210" name="직사각형 209">
                <a:extLst>
                  <a:ext uri="{FF2B5EF4-FFF2-40B4-BE49-F238E27FC236}">
                    <a16:creationId xmlns:a16="http://schemas.microsoft.com/office/drawing/2014/main" id="{91BE9DA7-0AE3-A939-1064-95AAC298BD97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11" name="Rounded Rectangle 27">
                <a:extLst>
                  <a:ext uri="{FF2B5EF4-FFF2-40B4-BE49-F238E27FC236}">
                    <a16:creationId xmlns:a16="http://schemas.microsoft.com/office/drawing/2014/main" id="{6FCE91C1-D3BF-560B-CB12-2CFD8A3E52CD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문 앞에 보관</a:t>
                </a:r>
              </a:p>
            </p:txBody>
          </p:sp>
        </p:grp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35962937-9824-7ABF-B7C8-834A51BEA66C}"/>
                </a:ext>
              </a:extLst>
            </p:cNvPr>
            <p:cNvGrpSpPr/>
            <p:nvPr/>
          </p:nvGrpSpPr>
          <p:grpSpPr>
            <a:xfrm>
              <a:off x="3711583" y="5289231"/>
              <a:ext cx="2447801" cy="318788"/>
              <a:chOff x="7502643" y="5722939"/>
              <a:chExt cx="2447801" cy="318788"/>
            </a:xfrm>
          </p:grpSpPr>
          <p:sp>
            <p:nvSpPr>
              <p:cNvPr id="208" name="직사각형 207">
                <a:extLst>
                  <a:ext uri="{FF2B5EF4-FFF2-40B4-BE49-F238E27FC236}">
                    <a16:creationId xmlns:a16="http://schemas.microsoft.com/office/drawing/2014/main" id="{A7780EE4-A2E7-9A81-F7B7-257DE52C16F8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9" name="Rounded Rectangle 27">
                <a:extLst>
                  <a:ext uri="{FF2B5EF4-FFF2-40B4-BE49-F238E27FC236}">
                    <a16:creationId xmlns:a16="http://schemas.microsoft.com/office/drawing/2014/main" id="{6E750C9F-8CA3-2A62-762D-889227E85752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직접 배송기사에게 전달</a:t>
                </a:r>
              </a:p>
            </p:txBody>
          </p:sp>
        </p:grpSp>
      </p:grpSp>
      <p:sp>
        <p:nvSpPr>
          <p:cNvPr id="222" name="Rounded Rectangle 35">
            <a:extLst>
              <a:ext uri="{FF2B5EF4-FFF2-40B4-BE49-F238E27FC236}">
                <a16:creationId xmlns:a16="http://schemas.microsoft.com/office/drawing/2014/main" id="{35E92447-928B-95D3-6A10-A4A6FAF9B2BD}"/>
              </a:ext>
            </a:extLst>
          </p:cNvPr>
          <p:cNvSpPr/>
          <p:nvPr/>
        </p:nvSpPr>
        <p:spPr>
          <a:xfrm>
            <a:off x="302663" y="991047"/>
            <a:ext cx="1756531" cy="2563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교환요청    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 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9" name="Rounded Rectangle 35">
            <a:extLst>
              <a:ext uri="{FF2B5EF4-FFF2-40B4-BE49-F238E27FC236}">
                <a16:creationId xmlns:a16="http://schemas.microsoft.com/office/drawing/2014/main" id="{B2BD433B-F9B6-6078-A2C6-0B3BC363B3A8}"/>
              </a:ext>
            </a:extLst>
          </p:cNvPr>
          <p:cNvSpPr/>
          <p:nvPr/>
        </p:nvSpPr>
        <p:spPr>
          <a:xfrm>
            <a:off x="1798746" y="991047"/>
            <a:ext cx="1641802" cy="2563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ea typeface="맑은 고딕"/>
              </a:rPr>
              <a:t>반품요청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786A3610-0489-260A-2C33-814447EAB1C8}"/>
              </a:ext>
            </a:extLst>
          </p:cNvPr>
          <p:cNvSpPr txBox="1"/>
          <p:nvPr/>
        </p:nvSpPr>
        <p:spPr>
          <a:xfrm>
            <a:off x="1230633" y="1652365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BD0E1A63-4F31-6A04-D324-917C94B7C5EF}"/>
              </a:ext>
            </a:extLst>
          </p:cNvPr>
          <p:cNvSpPr/>
          <p:nvPr/>
        </p:nvSpPr>
        <p:spPr>
          <a:xfrm>
            <a:off x="437563" y="1632904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3" name="Rounded Rectangle 27">
            <a:extLst>
              <a:ext uri="{FF2B5EF4-FFF2-40B4-BE49-F238E27FC236}">
                <a16:creationId xmlns:a16="http://schemas.microsoft.com/office/drawing/2014/main" id="{63377805-1034-9591-862C-2379E03C113A}"/>
              </a:ext>
            </a:extLst>
          </p:cNvPr>
          <p:cNvSpPr/>
          <p:nvPr/>
        </p:nvSpPr>
        <p:spPr>
          <a:xfrm>
            <a:off x="1220170" y="1972182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6EBC8E-FF57-964E-7088-6F701224B1B8}"/>
              </a:ext>
            </a:extLst>
          </p:cNvPr>
          <p:cNvSpPr txBox="1"/>
          <p:nvPr/>
        </p:nvSpPr>
        <p:spPr>
          <a:xfrm>
            <a:off x="350794" y="5182392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환불정보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2" name="Rounded Rectangle 27">
            <a:extLst>
              <a:ext uri="{FF2B5EF4-FFF2-40B4-BE49-F238E27FC236}">
                <a16:creationId xmlns:a16="http://schemas.microsoft.com/office/drawing/2014/main" id="{4EFA5042-210F-4D45-83D2-08ABE2923618}"/>
              </a:ext>
            </a:extLst>
          </p:cNvPr>
          <p:cNvSpPr/>
          <p:nvPr/>
        </p:nvSpPr>
        <p:spPr>
          <a:xfrm>
            <a:off x="343207" y="5496766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총 환불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예상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금액</a:t>
            </a:r>
          </a:p>
        </p:txBody>
      </p:sp>
      <p:sp>
        <p:nvSpPr>
          <p:cNvPr id="14" name="Rounded Rectangle 27">
            <a:extLst>
              <a:ext uri="{FF2B5EF4-FFF2-40B4-BE49-F238E27FC236}">
                <a16:creationId xmlns:a16="http://schemas.microsoft.com/office/drawing/2014/main" id="{3D6886EA-FB54-6CAB-EB85-A2C63F02C21F}"/>
              </a:ext>
            </a:extLst>
          </p:cNvPr>
          <p:cNvSpPr/>
          <p:nvPr/>
        </p:nvSpPr>
        <p:spPr>
          <a:xfrm>
            <a:off x="1965685" y="5472567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227,600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2EFDF4E3-3D8E-466D-C8C5-5071FE0654E8}"/>
              </a:ext>
            </a:extLst>
          </p:cNvPr>
          <p:cNvSpPr/>
          <p:nvPr/>
        </p:nvSpPr>
        <p:spPr>
          <a:xfrm>
            <a:off x="343207" y="5831984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0CC91872-3971-046D-FC6F-0296B784D1E3}"/>
              </a:ext>
            </a:extLst>
          </p:cNvPr>
          <p:cNvSpPr/>
          <p:nvPr/>
        </p:nvSpPr>
        <p:spPr>
          <a:xfrm>
            <a:off x="1965685" y="5823917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200,000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50CCD03-B4B6-0C1C-34A4-AB9A9AA6B411}"/>
              </a:ext>
            </a:extLst>
          </p:cNvPr>
          <p:cNvCxnSpPr/>
          <p:nvPr/>
        </p:nvCxnSpPr>
        <p:spPr>
          <a:xfrm>
            <a:off x="262308" y="5756026"/>
            <a:ext cx="324036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27">
            <a:extLst>
              <a:ext uri="{FF2B5EF4-FFF2-40B4-BE49-F238E27FC236}">
                <a16:creationId xmlns:a16="http://schemas.microsoft.com/office/drawing/2014/main" id="{1D77086A-A3D3-92BE-21C9-37D7C416A295}"/>
              </a:ext>
            </a:extLst>
          </p:cNvPr>
          <p:cNvSpPr/>
          <p:nvPr/>
        </p:nvSpPr>
        <p:spPr>
          <a:xfrm>
            <a:off x="343207" y="6039959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21" name="Rounded Rectangle 27">
            <a:extLst>
              <a:ext uri="{FF2B5EF4-FFF2-40B4-BE49-F238E27FC236}">
                <a16:creationId xmlns:a16="http://schemas.microsoft.com/office/drawing/2014/main" id="{62A35DD0-72E2-3953-CCE6-140EA24AC6C0}"/>
              </a:ext>
            </a:extLst>
          </p:cNvPr>
          <p:cNvSpPr/>
          <p:nvPr/>
        </p:nvSpPr>
        <p:spPr>
          <a:xfrm>
            <a:off x="1965685" y="6031892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27,600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A4149ACD-5094-7FF4-F110-D57A5675C656}"/>
              </a:ext>
            </a:extLst>
          </p:cNvPr>
          <p:cNvSpPr/>
          <p:nvPr/>
        </p:nvSpPr>
        <p:spPr>
          <a:xfrm>
            <a:off x="325248" y="6240818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CD03ADD-574A-F9B6-1DEB-696BED331E3F}"/>
              </a:ext>
            </a:extLst>
          </p:cNvPr>
          <p:cNvGrpSpPr/>
          <p:nvPr/>
        </p:nvGrpSpPr>
        <p:grpSpPr>
          <a:xfrm>
            <a:off x="353037" y="4734637"/>
            <a:ext cx="2448000" cy="318788"/>
            <a:chOff x="3758642" y="5750505"/>
            <a:chExt cx="2448000" cy="318788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6CB5882-D6E5-BB07-6B6F-B57454EC6A70}"/>
                </a:ext>
              </a:extLst>
            </p:cNvPr>
            <p:cNvSpPr/>
            <p:nvPr/>
          </p:nvSpPr>
          <p:spPr>
            <a:xfrm>
              <a:off x="3758642" y="5750505"/>
              <a:ext cx="2448000" cy="3187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C2A918F1-A805-7685-38E6-093C7B844639}"/>
                </a:ext>
              </a:extLst>
            </p:cNvPr>
            <p:cNvSpPr/>
            <p:nvPr/>
          </p:nvSpPr>
          <p:spPr>
            <a:xfrm>
              <a:off x="3838215" y="5812765"/>
              <a:ext cx="230757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요청사항을 선택해주세요                                  </a:t>
              </a:r>
              <a:r>
                <a:rPr lang="ko-KR" altLang="en-US" sz="7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27" name="모서리가 둥근 직사각형 114">
            <a:extLst>
              <a:ext uri="{FF2B5EF4-FFF2-40B4-BE49-F238E27FC236}">
                <a16:creationId xmlns:a16="http://schemas.microsoft.com/office/drawing/2014/main" id="{A7075B2F-FAFE-1A43-5E1D-5F4BD06B90E8}"/>
              </a:ext>
            </a:extLst>
          </p:cNvPr>
          <p:cNvSpPr/>
          <p:nvPr/>
        </p:nvSpPr>
        <p:spPr>
          <a:xfrm>
            <a:off x="73411" y="65509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D4FF91A4-4287-9C24-B816-790E42FDF3A3}"/>
              </a:ext>
            </a:extLst>
          </p:cNvPr>
          <p:cNvSpPr/>
          <p:nvPr/>
        </p:nvSpPr>
        <p:spPr>
          <a:xfrm>
            <a:off x="73411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3" name="모서리가 둥근 직사각형 114">
            <a:extLst>
              <a:ext uri="{FF2B5EF4-FFF2-40B4-BE49-F238E27FC236}">
                <a16:creationId xmlns:a16="http://schemas.microsoft.com/office/drawing/2014/main" id="{5E4CE897-7A5D-F027-EA87-30590D7D0F52}"/>
              </a:ext>
            </a:extLst>
          </p:cNvPr>
          <p:cNvSpPr/>
          <p:nvPr/>
        </p:nvSpPr>
        <p:spPr>
          <a:xfrm>
            <a:off x="73411" y="29190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5" name="모서리가 둥근 직사각형 114">
            <a:extLst>
              <a:ext uri="{FF2B5EF4-FFF2-40B4-BE49-F238E27FC236}">
                <a16:creationId xmlns:a16="http://schemas.microsoft.com/office/drawing/2014/main" id="{1196B801-51BB-E581-0C37-51D386B8213E}"/>
              </a:ext>
            </a:extLst>
          </p:cNvPr>
          <p:cNvSpPr/>
          <p:nvPr/>
        </p:nvSpPr>
        <p:spPr>
          <a:xfrm>
            <a:off x="73411" y="326015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7" name="모서리가 둥근 직사각형 114">
            <a:extLst>
              <a:ext uri="{FF2B5EF4-FFF2-40B4-BE49-F238E27FC236}">
                <a16:creationId xmlns:a16="http://schemas.microsoft.com/office/drawing/2014/main" id="{B0FB1D74-AC25-BB57-A5BC-C146A7B3CBEF}"/>
              </a:ext>
            </a:extLst>
          </p:cNvPr>
          <p:cNvSpPr/>
          <p:nvPr/>
        </p:nvSpPr>
        <p:spPr>
          <a:xfrm>
            <a:off x="73411" y="421015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3" name="모서리가 둥근 직사각형 114">
            <a:extLst>
              <a:ext uri="{FF2B5EF4-FFF2-40B4-BE49-F238E27FC236}">
                <a16:creationId xmlns:a16="http://schemas.microsoft.com/office/drawing/2014/main" id="{E16BA360-5389-E175-3AB5-DD6F0066D922}"/>
              </a:ext>
            </a:extLst>
          </p:cNvPr>
          <p:cNvSpPr/>
          <p:nvPr/>
        </p:nvSpPr>
        <p:spPr>
          <a:xfrm>
            <a:off x="73411" y="517584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9A90FE0-06EF-567B-B3E0-7E462FD5BAE2}"/>
              </a:ext>
            </a:extLst>
          </p:cNvPr>
          <p:cNvSpPr/>
          <p:nvPr/>
        </p:nvSpPr>
        <p:spPr>
          <a:xfrm>
            <a:off x="255960" y="2551009"/>
            <a:ext cx="3214389" cy="237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Rounded Rectangle 27">
            <a:extLst>
              <a:ext uri="{FF2B5EF4-FFF2-40B4-BE49-F238E27FC236}">
                <a16:creationId xmlns:a16="http://schemas.microsoft.com/office/drawing/2014/main" id="{E8BDA28A-81A3-F23B-7F6D-DB9FCA894C37}"/>
              </a:ext>
            </a:extLst>
          </p:cNvPr>
          <p:cNvSpPr/>
          <p:nvPr/>
        </p:nvSpPr>
        <p:spPr>
          <a:xfrm>
            <a:off x="815095" y="2560207"/>
            <a:ext cx="2183586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반품은 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일괄 취소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로만 신청 가능합니다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29" name="모서리가 둥근 직사각형 114">
            <a:extLst>
              <a:ext uri="{FF2B5EF4-FFF2-40B4-BE49-F238E27FC236}">
                <a16:creationId xmlns:a16="http://schemas.microsoft.com/office/drawing/2014/main" id="{33B0B440-C807-471E-0363-3697B31A8362}"/>
              </a:ext>
            </a:extLst>
          </p:cNvPr>
          <p:cNvSpPr/>
          <p:nvPr/>
        </p:nvSpPr>
        <p:spPr>
          <a:xfrm>
            <a:off x="73411" y="24959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Rounded Rectangle 27">
            <a:extLst>
              <a:ext uri="{FF2B5EF4-FFF2-40B4-BE49-F238E27FC236}">
                <a16:creationId xmlns:a16="http://schemas.microsoft.com/office/drawing/2014/main" id="{25D13A5E-5410-C1AB-099E-79ECF45E3315}"/>
              </a:ext>
            </a:extLst>
          </p:cNvPr>
          <p:cNvSpPr/>
          <p:nvPr/>
        </p:nvSpPr>
        <p:spPr>
          <a:xfrm>
            <a:off x="1230633" y="212901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2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227,600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300,000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</p:spTree>
    <p:extLst>
      <p:ext uri="{BB962C8B-B14F-4D97-AF65-F5344CB8AC3E}">
        <p14:creationId xmlns:p14="http://schemas.microsoft.com/office/powerpoint/2010/main" val="140531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5DA38-D36B-95A8-7C1F-DA20D1A44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DE5C5D93-1508-55A6-FFC5-EE82FD2CC5C8}"/>
              </a:ext>
            </a:extLst>
          </p:cNvPr>
          <p:cNvGrpSpPr/>
          <p:nvPr/>
        </p:nvGrpSpPr>
        <p:grpSpPr>
          <a:xfrm>
            <a:off x="335141" y="2145855"/>
            <a:ext cx="3105128" cy="1600290"/>
            <a:chOff x="335141" y="1839167"/>
            <a:chExt cx="3105128" cy="1600290"/>
          </a:xfrm>
        </p:grpSpPr>
        <p:sp>
          <p:nvSpPr>
            <p:cNvPr id="15" name="Rounded Rectangle 22">
              <a:extLst>
                <a:ext uri="{FF2B5EF4-FFF2-40B4-BE49-F238E27FC236}">
                  <a16:creationId xmlns:a16="http://schemas.microsoft.com/office/drawing/2014/main" id="{855F85D0-8AFF-2715-1256-CEFA52012299}"/>
                </a:ext>
              </a:extLst>
            </p:cNvPr>
            <p:cNvSpPr/>
            <p:nvPr/>
          </p:nvSpPr>
          <p:spPr>
            <a:xfrm>
              <a:off x="335141" y="1839167"/>
              <a:ext cx="3105112" cy="160029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6" name="Rounded Rectangle 27">
              <a:extLst>
                <a:ext uri="{FF2B5EF4-FFF2-40B4-BE49-F238E27FC236}">
                  <a16:creationId xmlns:a16="http://schemas.microsoft.com/office/drawing/2014/main" id="{E588E9C7-7302-7B12-C171-41245BA41CB1}"/>
                </a:ext>
              </a:extLst>
            </p:cNvPr>
            <p:cNvSpPr/>
            <p:nvPr/>
          </p:nvSpPr>
          <p:spPr>
            <a:xfrm>
              <a:off x="2496118" y="273028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1F0B659-F36D-164F-490C-3064ACAD1028}"/>
                </a:ext>
              </a:extLst>
            </p:cNvPr>
            <p:cNvSpPr txBox="1"/>
            <p:nvPr/>
          </p:nvSpPr>
          <p:spPr>
            <a:xfrm>
              <a:off x="1080596" y="2414929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…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290CB5A-5E49-9D56-2057-12A68EE9DDE4}"/>
                </a:ext>
              </a:extLst>
            </p:cNvPr>
            <p:cNvSpPr/>
            <p:nvPr/>
          </p:nvSpPr>
          <p:spPr>
            <a:xfrm>
              <a:off x="455610" y="2221254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Rounded Rectangle 35">
              <a:extLst>
                <a:ext uri="{FF2B5EF4-FFF2-40B4-BE49-F238E27FC236}">
                  <a16:creationId xmlns:a16="http://schemas.microsoft.com/office/drawing/2014/main" id="{67BF568D-3CD5-5A01-4950-98733EC796A3}"/>
                </a:ext>
              </a:extLst>
            </p:cNvPr>
            <p:cNvSpPr/>
            <p:nvPr/>
          </p:nvSpPr>
          <p:spPr>
            <a:xfrm>
              <a:off x="517505" y="3076175"/>
              <a:ext cx="274850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ysClr val="windowText" lastClr="000000"/>
                  </a:solidFill>
                  <a:ea typeface="맑은 고딕"/>
                </a:rPr>
                <a:t>취소내역상세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D71B47E-441D-5DCA-674C-296A8F5F7C24}"/>
                </a:ext>
              </a:extLst>
            </p:cNvPr>
            <p:cNvSpPr txBox="1"/>
            <p:nvPr/>
          </p:nvSpPr>
          <p:spPr>
            <a:xfrm>
              <a:off x="2801953" y="1918675"/>
              <a:ext cx="6383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주문상세 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&gt;</a:t>
              </a:r>
              <a:endParaRPr lang="ko-KR" altLang="en-US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F9B52AB-EC4F-D322-8E77-9170CB93D22E}"/>
                </a:ext>
              </a:extLst>
            </p:cNvPr>
            <p:cNvSpPr txBox="1"/>
            <p:nvPr/>
          </p:nvSpPr>
          <p:spPr>
            <a:xfrm>
              <a:off x="344696" y="1918675"/>
              <a:ext cx="205216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ko-KR" sz="800" b="1" dirty="0">
                  <a:ea typeface="맑은 고딕"/>
                </a:rPr>
                <a:t>260</a:t>
              </a:r>
              <a:r>
                <a:rPr lang="en-US" altLang="ko-KR" sz="800" b="1" dirty="0">
                  <a:ea typeface="맑은 고딕"/>
                </a:rPr>
                <a:t>707</a:t>
              </a:r>
              <a:r>
                <a:rPr lang="ko-KR" altLang="ko-KR" sz="800" b="1" dirty="0">
                  <a:ea typeface="맑은 고딕"/>
                </a:rPr>
                <a:t>00</a:t>
              </a:r>
              <a:r>
                <a:rPr lang="en-US" altLang="ko-KR" sz="800" b="1" dirty="0">
                  <a:ea typeface="맑은 고딕"/>
                </a:rPr>
                <a:t>0281</a:t>
              </a:r>
              <a:r>
                <a:rPr lang="en-US" altLang="ko-KR" sz="800" dirty="0">
                  <a:solidFill>
                    <a:srgbClr val="8A8A8A"/>
                  </a:solidFill>
                  <a:ea typeface="맑은 고딕"/>
                </a:rPr>
                <a:t> |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 14:29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주문</a:t>
              </a:r>
              <a:endParaRPr lang="ko-KR" altLang="en-US" sz="8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26" name="Rounded Rectangle 27">
              <a:extLst>
                <a:ext uri="{FF2B5EF4-FFF2-40B4-BE49-F238E27FC236}">
                  <a16:creationId xmlns:a16="http://schemas.microsoft.com/office/drawing/2014/main" id="{D0995B7D-DB8C-9299-F5FA-2CFB823CF572}"/>
                </a:ext>
              </a:extLst>
            </p:cNvPr>
            <p:cNvSpPr/>
            <p:nvPr/>
          </p:nvSpPr>
          <p:spPr>
            <a:xfrm>
              <a:off x="1059838" y="220564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취소완료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30216DEC-919D-A6C5-BA59-CFF63B4769D0}"/>
                </a:ext>
              </a:extLst>
            </p:cNvPr>
            <p:cNvSpPr/>
            <p:nvPr/>
          </p:nvSpPr>
          <p:spPr>
            <a:xfrm>
              <a:off x="1068606" y="2709856"/>
              <a:ext cx="1235899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779B15D-6D64-8A94-1C95-8D18661C027D}"/>
              </a:ext>
            </a:extLst>
          </p:cNvPr>
          <p:cNvGrpSpPr/>
          <p:nvPr/>
        </p:nvGrpSpPr>
        <p:grpSpPr>
          <a:xfrm>
            <a:off x="335141" y="3913305"/>
            <a:ext cx="3105128" cy="1600290"/>
            <a:chOff x="335141" y="1839167"/>
            <a:chExt cx="3105128" cy="1600290"/>
          </a:xfrm>
        </p:grpSpPr>
        <p:sp>
          <p:nvSpPr>
            <p:cNvPr id="30" name="Rounded Rectangle 22">
              <a:extLst>
                <a:ext uri="{FF2B5EF4-FFF2-40B4-BE49-F238E27FC236}">
                  <a16:creationId xmlns:a16="http://schemas.microsoft.com/office/drawing/2014/main" id="{150D4B2E-2C07-705C-6614-F1158CE4AC00}"/>
                </a:ext>
              </a:extLst>
            </p:cNvPr>
            <p:cNvSpPr/>
            <p:nvPr/>
          </p:nvSpPr>
          <p:spPr>
            <a:xfrm>
              <a:off x="335141" y="1839167"/>
              <a:ext cx="3105112" cy="1600290"/>
            </a:xfrm>
            <a:prstGeom prst="roundRect">
              <a:avLst>
                <a:gd name="adj" fmla="val 6015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FFA6F871-9840-0A5F-7B2A-5EB71F718A14}"/>
                </a:ext>
              </a:extLst>
            </p:cNvPr>
            <p:cNvSpPr/>
            <p:nvPr/>
          </p:nvSpPr>
          <p:spPr>
            <a:xfrm>
              <a:off x="2245866" y="273028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A35FDD4-48EA-8C7D-D175-8B4847484BFD}"/>
                </a:ext>
              </a:extLst>
            </p:cNvPr>
            <p:cNvSpPr txBox="1"/>
            <p:nvPr/>
          </p:nvSpPr>
          <p:spPr>
            <a:xfrm>
              <a:off x="1080596" y="2414929"/>
              <a:ext cx="2244555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]…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외 </a:t>
              </a:r>
              <a:r>
                <a:rPr lang="en-US" altLang="ko-KR" sz="900" b="1" dirty="0">
                  <a:solidFill>
                    <a:srgbClr val="FF0000"/>
                  </a:solidFill>
                  <a:ea typeface="맑은 고딕"/>
                </a:rPr>
                <a:t>[2</a:t>
              </a:r>
              <a:r>
                <a:rPr lang="ko-KR" altLang="en-US" sz="900" b="1" dirty="0">
                  <a:solidFill>
                    <a:srgbClr val="FF0000"/>
                  </a:solidFill>
                  <a:ea typeface="맑은 고딕"/>
                </a:rPr>
                <a:t>건</a:t>
              </a:r>
              <a:r>
                <a:rPr lang="en-US" altLang="ko-KR" sz="900" b="1" dirty="0">
                  <a:solidFill>
                    <a:srgbClr val="FF0000"/>
                  </a:solidFill>
                  <a:ea typeface="맑은 고딕"/>
                </a:rPr>
                <a:t>]</a:t>
              </a:r>
              <a:endParaRPr lang="en-US" altLang="ko-KR" sz="900" b="1" dirty="0">
                <a:solidFill>
                  <a:srgbClr val="FF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B09BC08F-B995-556F-ACA5-A71F3B44E479}"/>
                </a:ext>
              </a:extLst>
            </p:cNvPr>
            <p:cNvSpPr/>
            <p:nvPr/>
          </p:nvSpPr>
          <p:spPr>
            <a:xfrm>
              <a:off x="455610" y="2221254"/>
              <a:ext cx="526286" cy="498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5B5E904-3654-1A5C-F58F-CFCC3B446F32}"/>
                </a:ext>
              </a:extLst>
            </p:cNvPr>
            <p:cNvSpPr txBox="1"/>
            <p:nvPr/>
          </p:nvSpPr>
          <p:spPr>
            <a:xfrm>
              <a:off x="2801953" y="1918675"/>
              <a:ext cx="63831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solidFill>
                    <a:srgbClr val="8A8A8A"/>
                  </a:solidFill>
                  <a:ea typeface="맑은 고딕"/>
                </a:rPr>
                <a:t>주문상세 </a:t>
              </a:r>
              <a:r>
                <a:rPr lang="en-US" altLang="ko-KR" sz="700" dirty="0">
                  <a:solidFill>
                    <a:srgbClr val="8A8A8A"/>
                  </a:solidFill>
                  <a:ea typeface="맑은 고딕"/>
                </a:rPr>
                <a:t>&gt;</a:t>
              </a:r>
              <a:endParaRPr lang="ko-KR" altLang="en-US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5E1CA65-BE2E-22B5-EB70-81ADE893A947}"/>
                </a:ext>
              </a:extLst>
            </p:cNvPr>
            <p:cNvSpPr txBox="1"/>
            <p:nvPr/>
          </p:nvSpPr>
          <p:spPr>
            <a:xfrm>
              <a:off x="344696" y="1918675"/>
              <a:ext cx="205216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ko-KR" sz="800" b="1" dirty="0">
                  <a:ea typeface="맑은 고딕"/>
                </a:rPr>
                <a:t>260</a:t>
              </a:r>
              <a:r>
                <a:rPr lang="en-US" altLang="ko-KR" sz="800" b="1" dirty="0">
                  <a:ea typeface="맑은 고딕"/>
                </a:rPr>
                <a:t>707</a:t>
              </a:r>
              <a:r>
                <a:rPr lang="ko-KR" altLang="ko-KR" sz="800" b="1" dirty="0">
                  <a:ea typeface="맑은 고딕"/>
                </a:rPr>
                <a:t>00</a:t>
              </a:r>
              <a:r>
                <a:rPr lang="en-US" altLang="ko-KR" sz="800" b="1" dirty="0">
                  <a:ea typeface="맑은 고딕"/>
                </a:rPr>
                <a:t>1754</a:t>
              </a:r>
              <a:r>
                <a:rPr lang="en-US" altLang="ko-KR" sz="800" dirty="0">
                  <a:solidFill>
                    <a:srgbClr val="8A8A8A"/>
                  </a:solidFill>
                  <a:ea typeface="맑은 고딕"/>
                </a:rPr>
                <a:t> | 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-0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 14:29 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주문</a:t>
              </a:r>
              <a:endParaRPr lang="ko-KR" altLang="en-US" sz="8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37" name="Rounded Rectangle 27">
              <a:extLst>
                <a:ext uri="{FF2B5EF4-FFF2-40B4-BE49-F238E27FC236}">
                  <a16:creationId xmlns:a16="http://schemas.microsoft.com/office/drawing/2014/main" id="{7C6BCA0D-727E-BC50-EDF5-886B3FFC1C94}"/>
                </a:ext>
              </a:extLst>
            </p:cNvPr>
            <p:cNvSpPr/>
            <p:nvPr/>
          </p:nvSpPr>
          <p:spPr>
            <a:xfrm>
              <a:off x="1059839" y="2201279"/>
              <a:ext cx="108000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반품요청</a:t>
              </a:r>
            </a:p>
          </p:txBody>
        </p:sp>
        <p:sp>
          <p:nvSpPr>
            <p:cNvPr id="39" name="Rounded Rectangle 27">
              <a:extLst>
                <a:ext uri="{FF2B5EF4-FFF2-40B4-BE49-F238E27FC236}">
                  <a16:creationId xmlns:a16="http://schemas.microsoft.com/office/drawing/2014/main" id="{DC44CBA9-B625-84A2-1E9E-BD360CA45A95}"/>
                </a:ext>
              </a:extLst>
            </p:cNvPr>
            <p:cNvSpPr/>
            <p:nvPr/>
          </p:nvSpPr>
          <p:spPr>
            <a:xfrm>
              <a:off x="1068606" y="2709856"/>
              <a:ext cx="1235899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총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314,500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endParaRPr lang="ko-KR" altLang="en-US" sz="600" strike="sngStrike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2" name="Rounded Rectangle 35">
              <a:extLst>
                <a:ext uri="{FF2B5EF4-FFF2-40B4-BE49-F238E27FC236}">
                  <a16:creationId xmlns:a16="http://schemas.microsoft.com/office/drawing/2014/main" id="{CD728791-4D1E-6B16-6F9E-76E4D56A4B8C}"/>
                </a:ext>
              </a:extLst>
            </p:cNvPr>
            <p:cNvSpPr/>
            <p:nvPr/>
          </p:nvSpPr>
          <p:spPr>
            <a:xfrm>
              <a:off x="517505" y="3076175"/>
              <a:ext cx="2748504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ysClr val="windowText" lastClr="000000"/>
                  </a:solidFill>
                  <a:ea typeface="맑은 고딕"/>
                </a:rPr>
                <a:t>반품내역상세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44" name="Rounded Rectangle 27">
              <a:extLst>
                <a:ext uri="{FF2B5EF4-FFF2-40B4-BE49-F238E27FC236}">
                  <a16:creationId xmlns:a16="http://schemas.microsoft.com/office/drawing/2014/main" id="{960421EA-4E98-B75A-2AF9-517DEB832A2E}"/>
                </a:ext>
              </a:extLst>
            </p:cNvPr>
            <p:cNvSpPr/>
            <p:nvPr/>
          </p:nvSpPr>
          <p:spPr>
            <a:xfrm>
              <a:off x="3112384" y="2716428"/>
              <a:ext cx="206635" cy="200150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+1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162A613-A4E2-E83A-9846-86B3482412D5}"/>
              </a:ext>
            </a:extLst>
          </p:cNvPr>
          <p:cNvSpPr txBox="1"/>
          <p:nvPr/>
        </p:nvSpPr>
        <p:spPr>
          <a:xfrm>
            <a:off x="1307907" y="78285"/>
            <a:ext cx="14558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목록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0B991-8A00-0CC7-BCFB-49DF53FA7186}"/>
              </a:ext>
            </a:extLst>
          </p:cNvPr>
          <p:cNvSpPr txBox="1"/>
          <p:nvPr/>
        </p:nvSpPr>
        <p:spPr>
          <a:xfrm>
            <a:off x="1302717" y="330494"/>
            <a:ext cx="2209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9E880E-A894-0278-05AA-ACC4538C454E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2F217-7051-31D9-2B5F-47367C3D22C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C3C8B3-0188-BD87-FBBD-8AB9D60A085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54DBA416-4957-72FA-E4A9-3E5BB2562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768333"/>
              </p:ext>
            </p:extLst>
          </p:nvPr>
        </p:nvGraphicFramePr>
        <p:xfrm>
          <a:off x="10128399" y="623854"/>
          <a:ext cx="2850436" cy="541293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1-1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기간필터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바텀시트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팝업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1-2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주문상태필터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/</a:t>
                      </a: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반품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/</a:t>
                      </a:r>
                      <a:r>
                        <a:rPr kumimoji="0" lang="ko-KR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교환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건이 없을 경우 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빈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디자인 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("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조회 결과가 없습니다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").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우측 상단 주문상세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주문상세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(CH-U-MY-02-01-02)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취소내역상세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 영역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취소내역 상세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CH-U-MY-02-01-02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2-3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취소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상품준비중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배송준비중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상태에서 노출되는 하단 액션버튼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 -&gt;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주문취소 화면으로 이동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상품준비중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 [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배송준비중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] -&gt;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주문취소요청 화면으로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다중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주문건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취소내역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대표 상품 썸네일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제목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제목영역 끝에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n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”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표기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구매 개수는 생략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물품금액과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적용 바우처는 통합 기준으로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적용된 바우처가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 이상일 경우 대표 바우처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개만 노출하고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숫자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뱃지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추가로 적용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페이지 최초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진입시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게시글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버튼 클릭 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개씩 추가 노출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4772E63-A6F0-BC98-0086-15FC30DC5F5B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A95D1A-E881-EBF2-2B38-570C20DA0BFB}"/>
              </a:ext>
            </a:extLst>
          </p:cNvPr>
          <p:cNvSpPr txBox="1"/>
          <p:nvPr/>
        </p:nvSpPr>
        <p:spPr>
          <a:xfrm>
            <a:off x="377783" y="720258"/>
            <a:ext cx="1378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8BE9C1-CA1A-7B50-48FD-4D7892D1B821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9627A7B-167C-D876-A45A-CDAB1BC84143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A583F026-C4E3-06A7-D44E-1F06E3423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D6570D8-E068-222B-EC7C-6579C4FCD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BC135557-4D53-8FC7-C086-6ABF44337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22" name="Rounded Rectangle 33">
            <a:extLst>
              <a:ext uri="{FF2B5EF4-FFF2-40B4-BE49-F238E27FC236}">
                <a16:creationId xmlns:a16="http://schemas.microsoft.com/office/drawing/2014/main" id="{B4D507EB-EA1C-CFD5-4DC1-ECDC4C03C618}"/>
              </a:ext>
            </a:extLst>
          </p:cNvPr>
          <p:cNvSpPr/>
          <p:nvPr/>
        </p:nvSpPr>
        <p:spPr>
          <a:xfrm>
            <a:off x="2858165" y="1752671"/>
            <a:ext cx="582383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595959"/>
                </a:solidFill>
                <a:ea typeface="맑은 고딕"/>
              </a:rPr>
              <a:t>조회</a:t>
            </a:r>
            <a:endParaRPr lang="en-US" altLang="ko-KR" sz="800" dirty="0">
              <a:solidFill>
                <a:srgbClr val="595959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D3D3197F-E29C-7363-28D7-44FDAD0E04EE}"/>
              </a:ext>
            </a:extLst>
          </p:cNvPr>
          <p:cNvSpPr/>
          <p:nvPr/>
        </p:nvSpPr>
        <p:spPr>
          <a:xfrm>
            <a:off x="324313" y="1752671"/>
            <a:ext cx="2448000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상품명을 입력해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sp>
        <p:nvSpPr>
          <p:cNvPr id="144" name="모서리가 둥근 직사각형 114">
            <a:extLst>
              <a:ext uri="{FF2B5EF4-FFF2-40B4-BE49-F238E27FC236}">
                <a16:creationId xmlns:a16="http://schemas.microsoft.com/office/drawing/2014/main" id="{11328247-0C6B-524B-E642-3B4D2AD377F8}"/>
              </a:ext>
            </a:extLst>
          </p:cNvPr>
          <p:cNvSpPr/>
          <p:nvPr/>
        </p:nvSpPr>
        <p:spPr>
          <a:xfrm>
            <a:off x="198902" y="21395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5" name="모서리가 둥근 직사각형 114">
            <a:extLst>
              <a:ext uri="{FF2B5EF4-FFF2-40B4-BE49-F238E27FC236}">
                <a16:creationId xmlns:a16="http://schemas.microsoft.com/office/drawing/2014/main" id="{E3CFED30-8CB6-C66B-82B9-A3E5144A8F3A}"/>
              </a:ext>
            </a:extLst>
          </p:cNvPr>
          <p:cNvSpPr/>
          <p:nvPr/>
        </p:nvSpPr>
        <p:spPr>
          <a:xfrm>
            <a:off x="198786" y="41886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7" name="모서리가 둥근 직사각형 114">
            <a:extLst>
              <a:ext uri="{FF2B5EF4-FFF2-40B4-BE49-F238E27FC236}">
                <a16:creationId xmlns:a16="http://schemas.microsoft.com/office/drawing/2014/main" id="{814EC671-A709-5DBA-ABC4-CA7AA15A6BD9}"/>
              </a:ext>
            </a:extLst>
          </p:cNvPr>
          <p:cNvSpPr/>
          <p:nvPr/>
        </p:nvSpPr>
        <p:spPr>
          <a:xfrm>
            <a:off x="198902" y="339659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95EEE6-5C77-40A4-7F2D-83CB36FE25C9}"/>
              </a:ext>
            </a:extLst>
          </p:cNvPr>
          <p:cNvSpPr txBox="1"/>
          <p:nvPr/>
        </p:nvSpPr>
        <p:spPr>
          <a:xfrm>
            <a:off x="4610065" y="2833873"/>
            <a:ext cx="2014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조회 결과가 없습니다</a:t>
            </a:r>
            <a:r>
              <a:rPr lang="en-US" altLang="ko-KR" sz="900" b="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sz="900" b="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49" name="순서도: 연결자 48">
            <a:extLst>
              <a:ext uri="{FF2B5EF4-FFF2-40B4-BE49-F238E27FC236}">
                <a16:creationId xmlns:a16="http://schemas.microsoft.com/office/drawing/2014/main" id="{873DD2DB-E14A-8891-6821-F975A6F7B4BF}"/>
              </a:ext>
            </a:extLst>
          </p:cNvPr>
          <p:cNvSpPr/>
          <p:nvPr/>
        </p:nvSpPr>
        <p:spPr>
          <a:xfrm>
            <a:off x="5418296" y="2279640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4941AF-AA9F-EC64-50AA-54F54B0031AC}"/>
              </a:ext>
            </a:extLst>
          </p:cNvPr>
          <p:cNvSpPr txBox="1"/>
          <p:nvPr/>
        </p:nvSpPr>
        <p:spPr>
          <a:xfrm>
            <a:off x="5160663" y="1757660"/>
            <a:ext cx="9204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요청 건 없을 경우</a:t>
            </a: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4832ABD9-9E43-3D1F-8C18-337A39BC16FD}"/>
              </a:ext>
            </a:extLst>
          </p:cNvPr>
          <p:cNvSpPr/>
          <p:nvPr/>
        </p:nvSpPr>
        <p:spPr>
          <a:xfrm>
            <a:off x="4981782" y="152869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1" name="Rounded Rectangle 35">
            <a:extLst>
              <a:ext uri="{FF2B5EF4-FFF2-40B4-BE49-F238E27FC236}">
                <a16:creationId xmlns:a16="http://schemas.microsoft.com/office/drawing/2014/main" id="{276160B3-DFCC-996E-FB8D-2BDAEB3C7052}"/>
              </a:ext>
            </a:extLst>
          </p:cNvPr>
          <p:cNvSpPr/>
          <p:nvPr/>
        </p:nvSpPr>
        <p:spPr>
          <a:xfrm>
            <a:off x="517255" y="5649085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더보기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43" name="모서리가 둥근 직사각형 114">
            <a:extLst>
              <a:ext uri="{FF2B5EF4-FFF2-40B4-BE49-F238E27FC236}">
                <a16:creationId xmlns:a16="http://schemas.microsoft.com/office/drawing/2014/main" id="{FD9D1429-71CD-0159-1A91-5B0A850E49D1}"/>
              </a:ext>
            </a:extLst>
          </p:cNvPr>
          <p:cNvSpPr/>
          <p:nvPr/>
        </p:nvSpPr>
        <p:spPr>
          <a:xfrm>
            <a:off x="377667" y="568200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E86A9BC-AFD9-0095-053D-3F1E24BEAFAA}"/>
              </a:ext>
            </a:extLst>
          </p:cNvPr>
          <p:cNvSpPr/>
          <p:nvPr/>
        </p:nvSpPr>
        <p:spPr>
          <a:xfrm>
            <a:off x="307424" y="1412561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2B4649B0-CB02-AED9-6366-CB7EB9650B52}"/>
              </a:ext>
            </a:extLst>
          </p:cNvPr>
          <p:cNvSpPr/>
          <p:nvPr/>
        </p:nvSpPr>
        <p:spPr>
          <a:xfrm>
            <a:off x="755154" y="1412561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924F07B9-EF61-E395-893D-59F5325EC1CA}"/>
              </a:ext>
            </a:extLst>
          </p:cNvPr>
          <p:cNvSpPr/>
          <p:nvPr/>
        </p:nvSpPr>
        <p:spPr>
          <a:xfrm>
            <a:off x="1267084" y="1412561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3B44BE1E-8DCF-1E4C-B1E4-45BE037211AA}"/>
              </a:ext>
            </a:extLst>
          </p:cNvPr>
          <p:cNvSpPr/>
          <p:nvPr/>
        </p:nvSpPr>
        <p:spPr>
          <a:xfrm>
            <a:off x="1779013" y="1412561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</a:t>
            </a:r>
          </a:p>
        </p:txBody>
      </p: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F1D06CB2-5DFF-8623-3C8D-F55BC5D2BF29}"/>
              </a:ext>
            </a:extLst>
          </p:cNvPr>
          <p:cNvSpPr/>
          <p:nvPr/>
        </p:nvSpPr>
        <p:spPr>
          <a:xfrm>
            <a:off x="324314" y="1139196"/>
            <a:ext cx="102955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최근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개월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29F92C77-00B9-BDEE-1191-25A6B375C0CB}"/>
              </a:ext>
            </a:extLst>
          </p:cNvPr>
          <p:cNvSpPr/>
          <p:nvPr/>
        </p:nvSpPr>
        <p:spPr>
          <a:xfrm>
            <a:off x="198902" y="10439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2FD46303-E0F8-C60B-D05A-7C803AEAABB8}"/>
              </a:ext>
            </a:extLst>
          </p:cNvPr>
          <p:cNvSpPr/>
          <p:nvPr/>
        </p:nvSpPr>
        <p:spPr>
          <a:xfrm>
            <a:off x="200075" y="133203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049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82793-533D-FD7E-A304-FC36EE7A6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784A62-3CD6-40C5-C0C6-7FD07076705F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취소 내역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9760DF-C770-10AD-A379-AAEDF7BC8D26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06C609-65DA-2042-8D51-45B59138ABA7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1A2CA-A370-E661-8E22-00465F483B57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211A1-3464-8E9C-172B-14AA9E0C7AE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A577D779-2FD3-2124-EB60-9374F378F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088014"/>
              </p:ext>
            </p:extLst>
          </p:nvPr>
        </p:nvGraphicFramePr>
        <p:xfrm>
          <a:off x="10128399" y="623854"/>
          <a:ext cx="2850436" cy="262331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기본정보 안내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결제 취소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 취소된 금액 정보 노출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목록화면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A16486A-775C-744E-C3DD-AC16B6F92D8D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DDA5AF-9366-604D-D79E-38723D5CAACD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40ECA8-FB13-D132-7A9C-8EDB2EB33D3A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1AEE03F-4339-428E-6184-B1FBBC87F561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239A2400-88FA-B66F-DFC1-904E00265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741524E-3251-AE50-DD0F-911AD2A3A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0589F7C5-5C5B-5350-7ED1-64D9099C3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159AE75-DD03-F5E2-4F3D-2CD7F879EE87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취소완료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0B9B8288-5241-FD0A-6B36-B1BD398B059B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D4921F0-096A-3904-8060-D77DD993DC27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544DB3D6-DCF4-A036-E13D-ACD8874BB6FC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435E2BC5-9F48-3160-2AB0-1B8B5F067B63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A685C33C-87EE-8532-85AE-75707CD576D9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8" name="Rounded Rectangle 27">
            <a:extLst>
              <a:ext uri="{FF2B5EF4-FFF2-40B4-BE49-F238E27FC236}">
                <a16:creationId xmlns:a16="http://schemas.microsoft.com/office/drawing/2014/main" id="{6B4FB229-2BEA-D3AD-53A0-F78F25F9A3DD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취소수량</a:t>
            </a:r>
          </a:p>
        </p:txBody>
      </p:sp>
      <p:sp>
        <p:nvSpPr>
          <p:cNvPr id="42" name="모서리가 둥근 직사각형 114">
            <a:extLst>
              <a:ext uri="{FF2B5EF4-FFF2-40B4-BE49-F238E27FC236}">
                <a16:creationId xmlns:a16="http://schemas.microsoft.com/office/drawing/2014/main" id="{6E8308E3-DCA7-8DB6-1D7C-84AB64E0C5B2}"/>
              </a:ext>
            </a:extLst>
          </p:cNvPr>
          <p:cNvSpPr/>
          <p:nvPr/>
        </p:nvSpPr>
        <p:spPr>
          <a:xfrm>
            <a:off x="73411" y="20405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2CE23164-FDB9-1C4D-A0A6-8845945D7E35}"/>
              </a:ext>
            </a:extLst>
          </p:cNvPr>
          <p:cNvSpPr/>
          <p:nvPr/>
        </p:nvSpPr>
        <p:spPr>
          <a:xfrm>
            <a:off x="73411" y="9781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9" name="모서리가 둥근 직사각형 114">
            <a:extLst>
              <a:ext uri="{FF2B5EF4-FFF2-40B4-BE49-F238E27FC236}">
                <a16:creationId xmlns:a16="http://schemas.microsoft.com/office/drawing/2014/main" id="{82F497CD-069E-E873-9CE1-DE27B29E2A54}"/>
              </a:ext>
            </a:extLst>
          </p:cNvPr>
          <p:cNvSpPr/>
          <p:nvPr/>
        </p:nvSpPr>
        <p:spPr>
          <a:xfrm>
            <a:off x="73411" y="293753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Rounded Rectangle 35">
            <a:extLst>
              <a:ext uri="{FF2B5EF4-FFF2-40B4-BE49-F238E27FC236}">
                <a16:creationId xmlns:a16="http://schemas.microsoft.com/office/drawing/2014/main" id="{2BA254B7-470C-FD58-11F3-C9F0952DCB0C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F50084A9-6329-614A-1568-E2820269D350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132" name="Rounded Rectangle 35">
            <a:extLst>
              <a:ext uri="{FF2B5EF4-FFF2-40B4-BE49-F238E27FC236}">
                <a16:creationId xmlns:a16="http://schemas.microsoft.com/office/drawing/2014/main" id="{6EF78CC1-9ADD-D2E5-DF66-6B1CDE2E40AF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상품 옵션 선택 잘못함</a:t>
            </a:r>
          </a:p>
        </p:txBody>
      </p:sp>
      <p:sp>
        <p:nvSpPr>
          <p:cNvPr id="136" name="Rounded Rectangle 27">
            <a:extLst>
              <a:ext uri="{FF2B5EF4-FFF2-40B4-BE49-F238E27FC236}">
                <a16:creationId xmlns:a16="http://schemas.microsoft.com/office/drawing/2014/main" id="{4DD09C14-06B8-4E67-6031-F77957F2E9FA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취소사유</a:t>
            </a:r>
          </a:p>
        </p:txBody>
      </p:sp>
      <p:sp>
        <p:nvSpPr>
          <p:cNvPr id="139" name="Rounded Rectangle 35">
            <a:extLst>
              <a:ext uri="{FF2B5EF4-FFF2-40B4-BE49-F238E27FC236}">
                <a16:creationId xmlns:a16="http://schemas.microsoft.com/office/drawing/2014/main" id="{BADAED4F-3179-4D00-251A-02884A83E024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잘못주문함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145EFCAB-BE4A-31CD-5F1E-F1B17B933544}"/>
              </a:ext>
            </a:extLst>
          </p:cNvPr>
          <p:cNvSpPr txBox="1"/>
          <p:nvPr/>
        </p:nvSpPr>
        <p:spPr>
          <a:xfrm>
            <a:off x="350794" y="3051110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결제취소정보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76" name="Rounded Rectangle 27">
            <a:extLst>
              <a:ext uri="{FF2B5EF4-FFF2-40B4-BE49-F238E27FC236}">
                <a16:creationId xmlns:a16="http://schemas.microsoft.com/office/drawing/2014/main" id="{5820F40E-E948-6CD3-66E2-4C89DB6E10ED}"/>
              </a:ext>
            </a:extLst>
          </p:cNvPr>
          <p:cNvSpPr/>
          <p:nvPr/>
        </p:nvSpPr>
        <p:spPr>
          <a:xfrm>
            <a:off x="343207" y="3365484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취소금액</a:t>
            </a:r>
          </a:p>
        </p:txBody>
      </p:sp>
      <p:sp>
        <p:nvSpPr>
          <p:cNvPr id="178" name="Rounded Rectangle 27">
            <a:extLst>
              <a:ext uri="{FF2B5EF4-FFF2-40B4-BE49-F238E27FC236}">
                <a16:creationId xmlns:a16="http://schemas.microsoft.com/office/drawing/2014/main" id="{ECD86791-25AA-67E1-B429-1AF320CF4AB6}"/>
              </a:ext>
            </a:extLst>
          </p:cNvPr>
          <p:cNvSpPr/>
          <p:nvPr/>
        </p:nvSpPr>
        <p:spPr>
          <a:xfrm>
            <a:off x="1965685" y="3341285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113,800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80" name="Rounded Rectangle 27">
            <a:extLst>
              <a:ext uri="{FF2B5EF4-FFF2-40B4-BE49-F238E27FC236}">
                <a16:creationId xmlns:a16="http://schemas.microsoft.com/office/drawing/2014/main" id="{3E06F134-7B0D-8D93-B813-F08B528762BB}"/>
              </a:ext>
            </a:extLst>
          </p:cNvPr>
          <p:cNvSpPr/>
          <p:nvPr/>
        </p:nvSpPr>
        <p:spPr>
          <a:xfrm>
            <a:off x="343207" y="3700702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182" name="Rounded Rectangle 27">
            <a:extLst>
              <a:ext uri="{FF2B5EF4-FFF2-40B4-BE49-F238E27FC236}">
                <a16:creationId xmlns:a16="http://schemas.microsoft.com/office/drawing/2014/main" id="{80232ACF-CC17-82DA-A274-8033F3934B3D}"/>
              </a:ext>
            </a:extLst>
          </p:cNvPr>
          <p:cNvSpPr/>
          <p:nvPr/>
        </p:nvSpPr>
        <p:spPr>
          <a:xfrm>
            <a:off x="1965685" y="3692635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84" name="Rounded Rectangle 27">
            <a:extLst>
              <a:ext uri="{FF2B5EF4-FFF2-40B4-BE49-F238E27FC236}">
                <a16:creationId xmlns:a16="http://schemas.microsoft.com/office/drawing/2014/main" id="{ABF7AE07-DDF7-7417-D8AC-AFD5FA485E93}"/>
              </a:ext>
            </a:extLst>
          </p:cNvPr>
          <p:cNvSpPr/>
          <p:nvPr/>
        </p:nvSpPr>
        <p:spPr>
          <a:xfrm>
            <a:off x="343207" y="3908677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86" name="Rounded Rectangle 27">
            <a:extLst>
              <a:ext uri="{FF2B5EF4-FFF2-40B4-BE49-F238E27FC236}">
                <a16:creationId xmlns:a16="http://schemas.microsoft.com/office/drawing/2014/main" id="{D0C9510B-0BC4-12B5-E6AE-26F9A0C47B74}"/>
              </a:ext>
            </a:extLst>
          </p:cNvPr>
          <p:cNvSpPr/>
          <p:nvPr/>
        </p:nvSpPr>
        <p:spPr>
          <a:xfrm>
            <a:off x="1965685" y="3900610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13,800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88" name="Rounded Rectangle 27">
            <a:extLst>
              <a:ext uri="{FF2B5EF4-FFF2-40B4-BE49-F238E27FC236}">
                <a16:creationId xmlns:a16="http://schemas.microsoft.com/office/drawing/2014/main" id="{C85E8F3D-A5C4-2FCE-6837-FCE8C39928E8}"/>
              </a:ext>
            </a:extLst>
          </p:cNvPr>
          <p:cNvSpPr/>
          <p:nvPr/>
        </p:nvSpPr>
        <p:spPr>
          <a:xfrm>
            <a:off x="325248" y="4109536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sp>
        <p:nvSpPr>
          <p:cNvPr id="190" name="Rounded Rectangle 35">
            <a:extLst>
              <a:ext uri="{FF2B5EF4-FFF2-40B4-BE49-F238E27FC236}">
                <a16:creationId xmlns:a16="http://schemas.microsoft.com/office/drawing/2014/main" id="{4D604FC9-F628-5429-FDC7-7AACED010B6B}"/>
              </a:ext>
            </a:extLst>
          </p:cNvPr>
          <p:cNvSpPr/>
          <p:nvPr/>
        </p:nvSpPr>
        <p:spPr>
          <a:xfrm>
            <a:off x="258975" y="5917393"/>
            <a:ext cx="318616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목록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40" name="모서리가 둥근 직사각형 114">
            <a:extLst>
              <a:ext uri="{FF2B5EF4-FFF2-40B4-BE49-F238E27FC236}">
                <a16:creationId xmlns:a16="http://schemas.microsoft.com/office/drawing/2014/main" id="{80843753-696B-5F83-19EF-C5B7A25BD4BC}"/>
              </a:ext>
            </a:extLst>
          </p:cNvPr>
          <p:cNvSpPr/>
          <p:nvPr/>
        </p:nvSpPr>
        <p:spPr>
          <a:xfrm>
            <a:off x="73411" y="583731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30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D0A89-221C-C353-BEDE-DF46069E7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591153-0698-8D14-051F-323BDF8F4B68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취소요청 상세 화면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DB59FE-FAED-2A82-95F2-99A9E1069912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CA4989-5025-EE87-BE40-67A6EC1CF6DD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CH-U-MY-02-02-03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E7D89E-EB41-9E09-725D-07856B60C81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66BA4A-7A82-0C7B-9E78-0DFA31330975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23F33381-3968-8812-0F19-92615F510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521855"/>
              </p:ext>
            </p:extLst>
          </p:nvPr>
        </p:nvGraphicFramePr>
        <p:xfrm>
          <a:off x="10128399" y="623854"/>
          <a:ext cx="2850436" cy="356959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반품 신청한 상세 내역 동일하게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2-2 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상태에서만 변경가능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나머지 상태에서는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(UI ID)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생성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결제 취소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 취소 예정 금액 정보 노출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목록화면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rgbClr val="34A44E"/>
                          </a:solidFill>
                          <a:latin typeface="+mn-ea"/>
                        </a:rPr>
                        <a:t>취소요청철회</a:t>
                      </a:r>
                      <a:endParaRPr lang="en-US" altLang="ko-KR" sz="800" b="1" u="sng" kern="0" spc="-70" baseline="0" dirty="0">
                        <a:solidFill>
                          <a:srgbClr val="34A44E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철회 확인 후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(confirm)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요청 철회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주문 상세내역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>
                          <a:solidFill>
                            <a:srgbClr val="34A44E"/>
                          </a:solidFill>
                        </a:rPr>
                        <a:t>CH-U-MY-02-01-02</a:t>
                      </a: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으로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UI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34A44E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34A44E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7101A237-C414-47D1-3A28-FDDA65500A59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FEA801-FAA6-41FC-11BE-2B1FE7B788E2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688337-F8D2-AC28-A9D9-207CFA74334A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33975A8-96B9-2B0F-D0D7-EBB9FD3CB69D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E74BB1D-0A27-F24B-7A0B-0F178468A7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7B48E7F-3761-7D4F-C3B5-48179B058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90648808-EA9E-18CE-AEE2-9555C0AFF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2991867-88F1-7A4B-60B7-32580AE3457E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취소요청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AC32A2CF-07D0-0202-34DC-71ED0253C9D9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9E9C94E0-A093-A6F5-D4CB-540B999581A2}"/>
              </a:ext>
            </a:extLst>
          </p:cNvPr>
          <p:cNvSpPr/>
          <p:nvPr/>
        </p:nvSpPr>
        <p:spPr>
          <a:xfrm>
            <a:off x="258975" y="5900824"/>
            <a:ext cx="154726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A9CE2E87-6AF3-AAF2-F0D0-194DF8EFDE36}"/>
              </a:ext>
            </a:extLst>
          </p:cNvPr>
          <p:cNvSpPr/>
          <p:nvPr/>
        </p:nvSpPr>
        <p:spPr>
          <a:xfrm>
            <a:off x="1906888" y="5900824"/>
            <a:ext cx="155208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취소요청철회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A7EE347-1D61-0D1A-E9E1-52DFEA4E4977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21AEFE3-76F8-B392-6847-75A581227A7E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AEA77384-E0CD-E408-CFFD-6ED440516A59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EE940189-7A3D-1A90-4DDA-B766FB7A697F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8" name="Rounded Rectangle 27">
            <a:extLst>
              <a:ext uri="{FF2B5EF4-FFF2-40B4-BE49-F238E27FC236}">
                <a16:creationId xmlns:a16="http://schemas.microsoft.com/office/drawing/2014/main" id="{85B5938F-C744-899A-E846-F85D7E3DED2B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취소수량</a:t>
            </a:r>
          </a:p>
        </p:txBody>
      </p:sp>
      <p:sp>
        <p:nvSpPr>
          <p:cNvPr id="40" name="모서리가 둥근 직사각형 114">
            <a:extLst>
              <a:ext uri="{FF2B5EF4-FFF2-40B4-BE49-F238E27FC236}">
                <a16:creationId xmlns:a16="http://schemas.microsoft.com/office/drawing/2014/main" id="{28A51B9E-941B-72C9-24A6-D8ED157F8310}"/>
              </a:ext>
            </a:extLst>
          </p:cNvPr>
          <p:cNvSpPr/>
          <p:nvPr/>
        </p:nvSpPr>
        <p:spPr>
          <a:xfrm>
            <a:off x="73411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2" name="모서리가 둥근 직사각형 114">
            <a:extLst>
              <a:ext uri="{FF2B5EF4-FFF2-40B4-BE49-F238E27FC236}">
                <a16:creationId xmlns:a16="http://schemas.microsoft.com/office/drawing/2014/main" id="{EC8F79F3-1DDA-B4B7-184F-2247FA46550E}"/>
              </a:ext>
            </a:extLst>
          </p:cNvPr>
          <p:cNvSpPr/>
          <p:nvPr/>
        </p:nvSpPr>
        <p:spPr>
          <a:xfrm>
            <a:off x="73411" y="20953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684C3118-C2FB-65A8-2333-FCEE15D8C6B8}"/>
              </a:ext>
            </a:extLst>
          </p:cNvPr>
          <p:cNvSpPr/>
          <p:nvPr/>
        </p:nvSpPr>
        <p:spPr>
          <a:xfrm>
            <a:off x="73411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" name="모서리가 둥근 직사각형 114">
            <a:extLst>
              <a:ext uri="{FF2B5EF4-FFF2-40B4-BE49-F238E27FC236}">
                <a16:creationId xmlns:a16="http://schemas.microsoft.com/office/drawing/2014/main" id="{831518DB-A18A-1B27-EFC3-BC2CDBA0F3F8}"/>
              </a:ext>
            </a:extLst>
          </p:cNvPr>
          <p:cNvSpPr/>
          <p:nvPr/>
        </p:nvSpPr>
        <p:spPr>
          <a:xfrm>
            <a:off x="3466001" y="24457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5" name="모서리가 둥근 직사각형 114">
            <a:extLst>
              <a:ext uri="{FF2B5EF4-FFF2-40B4-BE49-F238E27FC236}">
                <a16:creationId xmlns:a16="http://schemas.microsoft.com/office/drawing/2014/main" id="{143A16DB-D513-518D-12DD-795E4585271C}"/>
              </a:ext>
            </a:extLst>
          </p:cNvPr>
          <p:cNvSpPr/>
          <p:nvPr/>
        </p:nvSpPr>
        <p:spPr>
          <a:xfrm>
            <a:off x="73411" y="298822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7" name="모서리가 둥근 직사각형 114">
            <a:extLst>
              <a:ext uri="{FF2B5EF4-FFF2-40B4-BE49-F238E27FC236}">
                <a16:creationId xmlns:a16="http://schemas.microsoft.com/office/drawing/2014/main" id="{6CB00DF4-A8D7-B6E7-E7C0-74AC5CB454ED}"/>
              </a:ext>
            </a:extLst>
          </p:cNvPr>
          <p:cNvSpPr/>
          <p:nvPr/>
        </p:nvSpPr>
        <p:spPr>
          <a:xfrm>
            <a:off x="1728006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Rounded Rectangle 35">
            <a:extLst>
              <a:ext uri="{FF2B5EF4-FFF2-40B4-BE49-F238E27FC236}">
                <a16:creationId xmlns:a16="http://schemas.microsoft.com/office/drawing/2014/main" id="{C8DA9BDF-3680-2984-5F9A-2D52E78F5205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0AC95334-7ACD-AD87-36B1-E3CFC91C21D0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A1716B-B84E-4580-73B7-AE5B4C00EC9A}"/>
              </a:ext>
            </a:extLst>
          </p:cNvPr>
          <p:cNvSpPr txBox="1"/>
          <p:nvPr/>
        </p:nvSpPr>
        <p:spPr>
          <a:xfrm>
            <a:off x="350794" y="3053109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결제취소정보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5" name="Rounded Rectangle 27">
            <a:extLst>
              <a:ext uri="{FF2B5EF4-FFF2-40B4-BE49-F238E27FC236}">
                <a16:creationId xmlns:a16="http://schemas.microsoft.com/office/drawing/2014/main" id="{DD4CFAA5-3D93-C845-B9BE-C201BA2DD460}"/>
              </a:ext>
            </a:extLst>
          </p:cNvPr>
          <p:cNvSpPr/>
          <p:nvPr/>
        </p:nvSpPr>
        <p:spPr>
          <a:xfrm>
            <a:off x="343207" y="3367483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취소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예정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금액</a:t>
            </a:r>
          </a:p>
        </p:txBody>
      </p:sp>
      <p:sp>
        <p:nvSpPr>
          <p:cNvPr id="37" name="Rounded Rectangle 27">
            <a:extLst>
              <a:ext uri="{FF2B5EF4-FFF2-40B4-BE49-F238E27FC236}">
                <a16:creationId xmlns:a16="http://schemas.microsoft.com/office/drawing/2014/main" id="{EF3E5B72-84E5-1D6A-A3A8-A0D51AC6352C}"/>
              </a:ext>
            </a:extLst>
          </p:cNvPr>
          <p:cNvSpPr/>
          <p:nvPr/>
        </p:nvSpPr>
        <p:spPr>
          <a:xfrm>
            <a:off x="1965685" y="3343284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113,800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1" name="Rounded Rectangle 27">
            <a:extLst>
              <a:ext uri="{FF2B5EF4-FFF2-40B4-BE49-F238E27FC236}">
                <a16:creationId xmlns:a16="http://schemas.microsoft.com/office/drawing/2014/main" id="{B6AE682B-DB96-C111-F009-0D6C277B6E2E}"/>
              </a:ext>
            </a:extLst>
          </p:cNvPr>
          <p:cNvSpPr/>
          <p:nvPr/>
        </p:nvSpPr>
        <p:spPr>
          <a:xfrm>
            <a:off x="343207" y="3702701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53" name="Rounded Rectangle 27">
            <a:extLst>
              <a:ext uri="{FF2B5EF4-FFF2-40B4-BE49-F238E27FC236}">
                <a16:creationId xmlns:a16="http://schemas.microsoft.com/office/drawing/2014/main" id="{CCA1298E-96AC-F823-93E8-8691052F00D6}"/>
              </a:ext>
            </a:extLst>
          </p:cNvPr>
          <p:cNvSpPr/>
          <p:nvPr/>
        </p:nvSpPr>
        <p:spPr>
          <a:xfrm>
            <a:off x="1965685" y="3694634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32" name="Rounded Rectangle 27">
            <a:extLst>
              <a:ext uri="{FF2B5EF4-FFF2-40B4-BE49-F238E27FC236}">
                <a16:creationId xmlns:a16="http://schemas.microsoft.com/office/drawing/2014/main" id="{382F5854-06A0-B614-FE2D-89F5A7F9FA75}"/>
              </a:ext>
            </a:extLst>
          </p:cNvPr>
          <p:cNvSpPr/>
          <p:nvPr/>
        </p:nvSpPr>
        <p:spPr>
          <a:xfrm>
            <a:off x="343207" y="3910676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36" name="Rounded Rectangle 27">
            <a:extLst>
              <a:ext uri="{FF2B5EF4-FFF2-40B4-BE49-F238E27FC236}">
                <a16:creationId xmlns:a16="http://schemas.microsoft.com/office/drawing/2014/main" id="{C93C5E39-7797-3205-961E-0AC049493C20}"/>
              </a:ext>
            </a:extLst>
          </p:cNvPr>
          <p:cNvSpPr/>
          <p:nvPr/>
        </p:nvSpPr>
        <p:spPr>
          <a:xfrm>
            <a:off x="1965685" y="3902609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13,800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39" name="Rounded Rectangle 27">
            <a:extLst>
              <a:ext uri="{FF2B5EF4-FFF2-40B4-BE49-F238E27FC236}">
                <a16:creationId xmlns:a16="http://schemas.microsoft.com/office/drawing/2014/main" id="{2C3CE589-2A0F-1031-A438-35B898E8510F}"/>
              </a:ext>
            </a:extLst>
          </p:cNvPr>
          <p:cNvSpPr/>
          <p:nvPr/>
        </p:nvSpPr>
        <p:spPr>
          <a:xfrm>
            <a:off x="325248" y="4111535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sp>
        <p:nvSpPr>
          <p:cNvPr id="10" name="Rounded Rectangle 35">
            <a:extLst>
              <a:ext uri="{FF2B5EF4-FFF2-40B4-BE49-F238E27FC236}">
                <a16:creationId xmlns:a16="http://schemas.microsoft.com/office/drawing/2014/main" id="{DD0F65C3-EC12-160F-A99A-592EB3668182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상품 옵션 선택 잘못함</a:t>
            </a:r>
          </a:p>
        </p:txBody>
      </p: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ADE636E0-40BF-DB10-A91A-A094184561E7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취소사유</a:t>
            </a:r>
          </a:p>
        </p:txBody>
      </p:sp>
      <p:sp>
        <p:nvSpPr>
          <p:cNvPr id="24" name="Rounded Rectangle 35">
            <a:extLst>
              <a:ext uri="{FF2B5EF4-FFF2-40B4-BE49-F238E27FC236}">
                <a16:creationId xmlns:a16="http://schemas.microsoft.com/office/drawing/2014/main" id="{71067700-D857-53FA-7544-A17C57FD52EE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잘못주문함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25" name="Rounded Rectangle 35">
            <a:extLst>
              <a:ext uri="{FF2B5EF4-FFF2-40B4-BE49-F238E27FC236}">
                <a16:creationId xmlns:a16="http://schemas.microsoft.com/office/drawing/2014/main" id="{BAF240EF-2621-A9AD-D629-5A25965FBD2B}"/>
              </a:ext>
            </a:extLst>
          </p:cNvPr>
          <p:cNvSpPr/>
          <p:nvPr/>
        </p:nvSpPr>
        <p:spPr>
          <a:xfrm>
            <a:off x="3028415" y="2517772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1470583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00108-E9A7-934A-DCBF-98F6A5FB7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20AD8E-CF6D-37C2-6857-EEB830DD793C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취소철회 상세 화면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96304C-354E-66CA-E9A6-18872E1EA22A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1FB20D-7C10-10D2-E6F2-7E95D01B3526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CH-U-MY-02-02-04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7EA254-BBD5-1F7C-777F-2D814E2E71E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8DCE09-E835-6CA4-E802-CD9D0AC52EC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0BEAFE64-DA0F-795F-52DC-CAE0E6D57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82871"/>
              </p:ext>
            </p:extLst>
          </p:nvPr>
        </p:nvGraphicFramePr>
        <p:xfrm>
          <a:off x="10128399" y="623854"/>
          <a:ext cx="2850436" cy="273069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반품 신청한 상세 내역 동일하게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결제 취소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 취소 예정 금액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원으로 노출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목록화면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34A44E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EA5BCA62-6C0C-C3E1-4D98-B8FBEF289CC8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1BCAC9-B1A5-5C41-00C3-65723D3D47C1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AB5C37-200D-4725-9521-ED5D5A536904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96286EA-37E8-4B82-152F-1524B298BF14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5F5E5D8-FA8C-A123-81B8-B2BC5FD59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A12BD1E-C8EC-6697-C839-E1949B087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0A9D65E0-1B4D-4E5F-49C9-D3A107269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281FB62-6267-8227-65F7-5E52A6D29AD5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취소철회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D78009EC-EAD6-75D8-35F7-A75770B49973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30CD834-1576-B837-4B96-FA9D8AC093C8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644A80AC-75BC-E0C5-D14A-7AA2056DBB62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4877C51A-9BCD-7F58-B33F-628858AE11F3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0B8FC6B8-3A16-6BB6-AC92-C7A268BE0D3D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8" name="Rounded Rectangle 27">
            <a:extLst>
              <a:ext uri="{FF2B5EF4-FFF2-40B4-BE49-F238E27FC236}">
                <a16:creationId xmlns:a16="http://schemas.microsoft.com/office/drawing/2014/main" id="{F3FADD9D-550B-F936-EF8A-E36F318D69CB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취소수량</a:t>
            </a:r>
          </a:p>
        </p:txBody>
      </p:sp>
      <p:sp>
        <p:nvSpPr>
          <p:cNvPr id="42" name="모서리가 둥근 직사각형 114">
            <a:extLst>
              <a:ext uri="{FF2B5EF4-FFF2-40B4-BE49-F238E27FC236}">
                <a16:creationId xmlns:a16="http://schemas.microsoft.com/office/drawing/2014/main" id="{3418E192-B517-528B-FF0F-97A799D82CD2}"/>
              </a:ext>
            </a:extLst>
          </p:cNvPr>
          <p:cNvSpPr/>
          <p:nvPr/>
        </p:nvSpPr>
        <p:spPr>
          <a:xfrm>
            <a:off x="73411" y="20953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8E968AE9-3C69-1A66-907B-639082118389}"/>
              </a:ext>
            </a:extLst>
          </p:cNvPr>
          <p:cNvSpPr/>
          <p:nvPr/>
        </p:nvSpPr>
        <p:spPr>
          <a:xfrm>
            <a:off x="73411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5" name="모서리가 둥근 직사각형 114">
            <a:extLst>
              <a:ext uri="{FF2B5EF4-FFF2-40B4-BE49-F238E27FC236}">
                <a16:creationId xmlns:a16="http://schemas.microsoft.com/office/drawing/2014/main" id="{808388AF-1EBF-8C0C-3E20-56751B34117B}"/>
              </a:ext>
            </a:extLst>
          </p:cNvPr>
          <p:cNvSpPr/>
          <p:nvPr/>
        </p:nvSpPr>
        <p:spPr>
          <a:xfrm>
            <a:off x="73411" y="298822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Rounded Rectangle 35">
            <a:extLst>
              <a:ext uri="{FF2B5EF4-FFF2-40B4-BE49-F238E27FC236}">
                <a16:creationId xmlns:a16="http://schemas.microsoft.com/office/drawing/2014/main" id="{EEDA37FA-1CC9-D7E2-F151-B9B2C40675B0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B00E8879-F91B-C43D-84E3-132D754DB8C7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575782-71CB-5F7A-839E-18D27F8C9950}"/>
              </a:ext>
            </a:extLst>
          </p:cNvPr>
          <p:cNvSpPr txBox="1"/>
          <p:nvPr/>
        </p:nvSpPr>
        <p:spPr>
          <a:xfrm>
            <a:off x="350794" y="3053109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결제취소정보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5" name="Rounded Rectangle 27">
            <a:extLst>
              <a:ext uri="{FF2B5EF4-FFF2-40B4-BE49-F238E27FC236}">
                <a16:creationId xmlns:a16="http://schemas.microsoft.com/office/drawing/2014/main" id="{26C77ACF-612F-ADD5-8B8D-27899B9C15C0}"/>
              </a:ext>
            </a:extLst>
          </p:cNvPr>
          <p:cNvSpPr/>
          <p:nvPr/>
        </p:nvSpPr>
        <p:spPr>
          <a:xfrm>
            <a:off x="343207" y="3367483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취소금액</a:t>
            </a:r>
          </a:p>
        </p:txBody>
      </p:sp>
      <p:sp>
        <p:nvSpPr>
          <p:cNvPr id="37" name="Rounded Rectangle 27">
            <a:extLst>
              <a:ext uri="{FF2B5EF4-FFF2-40B4-BE49-F238E27FC236}">
                <a16:creationId xmlns:a16="http://schemas.microsoft.com/office/drawing/2014/main" id="{431A08FB-DF4A-0353-29B2-22422570810B}"/>
              </a:ext>
            </a:extLst>
          </p:cNvPr>
          <p:cNvSpPr/>
          <p:nvPr/>
        </p:nvSpPr>
        <p:spPr>
          <a:xfrm>
            <a:off x="1965685" y="3343284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1" name="Rounded Rectangle 27">
            <a:extLst>
              <a:ext uri="{FF2B5EF4-FFF2-40B4-BE49-F238E27FC236}">
                <a16:creationId xmlns:a16="http://schemas.microsoft.com/office/drawing/2014/main" id="{EB0F6051-F226-2802-6523-250E132B0A34}"/>
              </a:ext>
            </a:extLst>
          </p:cNvPr>
          <p:cNvSpPr/>
          <p:nvPr/>
        </p:nvSpPr>
        <p:spPr>
          <a:xfrm>
            <a:off x="343207" y="3702701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53" name="Rounded Rectangle 27">
            <a:extLst>
              <a:ext uri="{FF2B5EF4-FFF2-40B4-BE49-F238E27FC236}">
                <a16:creationId xmlns:a16="http://schemas.microsoft.com/office/drawing/2014/main" id="{D98F35F0-B9C3-6E19-1555-FFD58C6B26BA}"/>
              </a:ext>
            </a:extLst>
          </p:cNvPr>
          <p:cNvSpPr/>
          <p:nvPr/>
        </p:nvSpPr>
        <p:spPr>
          <a:xfrm>
            <a:off x="1965685" y="3694634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32" name="Rounded Rectangle 27">
            <a:extLst>
              <a:ext uri="{FF2B5EF4-FFF2-40B4-BE49-F238E27FC236}">
                <a16:creationId xmlns:a16="http://schemas.microsoft.com/office/drawing/2014/main" id="{5695074A-0684-EAE7-B683-6CCB238F12F4}"/>
              </a:ext>
            </a:extLst>
          </p:cNvPr>
          <p:cNvSpPr/>
          <p:nvPr/>
        </p:nvSpPr>
        <p:spPr>
          <a:xfrm>
            <a:off x="343207" y="3910676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36" name="Rounded Rectangle 27">
            <a:extLst>
              <a:ext uri="{FF2B5EF4-FFF2-40B4-BE49-F238E27FC236}">
                <a16:creationId xmlns:a16="http://schemas.microsoft.com/office/drawing/2014/main" id="{789E4364-E762-D58F-5AC4-7F43E99B238E}"/>
              </a:ext>
            </a:extLst>
          </p:cNvPr>
          <p:cNvSpPr/>
          <p:nvPr/>
        </p:nvSpPr>
        <p:spPr>
          <a:xfrm>
            <a:off x="1965685" y="3902609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0" name="Rounded Rectangle 35">
            <a:extLst>
              <a:ext uri="{FF2B5EF4-FFF2-40B4-BE49-F238E27FC236}">
                <a16:creationId xmlns:a16="http://schemas.microsoft.com/office/drawing/2014/main" id="{32A8B67D-38BB-825D-9B3B-2A16BE67AC7A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상품 옵션 선택 잘못함</a:t>
            </a:r>
          </a:p>
        </p:txBody>
      </p: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E4086D85-6069-BB29-D879-578DCB8D61ED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취소사유</a:t>
            </a:r>
          </a:p>
        </p:txBody>
      </p:sp>
      <p:sp>
        <p:nvSpPr>
          <p:cNvPr id="24" name="Rounded Rectangle 35">
            <a:extLst>
              <a:ext uri="{FF2B5EF4-FFF2-40B4-BE49-F238E27FC236}">
                <a16:creationId xmlns:a16="http://schemas.microsoft.com/office/drawing/2014/main" id="{9BD9DB2E-854B-EBA3-A5C0-7DD6BC949712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잘못주문함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2" name="Rounded Rectangle 35">
            <a:extLst>
              <a:ext uri="{FF2B5EF4-FFF2-40B4-BE49-F238E27FC236}">
                <a16:creationId xmlns:a16="http://schemas.microsoft.com/office/drawing/2014/main" id="{84B2019E-A02C-38BD-BC7F-6E5967B7AB6F}"/>
              </a:ext>
            </a:extLst>
          </p:cNvPr>
          <p:cNvSpPr/>
          <p:nvPr/>
        </p:nvSpPr>
        <p:spPr>
          <a:xfrm>
            <a:off x="266792" y="5917393"/>
            <a:ext cx="318616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목록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40" name="모서리가 둥근 직사각형 114">
            <a:extLst>
              <a:ext uri="{FF2B5EF4-FFF2-40B4-BE49-F238E27FC236}">
                <a16:creationId xmlns:a16="http://schemas.microsoft.com/office/drawing/2014/main" id="{50FEDE99-6D19-3758-B8A5-60BE343A762D}"/>
              </a:ext>
            </a:extLst>
          </p:cNvPr>
          <p:cNvSpPr/>
          <p:nvPr/>
        </p:nvSpPr>
        <p:spPr>
          <a:xfrm>
            <a:off x="73411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712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C17F3-CE8E-B21E-F0E2-039BA7818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514E11-407C-EF51-4CD4-673FE4DC3BB3}"/>
              </a:ext>
            </a:extLst>
          </p:cNvPr>
          <p:cNvSpPr txBox="1"/>
          <p:nvPr/>
        </p:nvSpPr>
        <p:spPr>
          <a:xfrm>
            <a:off x="1307907" y="78285"/>
            <a:ext cx="12089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취소요청 반려 상세 화면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5709B-2BA0-E999-49E8-D78A31880ED1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713561-448E-1F1D-4167-C44FA09A874E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CH-U-MY-02-02-05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B780C-B795-A705-FF00-0171358F6A9A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C0993C-2FC7-0B1F-9C93-4BC52EA3A913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A1D4EB51-F60F-9ACF-8E6C-572D90B14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074456"/>
              </p:ext>
            </p:extLst>
          </p:nvPr>
        </p:nvGraphicFramePr>
        <p:xfrm>
          <a:off x="10128399" y="623854"/>
          <a:ext cx="2850436" cy="251733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기본정보 안내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반려사유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판매자가 입력한 반려사유 및 반려 처리시간 노출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교환내역 목록 화면으로 이동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DA9E2B7-4C4D-768B-19C2-A2F701F1CA46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4473E2-2A78-E470-BCC5-492093DCB169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879A78-6EAD-BEB1-FC64-872D4ABC0168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60BE533F-FFC5-57F8-E70C-B486F5C135AE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7FB219C-E177-7620-5439-97A27F3C4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6D94C71-C9C0-231A-1550-DDFE1D0F4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E436E7BF-3A72-497D-5B2E-E4D85BEEC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5FCC490-B2DA-C1E0-F9F3-E4C965B8F4C7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solidFill>
                  <a:srgbClr val="FF0000"/>
                </a:solidFill>
                <a:ea typeface="맑은 고딕"/>
              </a:rPr>
              <a:t>취소반려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CE30285D-89A3-6383-C29E-C7DE8C214CAA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4FFE2773-D70B-EACB-FE11-9E797603CABC}"/>
              </a:ext>
            </a:extLst>
          </p:cNvPr>
          <p:cNvSpPr/>
          <p:nvPr/>
        </p:nvSpPr>
        <p:spPr>
          <a:xfrm>
            <a:off x="266792" y="5917393"/>
            <a:ext cx="318616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목록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A4C86F41-F2A9-F613-1127-F7CAB9C558E7}"/>
              </a:ext>
            </a:extLst>
          </p:cNvPr>
          <p:cNvSpPr/>
          <p:nvPr/>
        </p:nvSpPr>
        <p:spPr>
          <a:xfrm>
            <a:off x="87911" y="59551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F1F2506-3529-1BE6-021B-A8C3089D9B5B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8B39B557-7008-7483-B1BA-DE51829F486B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38598294-80DF-5D3D-C975-314EC0DA3CE3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2" name="모서리가 둥근 직사각형 114">
            <a:extLst>
              <a:ext uri="{FF2B5EF4-FFF2-40B4-BE49-F238E27FC236}">
                <a16:creationId xmlns:a16="http://schemas.microsoft.com/office/drawing/2014/main" id="{A20B5B7E-91DE-4793-2EA3-701C670E64DB}"/>
              </a:ext>
            </a:extLst>
          </p:cNvPr>
          <p:cNvSpPr/>
          <p:nvPr/>
        </p:nvSpPr>
        <p:spPr>
          <a:xfrm>
            <a:off x="80094" y="102901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84C7A92E-C525-534A-DD02-5666D3BE037C}"/>
              </a:ext>
            </a:extLst>
          </p:cNvPr>
          <p:cNvSpPr/>
          <p:nvPr/>
        </p:nvSpPr>
        <p:spPr>
          <a:xfrm>
            <a:off x="80094" y="20700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938221F5-3B6D-E1E8-565C-2058EB104CB5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43E4B10-7C60-4285-E0BF-E59307D7E6C3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27">
            <a:extLst>
              <a:ext uri="{FF2B5EF4-FFF2-40B4-BE49-F238E27FC236}">
                <a16:creationId xmlns:a16="http://schemas.microsoft.com/office/drawing/2014/main" id="{95A3A3D6-3228-193A-F15D-7AA914A7DAD9}"/>
              </a:ext>
            </a:extLst>
          </p:cNvPr>
          <p:cNvSpPr/>
          <p:nvPr/>
        </p:nvSpPr>
        <p:spPr>
          <a:xfrm>
            <a:off x="321642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취소수량</a:t>
            </a:r>
          </a:p>
        </p:txBody>
      </p:sp>
      <p:sp>
        <p:nvSpPr>
          <p:cNvPr id="43" name="Rounded Rectangle 35">
            <a:extLst>
              <a:ext uri="{FF2B5EF4-FFF2-40B4-BE49-F238E27FC236}">
                <a16:creationId xmlns:a16="http://schemas.microsoft.com/office/drawing/2014/main" id="{5053ED23-4B51-F011-B613-F6DB4ECAE709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46" name="Rounded Rectangle 35">
            <a:extLst>
              <a:ext uri="{FF2B5EF4-FFF2-40B4-BE49-F238E27FC236}">
                <a16:creationId xmlns:a16="http://schemas.microsoft.com/office/drawing/2014/main" id="{0D2508EE-644B-35BE-3E75-64E8334C7EDC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상품 옵션 선택 잘못함</a:t>
            </a:r>
          </a:p>
        </p:txBody>
      </p:sp>
      <p:sp>
        <p:nvSpPr>
          <p:cNvPr id="47" name="Rounded Rectangle 27">
            <a:extLst>
              <a:ext uri="{FF2B5EF4-FFF2-40B4-BE49-F238E27FC236}">
                <a16:creationId xmlns:a16="http://schemas.microsoft.com/office/drawing/2014/main" id="{A9B8314D-198B-0FA7-4830-D0D0A1B3BD27}"/>
              </a:ext>
            </a:extLst>
          </p:cNvPr>
          <p:cNvSpPr/>
          <p:nvPr/>
        </p:nvSpPr>
        <p:spPr>
          <a:xfrm>
            <a:off x="321642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취소사유</a:t>
            </a:r>
          </a:p>
        </p:txBody>
      </p:sp>
      <p:sp>
        <p:nvSpPr>
          <p:cNvPr id="48" name="Rounded Rectangle 35">
            <a:extLst>
              <a:ext uri="{FF2B5EF4-FFF2-40B4-BE49-F238E27FC236}">
                <a16:creationId xmlns:a16="http://schemas.microsoft.com/office/drawing/2014/main" id="{0E8CDF06-04FC-B4BD-82F5-C31F2D285175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잘못주문함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0C6205E3-4C1C-4C63-371E-71B726A41D40}"/>
              </a:ext>
            </a:extLst>
          </p:cNvPr>
          <p:cNvGrpSpPr/>
          <p:nvPr/>
        </p:nvGrpSpPr>
        <p:grpSpPr>
          <a:xfrm>
            <a:off x="288281" y="3015239"/>
            <a:ext cx="3139564" cy="762948"/>
            <a:chOff x="324312" y="3015239"/>
            <a:chExt cx="3139564" cy="762948"/>
          </a:xfrm>
        </p:grpSpPr>
        <p:sp>
          <p:nvSpPr>
            <p:cNvPr id="30" name="Rounded Rectangle 35">
              <a:extLst>
                <a:ext uri="{FF2B5EF4-FFF2-40B4-BE49-F238E27FC236}">
                  <a16:creationId xmlns:a16="http://schemas.microsoft.com/office/drawing/2014/main" id="{169AE1CE-8055-9BC1-D006-C7F47881F09B}"/>
                </a:ext>
              </a:extLst>
            </p:cNvPr>
            <p:cNvSpPr/>
            <p:nvPr/>
          </p:nvSpPr>
          <p:spPr>
            <a:xfrm>
              <a:off x="324312" y="3015239"/>
              <a:ext cx="3120827" cy="76294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반품 불가 사유 작성 공간입니다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41" name="Rounded Rectangle 27">
              <a:extLst>
                <a:ext uri="{FF2B5EF4-FFF2-40B4-BE49-F238E27FC236}">
                  <a16:creationId xmlns:a16="http://schemas.microsoft.com/office/drawing/2014/main" id="{54CDE23B-DCCA-9285-EFE9-5C5C15C10051}"/>
                </a:ext>
              </a:extLst>
            </p:cNvPr>
            <p:cNvSpPr/>
            <p:nvPr/>
          </p:nvSpPr>
          <p:spPr>
            <a:xfrm>
              <a:off x="374375" y="3071372"/>
              <a:ext cx="1000054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ea typeface="맑은 고딕"/>
                </a:rPr>
                <a:t>반려사유</a:t>
              </a:r>
            </a:p>
          </p:txBody>
        </p:sp>
        <p:sp>
          <p:nvSpPr>
            <p:cNvPr id="60" name="Rounded Rectangle 27">
              <a:extLst>
                <a:ext uri="{FF2B5EF4-FFF2-40B4-BE49-F238E27FC236}">
                  <a16:creationId xmlns:a16="http://schemas.microsoft.com/office/drawing/2014/main" id="{FDFA3957-17A0-2761-CA1E-586E4E0CD1BD}"/>
                </a:ext>
              </a:extLst>
            </p:cNvPr>
            <p:cNvSpPr/>
            <p:nvPr/>
          </p:nvSpPr>
          <p:spPr>
            <a:xfrm>
              <a:off x="2383876" y="3069110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10 11:25 </a:t>
              </a:r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반려</a:t>
              </a:r>
            </a:p>
          </p:txBody>
        </p:sp>
      </p:grpSp>
      <p:sp>
        <p:nvSpPr>
          <p:cNvPr id="44" name="모서리가 둥근 직사각형 114">
            <a:extLst>
              <a:ext uri="{FF2B5EF4-FFF2-40B4-BE49-F238E27FC236}">
                <a16:creationId xmlns:a16="http://schemas.microsoft.com/office/drawing/2014/main" id="{E31CD9AF-25A5-4482-5A79-72E8BB30A272}"/>
              </a:ext>
            </a:extLst>
          </p:cNvPr>
          <p:cNvSpPr/>
          <p:nvPr/>
        </p:nvSpPr>
        <p:spPr>
          <a:xfrm>
            <a:off x="80094" y="29847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1258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03036-DFEE-621E-8511-BA2420401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07731C-40B5-FF4F-2788-E5CEBAA157AE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반품요청 상세 화면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333CB0-D11F-33CC-2A6E-000B964B1A87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487E13-2AAC-6F40-8ADA-41BE2C72538C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CH-U-MY-02-02-06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01087-0BBF-CCED-191C-D37F0E36C5A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46AF9E-9EAE-2A00-0D97-F637622B8623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7A905A3F-DB6D-25DE-00FD-D23CA8095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404095"/>
              </p:ext>
            </p:extLst>
          </p:nvPr>
        </p:nvGraphicFramePr>
        <p:xfrm>
          <a:off x="10128399" y="623854"/>
          <a:ext cx="2850436" cy="416464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반품 신청한 상세 내역 동일하게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반품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상태에서만 변경가능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나머지 상태에서는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(UI ID)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생성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상품회수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기존 입력한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배송지 목록 팝업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(CH-U-CA-02-02-01p )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생성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환불정보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결제한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목록화면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반품요청철회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철회 확인 후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(confirm)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요청 철회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반품완료 상세내역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(UI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으로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UI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50E84E1-0C11-F4BA-A36D-CABFC3A944AE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AA5B16-A66F-8F08-C0DF-94E753F34D47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9ECA1A-B03E-4200-03A0-78CF9789751A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FB3E4A9-2CCB-8CD4-C2EA-F1A0FEF23C02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7D85667-EBF9-9AAF-BE8F-55377ADF4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B9298EF-CAC7-81F0-79BF-86E4400F6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B2CF2E9A-2099-3F43-7FC4-93E454127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9B08B6B-CE23-1D0D-69F5-DFCF6119C613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반품요청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B3531F12-C883-7C55-7C20-BF84A2ADD1F7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77C5AD32-4DD2-D936-D395-6D299FDB0A47}"/>
              </a:ext>
            </a:extLst>
          </p:cNvPr>
          <p:cNvSpPr/>
          <p:nvPr/>
        </p:nvSpPr>
        <p:spPr>
          <a:xfrm>
            <a:off x="258975" y="5902460"/>
            <a:ext cx="154726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4D8E45F2-D5E4-67C4-E1B3-2308B62C7653}"/>
              </a:ext>
            </a:extLst>
          </p:cNvPr>
          <p:cNvSpPr/>
          <p:nvPr/>
        </p:nvSpPr>
        <p:spPr>
          <a:xfrm>
            <a:off x="1906888" y="5902460"/>
            <a:ext cx="155208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반품요청철회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418C2A9E-9D58-A11B-E336-8B33BBB2AA97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3438420-F9C3-005B-5CFD-5071FC969801}"/>
              </a:ext>
            </a:extLst>
          </p:cNvPr>
          <p:cNvSpPr txBox="1"/>
          <p:nvPr/>
        </p:nvSpPr>
        <p:spPr>
          <a:xfrm>
            <a:off x="350794" y="2929470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5476B15-583F-6FAD-8E1E-845975D484A8}"/>
              </a:ext>
            </a:extLst>
          </p:cNvPr>
          <p:cNvGrpSpPr/>
          <p:nvPr/>
        </p:nvGrpSpPr>
        <p:grpSpPr>
          <a:xfrm>
            <a:off x="260125" y="3286988"/>
            <a:ext cx="3214389" cy="808018"/>
            <a:chOff x="260125" y="3813356"/>
            <a:chExt cx="3214389" cy="808018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3C6795F-AD8E-0640-515F-9D69DCDE76FF}"/>
                </a:ext>
              </a:extLst>
            </p:cNvPr>
            <p:cNvSpPr/>
            <p:nvPr/>
          </p:nvSpPr>
          <p:spPr>
            <a:xfrm>
              <a:off x="260125" y="3813356"/>
              <a:ext cx="3214389" cy="8080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2DBC524E-4210-C080-F47C-C11F0EEF748C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6" name="Rounded Rectangle 27">
              <a:extLst>
                <a:ext uri="{FF2B5EF4-FFF2-40B4-BE49-F238E27FC236}">
                  <a16:creationId xmlns:a16="http://schemas.microsoft.com/office/drawing/2014/main" id="{2095FDD0-63DF-0F02-0F1B-F0BC63D49573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7" name="Rounded Rectangle 27">
              <a:extLst>
                <a:ext uri="{FF2B5EF4-FFF2-40B4-BE49-F238E27FC236}">
                  <a16:creationId xmlns:a16="http://schemas.microsoft.com/office/drawing/2014/main" id="{C01ED1E4-D759-A6FA-AC64-1F948E84A9F6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9" name="Rounded Rectangle 27">
              <a:extLst>
                <a:ext uri="{FF2B5EF4-FFF2-40B4-BE49-F238E27FC236}">
                  <a16:creationId xmlns:a16="http://schemas.microsoft.com/office/drawing/2014/main" id="{D6604777-AF59-5637-BCA3-B7DE5B6D5B93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C8C1C0A7-3C27-28BF-F018-2B64AF64CE93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F49C473F-993E-E80F-BF59-369AFEA14204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487A6125-5553-E47D-C801-20B2303940B1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8" name="Rounded Rectangle 27">
            <a:extLst>
              <a:ext uri="{FF2B5EF4-FFF2-40B4-BE49-F238E27FC236}">
                <a16:creationId xmlns:a16="http://schemas.microsoft.com/office/drawing/2014/main" id="{71CB08C4-3462-CD3D-3434-D66B148F120C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>
                <a:solidFill>
                  <a:schemeClr val="tx1"/>
                </a:solidFill>
                <a:ea typeface="맑은 고딕"/>
              </a:rPr>
              <a:t>반품수량</a:t>
            </a:r>
            <a:endParaRPr lang="ko-KR" altLang="en-US" sz="9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A2BEB0-8375-9BCD-1B09-7E3FD4851CEA}"/>
              </a:ext>
            </a:extLst>
          </p:cNvPr>
          <p:cNvSpPr txBox="1"/>
          <p:nvPr/>
        </p:nvSpPr>
        <p:spPr>
          <a:xfrm>
            <a:off x="350794" y="4295954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환불정보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0" name="Rounded Rectangle 27">
            <a:extLst>
              <a:ext uri="{FF2B5EF4-FFF2-40B4-BE49-F238E27FC236}">
                <a16:creationId xmlns:a16="http://schemas.microsoft.com/office/drawing/2014/main" id="{D9AF36FD-E9A6-FF36-DF44-67D1C7D8F6D7}"/>
              </a:ext>
            </a:extLst>
          </p:cNvPr>
          <p:cNvSpPr/>
          <p:nvPr/>
        </p:nvSpPr>
        <p:spPr>
          <a:xfrm>
            <a:off x="343207" y="4610328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총 환불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예상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금액</a:t>
            </a:r>
          </a:p>
        </p:txBody>
      </p:sp>
      <p:sp>
        <p:nvSpPr>
          <p:cNvPr id="12" name="Rounded Rectangle 27">
            <a:extLst>
              <a:ext uri="{FF2B5EF4-FFF2-40B4-BE49-F238E27FC236}">
                <a16:creationId xmlns:a16="http://schemas.microsoft.com/office/drawing/2014/main" id="{FD9B6945-BA82-54B7-F8E4-25DF03E9C263}"/>
              </a:ext>
            </a:extLst>
          </p:cNvPr>
          <p:cNvSpPr/>
          <p:nvPr/>
        </p:nvSpPr>
        <p:spPr>
          <a:xfrm>
            <a:off x="1965685" y="4586129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113,800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4" name="Rounded Rectangle 27">
            <a:extLst>
              <a:ext uri="{FF2B5EF4-FFF2-40B4-BE49-F238E27FC236}">
                <a16:creationId xmlns:a16="http://schemas.microsoft.com/office/drawing/2014/main" id="{856F0B67-4C5A-A592-7E18-173D28DE2AC1}"/>
              </a:ext>
            </a:extLst>
          </p:cNvPr>
          <p:cNvSpPr/>
          <p:nvPr/>
        </p:nvSpPr>
        <p:spPr>
          <a:xfrm>
            <a:off x="343207" y="4945546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12785843-C045-4E98-5249-3D7B8EEA184C}"/>
              </a:ext>
            </a:extLst>
          </p:cNvPr>
          <p:cNvSpPr/>
          <p:nvPr/>
        </p:nvSpPr>
        <p:spPr>
          <a:xfrm>
            <a:off x="1965685" y="4937479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4DAA729-B5AD-ABB9-7CF3-0C028BE8D0AC}"/>
              </a:ext>
            </a:extLst>
          </p:cNvPr>
          <p:cNvCxnSpPr/>
          <p:nvPr/>
        </p:nvCxnSpPr>
        <p:spPr>
          <a:xfrm>
            <a:off x="262308" y="4869588"/>
            <a:ext cx="324036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7">
            <a:extLst>
              <a:ext uri="{FF2B5EF4-FFF2-40B4-BE49-F238E27FC236}">
                <a16:creationId xmlns:a16="http://schemas.microsoft.com/office/drawing/2014/main" id="{6261F058-41FF-2221-9365-C7D3BAD162DC}"/>
              </a:ext>
            </a:extLst>
          </p:cNvPr>
          <p:cNvSpPr/>
          <p:nvPr/>
        </p:nvSpPr>
        <p:spPr>
          <a:xfrm>
            <a:off x="343207" y="5153521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26" name="Rounded Rectangle 27">
            <a:extLst>
              <a:ext uri="{FF2B5EF4-FFF2-40B4-BE49-F238E27FC236}">
                <a16:creationId xmlns:a16="http://schemas.microsoft.com/office/drawing/2014/main" id="{AE9BC624-EF8A-7514-D445-46F4B8DBE07F}"/>
              </a:ext>
            </a:extLst>
          </p:cNvPr>
          <p:cNvSpPr/>
          <p:nvPr/>
        </p:nvSpPr>
        <p:spPr>
          <a:xfrm>
            <a:off x="1965685" y="5145454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13,800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27" name="Rounded Rectangle 27">
            <a:extLst>
              <a:ext uri="{FF2B5EF4-FFF2-40B4-BE49-F238E27FC236}">
                <a16:creationId xmlns:a16="http://schemas.microsoft.com/office/drawing/2014/main" id="{8C441691-86DF-FC3C-E968-9D45ACA8BFAE}"/>
              </a:ext>
            </a:extLst>
          </p:cNvPr>
          <p:cNvSpPr/>
          <p:nvPr/>
        </p:nvSpPr>
        <p:spPr>
          <a:xfrm>
            <a:off x="325248" y="5354380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sp>
        <p:nvSpPr>
          <p:cNvPr id="40" name="모서리가 둥근 직사각형 114">
            <a:extLst>
              <a:ext uri="{FF2B5EF4-FFF2-40B4-BE49-F238E27FC236}">
                <a16:creationId xmlns:a16="http://schemas.microsoft.com/office/drawing/2014/main" id="{9E435CAD-A339-4CFF-9603-F24321CAC84A}"/>
              </a:ext>
            </a:extLst>
          </p:cNvPr>
          <p:cNvSpPr/>
          <p:nvPr/>
        </p:nvSpPr>
        <p:spPr>
          <a:xfrm>
            <a:off x="73411" y="426799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5" name="모서리가 둥근 직사각형 114">
            <a:extLst>
              <a:ext uri="{FF2B5EF4-FFF2-40B4-BE49-F238E27FC236}">
                <a16:creationId xmlns:a16="http://schemas.microsoft.com/office/drawing/2014/main" id="{E00F3950-33D6-5C5C-90BD-ED2EA9F96F4F}"/>
              </a:ext>
            </a:extLst>
          </p:cNvPr>
          <p:cNvSpPr/>
          <p:nvPr/>
        </p:nvSpPr>
        <p:spPr>
          <a:xfrm>
            <a:off x="-24724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Rounded Rectangle 35">
            <a:extLst>
              <a:ext uri="{FF2B5EF4-FFF2-40B4-BE49-F238E27FC236}">
                <a16:creationId xmlns:a16="http://schemas.microsoft.com/office/drawing/2014/main" id="{3CEBD7CA-0042-B726-63A2-061A64C2978A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81AAA1D5-AA73-AB7D-C9A0-622D12A013FC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41" name="Rounded Rectangle 27">
            <a:extLst>
              <a:ext uri="{FF2B5EF4-FFF2-40B4-BE49-F238E27FC236}">
                <a16:creationId xmlns:a16="http://schemas.microsoft.com/office/drawing/2014/main" id="{AB3347CA-1723-40C2-9354-F251D448EE08}"/>
              </a:ext>
            </a:extLst>
          </p:cNvPr>
          <p:cNvSpPr/>
          <p:nvPr/>
        </p:nvSpPr>
        <p:spPr>
          <a:xfrm>
            <a:off x="1065372" y="2992374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206948-2586-DF6D-75DE-FAD1371EBB68}"/>
              </a:ext>
            </a:extLst>
          </p:cNvPr>
          <p:cNvSpPr txBox="1"/>
          <p:nvPr/>
        </p:nvSpPr>
        <p:spPr>
          <a:xfrm>
            <a:off x="258975" y="4060056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Rounded Rectangle 35">
            <a:extLst>
              <a:ext uri="{FF2B5EF4-FFF2-40B4-BE49-F238E27FC236}">
                <a16:creationId xmlns:a16="http://schemas.microsoft.com/office/drawing/2014/main" id="{106ABE03-8213-9A14-EAE5-8172C7B053E7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52" name="Rounded Rectangle 27">
            <a:extLst>
              <a:ext uri="{FF2B5EF4-FFF2-40B4-BE49-F238E27FC236}">
                <a16:creationId xmlns:a16="http://schemas.microsoft.com/office/drawing/2014/main" id="{81081577-92AF-6436-F04D-49E923832818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sp>
        <p:nvSpPr>
          <p:cNvPr id="54" name="Rounded Rectangle 35">
            <a:extLst>
              <a:ext uri="{FF2B5EF4-FFF2-40B4-BE49-F238E27FC236}">
                <a16:creationId xmlns:a16="http://schemas.microsoft.com/office/drawing/2014/main" id="{6E5B4B57-308E-56BB-4C44-A1337DB17C77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56" name="Rounded Rectangle 35">
            <a:extLst>
              <a:ext uri="{FF2B5EF4-FFF2-40B4-BE49-F238E27FC236}">
                <a16:creationId xmlns:a16="http://schemas.microsoft.com/office/drawing/2014/main" id="{55392957-B9F9-39BF-D48F-0AFE4B0A28DE}"/>
              </a:ext>
            </a:extLst>
          </p:cNvPr>
          <p:cNvSpPr/>
          <p:nvPr/>
        </p:nvSpPr>
        <p:spPr>
          <a:xfrm>
            <a:off x="3028415" y="2517772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58" name="Rounded Rectangle 35">
            <a:extLst>
              <a:ext uri="{FF2B5EF4-FFF2-40B4-BE49-F238E27FC236}">
                <a16:creationId xmlns:a16="http://schemas.microsoft.com/office/drawing/2014/main" id="{F15C2AA8-2CE5-27B4-1ACD-C38BEDB7E79B}"/>
              </a:ext>
            </a:extLst>
          </p:cNvPr>
          <p:cNvSpPr/>
          <p:nvPr/>
        </p:nvSpPr>
        <p:spPr>
          <a:xfrm>
            <a:off x="3028415" y="3344829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62" name="모서리가 둥근 직사각형 114">
            <a:extLst>
              <a:ext uri="{FF2B5EF4-FFF2-40B4-BE49-F238E27FC236}">
                <a16:creationId xmlns:a16="http://schemas.microsoft.com/office/drawing/2014/main" id="{52D3C869-3850-1B36-5A6F-A3067C9D3EA8}"/>
              </a:ext>
            </a:extLst>
          </p:cNvPr>
          <p:cNvSpPr/>
          <p:nvPr/>
        </p:nvSpPr>
        <p:spPr>
          <a:xfrm>
            <a:off x="73411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8" name="모서리가 둥근 직사각형 114">
            <a:extLst>
              <a:ext uri="{FF2B5EF4-FFF2-40B4-BE49-F238E27FC236}">
                <a16:creationId xmlns:a16="http://schemas.microsoft.com/office/drawing/2014/main" id="{79E639B9-E8F3-7747-4D7C-A368D2317B94}"/>
              </a:ext>
            </a:extLst>
          </p:cNvPr>
          <p:cNvSpPr/>
          <p:nvPr/>
        </p:nvSpPr>
        <p:spPr>
          <a:xfrm>
            <a:off x="73411" y="20953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0" name="모서리가 둥근 직사각형 114">
            <a:extLst>
              <a:ext uri="{FF2B5EF4-FFF2-40B4-BE49-F238E27FC236}">
                <a16:creationId xmlns:a16="http://schemas.microsoft.com/office/drawing/2014/main" id="{B91865D7-D146-1C5E-37D5-BF6003B35076}"/>
              </a:ext>
            </a:extLst>
          </p:cNvPr>
          <p:cNvSpPr/>
          <p:nvPr/>
        </p:nvSpPr>
        <p:spPr>
          <a:xfrm>
            <a:off x="3335215" y="24457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2" name="모서리가 둥근 직사각형 114">
            <a:extLst>
              <a:ext uri="{FF2B5EF4-FFF2-40B4-BE49-F238E27FC236}">
                <a16:creationId xmlns:a16="http://schemas.microsoft.com/office/drawing/2014/main" id="{DC3D956C-91CC-02B3-1D35-C3CADA0981E8}"/>
              </a:ext>
            </a:extLst>
          </p:cNvPr>
          <p:cNvSpPr/>
          <p:nvPr/>
        </p:nvSpPr>
        <p:spPr>
          <a:xfrm>
            <a:off x="73411" y="28574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6" name="모서리가 둥근 직사각형 114">
            <a:extLst>
              <a:ext uri="{FF2B5EF4-FFF2-40B4-BE49-F238E27FC236}">
                <a16:creationId xmlns:a16="http://schemas.microsoft.com/office/drawing/2014/main" id="{3B579EF3-BA02-D0B7-246D-6F6272B5EEAD}"/>
              </a:ext>
            </a:extLst>
          </p:cNvPr>
          <p:cNvSpPr/>
          <p:nvPr/>
        </p:nvSpPr>
        <p:spPr>
          <a:xfrm>
            <a:off x="1728006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5" name="모서리가 둥근 직사각형 114">
            <a:extLst>
              <a:ext uri="{FF2B5EF4-FFF2-40B4-BE49-F238E27FC236}">
                <a16:creationId xmlns:a16="http://schemas.microsoft.com/office/drawing/2014/main" id="{35B68089-2C1C-4BFD-DB3B-86CBB1EB7696}"/>
              </a:ext>
            </a:extLst>
          </p:cNvPr>
          <p:cNvSpPr/>
          <p:nvPr/>
        </p:nvSpPr>
        <p:spPr>
          <a:xfrm>
            <a:off x="3335215" y="329891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95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E3EBC0-8170-FEB6-6235-5236699F7288}"/>
              </a:ext>
            </a:extLst>
          </p:cNvPr>
          <p:cNvSpPr txBox="1"/>
          <p:nvPr/>
        </p:nvSpPr>
        <p:spPr>
          <a:xfrm>
            <a:off x="1307907" y="78285"/>
            <a:ext cx="13051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반품사유 수정 레이어 팝업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7DF4EE-E027-2844-CAF1-CEFE737C5E4A}"/>
              </a:ext>
            </a:extLst>
          </p:cNvPr>
          <p:cNvSpPr txBox="1"/>
          <p:nvPr/>
        </p:nvSpPr>
        <p:spPr>
          <a:xfrm>
            <a:off x="1302717" y="330494"/>
            <a:ext cx="3397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반품사유 수정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342DAE-AC4F-0E41-FFE5-4E604EECD578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1529AB-D71D-A03B-6CFA-469E2402246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1AEB65-146A-C7EC-B29F-55CB2416E800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5F3D68-0EEC-CD43-9876-DD7A23BB3AB2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F50969-9560-8A9B-9245-FA046C3BF117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92BCD00-D702-EA6C-F474-29A114268B03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B5F59B6-2E41-EDAC-60C1-9A6661073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E4394CE-08C7-21F0-F7A9-505ECA901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66577A60-0D90-A41C-3246-7F0476D3F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B5121EF-BFE6-C8E6-80DB-A48EB0A7F239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반품요청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8" name="Rounded Rectangle 27">
            <a:extLst>
              <a:ext uri="{FF2B5EF4-FFF2-40B4-BE49-F238E27FC236}">
                <a16:creationId xmlns:a16="http://schemas.microsoft.com/office/drawing/2014/main" id="{BDF4A488-9BAA-4872-E968-8066CF912AD6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19" name="Rounded Rectangle 35">
            <a:extLst>
              <a:ext uri="{FF2B5EF4-FFF2-40B4-BE49-F238E27FC236}">
                <a16:creationId xmlns:a16="http://schemas.microsoft.com/office/drawing/2014/main" id="{56D715B5-E222-669B-A7AA-A8B8868C1805}"/>
              </a:ext>
            </a:extLst>
          </p:cNvPr>
          <p:cNvSpPr/>
          <p:nvPr/>
        </p:nvSpPr>
        <p:spPr>
          <a:xfrm>
            <a:off x="258975" y="5902460"/>
            <a:ext cx="154726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BB310834-15BF-C8F8-F28F-5C3B261E959D}"/>
              </a:ext>
            </a:extLst>
          </p:cNvPr>
          <p:cNvSpPr/>
          <p:nvPr/>
        </p:nvSpPr>
        <p:spPr>
          <a:xfrm>
            <a:off x="1906888" y="5902460"/>
            <a:ext cx="155208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반품요청철회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8A09F9A-19F7-CEA3-608F-36B6AA7E06DA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60E803B-22DE-E3B1-AE96-BB54372B5CA1}"/>
              </a:ext>
            </a:extLst>
          </p:cNvPr>
          <p:cNvSpPr txBox="1"/>
          <p:nvPr/>
        </p:nvSpPr>
        <p:spPr>
          <a:xfrm>
            <a:off x="350794" y="2929470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B8136D0-81AF-9809-DB22-0B6907C0B8E8}"/>
              </a:ext>
            </a:extLst>
          </p:cNvPr>
          <p:cNvGrpSpPr/>
          <p:nvPr/>
        </p:nvGrpSpPr>
        <p:grpSpPr>
          <a:xfrm>
            <a:off x="260125" y="3286988"/>
            <a:ext cx="3214389" cy="808018"/>
            <a:chOff x="260125" y="3813356"/>
            <a:chExt cx="3214389" cy="808018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1FDA741-CA5A-EC7D-900C-9684F811935E}"/>
                </a:ext>
              </a:extLst>
            </p:cNvPr>
            <p:cNvSpPr/>
            <p:nvPr/>
          </p:nvSpPr>
          <p:spPr>
            <a:xfrm>
              <a:off x="260125" y="3813356"/>
              <a:ext cx="3214389" cy="8080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DDE4C25C-6151-5D48-B13D-41861D44491E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6" name="Rounded Rectangle 27">
              <a:extLst>
                <a:ext uri="{FF2B5EF4-FFF2-40B4-BE49-F238E27FC236}">
                  <a16:creationId xmlns:a16="http://schemas.microsoft.com/office/drawing/2014/main" id="{80AF2D95-E12D-6B41-BFB1-55D668AF7E7F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7" name="Rounded Rectangle 27">
              <a:extLst>
                <a:ext uri="{FF2B5EF4-FFF2-40B4-BE49-F238E27FC236}">
                  <a16:creationId xmlns:a16="http://schemas.microsoft.com/office/drawing/2014/main" id="{230AC8FF-EB43-B438-3833-4D49CDF15A39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F6C441B0-FCB1-8CC3-C3C2-30E7D6428F57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87AF636-7333-FE46-F070-BFE67E8B7FFE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976506B-5162-5754-BCC2-88CA9B53B967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Rounded Rectangle 27">
            <a:extLst>
              <a:ext uri="{FF2B5EF4-FFF2-40B4-BE49-F238E27FC236}">
                <a16:creationId xmlns:a16="http://schemas.microsoft.com/office/drawing/2014/main" id="{D4835DB9-BE34-8C61-BDB7-666094D55221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2" name="Rounded Rectangle 27">
            <a:extLst>
              <a:ext uri="{FF2B5EF4-FFF2-40B4-BE49-F238E27FC236}">
                <a16:creationId xmlns:a16="http://schemas.microsoft.com/office/drawing/2014/main" id="{0A3CB44E-D38C-7056-3A25-C923E5156B88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>
                <a:solidFill>
                  <a:schemeClr val="tx1"/>
                </a:solidFill>
                <a:ea typeface="맑은 고딕"/>
              </a:rPr>
              <a:t>반품수량</a:t>
            </a:r>
            <a:endParaRPr lang="ko-KR" altLang="en-US" sz="9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B80752-69F3-DDED-DF8E-18DE3EE0BF11}"/>
              </a:ext>
            </a:extLst>
          </p:cNvPr>
          <p:cNvSpPr txBox="1"/>
          <p:nvPr/>
        </p:nvSpPr>
        <p:spPr>
          <a:xfrm>
            <a:off x="350794" y="4295954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환불정보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4" name="Rounded Rectangle 27">
            <a:extLst>
              <a:ext uri="{FF2B5EF4-FFF2-40B4-BE49-F238E27FC236}">
                <a16:creationId xmlns:a16="http://schemas.microsoft.com/office/drawing/2014/main" id="{32AC7D83-0A7F-A028-8EB3-D364C4F8C335}"/>
              </a:ext>
            </a:extLst>
          </p:cNvPr>
          <p:cNvSpPr/>
          <p:nvPr/>
        </p:nvSpPr>
        <p:spPr>
          <a:xfrm>
            <a:off x="343207" y="4610328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총 환불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예상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금액</a:t>
            </a:r>
          </a:p>
        </p:txBody>
      </p:sp>
      <p:sp>
        <p:nvSpPr>
          <p:cNvPr id="35" name="Rounded Rectangle 27">
            <a:extLst>
              <a:ext uri="{FF2B5EF4-FFF2-40B4-BE49-F238E27FC236}">
                <a16:creationId xmlns:a16="http://schemas.microsoft.com/office/drawing/2014/main" id="{25A7BF4E-A2BC-6228-E511-5AB39F26560B}"/>
              </a:ext>
            </a:extLst>
          </p:cNvPr>
          <p:cNvSpPr/>
          <p:nvPr/>
        </p:nvSpPr>
        <p:spPr>
          <a:xfrm>
            <a:off x="1965685" y="4586129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113,800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6" name="Rounded Rectangle 27">
            <a:extLst>
              <a:ext uri="{FF2B5EF4-FFF2-40B4-BE49-F238E27FC236}">
                <a16:creationId xmlns:a16="http://schemas.microsoft.com/office/drawing/2014/main" id="{FA7DA395-3838-2CA1-5F99-68C4483BC2AC}"/>
              </a:ext>
            </a:extLst>
          </p:cNvPr>
          <p:cNvSpPr/>
          <p:nvPr/>
        </p:nvSpPr>
        <p:spPr>
          <a:xfrm>
            <a:off x="343207" y="4945546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37" name="Rounded Rectangle 27">
            <a:extLst>
              <a:ext uri="{FF2B5EF4-FFF2-40B4-BE49-F238E27FC236}">
                <a16:creationId xmlns:a16="http://schemas.microsoft.com/office/drawing/2014/main" id="{FF3B1D0B-459E-87CB-F015-7F0F9EE33575}"/>
              </a:ext>
            </a:extLst>
          </p:cNvPr>
          <p:cNvSpPr/>
          <p:nvPr/>
        </p:nvSpPr>
        <p:spPr>
          <a:xfrm>
            <a:off x="1965685" y="4937479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69F62C57-267F-B04A-67A4-651DA436C30F}"/>
              </a:ext>
            </a:extLst>
          </p:cNvPr>
          <p:cNvCxnSpPr/>
          <p:nvPr/>
        </p:nvCxnSpPr>
        <p:spPr>
          <a:xfrm>
            <a:off x="262308" y="4869588"/>
            <a:ext cx="324036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27">
            <a:extLst>
              <a:ext uri="{FF2B5EF4-FFF2-40B4-BE49-F238E27FC236}">
                <a16:creationId xmlns:a16="http://schemas.microsoft.com/office/drawing/2014/main" id="{9F6DBEB5-6B46-B970-FEFB-76CA48DC7B03}"/>
              </a:ext>
            </a:extLst>
          </p:cNvPr>
          <p:cNvSpPr/>
          <p:nvPr/>
        </p:nvSpPr>
        <p:spPr>
          <a:xfrm>
            <a:off x="343207" y="5153521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EBF0F40E-18B1-B36B-EADC-76F99AA674AB}"/>
              </a:ext>
            </a:extLst>
          </p:cNvPr>
          <p:cNvSpPr/>
          <p:nvPr/>
        </p:nvSpPr>
        <p:spPr>
          <a:xfrm>
            <a:off x="1965685" y="5145454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13,800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41" name="Rounded Rectangle 27">
            <a:extLst>
              <a:ext uri="{FF2B5EF4-FFF2-40B4-BE49-F238E27FC236}">
                <a16:creationId xmlns:a16="http://schemas.microsoft.com/office/drawing/2014/main" id="{F54BAB6D-A707-C4CE-C2E0-DDB6B581BE05}"/>
              </a:ext>
            </a:extLst>
          </p:cNvPr>
          <p:cNvSpPr/>
          <p:nvPr/>
        </p:nvSpPr>
        <p:spPr>
          <a:xfrm>
            <a:off x="325248" y="5354380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sp>
        <p:nvSpPr>
          <p:cNvPr id="44" name="Rounded Rectangle 35">
            <a:extLst>
              <a:ext uri="{FF2B5EF4-FFF2-40B4-BE49-F238E27FC236}">
                <a16:creationId xmlns:a16="http://schemas.microsoft.com/office/drawing/2014/main" id="{58556A50-C338-7279-14C3-F00671E51E99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45" name="Rounded Rectangle 27">
            <a:extLst>
              <a:ext uri="{FF2B5EF4-FFF2-40B4-BE49-F238E27FC236}">
                <a16:creationId xmlns:a16="http://schemas.microsoft.com/office/drawing/2014/main" id="{6E32A70F-9D88-3277-59DE-0BC113CA8662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46" name="Rounded Rectangle 27">
            <a:extLst>
              <a:ext uri="{FF2B5EF4-FFF2-40B4-BE49-F238E27FC236}">
                <a16:creationId xmlns:a16="http://schemas.microsoft.com/office/drawing/2014/main" id="{27FF81F8-0E8C-5BDC-050B-D5E822648F2A}"/>
              </a:ext>
            </a:extLst>
          </p:cNvPr>
          <p:cNvSpPr/>
          <p:nvPr/>
        </p:nvSpPr>
        <p:spPr>
          <a:xfrm>
            <a:off x="1065372" y="2992374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2EC0B1-D3C7-9A05-72C4-442564E70E79}"/>
              </a:ext>
            </a:extLst>
          </p:cNvPr>
          <p:cNvSpPr txBox="1"/>
          <p:nvPr/>
        </p:nvSpPr>
        <p:spPr>
          <a:xfrm>
            <a:off x="258975" y="4060056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Rounded Rectangle 35">
            <a:extLst>
              <a:ext uri="{FF2B5EF4-FFF2-40B4-BE49-F238E27FC236}">
                <a16:creationId xmlns:a16="http://schemas.microsoft.com/office/drawing/2014/main" id="{212C7783-1353-63B3-A93C-3E0653BE25A4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49" name="Rounded Rectangle 27">
            <a:extLst>
              <a:ext uri="{FF2B5EF4-FFF2-40B4-BE49-F238E27FC236}">
                <a16:creationId xmlns:a16="http://schemas.microsoft.com/office/drawing/2014/main" id="{D139C49D-EA31-899C-0491-E69157D0B684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sp>
        <p:nvSpPr>
          <p:cNvPr id="50" name="Rounded Rectangle 35">
            <a:extLst>
              <a:ext uri="{FF2B5EF4-FFF2-40B4-BE49-F238E27FC236}">
                <a16:creationId xmlns:a16="http://schemas.microsoft.com/office/drawing/2014/main" id="{30D1A3F3-BC92-FA52-FD35-FF0F9996301A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51" name="Rounded Rectangle 35">
            <a:extLst>
              <a:ext uri="{FF2B5EF4-FFF2-40B4-BE49-F238E27FC236}">
                <a16:creationId xmlns:a16="http://schemas.microsoft.com/office/drawing/2014/main" id="{78F78B05-F81C-71C3-1180-A2A878E10BA4}"/>
              </a:ext>
            </a:extLst>
          </p:cNvPr>
          <p:cNvSpPr/>
          <p:nvPr/>
        </p:nvSpPr>
        <p:spPr>
          <a:xfrm>
            <a:off x="3028415" y="2517772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52" name="Rounded Rectangle 35">
            <a:extLst>
              <a:ext uri="{FF2B5EF4-FFF2-40B4-BE49-F238E27FC236}">
                <a16:creationId xmlns:a16="http://schemas.microsoft.com/office/drawing/2014/main" id="{8A0F9A3B-527A-D579-AA2F-F6F79089F6D3}"/>
              </a:ext>
            </a:extLst>
          </p:cNvPr>
          <p:cNvSpPr/>
          <p:nvPr/>
        </p:nvSpPr>
        <p:spPr>
          <a:xfrm>
            <a:off x="3028415" y="3344829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C8F81CC7-E784-593A-CA6A-AA746F2345B9}"/>
              </a:ext>
            </a:extLst>
          </p:cNvPr>
          <p:cNvGrpSpPr/>
          <p:nvPr/>
        </p:nvGrpSpPr>
        <p:grpSpPr>
          <a:xfrm>
            <a:off x="3748100" y="2769426"/>
            <a:ext cx="2448000" cy="1887010"/>
            <a:chOff x="3794105" y="2516412"/>
            <a:chExt cx="2448000" cy="1887010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2CE1C979-66E5-4406-2283-88687B1F1DBA}"/>
                </a:ext>
              </a:extLst>
            </p:cNvPr>
            <p:cNvGrpSpPr/>
            <p:nvPr/>
          </p:nvGrpSpPr>
          <p:grpSpPr>
            <a:xfrm>
              <a:off x="3794105" y="3454627"/>
              <a:ext cx="2447801" cy="318788"/>
              <a:chOff x="7502643" y="5722939"/>
              <a:chExt cx="2447801" cy="318788"/>
            </a:xfrm>
          </p:grpSpPr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E0FFE99F-B073-4357-AC85-CBB4FBAFF733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0" name="Rounded Rectangle 27">
                <a:extLst>
                  <a:ext uri="{FF2B5EF4-FFF2-40B4-BE49-F238E27FC236}">
                    <a16:creationId xmlns:a16="http://schemas.microsoft.com/office/drawing/2014/main" id="{33C60E52-638C-DB96-1461-B141EF1566E8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상품이 늦게 배송됨</a:t>
                </a: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6B772EF2-7B63-8EEA-324A-1FCC0E0F9342}"/>
                </a:ext>
              </a:extLst>
            </p:cNvPr>
            <p:cNvGrpSpPr/>
            <p:nvPr/>
          </p:nvGrpSpPr>
          <p:grpSpPr>
            <a:xfrm>
              <a:off x="3794105" y="3767517"/>
              <a:ext cx="2447801" cy="635905"/>
              <a:chOff x="7502643" y="6035829"/>
              <a:chExt cx="2447801" cy="635905"/>
            </a:xfrm>
          </p:grpSpPr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1CC508B8-AE16-5273-BB63-073D6F57C21B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6" name="Rounded Rectangle 27">
                <a:extLst>
                  <a:ext uri="{FF2B5EF4-FFF2-40B4-BE49-F238E27FC236}">
                    <a16:creationId xmlns:a16="http://schemas.microsoft.com/office/drawing/2014/main" id="{E31BF44F-D3AC-82A9-4047-AB365E7503B6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상품이 파손됨</a:t>
                </a:r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583D0C9D-609E-4C73-AAB1-6C0A0D2BE2BA}"/>
                  </a:ext>
                </a:extLst>
              </p:cNvPr>
              <p:cNvSpPr/>
              <p:nvPr/>
            </p:nvSpPr>
            <p:spPr>
              <a:xfrm>
                <a:off x="7502643" y="6352946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8" name="Rounded Rectangle 27">
                <a:extLst>
                  <a:ext uri="{FF2B5EF4-FFF2-40B4-BE49-F238E27FC236}">
                    <a16:creationId xmlns:a16="http://schemas.microsoft.com/office/drawing/2014/main" id="{31F75B48-30F9-120D-7BF5-76147D146BEA}"/>
                  </a:ext>
                </a:extLst>
              </p:cNvPr>
              <p:cNvSpPr/>
              <p:nvPr/>
            </p:nvSpPr>
            <p:spPr>
              <a:xfrm>
                <a:off x="7582216" y="6415206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기타</a:t>
                </a: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57E3A6AE-4D1F-DC5A-AA3F-C33DD1D688CE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906CF71E-2746-0D7E-0819-D217AC16E523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4" name="Rounded Rectangle 27">
                <a:extLst>
                  <a:ext uri="{FF2B5EF4-FFF2-40B4-BE49-F238E27FC236}">
                    <a16:creationId xmlns:a16="http://schemas.microsoft.com/office/drawing/2014/main" id="{07A25A85-690E-F540-538D-2B99A6707E74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반품 사유를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BDD3FD98-1D55-6FCA-5B87-505FD6A9CBEA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7AF02AE3-4664-6064-F3BE-B0B10D2D09FC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2" name="Rounded Rectangle 27">
                <a:extLst>
                  <a:ext uri="{FF2B5EF4-FFF2-40B4-BE49-F238E27FC236}">
                    <a16:creationId xmlns:a16="http://schemas.microsoft.com/office/drawing/2014/main" id="{42AD86E0-59A0-88E1-C319-C753E2E6A00D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용량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사이즈 불만</a:t>
                </a: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C25D496A-339A-11AE-F129-38CA1029D0CD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15AFDBCC-F240-D575-425A-1F178C1C08CB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60" name="Rounded Rectangle 27">
                <a:extLst>
                  <a:ext uri="{FF2B5EF4-FFF2-40B4-BE49-F238E27FC236}">
                    <a16:creationId xmlns:a16="http://schemas.microsoft.com/office/drawing/2014/main" id="{8635EEAE-C036-880C-B1AE-78A421FDD577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가격불만</a:t>
                </a:r>
              </a:p>
            </p:txBody>
          </p:sp>
        </p:grp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BA6C9406-D85A-A6B1-3322-70394919236E}"/>
              </a:ext>
            </a:extLst>
          </p:cNvPr>
          <p:cNvSpPr/>
          <p:nvPr/>
        </p:nvSpPr>
        <p:spPr>
          <a:xfrm>
            <a:off x="154295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8E8D14ED-F9C0-B341-0B70-77F96A86B589}"/>
              </a:ext>
            </a:extLst>
          </p:cNvPr>
          <p:cNvGrpSpPr/>
          <p:nvPr/>
        </p:nvGrpSpPr>
        <p:grpSpPr>
          <a:xfrm>
            <a:off x="523223" y="2214058"/>
            <a:ext cx="2697799" cy="2547956"/>
            <a:chOff x="7798137" y="2214058"/>
            <a:chExt cx="2697799" cy="2547956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20D734CD-EF94-225B-853C-A07B5DB5972E}"/>
                </a:ext>
              </a:extLst>
            </p:cNvPr>
            <p:cNvSpPr/>
            <p:nvPr/>
          </p:nvSpPr>
          <p:spPr>
            <a:xfrm>
              <a:off x="7798137" y="2214058"/>
              <a:ext cx="2697799" cy="254795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4" name="Rounded Rectangle 35">
              <a:extLst>
                <a:ext uri="{FF2B5EF4-FFF2-40B4-BE49-F238E27FC236}">
                  <a16:creationId xmlns:a16="http://schemas.microsoft.com/office/drawing/2014/main" id="{B12E7CF4-FD3C-93D7-0080-33350C72B2C8}"/>
                </a:ext>
              </a:extLst>
            </p:cNvPr>
            <p:cNvSpPr/>
            <p:nvPr/>
          </p:nvSpPr>
          <p:spPr>
            <a:xfrm>
              <a:off x="8080812" y="4266437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75" name="Rounded Rectangle 35">
              <a:extLst>
                <a:ext uri="{FF2B5EF4-FFF2-40B4-BE49-F238E27FC236}">
                  <a16:creationId xmlns:a16="http://schemas.microsoft.com/office/drawing/2014/main" id="{4A1D62C8-1F63-E6FB-1D7F-F5C05D9D544D}"/>
                </a:ext>
              </a:extLst>
            </p:cNvPr>
            <p:cNvSpPr/>
            <p:nvPr/>
          </p:nvSpPr>
          <p:spPr>
            <a:xfrm>
              <a:off x="9174206" y="4266437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  <p:sp>
          <p:nvSpPr>
            <p:cNvPr id="76" name="Rounded Rectangle 35">
              <a:extLst>
                <a:ext uri="{FF2B5EF4-FFF2-40B4-BE49-F238E27FC236}">
                  <a16:creationId xmlns:a16="http://schemas.microsoft.com/office/drawing/2014/main" id="{44AA2A03-72AD-FB09-4B67-F1206A4FD67C}"/>
                </a:ext>
              </a:extLst>
            </p:cNvPr>
            <p:cNvSpPr/>
            <p:nvPr/>
          </p:nvSpPr>
          <p:spPr>
            <a:xfrm>
              <a:off x="7894078" y="2805462"/>
              <a:ext cx="248484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용량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불만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              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77" name="Rounded Rectangle 35">
              <a:extLst>
                <a:ext uri="{FF2B5EF4-FFF2-40B4-BE49-F238E27FC236}">
                  <a16:creationId xmlns:a16="http://schemas.microsoft.com/office/drawing/2014/main" id="{AA8D260F-2601-971E-8DC5-9F9230C997DC}"/>
                </a:ext>
              </a:extLst>
            </p:cNvPr>
            <p:cNvSpPr/>
            <p:nvPr/>
          </p:nvSpPr>
          <p:spPr>
            <a:xfrm>
              <a:off x="7907910" y="3142585"/>
              <a:ext cx="2484850" cy="91849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S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인데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M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으로 잘못 주문</a:t>
              </a:r>
            </a:p>
          </p:txBody>
        </p:sp>
        <p:sp>
          <p:nvSpPr>
            <p:cNvPr id="78" name="Rounded Rectangle 27">
              <a:extLst>
                <a:ext uri="{FF2B5EF4-FFF2-40B4-BE49-F238E27FC236}">
                  <a16:creationId xmlns:a16="http://schemas.microsoft.com/office/drawing/2014/main" id="{A63A8A02-4BD0-FC63-9A20-4361F1447CB5}"/>
                </a:ext>
              </a:extLst>
            </p:cNvPr>
            <p:cNvSpPr/>
            <p:nvPr/>
          </p:nvSpPr>
          <p:spPr>
            <a:xfrm>
              <a:off x="9256659" y="3824383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36/225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EF6DA40-7D05-F482-F9C6-5F4292F2D9BD}"/>
                </a:ext>
              </a:extLst>
            </p:cNvPr>
            <p:cNvSpPr txBox="1"/>
            <p:nvPr/>
          </p:nvSpPr>
          <p:spPr>
            <a:xfrm>
              <a:off x="8170541" y="2463933"/>
              <a:ext cx="2007330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반품사유 수정</a:t>
              </a:r>
              <a:endParaRPr lang="en-US" altLang="ko-KR" sz="9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  <p:graphicFrame>
        <p:nvGraphicFramePr>
          <p:cNvPr id="83" name="Group 59">
            <a:extLst>
              <a:ext uri="{FF2B5EF4-FFF2-40B4-BE49-F238E27FC236}">
                <a16:creationId xmlns:a16="http://schemas.microsoft.com/office/drawing/2014/main" id="{B2D302B7-1E27-6ECD-921A-7E520F4A59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79913"/>
              </p:ext>
            </p:extLst>
          </p:nvPr>
        </p:nvGraphicFramePr>
        <p:xfrm>
          <a:off x="10128399" y="623854"/>
          <a:ext cx="2850436" cy="33257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레이어 팝업에 대해서는 본 화면 템플릿을 공용으로 사용함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팝업 타이틀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드롭다운 항목은 변동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 사유 드롭다운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기존 사용자가 선택한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입력값으로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필수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상세사유 텍스트영역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입력 항목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기타 선택 시 필수 입력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수정 중단 확인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(confirm)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수정하기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수정 발생 항목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정보값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저장 후 토스트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5" name="모서리가 둥근 직사각형 114">
            <a:extLst>
              <a:ext uri="{FF2B5EF4-FFF2-40B4-BE49-F238E27FC236}">
                <a16:creationId xmlns:a16="http://schemas.microsoft.com/office/drawing/2014/main" id="{F4E4DC3C-A1E3-D4F1-2C30-09A963E1B5E7}"/>
              </a:ext>
            </a:extLst>
          </p:cNvPr>
          <p:cNvSpPr/>
          <p:nvPr/>
        </p:nvSpPr>
        <p:spPr>
          <a:xfrm>
            <a:off x="341503" y="28480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6" name="모서리가 둥근 직사각형 114">
            <a:extLst>
              <a:ext uri="{FF2B5EF4-FFF2-40B4-BE49-F238E27FC236}">
                <a16:creationId xmlns:a16="http://schemas.microsoft.com/office/drawing/2014/main" id="{A5688A9C-CB75-30AD-B0F1-6849B658970D}"/>
              </a:ext>
            </a:extLst>
          </p:cNvPr>
          <p:cNvSpPr/>
          <p:nvPr/>
        </p:nvSpPr>
        <p:spPr>
          <a:xfrm>
            <a:off x="341503" y="31952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7" name="모서리가 둥근 직사각형 114">
            <a:extLst>
              <a:ext uri="{FF2B5EF4-FFF2-40B4-BE49-F238E27FC236}">
                <a16:creationId xmlns:a16="http://schemas.microsoft.com/office/drawing/2014/main" id="{2CDDE62F-5FA6-38A0-E664-5984A23D2D54}"/>
              </a:ext>
            </a:extLst>
          </p:cNvPr>
          <p:cNvSpPr/>
          <p:nvPr/>
        </p:nvSpPr>
        <p:spPr>
          <a:xfrm>
            <a:off x="587118" y="431186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8" name="모서리가 둥근 직사각형 114">
            <a:extLst>
              <a:ext uri="{FF2B5EF4-FFF2-40B4-BE49-F238E27FC236}">
                <a16:creationId xmlns:a16="http://schemas.microsoft.com/office/drawing/2014/main" id="{E16B5E6D-89A0-EDB1-97B0-3B2787D5657C}"/>
              </a:ext>
            </a:extLst>
          </p:cNvPr>
          <p:cNvSpPr/>
          <p:nvPr/>
        </p:nvSpPr>
        <p:spPr>
          <a:xfrm>
            <a:off x="1766220" y="431186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2DA7D5C-0FD7-872E-8B87-FE93DA831CE2}"/>
              </a:ext>
            </a:extLst>
          </p:cNvPr>
          <p:cNvSpPr/>
          <p:nvPr/>
        </p:nvSpPr>
        <p:spPr>
          <a:xfrm>
            <a:off x="7921129" y="58428"/>
            <a:ext cx="14029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CH-U-MY-02-02-07p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885697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B3406-6559-9151-0175-8E61AABE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89C8BF-3B5C-F2E1-E603-469B6D3F8962}"/>
              </a:ext>
            </a:extLst>
          </p:cNvPr>
          <p:cNvSpPr txBox="1"/>
          <p:nvPr/>
        </p:nvSpPr>
        <p:spPr>
          <a:xfrm>
            <a:off x="1307907" y="78285"/>
            <a:ext cx="15311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 err="1">
                <a:solidFill>
                  <a:srgbClr val="234DD3"/>
                </a:solidFill>
                <a:latin typeface="맑은 고딕" panose="020B0503020000020004" pitchFamily="50" charset="-127"/>
              </a:rPr>
              <a:t>반품처리중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완료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철회 상세 화면</a:t>
            </a:r>
            <a:endParaRPr lang="ko-KR" altLang="en-US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BA3C9B-6BE1-8BE1-FFCB-7ACB2542205A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1025B0-0C84-DFD2-7D19-E73DA955BDC2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CH-U-MY-02-02-08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52B115-E89A-1165-DFFB-8EE34FA8FF7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13A792-3755-36C7-1C73-BD528776EED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9361763-F7D0-8143-357D-0C29B697BF56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B2F1F9-95DE-EE8B-36BF-48E910D4916F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57A101-6C1A-10FA-81E5-23F1908CFE9C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A75F126-1927-ECCE-2856-AD56E97473D3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825D1EE3-9D7B-AE53-6C68-341823D91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B2D6B94-0DC9-DB91-EB89-01E88A76D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2CD27589-12EF-15BD-F8EA-207256F63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95187A8-411F-06EB-5B07-25B8003C5DEF}"/>
              </a:ext>
            </a:extLst>
          </p:cNvPr>
          <p:cNvSpPr txBox="1"/>
          <p:nvPr/>
        </p:nvSpPr>
        <p:spPr>
          <a:xfrm>
            <a:off x="228222" y="1085816"/>
            <a:ext cx="18069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solidFill>
                  <a:srgbClr val="234DD3"/>
                </a:solidFill>
                <a:ea typeface="맑은 고딕"/>
              </a:rPr>
              <a:t>반품처리중</a:t>
            </a:r>
            <a:r>
              <a:rPr lang="ko-KR" altLang="ko-KR" sz="1000" dirty="0">
                <a:solidFill>
                  <a:srgbClr val="8A8A8A"/>
                </a:solidFill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A7C073FE-252F-631A-B10A-C0C5DEFD2AB6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550B0141-0620-FC89-CE63-0A7552606498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35">
            <a:extLst>
              <a:ext uri="{FF2B5EF4-FFF2-40B4-BE49-F238E27FC236}">
                <a16:creationId xmlns:a16="http://schemas.microsoft.com/office/drawing/2014/main" id="{1B89F2C8-8328-6D32-8F5E-C5F994312B2F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2FF3968-7F61-5F22-19DF-DFEAA8FDB8D2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54AEBCA-1412-21F8-DD04-3C699D523106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8B40A819-4338-DEC5-0670-23637E6B25CE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5" name="Rounded Rectangle 35">
            <a:extLst>
              <a:ext uri="{FF2B5EF4-FFF2-40B4-BE49-F238E27FC236}">
                <a16:creationId xmlns:a16="http://schemas.microsoft.com/office/drawing/2014/main" id="{3BB9B5DB-45D1-48DC-55EC-91CD25F03DD3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168" name="Rounded Rectangle 27">
            <a:extLst>
              <a:ext uri="{FF2B5EF4-FFF2-40B4-BE49-F238E27FC236}">
                <a16:creationId xmlns:a16="http://schemas.microsoft.com/office/drawing/2014/main" id="{26FB2903-3724-887A-2532-E4842D29042E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반품수량</a:t>
            </a: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33E2757C-60D1-575D-BABA-61E0F90226CA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sp>
        <p:nvSpPr>
          <p:cNvPr id="40" name="Rounded Rectangle 35">
            <a:extLst>
              <a:ext uri="{FF2B5EF4-FFF2-40B4-BE49-F238E27FC236}">
                <a16:creationId xmlns:a16="http://schemas.microsoft.com/office/drawing/2014/main" id="{A76B8773-0B86-DB86-139F-7E865CD400E1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88D3749E-4273-097D-2ED7-FECB20098BFC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50940228-1C80-7073-395C-4534B65F766C}"/>
              </a:ext>
            </a:extLst>
          </p:cNvPr>
          <p:cNvSpPr/>
          <p:nvPr/>
        </p:nvSpPr>
        <p:spPr>
          <a:xfrm>
            <a:off x="266792" y="5917393"/>
            <a:ext cx="318616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목록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F633A1-7048-5DE5-A8A3-F2151D786BF1}"/>
              </a:ext>
            </a:extLst>
          </p:cNvPr>
          <p:cNvSpPr txBox="1"/>
          <p:nvPr/>
        </p:nvSpPr>
        <p:spPr>
          <a:xfrm>
            <a:off x="350794" y="2929177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77D7152-9B88-907D-DC91-D0B1FCE3361C}"/>
              </a:ext>
            </a:extLst>
          </p:cNvPr>
          <p:cNvGrpSpPr/>
          <p:nvPr/>
        </p:nvGrpSpPr>
        <p:grpSpPr>
          <a:xfrm>
            <a:off x="260125" y="3286695"/>
            <a:ext cx="3214389" cy="808018"/>
            <a:chOff x="260125" y="3813356"/>
            <a:chExt cx="3214389" cy="808018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6576794-6E90-0CC1-CE26-38346DBD64D2}"/>
                </a:ext>
              </a:extLst>
            </p:cNvPr>
            <p:cNvSpPr/>
            <p:nvPr/>
          </p:nvSpPr>
          <p:spPr>
            <a:xfrm>
              <a:off x="260125" y="3813356"/>
              <a:ext cx="3214389" cy="8080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Rounded Rectangle 27">
              <a:extLst>
                <a:ext uri="{FF2B5EF4-FFF2-40B4-BE49-F238E27FC236}">
                  <a16:creationId xmlns:a16="http://schemas.microsoft.com/office/drawing/2014/main" id="{8B71E0ED-B272-3EC2-0224-F156A63C7A32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3" name="Rounded Rectangle 27">
              <a:extLst>
                <a:ext uri="{FF2B5EF4-FFF2-40B4-BE49-F238E27FC236}">
                  <a16:creationId xmlns:a16="http://schemas.microsoft.com/office/drawing/2014/main" id="{200F6CBB-AA52-A947-2BD2-8764CADFA06D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7699DCF8-0A02-2CB8-1BB2-091CB9DEF0DB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71A96E47-6BB6-2DBC-0B73-994302FC7389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C098075-2C84-1662-EC84-8252234D7460}"/>
              </a:ext>
            </a:extLst>
          </p:cNvPr>
          <p:cNvSpPr txBox="1"/>
          <p:nvPr/>
        </p:nvSpPr>
        <p:spPr>
          <a:xfrm>
            <a:off x="350794" y="4295661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환불정보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27" name="Rounded Rectangle 27">
            <a:extLst>
              <a:ext uri="{FF2B5EF4-FFF2-40B4-BE49-F238E27FC236}">
                <a16:creationId xmlns:a16="http://schemas.microsoft.com/office/drawing/2014/main" id="{E832534C-7AA3-D86C-D5A7-61B527D7F477}"/>
              </a:ext>
            </a:extLst>
          </p:cNvPr>
          <p:cNvSpPr/>
          <p:nvPr/>
        </p:nvSpPr>
        <p:spPr>
          <a:xfrm>
            <a:off x="343207" y="4610035"/>
            <a:ext cx="1226145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총 환불금액</a:t>
            </a:r>
          </a:p>
        </p:txBody>
      </p:sp>
      <p:sp>
        <p:nvSpPr>
          <p:cNvPr id="30" name="Rounded Rectangle 27">
            <a:extLst>
              <a:ext uri="{FF2B5EF4-FFF2-40B4-BE49-F238E27FC236}">
                <a16:creationId xmlns:a16="http://schemas.microsoft.com/office/drawing/2014/main" id="{A8B63C8E-1395-5D61-F304-27CE4EB6FDA6}"/>
              </a:ext>
            </a:extLst>
          </p:cNvPr>
          <p:cNvSpPr/>
          <p:nvPr/>
        </p:nvSpPr>
        <p:spPr>
          <a:xfrm>
            <a:off x="1965685" y="4585836"/>
            <a:ext cx="1458812" cy="237548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404040"/>
                </a:solidFill>
                <a:ea typeface="맑은 고딕"/>
              </a:rPr>
              <a:t>113,800</a:t>
            </a:r>
            <a:r>
              <a:rPr lang="ko-KR" altLang="en-US" sz="1000" b="1" dirty="0">
                <a:solidFill>
                  <a:srgbClr val="404040"/>
                </a:solidFill>
                <a:ea typeface="맑은 고딕"/>
              </a:rPr>
              <a:t>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2" name="Rounded Rectangle 27">
            <a:extLst>
              <a:ext uri="{FF2B5EF4-FFF2-40B4-BE49-F238E27FC236}">
                <a16:creationId xmlns:a16="http://schemas.microsoft.com/office/drawing/2014/main" id="{01AC6C8D-B24E-08F2-35B2-6ADE957DCD9F}"/>
              </a:ext>
            </a:extLst>
          </p:cNvPr>
          <p:cNvSpPr/>
          <p:nvPr/>
        </p:nvSpPr>
        <p:spPr>
          <a:xfrm>
            <a:off x="343207" y="4945253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바우처 적용금액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조제분유지원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)</a:t>
            </a:r>
          </a:p>
        </p:txBody>
      </p:sp>
      <p:sp>
        <p:nvSpPr>
          <p:cNvPr id="33" name="Rounded Rectangle 27">
            <a:extLst>
              <a:ext uri="{FF2B5EF4-FFF2-40B4-BE49-F238E27FC236}">
                <a16:creationId xmlns:a16="http://schemas.microsoft.com/office/drawing/2014/main" id="{E7924CF3-3CC9-9AD8-3FA8-14D003A3E913}"/>
              </a:ext>
            </a:extLst>
          </p:cNvPr>
          <p:cNvSpPr/>
          <p:nvPr/>
        </p:nvSpPr>
        <p:spPr>
          <a:xfrm>
            <a:off x="1965685" y="4937186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100,000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AFB5583F-16AC-EDB4-9656-976AC19AD6D9}"/>
              </a:ext>
            </a:extLst>
          </p:cNvPr>
          <p:cNvCxnSpPr/>
          <p:nvPr/>
        </p:nvCxnSpPr>
        <p:spPr>
          <a:xfrm>
            <a:off x="262308" y="4869295"/>
            <a:ext cx="324036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27">
            <a:extLst>
              <a:ext uri="{FF2B5EF4-FFF2-40B4-BE49-F238E27FC236}">
                <a16:creationId xmlns:a16="http://schemas.microsoft.com/office/drawing/2014/main" id="{7DCD9A8C-4C5B-0644-17AB-1521BA13C9BA}"/>
              </a:ext>
            </a:extLst>
          </p:cNvPr>
          <p:cNvSpPr/>
          <p:nvPr/>
        </p:nvSpPr>
        <p:spPr>
          <a:xfrm>
            <a:off x="343207" y="5153228"/>
            <a:ext cx="2131961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본인부담금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6" name="Rounded Rectangle 27">
            <a:extLst>
              <a:ext uri="{FF2B5EF4-FFF2-40B4-BE49-F238E27FC236}">
                <a16:creationId xmlns:a16="http://schemas.microsoft.com/office/drawing/2014/main" id="{FDF5894F-D1B8-B25B-1776-6E07FFDBD050}"/>
              </a:ext>
            </a:extLst>
          </p:cNvPr>
          <p:cNvSpPr/>
          <p:nvPr/>
        </p:nvSpPr>
        <p:spPr>
          <a:xfrm>
            <a:off x="1965685" y="5145161"/>
            <a:ext cx="145881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r"/>
            <a:r>
              <a:rPr lang="en-US" altLang="ko-KR" sz="800" b="1" dirty="0">
                <a:solidFill>
                  <a:srgbClr val="404040"/>
                </a:solidFill>
                <a:ea typeface="맑은 고딕"/>
              </a:rPr>
              <a:t>13,800</a:t>
            </a:r>
            <a:r>
              <a:rPr lang="ko-KR" altLang="en-US" sz="800" b="1" dirty="0">
                <a:solidFill>
                  <a:srgbClr val="404040"/>
                </a:solidFill>
                <a:ea typeface="맑은 고딕"/>
              </a:rPr>
              <a:t>원</a:t>
            </a:r>
            <a:endParaRPr lang="en-US" altLang="ko-KR" sz="8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37" name="Rounded Rectangle 27">
            <a:extLst>
              <a:ext uri="{FF2B5EF4-FFF2-40B4-BE49-F238E27FC236}">
                <a16:creationId xmlns:a16="http://schemas.microsoft.com/office/drawing/2014/main" id="{13FC6D8C-3EAF-E0BD-21E8-8807260E9C01}"/>
              </a:ext>
            </a:extLst>
          </p:cNvPr>
          <p:cNvSpPr/>
          <p:nvPr/>
        </p:nvSpPr>
        <p:spPr>
          <a:xfrm>
            <a:off x="325248" y="5354087"/>
            <a:ext cx="2427081" cy="173017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(BC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) 9300-****-****-5637</a:t>
            </a:r>
          </a:p>
        </p:txBody>
      </p:sp>
      <p:sp>
        <p:nvSpPr>
          <p:cNvPr id="39" name="Rounded Rectangle 27">
            <a:extLst>
              <a:ext uri="{FF2B5EF4-FFF2-40B4-BE49-F238E27FC236}">
                <a16:creationId xmlns:a16="http://schemas.microsoft.com/office/drawing/2014/main" id="{008FD082-3C5B-012C-BD5C-64C23F1D3E99}"/>
              </a:ext>
            </a:extLst>
          </p:cNvPr>
          <p:cNvSpPr/>
          <p:nvPr/>
        </p:nvSpPr>
        <p:spPr>
          <a:xfrm>
            <a:off x="1065372" y="2992081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48A762-EF12-FB57-2DA7-FE8FF1E905EF}"/>
              </a:ext>
            </a:extLst>
          </p:cNvPr>
          <p:cNvSpPr txBox="1"/>
          <p:nvPr/>
        </p:nvSpPr>
        <p:spPr>
          <a:xfrm>
            <a:off x="258975" y="4059763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4" name="Group 59">
            <a:extLst>
              <a:ext uri="{FF2B5EF4-FFF2-40B4-BE49-F238E27FC236}">
                <a16:creationId xmlns:a16="http://schemas.microsoft.com/office/drawing/2014/main" id="{A7A9E80D-852E-CE4F-041F-48DEF62D1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207772"/>
              </p:ext>
            </p:extLst>
          </p:nvPr>
        </p:nvGraphicFramePr>
        <p:xfrm>
          <a:off x="10128399" y="623854"/>
          <a:ext cx="2850436" cy="355365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반품요청 상세 화면과 동일하나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일부 버튼이 숨김 처리됨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처리 과정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상태에 따라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반품처리중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반품철회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구분하여 표기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71876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반품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정보 수정이 불가하므로 수정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숨김처리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상품회수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기존 입력한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정보 수정이 불가하므로 수정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숨김처리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환불정보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결제한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목록화면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반품요청철회 불가하므로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숨김처리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86" name="모서리가 둥근 직사각형 114">
            <a:extLst>
              <a:ext uri="{FF2B5EF4-FFF2-40B4-BE49-F238E27FC236}">
                <a16:creationId xmlns:a16="http://schemas.microsoft.com/office/drawing/2014/main" id="{F9550056-186C-7D31-E438-507C01B417C4}"/>
              </a:ext>
            </a:extLst>
          </p:cNvPr>
          <p:cNvSpPr/>
          <p:nvPr/>
        </p:nvSpPr>
        <p:spPr>
          <a:xfrm>
            <a:off x="73411" y="426799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8" name="모서리가 둥근 직사각형 114">
            <a:extLst>
              <a:ext uri="{FF2B5EF4-FFF2-40B4-BE49-F238E27FC236}">
                <a16:creationId xmlns:a16="http://schemas.microsoft.com/office/drawing/2014/main" id="{C6F75936-F95A-17B0-C889-B3BDBC20D312}"/>
              </a:ext>
            </a:extLst>
          </p:cNvPr>
          <p:cNvSpPr/>
          <p:nvPr/>
        </p:nvSpPr>
        <p:spPr>
          <a:xfrm>
            <a:off x="-24724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0" name="모서리가 둥근 직사각형 114">
            <a:extLst>
              <a:ext uri="{FF2B5EF4-FFF2-40B4-BE49-F238E27FC236}">
                <a16:creationId xmlns:a16="http://schemas.microsoft.com/office/drawing/2014/main" id="{51F6EB88-178B-8991-F74B-C2771F06925C}"/>
              </a:ext>
            </a:extLst>
          </p:cNvPr>
          <p:cNvSpPr/>
          <p:nvPr/>
        </p:nvSpPr>
        <p:spPr>
          <a:xfrm>
            <a:off x="73411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2" name="모서리가 둥근 직사각형 114">
            <a:extLst>
              <a:ext uri="{FF2B5EF4-FFF2-40B4-BE49-F238E27FC236}">
                <a16:creationId xmlns:a16="http://schemas.microsoft.com/office/drawing/2014/main" id="{4298ACA9-6453-A41A-0BEB-FB3CC0734703}"/>
              </a:ext>
            </a:extLst>
          </p:cNvPr>
          <p:cNvSpPr/>
          <p:nvPr/>
        </p:nvSpPr>
        <p:spPr>
          <a:xfrm>
            <a:off x="73411" y="20953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4" name="모서리가 둥근 직사각형 114">
            <a:extLst>
              <a:ext uri="{FF2B5EF4-FFF2-40B4-BE49-F238E27FC236}">
                <a16:creationId xmlns:a16="http://schemas.microsoft.com/office/drawing/2014/main" id="{0B89E5ED-D80E-60CD-70E6-44443835E234}"/>
              </a:ext>
            </a:extLst>
          </p:cNvPr>
          <p:cNvSpPr/>
          <p:nvPr/>
        </p:nvSpPr>
        <p:spPr>
          <a:xfrm>
            <a:off x="73411" y="28574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622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F280D-0608-4581-A9EF-FBE2B1F23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44D706-51B3-4AFD-A4BC-62FABF33B526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반품 반려 상세 화면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F39FB-7DA5-ACB9-0999-91225A016F4A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3CE841D-727D-E54F-B340-9FF3F9C0B81B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CH-U-MY-02-02-09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14F0DE-018A-A30D-6CFE-9E16AF4897D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2488B-890C-0110-47EC-507E999602FD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3DB01A-B4D0-0C26-44E1-24C322F72113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4CAAF9-A255-456A-C5C6-AA4A8E6EFFFE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16775B-3DC0-3BD2-A3D1-AA3F54D13ECC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99EE675E-AB24-3893-E5DB-7EE7E8572459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09A4EDE-E7DB-9CCE-D775-140EA37BD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405E0A1-20B5-E44A-8ADA-0D0A1867F6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720E36DD-6940-04C3-6CC5-A2AE0BD98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4D19A35-51D7-DBAE-E56A-D12193533958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solidFill>
                  <a:srgbClr val="FF0000"/>
                </a:solidFill>
                <a:ea typeface="맑은 고딕"/>
              </a:rPr>
              <a:t>반품반려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921F20A6-756A-6855-0688-B77F1FB0030F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8297AD5-666B-3E37-78D5-AD12B633A9AE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35">
            <a:extLst>
              <a:ext uri="{FF2B5EF4-FFF2-40B4-BE49-F238E27FC236}">
                <a16:creationId xmlns:a16="http://schemas.microsoft.com/office/drawing/2014/main" id="{87902AF4-2C78-6E93-07F5-A41E73F05E8F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A346FC4-A899-B4E4-872E-9D3306B4F96C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79F13677-2561-C336-A6C2-793056AC40E5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7587E228-CB88-894F-CEF6-1C814AB0C6A8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5" name="Rounded Rectangle 35">
            <a:extLst>
              <a:ext uri="{FF2B5EF4-FFF2-40B4-BE49-F238E27FC236}">
                <a16:creationId xmlns:a16="http://schemas.microsoft.com/office/drawing/2014/main" id="{ABDA6B5D-CF69-E1CE-2859-781D0719D13A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168" name="Rounded Rectangle 27">
            <a:extLst>
              <a:ext uri="{FF2B5EF4-FFF2-40B4-BE49-F238E27FC236}">
                <a16:creationId xmlns:a16="http://schemas.microsoft.com/office/drawing/2014/main" id="{0409D382-D749-C91E-E786-B9DE5C2F7D92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반품수량</a:t>
            </a: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59CFDBD6-A415-B3FD-96C2-B704008BB3DD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sp>
        <p:nvSpPr>
          <p:cNvPr id="40" name="Rounded Rectangle 35">
            <a:extLst>
              <a:ext uri="{FF2B5EF4-FFF2-40B4-BE49-F238E27FC236}">
                <a16:creationId xmlns:a16="http://schemas.microsoft.com/office/drawing/2014/main" id="{01AC351B-7E3C-E4D7-D78A-B99BC2220F50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24EA1BC5-38AE-9A1D-3235-683EFAE8C340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9614BC7E-7DA2-060A-2040-8D04BA37448A}"/>
              </a:ext>
            </a:extLst>
          </p:cNvPr>
          <p:cNvSpPr/>
          <p:nvPr/>
        </p:nvSpPr>
        <p:spPr>
          <a:xfrm>
            <a:off x="266792" y="5917393"/>
            <a:ext cx="318616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목록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6175A1F0-A690-5D4D-D3A3-7F429A34924E}"/>
              </a:ext>
            </a:extLst>
          </p:cNvPr>
          <p:cNvGrpSpPr/>
          <p:nvPr/>
        </p:nvGrpSpPr>
        <p:grpSpPr>
          <a:xfrm>
            <a:off x="288281" y="3015239"/>
            <a:ext cx="3139564" cy="762948"/>
            <a:chOff x="324312" y="3015239"/>
            <a:chExt cx="3139564" cy="762948"/>
          </a:xfrm>
        </p:grpSpPr>
        <p:sp>
          <p:nvSpPr>
            <p:cNvPr id="43" name="Rounded Rectangle 35">
              <a:extLst>
                <a:ext uri="{FF2B5EF4-FFF2-40B4-BE49-F238E27FC236}">
                  <a16:creationId xmlns:a16="http://schemas.microsoft.com/office/drawing/2014/main" id="{69A01A8E-52C7-56A2-0F87-0B798648A15F}"/>
                </a:ext>
              </a:extLst>
            </p:cNvPr>
            <p:cNvSpPr/>
            <p:nvPr/>
          </p:nvSpPr>
          <p:spPr>
            <a:xfrm>
              <a:off x="324312" y="3015239"/>
              <a:ext cx="3120827" cy="76294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반품 불가 사유 작성 공간입니다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46" name="Rounded Rectangle 27">
              <a:extLst>
                <a:ext uri="{FF2B5EF4-FFF2-40B4-BE49-F238E27FC236}">
                  <a16:creationId xmlns:a16="http://schemas.microsoft.com/office/drawing/2014/main" id="{BEE14D6D-5B80-F5AB-BD88-EEC996A4C75A}"/>
                </a:ext>
              </a:extLst>
            </p:cNvPr>
            <p:cNvSpPr/>
            <p:nvPr/>
          </p:nvSpPr>
          <p:spPr>
            <a:xfrm>
              <a:off x="374375" y="3071372"/>
              <a:ext cx="1000054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ea typeface="맑은 고딕"/>
                </a:rPr>
                <a:t>반려사유</a:t>
              </a:r>
            </a:p>
          </p:txBody>
        </p:sp>
        <p:sp>
          <p:nvSpPr>
            <p:cNvPr id="47" name="Rounded Rectangle 27">
              <a:extLst>
                <a:ext uri="{FF2B5EF4-FFF2-40B4-BE49-F238E27FC236}">
                  <a16:creationId xmlns:a16="http://schemas.microsoft.com/office/drawing/2014/main" id="{2FB45878-87A8-C297-0815-A660A36E27DA}"/>
                </a:ext>
              </a:extLst>
            </p:cNvPr>
            <p:cNvSpPr/>
            <p:nvPr/>
          </p:nvSpPr>
          <p:spPr>
            <a:xfrm>
              <a:off x="2383876" y="3069110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10 11:25 </a:t>
              </a:r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반려</a:t>
              </a:r>
            </a:p>
          </p:txBody>
        </p:sp>
      </p:grpSp>
      <p:graphicFrame>
        <p:nvGraphicFramePr>
          <p:cNvPr id="14" name="Group 59">
            <a:extLst>
              <a:ext uri="{FF2B5EF4-FFF2-40B4-BE49-F238E27FC236}">
                <a16:creationId xmlns:a16="http://schemas.microsoft.com/office/drawing/2014/main" id="{C7EB8364-8417-FA18-F5DB-9AED6677F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374805"/>
              </p:ext>
            </p:extLst>
          </p:nvPr>
        </p:nvGraphicFramePr>
        <p:xfrm>
          <a:off x="10128399" y="623854"/>
          <a:ext cx="2850436" cy="251733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기본정보 안내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반품수량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반려사유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판매자가 입력한 반려사유 및 반려 처리시간 노출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교환내역 목록 화면으로 이동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5FEB88F3-4AE9-B8C8-E214-36B7006D32EC}"/>
              </a:ext>
            </a:extLst>
          </p:cNvPr>
          <p:cNvSpPr/>
          <p:nvPr/>
        </p:nvSpPr>
        <p:spPr>
          <a:xfrm>
            <a:off x="87911" y="59551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CBB52808-E063-45DA-2641-10E7E0B05CD0}"/>
              </a:ext>
            </a:extLst>
          </p:cNvPr>
          <p:cNvSpPr/>
          <p:nvPr/>
        </p:nvSpPr>
        <p:spPr>
          <a:xfrm>
            <a:off x="80094" y="102901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FB246025-890C-9AC3-1A6E-91DBC59996C3}"/>
              </a:ext>
            </a:extLst>
          </p:cNvPr>
          <p:cNvSpPr/>
          <p:nvPr/>
        </p:nvSpPr>
        <p:spPr>
          <a:xfrm>
            <a:off x="80094" y="20700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모서리가 둥근 직사각형 114">
            <a:extLst>
              <a:ext uri="{FF2B5EF4-FFF2-40B4-BE49-F238E27FC236}">
                <a16:creationId xmlns:a16="http://schemas.microsoft.com/office/drawing/2014/main" id="{38C09474-D376-3051-6C6C-D3B7A87CE2B4}"/>
              </a:ext>
            </a:extLst>
          </p:cNvPr>
          <p:cNvSpPr/>
          <p:nvPr/>
        </p:nvSpPr>
        <p:spPr>
          <a:xfrm>
            <a:off x="80094" y="29847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432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98E01-4668-1C93-1EB0-547D32F05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8F5938-E0CF-1F5C-2225-8B9DC0435F70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요청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437ECB-838B-4DCF-C51B-47013C53A352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63598D-3182-C0CB-F2E4-C236658433F1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CH-U-MY-02-02-10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64370F-E5C9-14AB-DED1-5E502D0CF21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C72D4D-1DAE-8BB4-ADAA-BAD3E563CDA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EE578BF-D96B-0117-F87E-0EFA1C5D30C5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756590-51AE-4972-C3E3-59C2F9184B70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676C06-727D-8AF5-8F8A-075EF2BC3FF1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2700D64-8BA7-AE92-AF7A-FED9C00ABDCD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EFE1D81-B8B5-068D-C103-03F77DB90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52DF07C-34A9-D68D-A5AA-4C4C41233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18C00DC4-6E06-0779-03CA-288503536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531C6FE-E82A-675A-971E-74B582788281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교환요청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63D96C60-34EE-9464-06F3-02641A0A4D70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432EC447-5C68-B707-EA65-FF19B90A0D0D}"/>
              </a:ext>
            </a:extLst>
          </p:cNvPr>
          <p:cNvSpPr/>
          <p:nvPr/>
        </p:nvSpPr>
        <p:spPr>
          <a:xfrm>
            <a:off x="258975" y="5906806"/>
            <a:ext cx="154726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AADE1511-A1A1-D37B-AF8B-744C73513FEB}"/>
              </a:ext>
            </a:extLst>
          </p:cNvPr>
          <p:cNvSpPr/>
          <p:nvPr/>
        </p:nvSpPr>
        <p:spPr>
          <a:xfrm>
            <a:off x="1906888" y="5906806"/>
            <a:ext cx="155208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교환요청철회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A6E1D4-DF71-81C6-9F92-E7D01FF98133}"/>
              </a:ext>
            </a:extLst>
          </p:cNvPr>
          <p:cNvSpPr txBox="1"/>
          <p:nvPr/>
        </p:nvSpPr>
        <p:spPr>
          <a:xfrm>
            <a:off x="350794" y="2925471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교환배송정보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E40F0C8-E3D4-57B4-BD2B-C4B790BEBFE6}"/>
              </a:ext>
            </a:extLst>
          </p:cNvPr>
          <p:cNvGrpSpPr/>
          <p:nvPr/>
        </p:nvGrpSpPr>
        <p:grpSpPr>
          <a:xfrm>
            <a:off x="260125" y="3282989"/>
            <a:ext cx="3214389" cy="921600"/>
            <a:chOff x="260125" y="3813356"/>
            <a:chExt cx="3214389" cy="921600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96B35559-696F-2E1E-AEEF-08E135D5B1F4}"/>
                </a:ext>
              </a:extLst>
            </p:cNvPr>
            <p:cNvSpPr/>
            <p:nvPr/>
          </p:nvSpPr>
          <p:spPr>
            <a:xfrm>
              <a:off x="260125" y="3813356"/>
              <a:ext cx="3214389" cy="921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F0F1A5F2-D606-58D8-6F2E-C9275A283EE2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6" name="Rounded Rectangle 27">
              <a:extLst>
                <a:ext uri="{FF2B5EF4-FFF2-40B4-BE49-F238E27FC236}">
                  <a16:creationId xmlns:a16="http://schemas.microsoft.com/office/drawing/2014/main" id="{70F6D599-DE82-9C10-F34B-D9038CDB98C5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7" name="Rounded Rectangle 27">
              <a:extLst>
                <a:ext uri="{FF2B5EF4-FFF2-40B4-BE49-F238E27FC236}">
                  <a16:creationId xmlns:a16="http://schemas.microsoft.com/office/drawing/2014/main" id="{A8B30CD8-C529-1C55-9BC5-504CC1F2BE32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9" name="Rounded Rectangle 27">
              <a:extLst>
                <a:ext uri="{FF2B5EF4-FFF2-40B4-BE49-F238E27FC236}">
                  <a16:creationId xmlns:a16="http://schemas.microsoft.com/office/drawing/2014/main" id="{6662FAF3-C237-E44C-EF4D-4C4AEE8F081D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7BE010C2-25A8-6610-393B-B747F1C8AB36}"/>
              </a:ext>
            </a:extLst>
          </p:cNvPr>
          <p:cNvSpPr txBox="1"/>
          <p:nvPr/>
        </p:nvSpPr>
        <p:spPr>
          <a:xfrm>
            <a:off x="350794" y="4218984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AABE2E30-5172-82B5-969D-B8BCBB955DF3}"/>
              </a:ext>
            </a:extLst>
          </p:cNvPr>
          <p:cNvGrpSpPr/>
          <p:nvPr/>
        </p:nvGrpSpPr>
        <p:grpSpPr>
          <a:xfrm>
            <a:off x="260125" y="4580575"/>
            <a:ext cx="3214389" cy="829578"/>
            <a:chOff x="260125" y="3813358"/>
            <a:chExt cx="3214389" cy="829578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65F03570-58D3-75E3-BBD0-9F7BF6112D01}"/>
                </a:ext>
              </a:extLst>
            </p:cNvPr>
            <p:cNvSpPr/>
            <p:nvPr/>
          </p:nvSpPr>
          <p:spPr>
            <a:xfrm>
              <a:off x="260125" y="3813358"/>
              <a:ext cx="3214389" cy="8295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7" name="Rounded Rectangle 27">
              <a:extLst>
                <a:ext uri="{FF2B5EF4-FFF2-40B4-BE49-F238E27FC236}">
                  <a16:creationId xmlns:a16="http://schemas.microsoft.com/office/drawing/2014/main" id="{33ACB313-0942-316C-1180-E355468A4AA8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58" name="Rounded Rectangle 27">
              <a:extLst>
                <a:ext uri="{FF2B5EF4-FFF2-40B4-BE49-F238E27FC236}">
                  <a16:creationId xmlns:a16="http://schemas.microsoft.com/office/drawing/2014/main" id="{C655402A-F306-A509-6CDC-86EF2E8D3C96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59" name="Rounded Rectangle 27">
              <a:extLst>
                <a:ext uri="{FF2B5EF4-FFF2-40B4-BE49-F238E27FC236}">
                  <a16:creationId xmlns:a16="http://schemas.microsoft.com/office/drawing/2014/main" id="{A046D194-A826-D7AD-246A-706EC3C451DE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0" name="Rounded Rectangle 27">
              <a:extLst>
                <a:ext uri="{FF2B5EF4-FFF2-40B4-BE49-F238E27FC236}">
                  <a16:creationId xmlns:a16="http://schemas.microsoft.com/office/drawing/2014/main" id="{7D723BF4-FC4E-338D-DA12-61E98E1F2F3C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ADFA8714-37DC-0B1B-A7D7-332CC3F65A7A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7A05C4AE-61B2-C6D6-9C38-2E677288C42C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949647A3-90B1-BFE1-1D32-3502A45B2954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72" name="Rounded Rectangle 27">
            <a:extLst>
              <a:ext uri="{FF2B5EF4-FFF2-40B4-BE49-F238E27FC236}">
                <a16:creationId xmlns:a16="http://schemas.microsoft.com/office/drawing/2014/main" id="{7C5D6DA0-15A5-AF8A-4D64-AA2E30949209}"/>
              </a:ext>
            </a:extLst>
          </p:cNvPr>
          <p:cNvSpPr/>
          <p:nvPr/>
        </p:nvSpPr>
        <p:spPr>
          <a:xfrm>
            <a:off x="1065372" y="4277946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21" name="Rounded Rectangle 27">
            <a:extLst>
              <a:ext uri="{FF2B5EF4-FFF2-40B4-BE49-F238E27FC236}">
                <a16:creationId xmlns:a16="http://schemas.microsoft.com/office/drawing/2014/main" id="{22F5621B-7C58-85EA-9C16-5A453CDC0CC8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79A176-9182-CB85-40CC-15EA10E17D5E}"/>
              </a:ext>
            </a:extLst>
          </p:cNvPr>
          <p:cNvSpPr txBox="1"/>
          <p:nvPr/>
        </p:nvSpPr>
        <p:spPr>
          <a:xfrm>
            <a:off x="258975" y="5374153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0249E66-D72F-EDA1-764B-E82B24D3A5B1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0A416F34-EF3E-D97D-10D4-018C8AAB6FA6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25" name="Rounded Rectangle 35">
            <a:extLst>
              <a:ext uri="{FF2B5EF4-FFF2-40B4-BE49-F238E27FC236}">
                <a16:creationId xmlns:a16="http://schemas.microsoft.com/office/drawing/2014/main" id="{B16C0FC1-AFC7-8A6B-5F0C-B6C282BA1DAA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0CE2F7E2-99DF-5D29-F599-9BEB66CA8EB0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2C734C3B-391E-04BC-936C-3E73434B29BF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교환사유</a:t>
            </a:r>
          </a:p>
        </p:txBody>
      </p: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F6628785-8B21-E42F-0580-A1AD89E5B914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43" name="Rounded Rectangle 35">
            <a:extLst>
              <a:ext uri="{FF2B5EF4-FFF2-40B4-BE49-F238E27FC236}">
                <a16:creationId xmlns:a16="http://schemas.microsoft.com/office/drawing/2014/main" id="{DBC6322B-6C84-FC68-1F87-026BE1C62ABB}"/>
              </a:ext>
            </a:extLst>
          </p:cNvPr>
          <p:cNvSpPr/>
          <p:nvPr/>
        </p:nvSpPr>
        <p:spPr>
          <a:xfrm>
            <a:off x="3028415" y="2517772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44" name="Rounded Rectangle 35">
            <a:extLst>
              <a:ext uri="{FF2B5EF4-FFF2-40B4-BE49-F238E27FC236}">
                <a16:creationId xmlns:a16="http://schemas.microsoft.com/office/drawing/2014/main" id="{4FB12FD6-C9C9-98FF-A64C-F9DD9912EF45}"/>
              </a:ext>
            </a:extLst>
          </p:cNvPr>
          <p:cNvSpPr/>
          <p:nvPr/>
        </p:nvSpPr>
        <p:spPr>
          <a:xfrm>
            <a:off x="3028415" y="3344829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47" name="Rounded Rectangle 35">
            <a:extLst>
              <a:ext uri="{FF2B5EF4-FFF2-40B4-BE49-F238E27FC236}">
                <a16:creationId xmlns:a16="http://schemas.microsoft.com/office/drawing/2014/main" id="{E8B0493F-2DC6-C9F0-1E98-817E6D0BFE92}"/>
              </a:ext>
            </a:extLst>
          </p:cNvPr>
          <p:cNvSpPr/>
          <p:nvPr/>
        </p:nvSpPr>
        <p:spPr>
          <a:xfrm>
            <a:off x="3028415" y="4627514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graphicFrame>
        <p:nvGraphicFramePr>
          <p:cNvPr id="171" name="Group 59">
            <a:extLst>
              <a:ext uri="{FF2B5EF4-FFF2-40B4-BE49-F238E27FC236}">
                <a16:creationId xmlns:a16="http://schemas.microsoft.com/office/drawing/2014/main" id="{D21066BE-1889-9185-1892-E04E19399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110051"/>
              </p:ext>
            </p:extLst>
          </p:nvPr>
        </p:nvGraphicFramePr>
        <p:xfrm>
          <a:off x="10128399" y="623854"/>
          <a:ext cx="2850436" cy="453040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교환 신청한 상세 내역 동일하게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상태에서만 변경가능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나머지 상태에서는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(UI ID)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생성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교환배송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기존 입력한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배송지 목록 팝업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(CH-U-CA-02-02-01p )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생성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상품회수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기존 입력한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배송지 목록 팝업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(CH-U-CA-02-02-01p ) </a:t>
                      </a:r>
                      <a:r>
                        <a:rPr kumimoji="0" lang="ko-KR" altLang="en-US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생성</a:t>
                      </a:r>
                      <a:endParaRPr kumimoji="0" lang="en-US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목록화면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교환요청철회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철회 확인 후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(confirm)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요청 철회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반품완료 상세내역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(UI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US" altLang="ko-KR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으로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UI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74" name="모서리가 둥근 직사각형 114">
            <a:extLst>
              <a:ext uri="{FF2B5EF4-FFF2-40B4-BE49-F238E27FC236}">
                <a16:creationId xmlns:a16="http://schemas.microsoft.com/office/drawing/2014/main" id="{C5DDF1AA-41DD-AC01-9D35-605AA804F160}"/>
              </a:ext>
            </a:extLst>
          </p:cNvPr>
          <p:cNvSpPr/>
          <p:nvPr/>
        </p:nvSpPr>
        <p:spPr>
          <a:xfrm>
            <a:off x="73411" y="413963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6" name="모서리가 둥근 직사각형 114">
            <a:extLst>
              <a:ext uri="{FF2B5EF4-FFF2-40B4-BE49-F238E27FC236}">
                <a16:creationId xmlns:a16="http://schemas.microsoft.com/office/drawing/2014/main" id="{8500C4DA-9DD1-E8E0-FE1D-5B127AC4CD45}"/>
              </a:ext>
            </a:extLst>
          </p:cNvPr>
          <p:cNvSpPr/>
          <p:nvPr/>
        </p:nvSpPr>
        <p:spPr>
          <a:xfrm>
            <a:off x="-24724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8" name="모서리가 둥근 직사각형 114">
            <a:extLst>
              <a:ext uri="{FF2B5EF4-FFF2-40B4-BE49-F238E27FC236}">
                <a16:creationId xmlns:a16="http://schemas.microsoft.com/office/drawing/2014/main" id="{57E3D0B7-1EF8-6235-04E5-B55BD0E9FE7D}"/>
              </a:ext>
            </a:extLst>
          </p:cNvPr>
          <p:cNvSpPr/>
          <p:nvPr/>
        </p:nvSpPr>
        <p:spPr>
          <a:xfrm>
            <a:off x="73411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0" name="모서리가 둥근 직사각형 114">
            <a:extLst>
              <a:ext uri="{FF2B5EF4-FFF2-40B4-BE49-F238E27FC236}">
                <a16:creationId xmlns:a16="http://schemas.microsoft.com/office/drawing/2014/main" id="{6C1D246D-143F-CF7D-1442-469F880C4E6F}"/>
              </a:ext>
            </a:extLst>
          </p:cNvPr>
          <p:cNvSpPr/>
          <p:nvPr/>
        </p:nvSpPr>
        <p:spPr>
          <a:xfrm>
            <a:off x="73411" y="20953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2" name="모서리가 둥근 직사각형 114">
            <a:extLst>
              <a:ext uri="{FF2B5EF4-FFF2-40B4-BE49-F238E27FC236}">
                <a16:creationId xmlns:a16="http://schemas.microsoft.com/office/drawing/2014/main" id="{54A98D76-3FED-C818-489F-9A6B4A6CC774}"/>
              </a:ext>
            </a:extLst>
          </p:cNvPr>
          <p:cNvSpPr/>
          <p:nvPr/>
        </p:nvSpPr>
        <p:spPr>
          <a:xfrm>
            <a:off x="3335215" y="24457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4" name="모서리가 둥근 직사각형 114">
            <a:extLst>
              <a:ext uri="{FF2B5EF4-FFF2-40B4-BE49-F238E27FC236}">
                <a16:creationId xmlns:a16="http://schemas.microsoft.com/office/drawing/2014/main" id="{914175EF-7234-C0E3-9E88-8760A6FA1848}"/>
              </a:ext>
            </a:extLst>
          </p:cNvPr>
          <p:cNvSpPr/>
          <p:nvPr/>
        </p:nvSpPr>
        <p:spPr>
          <a:xfrm>
            <a:off x="73411" y="28574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6" name="모서리가 둥근 직사각형 114">
            <a:extLst>
              <a:ext uri="{FF2B5EF4-FFF2-40B4-BE49-F238E27FC236}">
                <a16:creationId xmlns:a16="http://schemas.microsoft.com/office/drawing/2014/main" id="{E2122580-0A92-CE03-BDB9-A66AF203A318}"/>
              </a:ext>
            </a:extLst>
          </p:cNvPr>
          <p:cNvSpPr/>
          <p:nvPr/>
        </p:nvSpPr>
        <p:spPr>
          <a:xfrm>
            <a:off x="1728006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8" name="모서리가 둥근 직사각형 114">
            <a:extLst>
              <a:ext uri="{FF2B5EF4-FFF2-40B4-BE49-F238E27FC236}">
                <a16:creationId xmlns:a16="http://schemas.microsoft.com/office/drawing/2014/main" id="{48121CA1-9B5A-7510-97D4-F0AC611CD9AD}"/>
              </a:ext>
            </a:extLst>
          </p:cNvPr>
          <p:cNvSpPr/>
          <p:nvPr/>
        </p:nvSpPr>
        <p:spPr>
          <a:xfrm>
            <a:off x="3335215" y="329891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9" name="모서리가 둥근 직사각형 114">
            <a:extLst>
              <a:ext uri="{FF2B5EF4-FFF2-40B4-BE49-F238E27FC236}">
                <a16:creationId xmlns:a16="http://schemas.microsoft.com/office/drawing/2014/main" id="{90AD0298-29F3-155A-3F4F-57477D2260DB}"/>
              </a:ext>
            </a:extLst>
          </p:cNvPr>
          <p:cNvSpPr/>
          <p:nvPr/>
        </p:nvSpPr>
        <p:spPr>
          <a:xfrm>
            <a:off x="3357867" y="453203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840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9740B-6C85-A66A-11F5-7EB0F7F40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1655F4-E359-17B7-E1DB-C950933225D8}"/>
              </a:ext>
            </a:extLst>
          </p:cNvPr>
          <p:cNvSpPr txBox="1"/>
          <p:nvPr/>
        </p:nvSpPr>
        <p:spPr>
          <a:xfrm>
            <a:off x="1302717" y="330494"/>
            <a:ext cx="3397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교환사유 수정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76C59C-3F82-0D75-98E4-54599B64EEDC}"/>
              </a:ext>
            </a:extLst>
          </p:cNvPr>
          <p:cNvSpPr/>
          <p:nvPr/>
        </p:nvSpPr>
        <p:spPr>
          <a:xfrm>
            <a:off x="7921129" y="58428"/>
            <a:ext cx="14029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CH-U-MY-02-02-11p</a:t>
            </a:r>
            <a:endParaRPr lang="ko-KR" altLang="en-US" sz="1000" dirty="0"/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E01219E9-2B9A-66CD-D992-53ADE0C0C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586507"/>
              </p:ext>
            </p:extLst>
          </p:nvPr>
        </p:nvGraphicFramePr>
        <p:xfrm>
          <a:off x="10128399" y="623854"/>
          <a:ext cx="2850436" cy="240855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레이어 팝업에 대해서는 본 화면 템플릿을 공용으로 사용함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팝업 타이틀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드롭다운 항목은 변동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EC85821-CBE9-2C63-AE32-66F89AA78C92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9F335A-1DAC-F05D-3D2D-80326E49AF9E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F723D9-D3A5-25CA-4253-028D2052B035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0208EC0-3881-F5FE-5066-26F1C613CBA7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A42CC25-AF57-B534-E4AA-170E072E8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41F5637-B1C8-BF1D-AB31-BFDD231A6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23B24F88-40BB-0F63-6904-BF220C650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1CE8E1C6-7B9C-B4FE-374D-251F8188B071}"/>
              </a:ext>
            </a:extLst>
          </p:cNvPr>
          <p:cNvGrpSpPr/>
          <p:nvPr/>
        </p:nvGrpSpPr>
        <p:grpSpPr>
          <a:xfrm>
            <a:off x="3711583" y="2516412"/>
            <a:ext cx="2448000" cy="1887010"/>
            <a:chOff x="3794105" y="2516412"/>
            <a:chExt cx="2448000" cy="1887010"/>
          </a:xfrm>
        </p:grpSpPr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8DE04944-BC31-BDB5-6321-7C09F05EBF6F}"/>
                </a:ext>
              </a:extLst>
            </p:cNvPr>
            <p:cNvGrpSpPr/>
            <p:nvPr/>
          </p:nvGrpSpPr>
          <p:grpSpPr>
            <a:xfrm>
              <a:off x="3794105" y="3454627"/>
              <a:ext cx="2447801" cy="318788"/>
              <a:chOff x="7502643" y="5722939"/>
              <a:chExt cx="2447801" cy="318788"/>
            </a:xfrm>
          </p:grpSpPr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D81215B3-178C-EA48-47D5-D6D65B5EE202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2" name="Rounded Rectangle 27">
                <a:extLst>
                  <a:ext uri="{FF2B5EF4-FFF2-40B4-BE49-F238E27FC236}">
                    <a16:creationId xmlns:a16="http://schemas.microsoft.com/office/drawing/2014/main" id="{C4DF6661-4CFA-6549-3E37-91AB0AE067AA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상품이 늦게 배송됨</a:t>
                </a:r>
              </a:p>
            </p:txBody>
          </p:sp>
        </p:grp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A3C2830A-5362-55E5-D5EF-C66AE6308E74}"/>
                </a:ext>
              </a:extLst>
            </p:cNvPr>
            <p:cNvGrpSpPr/>
            <p:nvPr/>
          </p:nvGrpSpPr>
          <p:grpSpPr>
            <a:xfrm>
              <a:off x="3794105" y="3767517"/>
              <a:ext cx="2447801" cy="635905"/>
              <a:chOff x="7502643" y="6035829"/>
              <a:chExt cx="2447801" cy="635905"/>
            </a:xfrm>
          </p:grpSpPr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E94570A0-42E5-8A76-CDD5-5312B0DFAF92}"/>
                  </a:ext>
                </a:extLst>
              </p:cNvPr>
              <p:cNvSpPr/>
              <p:nvPr/>
            </p:nvSpPr>
            <p:spPr>
              <a:xfrm>
                <a:off x="7502643" y="603582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5" name="Rounded Rectangle 27">
                <a:extLst>
                  <a:ext uri="{FF2B5EF4-FFF2-40B4-BE49-F238E27FC236}">
                    <a16:creationId xmlns:a16="http://schemas.microsoft.com/office/drawing/2014/main" id="{7EBDDE2C-6E30-206B-3149-6212E72D3F76}"/>
                  </a:ext>
                </a:extLst>
              </p:cNvPr>
              <p:cNvSpPr/>
              <p:nvPr/>
            </p:nvSpPr>
            <p:spPr>
              <a:xfrm>
                <a:off x="7582216" y="6098089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상품이 파손됨</a:t>
                </a:r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97043A6A-880C-7FDB-CB8F-DDB94054083D}"/>
                  </a:ext>
                </a:extLst>
              </p:cNvPr>
              <p:cNvSpPr/>
              <p:nvPr/>
            </p:nvSpPr>
            <p:spPr>
              <a:xfrm>
                <a:off x="7502643" y="6352946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7" name="Rounded Rectangle 27">
                <a:extLst>
                  <a:ext uri="{FF2B5EF4-FFF2-40B4-BE49-F238E27FC236}">
                    <a16:creationId xmlns:a16="http://schemas.microsoft.com/office/drawing/2014/main" id="{21CC3D4E-3F20-9793-22CB-8E72D9E1A1A3}"/>
                  </a:ext>
                </a:extLst>
              </p:cNvPr>
              <p:cNvSpPr/>
              <p:nvPr/>
            </p:nvSpPr>
            <p:spPr>
              <a:xfrm>
                <a:off x="7582216" y="6415206"/>
                <a:ext cx="1369199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기타</a:t>
                </a:r>
              </a:p>
            </p:txBody>
          </p:sp>
        </p:grp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19640133-90A5-84EC-C9C3-D76F793E8B9B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5D8C928C-DC73-567F-DFD1-DE429812192C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8" name="Rounded Rectangle 27">
                <a:extLst>
                  <a:ext uri="{FF2B5EF4-FFF2-40B4-BE49-F238E27FC236}">
                    <a16:creationId xmlns:a16="http://schemas.microsoft.com/office/drawing/2014/main" id="{B765F960-AFE9-FE36-0E2C-AD65DF5B355E}"/>
                  </a:ext>
                </a:extLst>
              </p:cNvPr>
              <p:cNvSpPr/>
              <p:nvPr/>
            </p:nvSpPr>
            <p:spPr>
              <a:xfrm>
                <a:off x="657151" y="3748614"/>
                <a:ext cx="230757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교환 사유를 선택해주세요                      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197D9988-2B0B-55C8-2495-21BA1D431320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8C40FDD3-9A6F-E328-DD80-4A4DB089B138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1" name="Rounded Rectangle 27">
                <a:extLst>
                  <a:ext uri="{FF2B5EF4-FFF2-40B4-BE49-F238E27FC236}">
                    <a16:creationId xmlns:a16="http://schemas.microsoft.com/office/drawing/2014/main" id="{5EA4251D-5AA4-BD91-1AAE-EE37FF4D0090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용량</a:t>
                </a:r>
                <a:r>
                  <a:rPr lang="en-US" altLang="ko-KR" sz="700" dirty="0">
                    <a:solidFill>
                      <a:schemeClr val="tx1"/>
                    </a:solidFill>
                    <a:ea typeface="맑은 고딕"/>
                  </a:rPr>
                  <a:t>/</a:t>
                </a:r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사이즈 불만</a:t>
                </a:r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2C534FD1-F6AF-06C1-E182-E0283E4BB469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153" name="직사각형 152">
                <a:extLst>
                  <a:ext uri="{FF2B5EF4-FFF2-40B4-BE49-F238E27FC236}">
                    <a16:creationId xmlns:a16="http://schemas.microsoft.com/office/drawing/2014/main" id="{67C34F3F-89CF-ECB0-9BBA-08295435B3C2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4" name="Rounded Rectangle 27">
                <a:extLst>
                  <a:ext uri="{FF2B5EF4-FFF2-40B4-BE49-F238E27FC236}">
                    <a16:creationId xmlns:a16="http://schemas.microsoft.com/office/drawing/2014/main" id="{4B4AA324-E327-0962-8F27-7BCB99383430}"/>
                  </a:ext>
                </a:extLst>
              </p:cNvPr>
              <p:cNvSpPr/>
              <p:nvPr/>
            </p:nvSpPr>
            <p:spPr>
              <a:xfrm>
                <a:off x="7582216" y="5785199"/>
                <a:ext cx="117835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가격불만</a:t>
                </a: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9E00F2E-02FA-F160-6282-0A2A4DBF8FEF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교환요청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0F7891AB-CDB9-9DCA-27C1-88976D9D7800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B9A3D05A-522D-D93B-8D16-B1528219BF05}"/>
              </a:ext>
            </a:extLst>
          </p:cNvPr>
          <p:cNvSpPr/>
          <p:nvPr/>
        </p:nvSpPr>
        <p:spPr>
          <a:xfrm>
            <a:off x="258975" y="5906806"/>
            <a:ext cx="1547260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ECD03DDC-0881-3C9B-70E3-458D585A0B1E}"/>
              </a:ext>
            </a:extLst>
          </p:cNvPr>
          <p:cNvSpPr/>
          <p:nvPr/>
        </p:nvSpPr>
        <p:spPr>
          <a:xfrm>
            <a:off x="1906888" y="5906806"/>
            <a:ext cx="155208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교환요청철회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4C42B1-CBAA-A455-0CFE-16AD8369684F}"/>
              </a:ext>
            </a:extLst>
          </p:cNvPr>
          <p:cNvSpPr txBox="1"/>
          <p:nvPr/>
        </p:nvSpPr>
        <p:spPr>
          <a:xfrm>
            <a:off x="350794" y="2925471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교환배송정보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DD28D13-FE82-73FD-27C1-079842E5B3F7}"/>
              </a:ext>
            </a:extLst>
          </p:cNvPr>
          <p:cNvGrpSpPr/>
          <p:nvPr/>
        </p:nvGrpSpPr>
        <p:grpSpPr>
          <a:xfrm>
            <a:off x="260125" y="3282989"/>
            <a:ext cx="3214389" cy="921600"/>
            <a:chOff x="260125" y="3813356"/>
            <a:chExt cx="3214389" cy="921600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94FD1314-456B-208E-7787-3B2AFBEB3DCC}"/>
                </a:ext>
              </a:extLst>
            </p:cNvPr>
            <p:cNvSpPr/>
            <p:nvPr/>
          </p:nvSpPr>
          <p:spPr>
            <a:xfrm>
              <a:off x="260125" y="3813356"/>
              <a:ext cx="3214389" cy="921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094323A8-75D8-D9B8-3FEA-23FAC99EF66E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6" name="Rounded Rectangle 27">
              <a:extLst>
                <a:ext uri="{FF2B5EF4-FFF2-40B4-BE49-F238E27FC236}">
                  <a16:creationId xmlns:a16="http://schemas.microsoft.com/office/drawing/2014/main" id="{5E59F6A6-BFA0-86B4-159C-05E4E0AE5BED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7" name="Rounded Rectangle 27">
              <a:extLst>
                <a:ext uri="{FF2B5EF4-FFF2-40B4-BE49-F238E27FC236}">
                  <a16:creationId xmlns:a16="http://schemas.microsoft.com/office/drawing/2014/main" id="{8FAD6FA5-3F93-246A-49B5-08DC487AE498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9" name="Rounded Rectangle 27">
              <a:extLst>
                <a:ext uri="{FF2B5EF4-FFF2-40B4-BE49-F238E27FC236}">
                  <a16:creationId xmlns:a16="http://schemas.microsoft.com/office/drawing/2014/main" id="{88C63759-5C21-9A90-5D9E-08A724D7E4C2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7A4E22CD-ABD0-FD73-121E-43E1E2137014}"/>
              </a:ext>
            </a:extLst>
          </p:cNvPr>
          <p:cNvSpPr txBox="1"/>
          <p:nvPr/>
        </p:nvSpPr>
        <p:spPr>
          <a:xfrm>
            <a:off x="350794" y="4218984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3B2AE0F8-84CB-4452-9772-338C7D827FCF}"/>
              </a:ext>
            </a:extLst>
          </p:cNvPr>
          <p:cNvGrpSpPr/>
          <p:nvPr/>
        </p:nvGrpSpPr>
        <p:grpSpPr>
          <a:xfrm>
            <a:off x="260125" y="4580575"/>
            <a:ext cx="3214389" cy="829578"/>
            <a:chOff x="260125" y="3813358"/>
            <a:chExt cx="3214389" cy="829578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52F1B441-C28B-4BF8-1398-C2A06C604C42}"/>
                </a:ext>
              </a:extLst>
            </p:cNvPr>
            <p:cNvSpPr/>
            <p:nvPr/>
          </p:nvSpPr>
          <p:spPr>
            <a:xfrm>
              <a:off x="260125" y="3813358"/>
              <a:ext cx="3214389" cy="8295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7" name="Rounded Rectangle 27">
              <a:extLst>
                <a:ext uri="{FF2B5EF4-FFF2-40B4-BE49-F238E27FC236}">
                  <a16:creationId xmlns:a16="http://schemas.microsoft.com/office/drawing/2014/main" id="{962ACCE2-D749-1B58-9ABC-FF87C4AB5FC5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58" name="Rounded Rectangle 27">
              <a:extLst>
                <a:ext uri="{FF2B5EF4-FFF2-40B4-BE49-F238E27FC236}">
                  <a16:creationId xmlns:a16="http://schemas.microsoft.com/office/drawing/2014/main" id="{2A8BFDF4-5174-2D92-56D7-3E77B6C7EDEF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59" name="Rounded Rectangle 27">
              <a:extLst>
                <a:ext uri="{FF2B5EF4-FFF2-40B4-BE49-F238E27FC236}">
                  <a16:creationId xmlns:a16="http://schemas.microsoft.com/office/drawing/2014/main" id="{53E9F2F2-C253-BF59-E706-3DCB1B45081A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0" name="Rounded Rectangle 27">
              <a:extLst>
                <a:ext uri="{FF2B5EF4-FFF2-40B4-BE49-F238E27FC236}">
                  <a16:creationId xmlns:a16="http://schemas.microsoft.com/office/drawing/2014/main" id="{C8909C82-5B36-65E8-E547-79FA67BA01D2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3090C13A-2369-7897-273E-FDEC25FEEF22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6AFA72D8-6BBB-4420-C4DE-A047C3C7B6D5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027E6812-334C-B01B-40D8-F3B3E03B2BD2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72" name="Rounded Rectangle 27">
            <a:extLst>
              <a:ext uri="{FF2B5EF4-FFF2-40B4-BE49-F238E27FC236}">
                <a16:creationId xmlns:a16="http://schemas.microsoft.com/office/drawing/2014/main" id="{BD41C4DA-6B72-1D5A-4143-45457CDFA68C}"/>
              </a:ext>
            </a:extLst>
          </p:cNvPr>
          <p:cNvSpPr/>
          <p:nvPr/>
        </p:nvSpPr>
        <p:spPr>
          <a:xfrm>
            <a:off x="1065372" y="4277946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21" name="Rounded Rectangle 27">
            <a:extLst>
              <a:ext uri="{FF2B5EF4-FFF2-40B4-BE49-F238E27FC236}">
                <a16:creationId xmlns:a16="http://schemas.microsoft.com/office/drawing/2014/main" id="{1260EC8E-6549-22BB-4812-6BABCCC0FBA1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EF505B-4ACD-E10B-C7BB-F6E07B3FC21F}"/>
              </a:ext>
            </a:extLst>
          </p:cNvPr>
          <p:cNvSpPr txBox="1"/>
          <p:nvPr/>
        </p:nvSpPr>
        <p:spPr>
          <a:xfrm>
            <a:off x="258975" y="5374153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8219E8A-3F56-2D1D-974F-65508185579D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874B762C-21D9-A0DE-27D9-391413DE76FE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25" name="Rounded Rectangle 35">
            <a:extLst>
              <a:ext uri="{FF2B5EF4-FFF2-40B4-BE49-F238E27FC236}">
                <a16:creationId xmlns:a16="http://schemas.microsoft.com/office/drawing/2014/main" id="{A903FBC9-AF2E-BC6B-EB74-56ECF21D5E00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7E33A6EE-1B73-D395-9308-B17F9B8BF120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FE515DBC-7313-8135-B020-DB235FE81B49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교환사유</a:t>
            </a:r>
          </a:p>
        </p:txBody>
      </p: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86EB1C28-6AC7-271C-23C4-04B1B910733B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43" name="Rounded Rectangle 35">
            <a:extLst>
              <a:ext uri="{FF2B5EF4-FFF2-40B4-BE49-F238E27FC236}">
                <a16:creationId xmlns:a16="http://schemas.microsoft.com/office/drawing/2014/main" id="{DF295027-E571-DEDD-3627-0A9643C84129}"/>
              </a:ext>
            </a:extLst>
          </p:cNvPr>
          <p:cNvSpPr/>
          <p:nvPr/>
        </p:nvSpPr>
        <p:spPr>
          <a:xfrm>
            <a:off x="3028415" y="2517772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44" name="Rounded Rectangle 35">
            <a:extLst>
              <a:ext uri="{FF2B5EF4-FFF2-40B4-BE49-F238E27FC236}">
                <a16:creationId xmlns:a16="http://schemas.microsoft.com/office/drawing/2014/main" id="{4192FE70-17BE-B910-1BA6-B1DC62486A50}"/>
              </a:ext>
            </a:extLst>
          </p:cNvPr>
          <p:cNvSpPr/>
          <p:nvPr/>
        </p:nvSpPr>
        <p:spPr>
          <a:xfrm>
            <a:off x="3028415" y="3344829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47" name="Rounded Rectangle 35">
            <a:extLst>
              <a:ext uri="{FF2B5EF4-FFF2-40B4-BE49-F238E27FC236}">
                <a16:creationId xmlns:a16="http://schemas.microsoft.com/office/drawing/2014/main" id="{7A45559C-54C4-2C32-8DFC-8D70876DA553}"/>
              </a:ext>
            </a:extLst>
          </p:cNvPr>
          <p:cNvSpPr/>
          <p:nvPr/>
        </p:nvSpPr>
        <p:spPr>
          <a:xfrm>
            <a:off x="3028415" y="4627514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649AD4-39BD-3534-F8F3-FA74D6F455A7}"/>
              </a:ext>
            </a:extLst>
          </p:cNvPr>
          <p:cNvSpPr txBox="1"/>
          <p:nvPr/>
        </p:nvSpPr>
        <p:spPr>
          <a:xfrm>
            <a:off x="1307907" y="78285"/>
            <a:ext cx="13051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교환사유 수정 레이어 팝업</a:t>
            </a:r>
            <a:endParaRPr lang="ko-KR" altLang="en-US" sz="900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C4CEAB-C1C3-8580-CD1E-1C6E2C3FB18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479CCB-7442-220A-36B9-87E334A5111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3167D81-AB99-297F-7BE5-286EE4432C53}"/>
              </a:ext>
            </a:extLst>
          </p:cNvPr>
          <p:cNvSpPr/>
          <p:nvPr/>
        </p:nvSpPr>
        <p:spPr>
          <a:xfrm>
            <a:off x="154295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655E2664-6E6F-8913-BC51-B2C5FF180B63}"/>
              </a:ext>
            </a:extLst>
          </p:cNvPr>
          <p:cNvGrpSpPr/>
          <p:nvPr/>
        </p:nvGrpSpPr>
        <p:grpSpPr>
          <a:xfrm>
            <a:off x="523223" y="2214058"/>
            <a:ext cx="2697799" cy="2547956"/>
            <a:chOff x="7798137" y="2214058"/>
            <a:chExt cx="2697799" cy="2547956"/>
          </a:xfrm>
        </p:grpSpPr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3BD73F9C-EA97-942D-C7AC-EE32FC6F8C7A}"/>
                </a:ext>
              </a:extLst>
            </p:cNvPr>
            <p:cNvSpPr/>
            <p:nvPr/>
          </p:nvSpPr>
          <p:spPr>
            <a:xfrm>
              <a:off x="7798137" y="2214058"/>
              <a:ext cx="2697799" cy="254795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9" name="Rounded Rectangle 35">
              <a:extLst>
                <a:ext uri="{FF2B5EF4-FFF2-40B4-BE49-F238E27FC236}">
                  <a16:creationId xmlns:a16="http://schemas.microsoft.com/office/drawing/2014/main" id="{81FC689D-6033-13A1-6C7A-E78E3F3402A8}"/>
                </a:ext>
              </a:extLst>
            </p:cNvPr>
            <p:cNvSpPr/>
            <p:nvPr/>
          </p:nvSpPr>
          <p:spPr>
            <a:xfrm>
              <a:off x="8080812" y="4266437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130" name="Rounded Rectangle 35">
              <a:extLst>
                <a:ext uri="{FF2B5EF4-FFF2-40B4-BE49-F238E27FC236}">
                  <a16:creationId xmlns:a16="http://schemas.microsoft.com/office/drawing/2014/main" id="{BED870DA-AC96-9971-2BE3-7FA9786D08AC}"/>
                </a:ext>
              </a:extLst>
            </p:cNvPr>
            <p:cNvSpPr/>
            <p:nvPr/>
          </p:nvSpPr>
          <p:spPr>
            <a:xfrm>
              <a:off x="9174206" y="4266437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  <p:sp>
          <p:nvSpPr>
            <p:cNvPr id="131" name="Rounded Rectangle 35">
              <a:extLst>
                <a:ext uri="{FF2B5EF4-FFF2-40B4-BE49-F238E27FC236}">
                  <a16:creationId xmlns:a16="http://schemas.microsoft.com/office/drawing/2014/main" id="{4F60E989-6C1C-55A8-054A-25842E00D07A}"/>
                </a:ext>
              </a:extLst>
            </p:cNvPr>
            <p:cNvSpPr/>
            <p:nvPr/>
          </p:nvSpPr>
          <p:spPr>
            <a:xfrm>
              <a:off x="7894078" y="2805462"/>
              <a:ext cx="248484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용량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변경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              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132" name="Rounded Rectangle 35">
              <a:extLst>
                <a:ext uri="{FF2B5EF4-FFF2-40B4-BE49-F238E27FC236}">
                  <a16:creationId xmlns:a16="http://schemas.microsoft.com/office/drawing/2014/main" id="{7FF03C15-3279-16EA-FEBF-5DAB8CDAD9ED}"/>
                </a:ext>
              </a:extLst>
            </p:cNvPr>
            <p:cNvSpPr/>
            <p:nvPr/>
          </p:nvSpPr>
          <p:spPr>
            <a:xfrm>
              <a:off x="7907910" y="3142585"/>
              <a:ext cx="2484850" cy="91849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S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에서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M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으로 교환 요청합니다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34" name="Rounded Rectangle 27">
              <a:extLst>
                <a:ext uri="{FF2B5EF4-FFF2-40B4-BE49-F238E27FC236}">
                  <a16:creationId xmlns:a16="http://schemas.microsoft.com/office/drawing/2014/main" id="{7D40FEE6-BB2F-E0B2-6C4F-D7FD792F74EA}"/>
                </a:ext>
              </a:extLst>
            </p:cNvPr>
            <p:cNvSpPr/>
            <p:nvPr/>
          </p:nvSpPr>
          <p:spPr>
            <a:xfrm>
              <a:off x="9256659" y="3824383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36/225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1F20170D-B848-A160-9B62-A0E2CEA59B26}"/>
                </a:ext>
              </a:extLst>
            </p:cNvPr>
            <p:cNvSpPr txBox="1"/>
            <p:nvPr/>
          </p:nvSpPr>
          <p:spPr>
            <a:xfrm>
              <a:off x="8170541" y="2463933"/>
              <a:ext cx="2007330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교환사유 수정</a:t>
              </a:r>
              <a:endParaRPr lang="en-US" altLang="ko-KR" sz="9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097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702F0-DE39-D7AF-C574-6C5B53962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A6CFE7-565D-31C0-74CE-948974247D16}"/>
              </a:ext>
            </a:extLst>
          </p:cNvPr>
          <p:cNvSpPr txBox="1"/>
          <p:nvPr/>
        </p:nvSpPr>
        <p:spPr>
          <a:xfrm>
            <a:off x="1307907" y="78285"/>
            <a:ext cx="15520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</a:t>
            </a:r>
            <a:r>
              <a:rPr lang="ko-KR" altLang="en-US" sz="900" spc="-150" dirty="0" err="1">
                <a:latin typeface="맑은 고딕" panose="020B0503020000020004" pitchFamily="50" charset="-127"/>
              </a:rPr>
              <a:t>처리중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완료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철회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D3BDB1-170A-AEF5-9267-9FCB19B46EF6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F3AFFD1-6051-2172-76D0-6ED3BA4B4D63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CH-U-MY-02-02-12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0FDAC-36E8-0371-D396-FE04873ADE52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B96A7E-7A92-75F8-15FB-2D915DF78909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F642CE3-D50F-9F3C-A4FF-4727A490E838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93ACE5-31D7-3D68-9FC4-AE439232F5E2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614CCE-DE4E-6711-C59C-94A86F45D2C1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4988D05-017F-22CC-2D10-A35A2720DB23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9D9ECC6D-A628-4DF2-40EC-595BBA6EC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8B6DA0A-36C2-5288-9A93-F622B2191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A0E113FB-ECC3-EFCD-4AA5-0B8045670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682F860-02E3-2182-654B-2E09C51AB81E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34DD3"/>
                </a:solidFill>
                <a:ea typeface="맑은 고딕"/>
              </a:rPr>
              <a:t>교환완료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B091910E-7191-D3C1-BAC7-BE7798D9EBCD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9005AA-B0C8-2BCF-61EE-6BA9B84F43DE}"/>
              </a:ext>
            </a:extLst>
          </p:cNvPr>
          <p:cNvSpPr txBox="1"/>
          <p:nvPr/>
        </p:nvSpPr>
        <p:spPr>
          <a:xfrm>
            <a:off x="350794" y="2925471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교환배송정보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70540A2-071B-BB4C-E660-D7326C0A6424}"/>
              </a:ext>
            </a:extLst>
          </p:cNvPr>
          <p:cNvGrpSpPr/>
          <p:nvPr/>
        </p:nvGrpSpPr>
        <p:grpSpPr>
          <a:xfrm>
            <a:off x="260125" y="3282989"/>
            <a:ext cx="3214389" cy="921600"/>
            <a:chOff x="260125" y="3813356"/>
            <a:chExt cx="3214389" cy="921600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516D1607-52F4-63D9-0384-5981D19E38D2}"/>
                </a:ext>
              </a:extLst>
            </p:cNvPr>
            <p:cNvSpPr/>
            <p:nvPr/>
          </p:nvSpPr>
          <p:spPr>
            <a:xfrm>
              <a:off x="260125" y="3813356"/>
              <a:ext cx="3214389" cy="921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4FC83528-4FB0-BD76-E272-D5F9126602F3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6" name="Rounded Rectangle 27">
              <a:extLst>
                <a:ext uri="{FF2B5EF4-FFF2-40B4-BE49-F238E27FC236}">
                  <a16:creationId xmlns:a16="http://schemas.microsoft.com/office/drawing/2014/main" id="{D8A4374D-CD55-ECCE-AA46-25302DE7F84D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7" name="Rounded Rectangle 27">
              <a:extLst>
                <a:ext uri="{FF2B5EF4-FFF2-40B4-BE49-F238E27FC236}">
                  <a16:creationId xmlns:a16="http://schemas.microsoft.com/office/drawing/2014/main" id="{0C43AB2B-B863-960C-B749-2C46AE63AB1B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9" name="Rounded Rectangle 27">
              <a:extLst>
                <a:ext uri="{FF2B5EF4-FFF2-40B4-BE49-F238E27FC236}">
                  <a16:creationId xmlns:a16="http://schemas.microsoft.com/office/drawing/2014/main" id="{F74C623F-22DD-008A-43CA-CAD28989DD5E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032D8DB1-A51F-D0F9-540E-4BC4FE57FE04}"/>
              </a:ext>
            </a:extLst>
          </p:cNvPr>
          <p:cNvSpPr txBox="1"/>
          <p:nvPr/>
        </p:nvSpPr>
        <p:spPr>
          <a:xfrm>
            <a:off x="350794" y="4218984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C19AEEB-6928-C73E-655F-EC3F8A3EBC3F}"/>
              </a:ext>
            </a:extLst>
          </p:cNvPr>
          <p:cNvGrpSpPr/>
          <p:nvPr/>
        </p:nvGrpSpPr>
        <p:grpSpPr>
          <a:xfrm>
            <a:off x="260125" y="4580575"/>
            <a:ext cx="3214389" cy="829578"/>
            <a:chOff x="260125" y="3813358"/>
            <a:chExt cx="3214389" cy="829578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C3CB4C08-F330-2F50-B9D5-BEA38EA04BE2}"/>
                </a:ext>
              </a:extLst>
            </p:cNvPr>
            <p:cNvSpPr/>
            <p:nvPr/>
          </p:nvSpPr>
          <p:spPr>
            <a:xfrm>
              <a:off x="260125" y="3813358"/>
              <a:ext cx="3214389" cy="8295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7" name="Rounded Rectangle 27">
              <a:extLst>
                <a:ext uri="{FF2B5EF4-FFF2-40B4-BE49-F238E27FC236}">
                  <a16:creationId xmlns:a16="http://schemas.microsoft.com/office/drawing/2014/main" id="{50A05040-5340-4728-D284-1C467E0C61BF}"/>
                </a:ext>
              </a:extLst>
            </p:cNvPr>
            <p:cNvSpPr/>
            <p:nvPr/>
          </p:nvSpPr>
          <p:spPr>
            <a:xfrm>
              <a:off x="342097" y="3892788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58" name="Rounded Rectangle 27">
              <a:extLst>
                <a:ext uri="{FF2B5EF4-FFF2-40B4-BE49-F238E27FC236}">
                  <a16:creationId xmlns:a16="http://schemas.microsoft.com/office/drawing/2014/main" id="{2EF8F40B-47B0-2ECF-475E-D1F98ECF8D2C}"/>
                </a:ext>
              </a:extLst>
            </p:cNvPr>
            <p:cNvSpPr/>
            <p:nvPr/>
          </p:nvSpPr>
          <p:spPr>
            <a:xfrm>
              <a:off x="873268" y="3894582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59" name="Rounded Rectangle 27">
              <a:extLst>
                <a:ext uri="{FF2B5EF4-FFF2-40B4-BE49-F238E27FC236}">
                  <a16:creationId xmlns:a16="http://schemas.microsoft.com/office/drawing/2014/main" id="{F44D9984-5501-5D6E-7D97-F5AFD86AE215}"/>
                </a:ext>
              </a:extLst>
            </p:cNvPr>
            <p:cNvSpPr/>
            <p:nvPr/>
          </p:nvSpPr>
          <p:spPr>
            <a:xfrm>
              <a:off x="342096" y="4070114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0" name="Rounded Rectangle 27">
              <a:extLst>
                <a:ext uri="{FF2B5EF4-FFF2-40B4-BE49-F238E27FC236}">
                  <a16:creationId xmlns:a16="http://schemas.microsoft.com/office/drawing/2014/main" id="{650AD3DC-B0B3-DBD9-7A00-0F858997E64F}"/>
                </a:ext>
              </a:extLst>
            </p:cNvPr>
            <p:cNvSpPr/>
            <p:nvPr/>
          </p:nvSpPr>
          <p:spPr>
            <a:xfrm>
              <a:off x="342096" y="4320543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B995B109-2E06-80EB-CC20-62C4D26004D4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6B3338F4-5D64-898F-5C6D-90BD0CA4378A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989504EF-90DC-42ED-ED0D-F7083C8D5EED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72" name="Rounded Rectangle 27">
            <a:extLst>
              <a:ext uri="{FF2B5EF4-FFF2-40B4-BE49-F238E27FC236}">
                <a16:creationId xmlns:a16="http://schemas.microsoft.com/office/drawing/2014/main" id="{30427A66-51D8-21CB-9BAA-BD8A58DC1A77}"/>
              </a:ext>
            </a:extLst>
          </p:cNvPr>
          <p:cNvSpPr/>
          <p:nvPr/>
        </p:nvSpPr>
        <p:spPr>
          <a:xfrm>
            <a:off x="1065372" y="4277946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21" name="Rounded Rectangle 27">
            <a:extLst>
              <a:ext uri="{FF2B5EF4-FFF2-40B4-BE49-F238E27FC236}">
                <a16:creationId xmlns:a16="http://schemas.microsoft.com/office/drawing/2014/main" id="{0658C9D8-3256-A90F-C5F6-D67D96AD279F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0A9042-0A67-A6A2-B770-4BCF56E119FF}"/>
              </a:ext>
            </a:extLst>
          </p:cNvPr>
          <p:cNvSpPr txBox="1"/>
          <p:nvPr/>
        </p:nvSpPr>
        <p:spPr>
          <a:xfrm>
            <a:off x="258975" y="5374153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1A3D9A3-8B8F-DC17-8B0C-1961B62F7ABF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7">
            <a:extLst>
              <a:ext uri="{FF2B5EF4-FFF2-40B4-BE49-F238E27FC236}">
                <a16:creationId xmlns:a16="http://schemas.microsoft.com/office/drawing/2014/main" id="{DC311F38-BB95-0902-699D-370969DCF7B4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25" name="Rounded Rectangle 35">
            <a:extLst>
              <a:ext uri="{FF2B5EF4-FFF2-40B4-BE49-F238E27FC236}">
                <a16:creationId xmlns:a16="http://schemas.microsoft.com/office/drawing/2014/main" id="{0F997FBD-838A-7A55-82E0-4856DF367258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id="{BDAD555D-7BBC-B024-1588-F319FCA0F1B2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40" name="Rounded Rectangle 27">
            <a:extLst>
              <a:ext uri="{FF2B5EF4-FFF2-40B4-BE49-F238E27FC236}">
                <a16:creationId xmlns:a16="http://schemas.microsoft.com/office/drawing/2014/main" id="{FF11CEB9-3F4A-84C8-C7BB-5D3EB2BA123F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교환사유</a:t>
            </a:r>
          </a:p>
        </p:txBody>
      </p: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FCEBCCDE-8DA0-D5E1-DD14-576DD181DACE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graphicFrame>
        <p:nvGraphicFramePr>
          <p:cNvPr id="54" name="Group 59">
            <a:extLst>
              <a:ext uri="{FF2B5EF4-FFF2-40B4-BE49-F238E27FC236}">
                <a16:creationId xmlns:a16="http://schemas.microsoft.com/office/drawing/2014/main" id="{5A0A7871-D938-761C-AD1B-078874258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306104"/>
              </p:ext>
            </p:extLst>
          </p:nvPr>
        </p:nvGraphicFramePr>
        <p:xfrm>
          <a:off x="10128399" y="623854"/>
          <a:ext cx="2850436" cy="367557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교환요청 상세 화면과 동일하나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일부 버튼이 숨김 처리됨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주문상품 정보 콘텐츠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처리 과정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상태에 따라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교환처리중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교환철회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구분하여 표기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71876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정보 수정이 불가하므로 수정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숨김처리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교환배송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기존 입력한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정보 수정이 불가하므로 수정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숨김처리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상품회수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기존 입력한 정보 기본값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정보 수정이 불가하므로 수정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숨김처리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목록화면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반품요청철회 불가하므로 버튼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숨김처리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1" name="모서리가 둥근 직사각형 114">
            <a:extLst>
              <a:ext uri="{FF2B5EF4-FFF2-40B4-BE49-F238E27FC236}">
                <a16:creationId xmlns:a16="http://schemas.microsoft.com/office/drawing/2014/main" id="{737F217B-E587-4AC2-BADE-5208CEE58E5B}"/>
              </a:ext>
            </a:extLst>
          </p:cNvPr>
          <p:cNvSpPr/>
          <p:nvPr/>
        </p:nvSpPr>
        <p:spPr>
          <a:xfrm>
            <a:off x="73411" y="426799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3" name="모서리가 둥근 직사각형 114">
            <a:extLst>
              <a:ext uri="{FF2B5EF4-FFF2-40B4-BE49-F238E27FC236}">
                <a16:creationId xmlns:a16="http://schemas.microsoft.com/office/drawing/2014/main" id="{4D7E005F-E206-8A92-F759-0519A959F7DD}"/>
              </a:ext>
            </a:extLst>
          </p:cNvPr>
          <p:cNvSpPr/>
          <p:nvPr/>
        </p:nvSpPr>
        <p:spPr>
          <a:xfrm>
            <a:off x="-24724" y="10390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1" name="모서리가 둥근 직사각형 114">
            <a:extLst>
              <a:ext uri="{FF2B5EF4-FFF2-40B4-BE49-F238E27FC236}">
                <a16:creationId xmlns:a16="http://schemas.microsoft.com/office/drawing/2014/main" id="{4D062E83-B5B6-AF2A-A292-31C76E54EEE0}"/>
              </a:ext>
            </a:extLst>
          </p:cNvPr>
          <p:cNvSpPr/>
          <p:nvPr/>
        </p:nvSpPr>
        <p:spPr>
          <a:xfrm>
            <a:off x="73411" y="20953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4" name="모서리가 둥근 직사각형 114">
            <a:extLst>
              <a:ext uri="{FF2B5EF4-FFF2-40B4-BE49-F238E27FC236}">
                <a16:creationId xmlns:a16="http://schemas.microsoft.com/office/drawing/2014/main" id="{5AA4AC82-9806-765B-1EC6-C0283E2BFAED}"/>
              </a:ext>
            </a:extLst>
          </p:cNvPr>
          <p:cNvSpPr/>
          <p:nvPr/>
        </p:nvSpPr>
        <p:spPr>
          <a:xfrm>
            <a:off x="73411" y="28574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8" name="Rounded Rectangle 35">
            <a:extLst>
              <a:ext uri="{FF2B5EF4-FFF2-40B4-BE49-F238E27FC236}">
                <a16:creationId xmlns:a16="http://schemas.microsoft.com/office/drawing/2014/main" id="{AE040BA6-E761-0313-D98C-B3DC03A486C2}"/>
              </a:ext>
            </a:extLst>
          </p:cNvPr>
          <p:cNvSpPr/>
          <p:nvPr/>
        </p:nvSpPr>
        <p:spPr>
          <a:xfrm>
            <a:off x="266792" y="5917393"/>
            <a:ext cx="318616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목록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29" name="모서리가 둥근 직사각형 114">
            <a:extLst>
              <a:ext uri="{FF2B5EF4-FFF2-40B4-BE49-F238E27FC236}">
                <a16:creationId xmlns:a16="http://schemas.microsoft.com/office/drawing/2014/main" id="{EE0269FD-ED34-1DD5-9D30-FA3679AA4D43}"/>
              </a:ext>
            </a:extLst>
          </p:cNvPr>
          <p:cNvSpPr/>
          <p:nvPr/>
        </p:nvSpPr>
        <p:spPr>
          <a:xfrm>
            <a:off x="73411" y="58950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052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23C8A-145A-F738-F6B4-097DA7AF1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F41B72-8CDA-5115-6D66-B9F8EA7DD380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반려 상세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01F09-9E33-D9B1-4508-0586D383A5DC}"/>
              </a:ext>
            </a:extLst>
          </p:cNvPr>
          <p:cNvSpPr txBox="1"/>
          <p:nvPr/>
        </p:nvSpPr>
        <p:spPr>
          <a:xfrm>
            <a:off x="1302717" y="330494"/>
            <a:ext cx="26965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B680D2-77FF-1D1A-AFC7-0AEBC116576A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CH-U-MY-02-02-07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9289AF-AFDC-5104-DA39-D80614A7A363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A0822E-29CA-7460-38AF-2E841CDDB2F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52424F-6599-13AA-26F7-04C4134B0A44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32324D-BCB9-A463-DCF0-974107367E1A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F61132-A297-3CEF-5637-6B5A39C7D5AC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4192707-A7B7-FF03-9000-7427CA6B8696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E5A6BFE-C37E-DCD1-6965-3A341ACBB8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788F676-6A85-333C-3698-44C435F30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C7C79703-5EBA-6F73-4A05-3A0D9B2A5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A7E7457-7B2D-CB61-772F-20B1C2CEA80B}"/>
              </a:ext>
            </a:extLst>
          </p:cNvPr>
          <p:cNvSpPr txBox="1"/>
          <p:nvPr/>
        </p:nvSpPr>
        <p:spPr>
          <a:xfrm>
            <a:off x="228222" y="1085816"/>
            <a:ext cx="1678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>
                <a:solidFill>
                  <a:srgbClr val="FF0000"/>
                </a:solidFill>
                <a:ea typeface="맑은 고딕"/>
              </a:rPr>
              <a:t>교환반려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 260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Rounded Rectangle 27">
            <a:extLst>
              <a:ext uri="{FF2B5EF4-FFF2-40B4-BE49-F238E27FC236}">
                <a16:creationId xmlns:a16="http://schemas.microsoft.com/office/drawing/2014/main" id="{D779DC35-AE16-579D-F469-AD736AA59B3B}"/>
              </a:ext>
            </a:extLst>
          </p:cNvPr>
          <p:cNvSpPr/>
          <p:nvPr/>
        </p:nvSpPr>
        <p:spPr>
          <a:xfrm>
            <a:off x="2467479" y="110476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9 10:13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BDEE07D-261D-6513-3020-AA49BDAF008D}"/>
              </a:ext>
            </a:extLst>
          </p:cNvPr>
          <p:cNvCxnSpPr>
            <a:cxnSpLocks/>
          </p:cNvCxnSpPr>
          <p:nvPr/>
        </p:nvCxnSpPr>
        <p:spPr>
          <a:xfrm>
            <a:off x="302663" y="2412157"/>
            <a:ext cx="315029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35">
            <a:extLst>
              <a:ext uri="{FF2B5EF4-FFF2-40B4-BE49-F238E27FC236}">
                <a16:creationId xmlns:a16="http://schemas.microsoft.com/office/drawing/2014/main" id="{4E360DEB-44DD-3E8E-C593-BF3C17363528}"/>
              </a:ext>
            </a:extLst>
          </p:cNvPr>
          <p:cNvSpPr/>
          <p:nvPr/>
        </p:nvSpPr>
        <p:spPr>
          <a:xfrm>
            <a:off x="1494643" y="2522575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변경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3CCF22B-59A1-E4B5-FD10-27AC04B0BB39}"/>
              </a:ext>
            </a:extLst>
          </p:cNvPr>
          <p:cNvSpPr txBox="1"/>
          <p:nvPr/>
        </p:nvSpPr>
        <p:spPr>
          <a:xfrm>
            <a:off x="1230633" y="1404417"/>
            <a:ext cx="20073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중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A3867759-7514-EB8F-5619-A4B68ABEDC2B}"/>
              </a:ext>
            </a:extLst>
          </p:cNvPr>
          <p:cNvSpPr/>
          <p:nvPr/>
        </p:nvSpPr>
        <p:spPr>
          <a:xfrm>
            <a:off x="437563" y="1384956"/>
            <a:ext cx="656873" cy="62233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7" name="Rounded Rectangle 27">
            <a:extLst>
              <a:ext uri="{FF2B5EF4-FFF2-40B4-BE49-F238E27FC236}">
                <a16:creationId xmlns:a16="http://schemas.microsoft.com/office/drawing/2014/main" id="{65ED8245-CE71-7930-C038-3C24C0E875C9}"/>
              </a:ext>
            </a:extLst>
          </p:cNvPr>
          <p:cNvSpPr/>
          <p:nvPr/>
        </p:nvSpPr>
        <p:spPr>
          <a:xfrm>
            <a:off x="1220170" y="1724234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65" name="Rounded Rectangle 35">
            <a:extLst>
              <a:ext uri="{FF2B5EF4-FFF2-40B4-BE49-F238E27FC236}">
                <a16:creationId xmlns:a16="http://schemas.microsoft.com/office/drawing/2014/main" id="{414E3C26-BBF9-5463-C40D-8003B6DD8541}"/>
              </a:ext>
            </a:extLst>
          </p:cNvPr>
          <p:cNvSpPr/>
          <p:nvPr/>
        </p:nvSpPr>
        <p:spPr>
          <a:xfrm>
            <a:off x="1494643" y="2148424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</a:t>
            </a:r>
            <a:endParaRPr lang="ko-KR" altLang="en-US" sz="800" dirty="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168" name="Rounded Rectangle 27">
            <a:extLst>
              <a:ext uri="{FF2B5EF4-FFF2-40B4-BE49-F238E27FC236}">
                <a16:creationId xmlns:a16="http://schemas.microsoft.com/office/drawing/2014/main" id="{A1ED2E6F-E6E8-305C-DAD0-D12C36184F4B}"/>
              </a:ext>
            </a:extLst>
          </p:cNvPr>
          <p:cNvSpPr/>
          <p:nvPr/>
        </p:nvSpPr>
        <p:spPr>
          <a:xfrm>
            <a:off x="302663" y="2155049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38" name="Rounded Rectangle 27">
            <a:extLst>
              <a:ext uri="{FF2B5EF4-FFF2-40B4-BE49-F238E27FC236}">
                <a16:creationId xmlns:a16="http://schemas.microsoft.com/office/drawing/2014/main" id="{8479A4B5-6B4A-DCCC-713C-6D27597E623A}"/>
              </a:ext>
            </a:extLst>
          </p:cNvPr>
          <p:cNvSpPr/>
          <p:nvPr/>
        </p:nvSpPr>
        <p:spPr>
          <a:xfrm>
            <a:off x="302663" y="2525372"/>
            <a:ext cx="1000054" cy="22141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900" dirty="0">
                <a:solidFill>
                  <a:schemeClr val="tx1"/>
                </a:solidFill>
                <a:ea typeface="맑은 고딕"/>
              </a:rPr>
              <a:t>교환사유</a:t>
            </a:r>
          </a:p>
        </p:txBody>
      </p:sp>
      <p:sp>
        <p:nvSpPr>
          <p:cNvPr id="40" name="Rounded Rectangle 35">
            <a:extLst>
              <a:ext uri="{FF2B5EF4-FFF2-40B4-BE49-F238E27FC236}">
                <a16:creationId xmlns:a16="http://schemas.microsoft.com/office/drawing/2014/main" id="{AB09859D-CCA5-7CED-2DDA-A7E20F5A07D2}"/>
              </a:ext>
            </a:extLst>
          </p:cNvPr>
          <p:cNvSpPr/>
          <p:nvPr/>
        </p:nvSpPr>
        <p:spPr>
          <a:xfrm>
            <a:off x="1494643" y="2695390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에서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교환 요청합니다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EE1FAE52-AFCF-EEDD-8B43-AFF611209595}"/>
              </a:ext>
            </a:extLst>
          </p:cNvPr>
          <p:cNvSpPr/>
          <p:nvPr/>
        </p:nvSpPr>
        <p:spPr>
          <a:xfrm>
            <a:off x="1230633" y="1856955"/>
            <a:ext cx="2131232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rgbClr val="E8623F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rgbClr val="E8623F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BF938488-6129-5E21-F8B2-7D31A281A28F}"/>
              </a:ext>
            </a:extLst>
          </p:cNvPr>
          <p:cNvSpPr/>
          <p:nvPr/>
        </p:nvSpPr>
        <p:spPr>
          <a:xfrm>
            <a:off x="266792" y="5917393"/>
            <a:ext cx="318616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목록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4BFFA86-4B16-982C-BC82-C75474E1EAE4}"/>
              </a:ext>
            </a:extLst>
          </p:cNvPr>
          <p:cNvGrpSpPr/>
          <p:nvPr/>
        </p:nvGrpSpPr>
        <p:grpSpPr>
          <a:xfrm>
            <a:off x="288281" y="3015239"/>
            <a:ext cx="3139564" cy="762948"/>
            <a:chOff x="324312" y="3015239"/>
            <a:chExt cx="3139564" cy="762948"/>
          </a:xfrm>
        </p:grpSpPr>
        <p:sp>
          <p:nvSpPr>
            <p:cNvPr id="43" name="Rounded Rectangle 35">
              <a:extLst>
                <a:ext uri="{FF2B5EF4-FFF2-40B4-BE49-F238E27FC236}">
                  <a16:creationId xmlns:a16="http://schemas.microsoft.com/office/drawing/2014/main" id="{47255935-92CA-5B4F-D846-9C4AAC123093}"/>
                </a:ext>
              </a:extLst>
            </p:cNvPr>
            <p:cNvSpPr/>
            <p:nvPr/>
          </p:nvSpPr>
          <p:spPr>
            <a:xfrm>
              <a:off x="324312" y="3015239"/>
              <a:ext cx="3120827" cy="76294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교환 불가 사유 작성 공간입니다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46" name="Rounded Rectangle 27">
              <a:extLst>
                <a:ext uri="{FF2B5EF4-FFF2-40B4-BE49-F238E27FC236}">
                  <a16:creationId xmlns:a16="http://schemas.microsoft.com/office/drawing/2014/main" id="{31CA8A9D-8075-3B6D-78B3-948F02B35722}"/>
                </a:ext>
              </a:extLst>
            </p:cNvPr>
            <p:cNvSpPr/>
            <p:nvPr/>
          </p:nvSpPr>
          <p:spPr>
            <a:xfrm>
              <a:off x="374375" y="3071372"/>
              <a:ext cx="1000054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ea typeface="맑은 고딕"/>
                </a:rPr>
                <a:t>반려사유</a:t>
              </a:r>
            </a:p>
          </p:txBody>
        </p:sp>
        <p:sp>
          <p:nvSpPr>
            <p:cNvPr id="47" name="Rounded Rectangle 27">
              <a:extLst>
                <a:ext uri="{FF2B5EF4-FFF2-40B4-BE49-F238E27FC236}">
                  <a16:creationId xmlns:a16="http://schemas.microsoft.com/office/drawing/2014/main" id="{5AEEA584-4EC5-AF94-DE8F-DC323D8B222C}"/>
                </a:ext>
              </a:extLst>
            </p:cNvPr>
            <p:cNvSpPr/>
            <p:nvPr/>
          </p:nvSpPr>
          <p:spPr>
            <a:xfrm>
              <a:off x="2383876" y="3069110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10 11:25 </a:t>
              </a:r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반려</a:t>
              </a:r>
            </a:p>
          </p:txBody>
        </p:sp>
      </p:grpSp>
      <p:graphicFrame>
        <p:nvGraphicFramePr>
          <p:cNvPr id="10" name="Group 59">
            <a:extLst>
              <a:ext uri="{FF2B5EF4-FFF2-40B4-BE49-F238E27FC236}">
                <a16:creationId xmlns:a16="http://schemas.microsoft.com/office/drawing/2014/main" id="{72BCDBC2-B181-BDF8-5191-71F2A00ED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7360"/>
              </p:ext>
            </p:extLst>
          </p:nvPr>
        </p:nvGraphicFramePr>
        <p:xfrm>
          <a:off x="10128399" y="623854"/>
          <a:ext cx="2850436" cy="251733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기본정보 안내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교환수량 및 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입력한 값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반려사유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판매자가 입력한 반려사유 및 반려 처리시간 노출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교환내역 목록 화면으로 이동</a:t>
                      </a:r>
                      <a:b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CH-U-MY-02-02-01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D8889964-C9F8-5DA1-D051-BAE55D34F597}"/>
              </a:ext>
            </a:extLst>
          </p:cNvPr>
          <p:cNvSpPr/>
          <p:nvPr/>
        </p:nvSpPr>
        <p:spPr>
          <a:xfrm>
            <a:off x="87911" y="59551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3" name="모서리가 둥근 직사각형 114">
            <a:extLst>
              <a:ext uri="{FF2B5EF4-FFF2-40B4-BE49-F238E27FC236}">
                <a16:creationId xmlns:a16="http://schemas.microsoft.com/office/drawing/2014/main" id="{A910FE9F-1947-3D2A-8311-EA475C31FE37}"/>
              </a:ext>
            </a:extLst>
          </p:cNvPr>
          <p:cNvSpPr/>
          <p:nvPr/>
        </p:nvSpPr>
        <p:spPr>
          <a:xfrm>
            <a:off x="80094" y="102901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5" name="모서리가 둥근 직사각형 114">
            <a:extLst>
              <a:ext uri="{FF2B5EF4-FFF2-40B4-BE49-F238E27FC236}">
                <a16:creationId xmlns:a16="http://schemas.microsoft.com/office/drawing/2014/main" id="{FF1B3282-1F99-E28E-45F7-8EC2C7F7DDF4}"/>
              </a:ext>
            </a:extLst>
          </p:cNvPr>
          <p:cNvSpPr/>
          <p:nvPr/>
        </p:nvSpPr>
        <p:spPr>
          <a:xfrm>
            <a:off x="80094" y="20700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7" name="모서리가 둥근 직사각형 114">
            <a:extLst>
              <a:ext uri="{FF2B5EF4-FFF2-40B4-BE49-F238E27FC236}">
                <a16:creationId xmlns:a16="http://schemas.microsoft.com/office/drawing/2014/main" id="{8AD5CA3D-20D8-E47F-63BC-D9BE3975C2DB}"/>
              </a:ext>
            </a:extLst>
          </p:cNvPr>
          <p:cNvSpPr/>
          <p:nvPr/>
        </p:nvSpPr>
        <p:spPr>
          <a:xfrm>
            <a:off x="80094" y="29847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2888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DCCE3-4226-0D85-E1C3-7CF55489A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AF61B6-BDAA-08B2-A81A-1DCFF0A59B07}"/>
              </a:ext>
            </a:extLst>
          </p:cNvPr>
          <p:cNvSpPr txBox="1"/>
          <p:nvPr/>
        </p:nvSpPr>
        <p:spPr>
          <a:xfrm>
            <a:off x="1307907" y="78285"/>
            <a:ext cx="899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배송지 관리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13B70C-4A3F-DFCE-FF8B-E43EBF00B647}"/>
              </a:ext>
            </a:extLst>
          </p:cNvPr>
          <p:cNvSpPr txBox="1"/>
          <p:nvPr/>
        </p:nvSpPr>
        <p:spPr>
          <a:xfrm>
            <a:off x="1302717" y="330494"/>
            <a:ext cx="18870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배송지관리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CE89F5-7D42-FBA2-89CF-0623F4143A6E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CH-U-MY-02-03-01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6661E-F773-3F6A-5324-D09723298D7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04AEE7-B820-374B-FFD7-36CC3E4F6C9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8806D04D-94C1-611F-4A05-26F561A2F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884821"/>
              </p:ext>
            </p:extLst>
          </p:nvPr>
        </p:nvGraphicFramePr>
        <p:xfrm>
          <a:off x="10128399" y="623854"/>
          <a:ext cx="2850436" cy="346221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건이 없을 경우 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빈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디자인 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("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등록된 배송지가 없습니다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").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배송지정보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등록한 순서대로 아래로 쌓임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기본배송지 가장 상단에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318207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수정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정보 채워진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CH-U-MY-02-04-01p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바텀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시트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 상단 타이틀은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배송지수정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으로 표기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확인 후 삭제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기본배송지는 삭제 불가</a:t>
                      </a:r>
                      <a:endParaRPr kumimoji="0" lang="ko-KR" altLang="en-US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배송지 추가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CH-U-MY-02-04-01p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바텀시트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DCAE944-5705-31F9-D915-A750E8AFA960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1C382F-033A-03A9-B2EC-DBE97851B26F}"/>
              </a:ext>
            </a:extLst>
          </p:cNvPr>
          <p:cNvSpPr txBox="1"/>
          <p:nvPr/>
        </p:nvSpPr>
        <p:spPr>
          <a:xfrm>
            <a:off x="377783" y="720258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배송지 관리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F560F1-1462-F650-AB04-59F03173E94E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8CD709A-034B-FB60-D002-1BD623FFA22F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09F060EA-9C10-F724-AC84-8A96678DF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F7EB568-4A44-CA26-AAAC-1AD3CAB9D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60A9085D-D48A-18B5-F9D5-A9848E46C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FCEEDF3-816D-4371-2D01-4D868750DAA8}"/>
              </a:ext>
            </a:extLst>
          </p:cNvPr>
          <p:cNvGrpSpPr/>
          <p:nvPr/>
        </p:nvGrpSpPr>
        <p:grpSpPr>
          <a:xfrm>
            <a:off x="335141" y="1060438"/>
            <a:ext cx="3105112" cy="1106479"/>
            <a:chOff x="335141" y="1839167"/>
            <a:chExt cx="3105112" cy="1106479"/>
          </a:xfrm>
        </p:grpSpPr>
        <p:sp>
          <p:nvSpPr>
            <p:cNvPr id="38" name="Rounded Rectangle 22">
              <a:extLst>
                <a:ext uri="{FF2B5EF4-FFF2-40B4-BE49-F238E27FC236}">
                  <a16:creationId xmlns:a16="http://schemas.microsoft.com/office/drawing/2014/main" id="{253E0DFA-C8C6-19E2-7559-AC0F7E55DDD6}"/>
                </a:ext>
              </a:extLst>
            </p:cNvPr>
            <p:cNvSpPr/>
            <p:nvPr/>
          </p:nvSpPr>
          <p:spPr>
            <a:xfrm>
              <a:off x="335141" y="1839167"/>
              <a:ext cx="3105112" cy="1106479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0" name="Rounded Rectangle 27">
              <a:extLst>
                <a:ext uri="{FF2B5EF4-FFF2-40B4-BE49-F238E27FC236}">
                  <a16:creationId xmlns:a16="http://schemas.microsoft.com/office/drawing/2014/main" id="{EC3C5F04-B9ED-FC37-FF64-0D1DB4912F2B}"/>
                </a:ext>
              </a:extLst>
            </p:cNvPr>
            <p:cNvSpPr/>
            <p:nvPr/>
          </p:nvSpPr>
          <p:spPr>
            <a:xfrm>
              <a:off x="665363" y="1940574"/>
              <a:ext cx="593880" cy="23207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기본배송지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F4D84EF-215E-0257-9EDE-52A78FC52FDE}"/>
                </a:ext>
              </a:extLst>
            </p:cNvPr>
            <p:cNvSpPr txBox="1"/>
            <p:nvPr/>
          </p:nvSpPr>
          <p:spPr>
            <a:xfrm>
              <a:off x="444293" y="2350605"/>
              <a:ext cx="235965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ko-KR" sz="700" dirty="0">
                  <a:solidFill>
                    <a:schemeClr val="bg1">
                      <a:lumMod val="50000"/>
                    </a:schemeClr>
                  </a:solidFill>
                </a:rPr>
                <a:t>(06052) 서울특별시 강남구 논현로132길 12 (논현동)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층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82DEA151-F26C-0FBC-3D58-75C1567CF206}"/>
                </a:ext>
              </a:extLst>
            </p:cNvPr>
            <p:cNvSpPr txBox="1"/>
            <p:nvPr/>
          </p:nvSpPr>
          <p:spPr>
            <a:xfrm>
              <a:off x="394612" y="1942629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/>
                  <a:ea typeface="맑은 고딕"/>
                </a:rPr>
                <a:t>집</a:t>
              </a:r>
              <a:endParaRPr lang="ko-KR" altLang="en-US" sz="9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" name="Rounded Rectangle 27">
              <a:extLst>
                <a:ext uri="{FF2B5EF4-FFF2-40B4-BE49-F238E27FC236}">
                  <a16:creationId xmlns:a16="http://schemas.microsoft.com/office/drawing/2014/main" id="{EC3FC520-29B1-B625-EB34-19BCED587E9D}"/>
                </a:ext>
              </a:extLst>
            </p:cNvPr>
            <p:cNvSpPr/>
            <p:nvPr/>
          </p:nvSpPr>
          <p:spPr>
            <a:xfrm>
              <a:off x="444293" y="2208882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010-1234-5678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876073B2-432A-1157-D367-CA1F3FCAA078}"/>
              </a:ext>
            </a:extLst>
          </p:cNvPr>
          <p:cNvSpPr/>
          <p:nvPr/>
        </p:nvSpPr>
        <p:spPr>
          <a:xfrm>
            <a:off x="198902" y="10439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2D97B36-0E8B-8A27-F430-EDEB9D56640D}"/>
              </a:ext>
            </a:extLst>
          </p:cNvPr>
          <p:cNvSpPr txBox="1"/>
          <p:nvPr/>
        </p:nvSpPr>
        <p:spPr>
          <a:xfrm>
            <a:off x="4610065" y="2833873"/>
            <a:ext cx="2014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등록된 배송지가 없습니다</a:t>
            </a:r>
            <a:r>
              <a:rPr lang="en-US" altLang="ko-KR" sz="900" b="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sz="900" b="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5" name="순서도: 연결자 164">
            <a:extLst>
              <a:ext uri="{FF2B5EF4-FFF2-40B4-BE49-F238E27FC236}">
                <a16:creationId xmlns:a16="http://schemas.microsoft.com/office/drawing/2014/main" id="{9C67D175-2EC2-FBFE-0E1D-90E04824BF74}"/>
              </a:ext>
            </a:extLst>
          </p:cNvPr>
          <p:cNvSpPr/>
          <p:nvPr/>
        </p:nvSpPr>
        <p:spPr>
          <a:xfrm>
            <a:off x="5418296" y="2279640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66A4BC53-8181-FB42-E056-54DAE29C7FD5}"/>
              </a:ext>
            </a:extLst>
          </p:cNvPr>
          <p:cNvSpPr txBox="1"/>
          <p:nvPr/>
        </p:nvSpPr>
        <p:spPr>
          <a:xfrm>
            <a:off x="5013032" y="1757660"/>
            <a:ext cx="12089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등록 배송지가 없을 경우</a:t>
            </a:r>
          </a:p>
        </p:txBody>
      </p:sp>
      <p:sp>
        <p:nvSpPr>
          <p:cNvPr id="14" name="Rounded Rectangle 35">
            <a:extLst>
              <a:ext uri="{FF2B5EF4-FFF2-40B4-BE49-F238E27FC236}">
                <a16:creationId xmlns:a16="http://schemas.microsoft.com/office/drawing/2014/main" id="{B3961137-32C6-733E-8899-B925FEEEF653}"/>
              </a:ext>
            </a:extLst>
          </p:cNvPr>
          <p:cNvSpPr/>
          <p:nvPr/>
        </p:nvSpPr>
        <p:spPr>
          <a:xfrm>
            <a:off x="517505" y="3636293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새 배송지 추가</a:t>
            </a:r>
          </a:p>
        </p:txBody>
      </p:sp>
      <p:sp>
        <p:nvSpPr>
          <p:cNvPr id="16" name="Rounded Rectangle 35">
            <a:extLst>
              <a:ext uri="{FF2B5EF4-FFF2-40B4-BE49-F238E27FC236}">
                <a16:creationId xmlns:a16="http://schemas.microsoft.com/office/drawing/2014/main" id="{7A588666-895D-5CBD-1FA9-44FC50E2B415}"/>
              </a:ext>
            </a:extLst>
          </p:cNvPr>
          <p:cNvSpPr/>
          <p:nvPr/>
        </p:nvSpPr>
        <p:spPr>
          <a:xfrm>
            <a:off x="491553" y="1829512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ysClr val="windowText" lastClr="000000"/>
                </a:solidFill>
                <a:ea typeface="맑은 고딕"/>
              </a:rPr>
              <a:t>수정</a:t>
            </a:r>
            <a:endParaRPr lang="ko-KR" altLang="en-US" sz="7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57" name="모서리가 둥근 직사각형 114">
            <a:extLst>
              <a:ext uri="{FF2B5EF4-FFF2-40B4-BE49-F238E27FC236}">
                <a16:creationId xmlns:a16="http://schemas.microsoft.com/office/drawing/2014/main" id="{BA7994E2-F5C6-A8CD-FBC7-478C441DCE27}"/>
              </a:ext>
            </a:extLst>
          </p:cNvPr>
          <p:cNvSpPr/>
          <p:nvPr/>
        </p:nvSpPr>
        <p:spPr>
          <a:xfrm>
            <a:off x="198902" y="36626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7CB7728-2222-4DE0-968B-311FCD15FF2A}"/>
              </a:ext>
            </a:extLst>
          </p:cNvPr>
          <p:cNvGrpSpPr/>
          <p:nvPr/>
        </p:nvGrpSpPr>
        <p:grpSpPr>
          <a:xfrm>
            <a:off x="335141" y="2228139"/>
            <a:ext cx="3105112" cy="1106479"/>
            <a:chOff x="335141" y="1839167"/>
            <a:chExt cx="3105112" cy="1106479"/>
          </a:xfrm>
        </p:grpSpPr>
        <p:sp>
          <p:nvSpPr>
            <p:cNvPr id="25" name="Rounded Rectangle 22">
              <a:extLst>
                <a:ext uri="{FF2B5EF4-FFF2-40B4-BE49-F238E27FC236}">
                  <a16:creationId xmlns:a16="http://schemas.microsoft.com/office/drawing/2014/main" id="{730E991E-5611-BA3D-9AD0-4F926F5775D4}"/>
                </a:ext>
              </a:extLst>
            </p:cNvPr>
            <p:cNvSpPr/>
            <p:nvPr/>
          </p:nvSpPr>
          <p:spPr>
            <a:xfrm>
              <a:off x="335141" y="1839167"/>
              <a:ext cx="3105112" cy="1106479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FC43109-2DAE-AB26-5BEA-28647BF55C1E}"/>
                </a:ext>
              </a:extLst>
            </p:cNvPr>
            <p:cNvSpPr txBox="1"/>
            <p:nvPr/>
          </p:nvSpPr>
          <p:spPr>
            <a:xfrm>
              <a:off x="444293" y="2350605"/>
              <a:ext cx="235965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ko-KR" sz="700" dirty="0">
                  <a:solidFill>
                    <a:schemeClr val="bg1">
                      <a:lumMod val="50000"/>
                    </a:schemeClr>
                  </a:solidFill>
                </a:rPr>
                <a:t>(06052) 서울특별시 강남구 논현로132길 12 (논현동)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층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DA80E3C-E414-0FD1-C540-8E7113FABC1D}"/>
                </a:ext>
              </a:extLst>
            </p:cNvPr>
            <p:cNvSpPr txBox="1"/>
            <p:nvPr/>
          </p:nvSpPr>
          <p:spPr>
            <a:xfrm>
              <a:off x="394612" y="1942629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/>
                  <a:ea typeface="맑은 고딕"/>
                </a:rPr>
                <a:t>회사</a:t>
              </a:r>
              <a:endParaRPr lang="ko-KR" altLang="en-US" sz="9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0" name="Rounded Rectangle 27">
              <a:extLst>
                <a:ext uri="{FF2B5EF4-FFF2-40B4-BE49-F238E27FC236}">
                  <a16:creationId xmlns:a16="http://schemas.microsoft.com/office/drawing/2014/main" id="{4E7A7571-B5C0-87B3-BD8F-FF57A34540AE}"/>
                </a:ext>
              </a:extLst>
            </p:cNvPr>
            <p:cNvSpPr/>
            <p:nvPr/>
          </p:nvSpPr>
          <p:spPr>
            <a:xfrm>
              <a:off x="444293" y="2208882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010-1234-5678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31" name="Rounded Rectangle 35">
            <a:extLst>
              <a:ext uri="{FF2B5EF4-FFF2-40B4-BE49-F238E27FC236}">
                <a16:creationId xmlns:a16="http://schemas.microsoft.com/office/drawing/2014/main" id="{32A5A616-1520-5ECA-C8C5-B64D1657D31A}"/>
              </a:ext>
            </a:extLst>
          </p:cNvPr>
          <p:cNvSpPr/>
          <p:nvPr/>
        </p:nvSpPr>
        <p:spPr>
          <a:xfrm>
            <a:off x="491553" y="2997213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ysClr val="windowText" lastClr="000000"/>
                </a:solidFill>
                <a:ea typeface="맑은 고딕"/>
              </a:rPr>
              <a:t>수정</a:t>
            </a:r>
            <a:endParaRPr lang="ko-KR" altLang="en-US" sz="7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2" name="Rounded Rectangle 35">
            <a:extLst>
              <a:ext uri="{FF2B5EF4-FFF2-40B4-BE49-F238E27FC236}">
                <a16:creationId xmlns:a16="http://schemas.microsoft.com/office/drawing/2014/main" id="{5E0B1204-2D89-8194-3E27-7D62AD2088C9}"/>
              </a:ext>
            </a:extLst>
          </p:cNvPr>
          <p:cNvSpPr/>
          <p:nvPr/>
        </p:nvSpPr>
        <p:spPr>
          <a:xfrm>
            <a:off x="1049111" y="2997213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ea typeface="맑은 고딕"/>
              </a:rPr>
              <a:t>삭제</a:t>
            </a:r>
          </a:p>
        </p:txBody>
      </p:sp>
      <p:sp>
        <p:nvSpPr>
          <p:cNvPr id="144" name="모서리가 둥근 직사각형 114">
            <a:extLst>
              <a:ext uri="{FF2B5EF4-FFF2-40B4-BE49-F238E27FC236}">
                <a16:creationId xmlns:a16="http://schemas.microsoft.com/office/drawing/2014/main" id="{C27623EC-2D2E-5044-0E58-55404AA770DD}"/>
              </a:ext>
            </a:extLst>
          </p:cNvPr>
          <p:cNvSpPr/>
          <p:nvPr/>
        </p:nvSpPr>
        <p:spPr>
          <a:xfrm>
            <a:off x="198902" y="30324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C4F263B3-2072-172D-55B2-165C6AE2BAE0}"/>
              </a:ext>
            </a:extLst>
          </p:cNvPr>
          <p:cNvSpPr/>
          <p:nvPr/>
        </p:nvSpPr>
        <p:spPr>
          <a:xfrm>
            <a:off x="870230" y="30324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" name="모서리가 둥근 직사각형 114">
            <a:extLst>
              <a:ext uri="{FF2B5EF4-FFF2-40B4-BE49-F238E27FC236}">
                <a16:creationId xmlns:a16="http://schemas.microsoft.com/office/drawing/2014/main" id="{197192DD-9BB2-657D-62A7-32157C9F94AD}"/>
              </a:ext>
            </a:extLst>
          </p:cNvPr>
          <p:cNvSpPr/>
          <p:nvPr/>
        </p:nvSpPr>
        <p:spPr>
          <a:xfrm>
            <a:off x="4805889" y="15718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65354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6F68C-5D86-C537-5A34-50A77F5AE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505B6547-7E4D-9D80-1F00-2E4144A5B9FF}"/>
              </a:ext>
            </a:extLst>
          </p:cNvPr>
          <p:cNvGrpSpPr/>
          <p:nvPr/>
        </p:nvGrpSpPr>
        <p:grpSpPr>
          <a:xfrm>
            <a:off x="335141" y="1060438"/>
            <a:ext cx="3105112" cy="1106479"/>
            <a:chOff x="335141" y="1839167"/>
            <a:chExt cx="3105112" cy="1106479"/>
          </a:xfrm>
        </p:grpSpPr>
        <p:sp>
          <p:nvSpPr>
            <p:cNvPr id="38" name="Rounded Rectangle 22">
              <a:extLst>
                <a:ext uri="{FF2B5EF4-FFF2-40B4-BE49-F238E27FC236}">
                  <a16:creationId xmlns:a16="http://schemas.microsoft.com/office/drawing/2014/main" id="{1AD655CF-033A-97F5-7314-172C1A1D035D}"/>
                </a:ext>
              </a:extLst>
            </p:cNvPr>
            <p:cNvSpPr/>
            <p:nvPr/>
          </p:nvSpPr>
          <p:spPr>
            <a:xfrm>
              <a:off x="335141" y="1839167"/>
              <a:ext cx="3105112" cy="1106479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0" name="Rounded Rectangle 27">
              <a:extLst>
                <a:ext uri="{FF2B5EF4-FFF2-40B4-BE49-F238E27FC236}">
                  <a16:creationId xmlns:a16="http://schemas.microsoft.com/office/drawing/2014/main" id="{20569C69-9246-ADB5-94FC-9DDC73A03C2F}"/>
                </a:ext>
              </a:extLst>
            </p:cNvPr>
            <p:cNvSpPr/>
            <p:nvPr/>
          </p:nvSpPr>
          <p:spPr>
            <a:xfrm>
              <a:off x="665363" y="1940574"/>
              <a:ext cx="593880" cy="23207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기본배송지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5F9D69D-FB46-7AE5-7F07-25273FA7CE8A}"/>
                </a:ext>
              </a:extLst>
            </p:cNvPr>
            <p:cNvSpPr txBox="1"/>
            <p:nvPr/>
          </p:nvSpPr>
          <p:spPr>
            <a:xfrm>
              <a:off x="444293" y="2350605"/>
              <a:ext cx="235965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ko-KR" sz="700" dirty="0">
                  <a:solidFill>
                    <a:schemeClr val="bg1">
                      <a:lumMod val="50000"/>
                    </a:schemeClr>
                  </a:solidFill>
                </a:rPr>
                <a:t>(06052) 서울특별시 강남구 논현로132길 12 (논현동)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층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59906FE0-8C07-7125-A842-0DCB29F69095}"/>
                </a:ext>
              </a:extLst>
            </p:cNvPr>
            <p:cNvSpPr txBox="1"/>
            <p:nvPr/>
          </p:nvSpPr>
          <p:spPr>
            <a:xfrm>
              <a:off x="394612" y="1942629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/>
                  <a:ea typeface="맑은 고딕"/>
                </a:rPr>
                <a:t>집</a:t>
              </a:r>
              <a:endParaRPr lang="ko-KR" altLang="en-US" sz="9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" name="Rounded Rectangle 27">
              <a:extLst>
                <a:ext uri="{FF2B5EF4-FFF2-40B4-BE49-F238E27FC236}">
                  <a16:creationId xmlns:a16="http://schemas.microsoft.com/office/drawing/2014/main" id="{E3AA0E7E-2680-E67E-BEDB-A993D359B0A2}"/>
                </a:ext>
              </a:extLst>
            </p:cNvPr>
            <p:cNvSpPr/>
            <p:nvPr/>
          </p:nvSpPr>
          <p:spPr>
            <a:xfrm>
              <a:off x="444293" y="2208882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010-1234-5678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45" name="Rounded Rectangle 35">
            <a:extLst>
              <a:ext uri="{FF2B5EF4-FFF2-40B4-BE49-F238E27FC236}">
                <a16:creationId xmlns:a16="http://schemas.microsoft.com/office/drawing/2014/main" id="{898BEA0E-7BD8-881F-BD5A-5090DB391CCC}"/>
              </a:ext>
            </a:extLst>
          </p:cNvPr>
          <p:cNvSpPr/>
          <p:nvPr/>
        </p:nvSpPr>
        <p:spPr>
          <a:xfrm>
            <a:off x="1049111" y="1829512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ea typeface="맑은 고딕"/>
              </a:rPr>
              <a:t>삭제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B41ECC-0990-A3A2-929A-9B836FE648D2}"/>
              </a:ext>
            </a:extLst>
          </p:cNvPr>
          <p:cNvSpPr txBox="1"/>
          <p:nvPr/>
        </p:nvSpPr>
        <p:spPr>
          <a:xfrm>
            <a:off x="1307907" y="78285"/>
            <a:ext cx="899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배송지 추가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팝업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81FD3-DF93-CBA4-F7A5-00D219485E92}"/>
              </a:ext>
            </a:extLst>
          </p:cNvPr>
          <p:cNvSpPr txBox="1"/>
          <p:nvPr/>
        </p:nvSpPr>
        <p:spPr>
          <a:xfrm>
            <a:off x="1302717" y="330494"/>
            <a:ext cx="245612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배송지관리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배송지추가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74A39B-5F61-75D1-C409-9AF9FC9239AC}"/>
              </a:ext>
            </a:extLst>
          </p:cNvPr>
          <p:cNvSpPr/>
          <p:nvPr/>
        </p:nvSpPr>
        <p:spPr>
          <a:xfrm>
            <a:off x="7921129" y="58428"/>
            <a:ext cx="14029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CH-U-CA-02-02-02p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176D4-38F8-E58B-062F-12719B82ABDE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00FA2F-09AD-81EA-16D5-0AED92B57C15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272D195A-8DCE-C68F-2B7F-7C4E7D1951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41279"/>
              </p:ext>
            </p:extLst>
          </p:nvPr>
        </p:nvGraphicFramePr>
        <p:xfrm>
          <a:off x="10128399" y="623854"/>
          <a:ext cx="2850436" cy="230118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CH-U-CA-02-02-01p </a:t>
                      </a:r>
                      <a:r>
                        <a:rPr lang="ko-KR" altLang="en-US" sz="800" b="0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화면과 동일</a:t>
                      </a:r>
                      <a:endParaRPr lang="ko-KR" altLang="ko-KR" sz="800" b="0" i="0" u="none" strike="noStrike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D1EF8CDA-C9C8-DACD-057E-F7B122B9C0B7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6798C-6E22-52DD-088E-0EF402021CF2}"/>
              </a:ext>
            </a:extLst>
          </p:cNvPr>
          <p:cNvSpPr txBox="1"/>
          <p:nvPr/>
        </p:nvSpPr>
        <p:spPr>
          <a:xfrm>
            <a:off x="377783" y="720258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배송지 관리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A6186D-79A0-CC4C-D92A-0493248BBC6E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824A0E0-E33A-729D-26B1-025DECA15EAD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A5CEF295-F5E9-C248-3782-0EF004A1C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16178D6-36E0-96A4-335A-1B915DB75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FF5B9D42-3013-23F8-78E7-1E560DD22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4" name="Rounded Rectangle 35">
            <a:extLst>
              <a:ext uri="{FF2B5EF4-FFF2-40B4-BE49-F238E27FC236}">
                <a16:creationId xmlns:a16="http://schemas.microsoft.com/office/drawing/2014/main" id="{B4A4EAD8-A960-3639-249C-C50F7E5C573D}"/>
              </a:ext>
            </a:extLst>
          </p:cNvPr>
          <p:cNvSpPr/>
          <p:nvPr/>
        </p:nvSpPr>
        <p:spPr>
          <a:xfrm>
            <a:off x="517505" y="2333286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새 배송지 추가</a:t>
            </a:r>
          </a:p>
        </p:txBody>
      </p:sp>
      <p:sp>
        <p:nvSpPr>
          <p:cNvPr id="16" name="Rounded Rectangle 35">
            <a:extLst>
              <a:ext uri="{FF2B5EF4-FFF2-40B4-BE49-F238E27FC236}">
                <a16:creationId xmlns:a16="http://schemas.microsoft.com/office/drawing/2014/main" id="{86E9E6EA-AD1A-E76A-772D-FAE89B99C5FF}"/>
              </a:ext>
            </a:extLst>
          </p:cNvPr>
          <p:cNvSpPr/>
          <p:nvPr/>
        </p:nvSpPr>
        <p:spPr>
          <a:xfrm>
            <a:off x="491553" y="1829512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ysClr val="windowText" lastClr="000000"/>
                </a:solidFill>
                <a:ea typeface="맑은 고딕"/>
              </a:rPr>
              <a:t>수정</a:t>
            </a:r>
            <a:endParaRPr lang="ko-KR" altLang="en-US" sz="7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288E91C-9B8E-67EB-2E9C-2F8AD1B60036}"/>
              </a:ext>
            </a:extLst>
          </p:cNvPr>
          <p:cNvSpPr/>
          <p:nvPr/>
        </p:nvSpPr>
        <p:spPr>
          <a:xfrm>
            <a:off x="165283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042A07E-44EF-EC67-E3D4-51FBF40786D0}"/>
              </a:ext>
            </a:extLst>
          </p:cNvPr>
          <p:cNvGrpSpPr/>
          <p:nvPr/>
        </p:nvGrpSpPr>
        <p:grpSpPr>
          <a:xfrm>
            <a:off x="165283" y="2052117"/>
            <a:ext cx="3426314" cy="4403996"/>
            <a:chOff x="3732651" y="2052117"/>
            <a:chExt cx="3426314" cy="4403996"/>
          </a:xfrm>
        </p:grpSpPr>
        <p:sp>
          <p:nvSpPr>
            <p:cNvPr id="12" name="사각형: 둥근 위쪽 모서리 11">
              <a:extLst>
                <a:ext uri="{FF2B5EF4-FFF2-40B4-BE49-F238E27FC236}">
                  <a16:creationId xmlns:a16="http://schemas.microsoft.com/office/drawing/2014/main" id="{027D1519-5BBE-BC12-C846-B82CB28BC7E6}"/>
                </a:ext>
              </a:extLst>
            </p:cNvPr>
            <p:cNvSpPr/>
            <p:nvPr/>
          </p:nvSpPr>
          <p:spPr>
            <a:xfrm>
              <a:off x="3732651" y="2052117"/>
              <a:ext cx="3426314" cy="28326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</a:rPr>
                <a:t>=</a:t>
              </a:r>
              <a:endParaRPr lang="ko-KR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D0EF27C-AF24-FA83-ED4D-A12A14FFD196}"/>
                </a:ext>
              </a:extLst>
            </p:cNvPr>
            <p:cNvSpPr/>
            <p:nvPr/>
          </p:nvSpPr>
          <p:spPr>
            <a:xfrm>
              <a:off x="3732651" y="2335384"/>
              <a:ext cx="3426314" cy="412072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Rounded Rectangle 35">
              <a:extLst>
                <a:ext uri="{FF2B5EF4-FFF2-40B4-BE49-F238E27FC236}">
                  <a16:creationId xmlns:a16="http://schemas.microsoft.com/office/drawing/2014/main" id="{A58B9950-32AF-AE7A-6453-F9BDB8DFA0FA}"/>
                </a:ext>
              </a:extLst>
            </p:cNvPr>
            <p:cNvSpPr/>
            <p:nvPr/>
          </p:nvSpPr>
          <p:spPr>
            <a:xfrm>
              <a:off x="3924201" y="6082557"/>
              <a:ext cx="149724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BF1FBF0-0CE0-14DC-250B-CB00AB2DB9D0}"/>
                </a:ext>
              </a:extLst>
            </p:cNvPr>
            <p:cNvSpPr txBox="1"/>
            <p:nvPr/>
          </p:nvSpPr>
          <p:spPr>
            <a:xfrm>
              <a:off x="3913841" y="2459904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lang="ko-KR" altLang="en-US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배송지 추가</a:t>
              </a:r>
              <a:endParaRPr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B715B665-B13F-B112-B7D6-8DD62FC305B6}"/>
                </a:ext>
              </a:extLst>
            </p:cNvPr>
            <p:cNvGrpSpPr/>
            <p:nvPr/>
          </p:nvGrpSpPr>
          <p:grpSpPr>
            <a:xfrm>
              <a:off x="3916004" y="2756216"/>
              <a:ext cx="3059608" cy="453288"/>
              <a:chOff x="336505" y="3746208"/>
              <a:chExt cx="3059608" cy="453288"/>
            </a:xfrm>
          </p:grpSpPr>
          <p:sp>
            <p:nvSpPr>
              <p:cNvPr id="42" name="Rounded Rectangle 35">
                <a:extLst>
                  <a:ext uri="{FF2B5EF4-FFF2-40B4-BE49-F238E27FC236}">
                    <a16:creationId xmlns:a16="http://schemas.microsoft.com/office/drawing/2014/main" id="{48A643E9-C9E4-86E3-08A7-61B7007320B4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AB8E375-028B-C57B-EED9-4EB5B47B9793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배송지명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sp>
          <p:nvSpPr>
            <p:cNvPr id="23" name="Rounded Rectangle 35">
              <a:extLst>
                <a:ext uri="{FF2B5EF4-FFF2-40B4-BE49-F238E27FC236}">
                  <a16:creationId xmlns:a16="http://schemas.microsoft.com/office/drawing/2014/main" id="{DCC84DAA-98E6-1070-418F-B6173D727BA9}"/>
                </a:ext>
              </a:extLst>
            </p:cNvPr>
            <p:cNvSpPr/>
            <p:nvPr/>
          </p:nvSpPr>
          <p:spPr>
            <a:xfrm>
              <a:off x="5463829" y="6082557"/>
              <a:ext cx="149724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저장</a:t>
              </a: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5CF24498-B296-56AA-7DC1-CF9EAEB726AD}"/>
                </a:ext>
              </a:extLst>
            </p:cNvPr>
            <p:cNvGrpSpPr/>
            <p:nvPr/>
          </p:nvGrpSpPr>
          <p:grpSpPr>
            <a:xfrm>
              <a:off x="3916004" y="3327002"/>
              <a:ext cx="3059608" cy="453288"/>
              <a:chOff x="336505" y="3746208"/>
              <a:chExt cx="3059608" cy="453288"/>
            </a:xfrm>
          </p:grpSpPr>
          <p:sp>
            <p:nvSpPr>
              <p:cNvPr id="37" name="Rounded Rectangle 35">
                <a:extLst>
                  <a:ext uri="{FF2B5EF4-FFF2-40B4-BE49-F238E27FC236}">
                    <a16:creationId xmlns:a16="http://schemas.microsoft.com/office/drawing/2014/main" id="{F681AE4E-1CC1-BA09-1374-8820F7CAD27F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2F082BF-1980-B065-CF55-0C8FC41735F6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 err="1">
                    <a:solidFill>
                      <a:srgbClr val="404040"/>
                    </a:solidFill>
                    <a:ea typeface="맑은 고딕"/>
                  </a:rPr>
                  <a:t>받는분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41228A6C-9A04-0A70-C98B-541CC7CC072C}"/>
                </a:ext>
              </a:extLst>
            </p:cNvPr>
            <p:cNvGrpSpPr/>
            <p:nvPr/>
          </p:nvGrpSpPr>
          <p:grpSpPr>
            <a:xfrm>
              <a:off x="3916004" y="3897788"/>
              <a:ext cx="3059608" cy="453288"/>
              <a:chOff x="336505" y="3746208"/>
              <a:chExt cx="3059608" cy="453288"/>
            </a:xfrm>
          </p:grpSpPr>
          <p:sp>
            <p:nvSpPr>
              <p:cNvPr id="35" name="Rounded Rectangle 35">
                <a:extLst>
                  <a:ext uri="{FF2B5EF4-FFF2-40B4-BE49-F238E27FC236}">
                    <a16:creationId xmlns:a16="http://schemas.microsoft.com/office/drawing/2014/main" id="{7FF66914-7B05-938B-F05D-0201CDFB1F25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48EF11-B107-3350-4A8B-60A38CEF4945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핸드폰 번호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65E3C731-509A-44EE-B4B1-50D00B12FD99}"/>
                </a:ext>
              </a:extLst>
            </p:cNvPr>
            <p:cNvGrpSpPr/>
            <p:nvPr/>
          </p:nvGrpSpPr>
          <p:grpSpPr>
            <a:xfrm>
              <a:off x="3916004" y="4468574"/>
              <a:ext cx="3066631" cy="1135949"/>
              <a:chOff x="3916004" y="4718555"/>
              <a:chExt cx="3066631" cy="1135949"/>
            </a:xfrm>
          </p:grpSpPr>
          <p:sp>
            <p:nvSpPr>
              <p:cNvPr id="30" name="Rounded Rectangle 33">
                <a:extLst>
                  <a:ext uri="{FF2B5EF4-FFF2-40B4-BE49-F238E27FC236}">
                    <a16:creationId xmlns:a16="http://schemas.microsoft.com/office/drawing/2014/main" id="{A73A8D81-1E58-F6CC-B1B8-F2A40A4DC0F9}"/>
                  </a:ext>
                </a:extLst>
              </p:cNvPr>
              <p:cNvSpPr/>
              <p:nvPr/>
            </p:nvSpPr>
            <p:spPr>
              <a:xfrm>
                <a:off x="6102102" y="4952387"/>
                <a:ext cx="880533" cy="219456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6350">
                <a:solidFill>
                  <a:srgbClr val="9A9A9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우편번호 검색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31" name="Rounded Rectangle 35">
                <a:extLst>
                  <a:ext uri="{FF2B5EF4-FFF2-40B4-BE49-F238E27FC236}">
                    <a16:creationId xmlns:a16="http://schemas.microsoft.com/office/drawing/2014/main" id="{5B32859B-49E2-634A-286C-5E2EED971135}"/>
                  </a:ext>
                </a:extLst>
              </p:cNvPr>
              <p:cNvSpPr/>
              <p:nvPr/>
            </p:nvSpPr>
            <p:spPr>
              <a:xfrm>
                <a:off x="3916004" y="4952387"/>
                <a:ext cx="2054387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BF7F444-559A-49F9-BA70-328C4B51F8B7}"/>
                  </a:ext>
                </a:extLst>
              </p:cNvPr>
              <p:cNvSpPr txBox="1"/>
              <p:nvPr/>
            </p:nvSpPr>
            <p:spPr>
              <a:xfrm>
                <a:off x="3925387" y="4718555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주소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  <p:sp>
            <p:nvSpPr>
              <p:cNvPr id="33" name="Rounded Rectangle 35">
                <a:extLst>
                  <a:ext uri="{FF2B5EF4-FFF2-40B4-BE49-F238E27FC236}">
                    <a16:creationId xmlns:a16="http://schemas.microsoft.com/office/drawing/2014/main" id="{70D8CF32-6684-9301-7369-8AFFCF0AD485}"/>
                  </a:ext>
                </a:extLst>
              </p:cNvPr>
              <p:cNvSpPr/>
              <p:nvPr/>
            </p:nvSpPr>
            <p:spPr>
              <a:xfrm>
                <a:off x="3916004" y="5215274"/>
                <a:ext cx="3066631" cy="376342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34" name="Rounded Rectangle 35">
                <a:extLst>
                  <a:ext uri="{FF2B5EF4-FFF2-40B4-BE49-F238E27FC236}">
                    <a16:creationId xmlns:a16="http://schemas.microsoft.com/office/drawing/2014/main" id="{7BBFD091-F12C-6F8B-3E52-FEC32B05FF3B}"/>
                  </a:ext>
                </a:extLst>
              </p:cNvPr>
              <p:cNvSpPr/>
              <p:nvPr/>
            </p:nvSpPr>
            <p:spPr>
              <a:xfrm>
                <a:off x="3916004" y="5635048"/>
                <a:ext cx="3066631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CA20434D-599F-EE7F-22B8-2AEC7B368FAB}"/>
                </a:ext>
              </a:extLst>
            </p:cNvPr>
            <p:cNvGrpSpPr/>
            <p:nvPr/>
          </p:nvGrpSpPr>
          <p:grpSpPr>
            <a:xfrm>
              <a:off x="3933176" y="5722020"/>
              <a:ext cx="2419453" cy="205283"/>
              <a:chOff x="3933176" y="5802525"/>
              <a:chExt cx="2419453" cy="205283"/>
            </a:xfrm>
          </p:grpSpPr>
          <p:sp>
            <p:nvSpPr>
              <p:cNvPr id="28" name="Rounded Rectangle 23">
                <a:extLst>
                  <a:ext uri="{FF2B5EF4-FFF2-40B4-BE49-F238E27FC236}">
                    <a16:creationId xmlns:a16="http://schemas.microsoft.com/office/drawing/2014/main" id="{B710E177-B410-1364-3A9F-1DBC99A85584}"/>
                  </a:ext>
                </a:extLst>
              </p:cNvPr>
              <p:cNvSpPr/>
              <p:nvPr/>
            </p:nvSpPr>
            <p:spPr>
              <a:xfrm>
                <a:off x="3933176" y="5828520"/>
                <a:ext cx="137160" cy="13716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>
                    <a:solidFill>
                      <a:srgbClr val="FFFFFF"/>
                    </a:solidFill>
                    <a:ea typeface="맑은 고딕"/>
                  </a:rPr>
                  <a:t>✓</a:t>
                </a:r>
              </a:p>
            </p:txBody>
          </p:sp>
          <p:sp>
            <p:nvSpPr>
              <p:cNvPr id="29" name="Rounded Rectangle 27">
                <a:extLst>
                  <a:ext uri="{FF2B5EF4-FFF2-40B4-BE49-F238E27FC236}">
                    <a16:creationId xmlns:a16="http://schemas.microsoft.com/office/drawing/2014/main" id="{9F5484E5-3A98-FC85-E367-19B0675A1EAF}"/>
                  </a:ext>
                </a:extLst>
              </p:cNvPr>
              <p:cNvSpPr/>
              <p:nvPr/>
            </p:nvSpPr>
            <p:spPr>
              <a:xfrm>
                <a:off x="4083495" y="5802525"/>
                <a:ext cx="2269134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기본 배송지로 저장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994972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B05A3-E168-4C4E-13E1-648D3001D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>
            <a:extLst>
              <a:ext uri="{FF2B5EF4-FFF2-40B4-BE49-F238E27FC236}">
                <a16:creationId xmlns:a16="http://schemas.microsoft.com/office/drawing/2014/main" id="{5754F348-6BA6-230F-8FD4-15280D1DC277}"/>
              </a:ext>
            </a:extLst>
          </p:cNvPr>
          <p:cNvSpPr txBox="1"/>
          <p:nvPr/>
        </p:nvSpPr>
        <p:spPr>
          <a:xfrm>
            <a:off x="271384" y="1075065"/>
            <a:ext cx="9300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맑은 고딕"/>
                <a:ea typeface="맑은 고딕"/>
              </a:rPr>
              <a:t>등록된 카드 </a:t>
            </a:r>
            <a:r>
              <a:rPr lang="en-US" altLang="ko-KR" sz="800" dirty="0">
                <a:latin typeface="맑은 고딕"/>
                <a:ea typeface="맑은 고딕"/>
              </a:rPr>
              <a:t>2</a:t>
            </a:r>
            <a:r>
              <a:rPr lang="ko-KR" altLang="en-US" sz="800" dirty="0">
                <a:latin typeface="맑은 고딕"/>
                <a:ea typeface="맑은 고딕"/>
              </a:rPr>
              <a:t>건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16E810-3039-A56F-06F0-4AA14D70E2F2}"/>
              </a:ext>
            </a:extLst>
          </p:cNvPr>
          <p:cNvSpPr txBox="1"/>
          <p:nvPr/>
        </p:nvSpPr>
        <p:spPr>
          <a:xfrm>
            <a:off x="1307907" y="78285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결제수단 관리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F0B480-D5F1-FC09-9EDC-15552158D6D3}"/>
              </a:ext>
            </a:extLst>
          </p:cNvPr>
          <p:cNvSpPr txBox="1"/>
          <p:nvPr/>
        </p:nvSpPr>
        <p:spPr>
          <a:xfrm>
            <a:off x="1302717" y="330494"/>
            <a:ext cx="20040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결제수단관리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B9C829-46D4-8F09-2630-8D39F35F2066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CH-U-MY-02-05-01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0604F-5532-0EF6-B20D-BFEE75EF8E38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0EF90E-6B67-4969-7536-DE9EA166840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85D1785F-7415-A3F9-DC60-083E83A6A4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393855"/>
              </p:ext>
            </p:extLst>
          </p:nvPr>
        </p:nvGraphicFramePr>
        <p:xfrm>
          <a:off x="10128399" y="623854"/>
          <a:ext cx="2850436" cy="286715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건이 없을 경우 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빈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디자인 노출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("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등록된 결제 수단이 없습니다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").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1-2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카드정보 영역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등록한 순서대로 아래로 쌓임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삭제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확인 후 삭제</a:t>
                      </a:r>
                      <a:endParaRPr kumimoji="0" lang="ko-KR" altLang="en-US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결제수단 추가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altLang="ko-KR" sz="800" b="0" i="0" u="none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CH-U-MY-02-06-01p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바텀시트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FE21345-50DB-29B7-83A1-7AABBF63CBD1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530C27-7439-31F8-DA01-790ED0318B6B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 관리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B72128-B67E-78DC-1FE0-A4526922621A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073D27E-BE54-DD9F-FF4C-FE22DB88EB88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3313141-7A56-DB31-8F70-46D7478A9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C41E29E-5247-00A2-FC00-765AA7467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9E71481F-0778-4CC0-CC79-DC8FA6CBB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4" name="Rounded Rectangle 35">
            <a:extLst>
              <a:ext uri="{FF2B5EF4-FFF2-40B4-BE49-F238E27FC236}">
                <a16:creationId xmlns:a16="http://schemas.microsoft.com/office/drawing/2014/main" id="{3FD1249D-7685-CCFB-D7B9-60DB0FBB7A58}"/>
              </a:ext>
            </a:extLst>
          </p:cNvPr>
          <p:cNvSpPr/>
          <p:nvPr/>
        </p:nvSpPr>
        <p:spPr>
          <a:xfrm>
            <a:off x="517505" y="2992284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결제수단 추가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B1BA4E6C-6BF8-2285-C92D-66CEC3ECF49B}"/>
              </a:ext>
            </a:extLst>
          </p:cNvPr>
          <p:cNvGrpSpPr/>
          <p:nvPr/>
        </p:nvGrpSpPr>
        <p:grpSpPr>
          <a:xfrm>
            <a:off x="335141" y="1391178"/>
            <a:ext cx="3105112" cy="682720"/>
            <a:chOff x="335141" y="1391178"/>
            <a:chExt cx="3105112" cy="682720"/>
          </a:xfrm>
        </p:grpSpPr>
        <p:sp>
          <p:nvSpPr>
            <p:cNvPr id="38" name="Rounded Rectangle 22">
              <a:extLst>
                <a:ext uri="{FF2B5EF4-FFF2-40B4-BE49-F238E27FC236}">
                  <a16:creationId xmlns:a16="http://schemas.microsoft.com/office/drawing/2014/main" id="{303FD38A-A78B-58DB-A87D-AB4C409F3F2D}"/>
                </a:ext>
              </a:extLst>
            </p:cNvPr>
            <p:cNvSpPr/>
            <p:nvPr/>
          </p:nvSpPr>
          <p:spPr>
            <a:xfrm>
              <a:off x="335141" y="1391178"/>
              <a:ext cx="3105112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FAB8D48-6B59-3164-460A-CEA791A0732D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" name="Rounded Rectangle 27">
              <a:extLst>
                <a:ext uri="{FF2B5EF4-FFF2-40B4-BE49-F238E27FC236}">
                  <a16:creationId xmlns:a16="http://schemas.microsoft.com/office/drawing/2014/main" id="{084136B3-E4F0-0E2B-1D90-40A9329BD849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국민행복카드</a:t>
              </a:r>
            </a:p>
          </p:txBody>
        </p:sp>
        <p:sp>
          <p:nvSpPr>
            <p:cNvPr id="45" name="Rounded Rectangle 35">
              <a:extLst>
                <a:ext uri="{FF2B5EF4-FFF2-40B4-BE49-F238E27FC236}">
                  <a16:creationId xmlns:a16="http://schemas.microsoft.com/office/drawing/2014/main" id="{5DEC33F3-22F9-80C9-8DCF-BB20FBA2855E}"/>
                </a:ext>
              </a:extLst>
            </p:cNvPr>
            <p:cNvSpPr/>
            <p:nvPr/>
          </p:nvSpPr>
          <p:spPr>
            <a:xfrm>
              <a:off x="2825649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BCCB46CD-897A-8CBA-2796-DB216592E2B3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A6ECEC21-1FAA-0890-A0D8-6D7D18857041}"/>
              </a:ext>
            </a:extLst>
          </p:cNvPr>
          <p:cNvGrpSpPr/>
          <p:nvPr/>
        </p:nvGrpSpPr>
        <p:grpSpPr>
          <a:xfrm>
            <a:off x="335141" y="2150845"/>
            <a:ext cx="3105112" cy="682720"/>
            <a:chOff x="335141" y="1391178"/>
            <a:chExt cx="3105112" cy="682720"/>
          </a:xfrm>
        </p:grpSpPr>
        <p:sp>
          <p:nvSpPr>
            <p:cNvPr id="49" name="Rounded Rectangle 22">
              <a:extLst>
                <a:ext uri="{FF2B5EF4-FFF2-40B4-BE49-F238E27FC236}">
                  <a16:creationId xmlns:a16="http://schemas.microsoft.com/office/drawing/2014/main" id="{FC4FD674-32C3-274C-B6FD-CB6E446A6D8C}"/>
                </a:ext>
              </a:extLst>
            </p:cNvPr>
            <p:cNvSpPr/>
            <p:nvPr/>
          </p:nvSpPr>
          <p:spPr>
            <a:xfrm>
              <a:off x="335141" y="1391178"/>
              <a:ext cx="3105112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081B812-8FED-4BD0-A0A5-4E949F696644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3" name="Rounded Rectangle 27">
              <a:extLst>
                <a:ext uri="{FF2B5EF4-FFF2-40B4-BE49-F238E27FC236}">
                  <a16:creationId xmlns:a16="http://schemas.microsoft.com/office/drawing/2014/main" id="{667345AE-1D70-495F-E620-F73411B1608C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신한카드</a:t>
              </a:r>
            </a:p>
          </p:txBody>
        </p:sp>
        <p:sp>
          <p:nvSpPr>
            <p:cNvPr id="54" name="Rounded Rectangle 35">
              <a:extLst>
                <a:ext uri="{FF2B5EF4-FFF2-40B4-BE49-F238E27FC236}">
                  <a16:creationId xmlns:a16="http://schemas.microsoft.com/office/drawing/2014/main" id="{B175271D-C5B4-8027-A9C7-8DD40B46517E}"/>
                </a:ext>
              </a:extLst>
            </p:cNvPr>
            <p:cNvSpPr/>
            <p:nvPr/>
          </p:nvSpPr>
          <p:spPr>
            <a:xfrm>
              <a:off x="2825649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38729C6D-4C7F-9805-9121-B81ED72BFAFF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75FE925-9CE5-8042-1699-F1BFCE2C963B}"/>
              </a:ext>
            </a:extLst>
          </p:cNvPr>
          <p:cNvSpPr txBox="1"/>
          <p:nvPr/>
        </p:nvSpPr>
        <p:spPr>
          <a:xfrm>
            <a:off x="4610065" y="2833873"/>
            <a:ext cx="2014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등록된 </a:t>
            </a:r>
            <a:r>
              <a:rPr lang="ko-KR" altLang="en-US" sz="900" b="0">
                <a:solidFill>
                  <a:srgbClr val="8A8A8A"/>
                </a:solidFill>
                <a:latin typeface="맑은 고딕"/>
                <a:ea typeface="맑은 고딕"/>
              </a:rPr>
              <a:t>결제 </a:t>
            </a:r>
            <a:r>
              <a:rPr lang="ko-KR" altLang="en-US" sz="900">
                <a:solidFill>
                  <a:srgbClr val="8A8A8A"/>
                </a:solidFill>
                <a:latin typeface="맑은 고딕"/>
                <a:ea typeface="맑은 고딕"/>
              </a:rPr>
              <a:t>수단이</a:t>
            </a:r>
            <a:r>
              <a:rPr lang="ko-KR" altLang="en-US" sz="900" b="0">
                <a:solidFill>
                  <a:srgbClr val="8A8A8A"/>
                </a:solidFill>
                <a:latin typeface="맑은 고딕"/>
                <a:ea typeface="맑은 고딕"/>
              </a:rPr>
              <a:t> </a:t>
            </a:r>
            <a:r>
              <a:rPr lang="ko-KR" altLang="en-US" sz="900" b="0" dirty="0">
                <a:solidFill>
                  <a:srgbClr val="8A8A8A"/>
                </a:solidFill>
                <a:latin typeface="맑은 고딕"/>
                <a:ea typeface="맑은 고딕"/>
              </a:rPr>
              <a:t>없습니다</a:t>
            </a:r>
            <a:r>
              <a:rPr lang="en-US" altLang="ko-KR" sz="900" b="0" dirty="0">
                <a:solidFill>
                  <a:srgbClr val="8A8A8A"/>
                </a:solidFill>
                <a:latin typeface="맑은 고딕"/>
                <a:ea typeface="맑은 고딕"/>
              </a:rPr>
              <a:t>.</a:t>
            </a:r>
            <a:endParaRPr sz="900" b="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8228B6CF-E851-24FD-E31F-C33DCF39747E}"/>
              </a:ext>
            </a:extLst>
          </p:cNvPr>
          <p:cNvSpPr/>
          <p:nvPr/>
        </p:nvSpPr>
        <p:spPr>
          <a:xfrm>
            <a:off x="5418296" y="2279640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i="1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0804C7-B4B9-F5A9-D006-03B8F7242D69}"/>
              </a:ext>
            </a:extLst>
          </p:cNvPr>
          <p:cNvSpPr txBox="1"/>
          <p:nvPr/>
        </p:nvSpPr>
        <p:spPr>
          <a:xfrm>
            <a:off x="5061122" y="1757660"/>
            <a:ext cx="11128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등록 카드가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없을 경우</a:t>
            </a: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6A2A787D-922D-4C9D-F38C-DB8DC8BB2B93}"/>
              </a:ext>
            </a:extLst>
          </p:cNvPr>
          <p:cNvSpPr/>
          <p:nvPr/>
        </p:nvSpPr>
        <p:spPr>
          <a:xfrm>
            <a:off x="198902" y="13911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A957A499-D23C-BBDB-2237-6BFFAAFAA5B0}"/>
              </a:ext>
            </a:extLst>
          </p:cNvPr>
          <p:cNvSpPr/>
          <p:nvPr/>
        </p:nvSpPr>
        <p:spPr>
          <a:xfrm>
            <a:off x="198902" y="301789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3" name="모서리가 둥근 직사각형 114">
            <a:extLst>
              <a:ext uri="{FF2B5EF4-FFF2-40B4-BE49-F238E27FC236}">
                <a16:creationId xmlns:a16="http://schemas.microsoft.com/office/drawing/2014/main" id="{3D89EABB-CBE5-1437-F6CA-ACAEA9EFAF72}"/>
              </a:ext>
            </a:extLst>
          </p:cNvPr>
          <p:cNvSpPr/>
          <p:nvPr/>
        </p:nvSpPr>
        <p:spPr>
          <a:xfrm>
            <a:off x="2563107" y="16605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" name="모서리가 둥근 직사각형 114">
            <a:extLst>
              <a:ext uri="{FF2B5EF4-FFF2-40B4-BE49-F238E27FC236}">
                <a16:creationId xmlns:a16="http://schemas.microsoft.com/office/drawing/2014/main" id="{E09ED145-7D82-7F76-2791-BEC0BF2EC0AD}"/>
              </a:ext>
            </a:extLst>
          </p:cNvPr>
          <p:cNvSpPr/>
          <p:nvPr/>
        </p:nvSpPr>
        <p:spPr>
          <a:xfrm>
            <a:off x="4805889" y="161364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0108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26DBC-A4E3-3A93-E20E-C7E5A586A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6826159-6F4F-29D9-07BC-F7422EE564B9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C8ACBB-AE2D-7F37-90C3-E5A173FE8CC0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A3339D1-A308-F078-8B94-A9A25772BCED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1A1EA3F-D1D7-14BD-599A-46435B9BB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5E1C1E6-9386-CAAC-CABA-162EBDB73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FDF76079-66E4-DD11-4923-946DFBC90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649849BD-744D-7497-0168-7C0A8BCA09E9}"/>
              </a:ext>
            </a:extLst>
          </p:cNvPr>
          <p:cNvSpPr txBox="1"/>
          <p:nvPr/>
        </p:nvSpPr>
        <p:spPr>
          <a:xfrm>
            <a:off x="271384" y="1075065"/>
            <a:ext cx="9300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맑은 고딕"/>
                <a:ea typeface="맑은 고딕"/>
              </a:rPr>
              <a:t>등록된 카드 </a:t>
            </a:r>
            <a:r>
              <a:rPr lang="en-US" altLang="ko-KR" sz="800" dirty="0">
                <a:latin typeface="맑은 고딕"/>
                <a:ea typeface="맑은 고딕"/>
              </a:rPr>
              <a:t>2</a:t>
            </a:r>
            <a:r>
              <a:rPr lang="ko-KR" altLang="en-US" sz="800" dirty="0">
                <a:latin typeface="맑은 고딕"/>
                <a:ea typeface="맑은 고딕"/>
              </a:rPr>
              <a:t>건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091145-F4AA-7165-6CFF-345F403CF9ED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 관리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9F0537C-50A3-61CB-C597-8E4D196247D5}"/>
              </a:ext>
            </a:extLst>
          </p:cNvPr>
          <p:cNvGrpSpPr/>
          <p:nvPr/>
        </p:nvGrpSpPr>
        <p:grpSpPr>
          <a:xfrm>
            <a:off x="335141" y="1391178"/>
            <a:ext cx="3105112" cy="682720"/>
            <a:chOff x="335141" y="1391178"/>
            <a:chExt cx="3105112" cy="682720"/>
          </a:xfrm>
        </p:grpSpPr>
        <p:sp>
          <p:nvSpPr>
            <p:cNvPr id="48" name="Rounded Rectangle 22">
              <a:extLst>
                <a:ext uri="{FF2B5EF4-FFF2-40B4-BE49-F238E27FC236}">
                  <a16:creationId xmlns:a16="http://schemas.microsoft.com/office/drawing/2014/main" id="{A3A2254A-84CE-F4F5-FE3B-125F490E944D}"/>
                </a:ext>
              </a:extLst>
            </p:cNvPr>
            <p:cNvSpPr/>
            <p:nvPr/>
          </p:nvSpPr>
          <p:spPr>
            <a:xfrm>
              <a:off x="335141" y="1391178"/>
              <a:ext cx="3105112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595C92C-8BDE-A148-001F-FAC30E5D8F76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2" name="Rounded Rectangle 27">
              <a:extLst>
                <a:ext uri="{FF2B5EF4-FFF2-40B4-BE49-F238E27FC236}">
                  <a16:creationId xmlns:a16="http://schemas.microsoft.com/office/drawing/2014/main" id="{1151EB8A-BFCE-3BE7-A339-CEFB0DDE9516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국민행복카드</a:t>
              </a:r>
            </a:p>
          </p:txBody>
        </p:sp>
        <p:sp>
          <p:nvSpPr>
            <p:cNvPr id="53" name="Rounded Rectangle 35">
              <a:extLst>
                <a:ext uri="{FF2B5EF4-FFF2-40B4-BE49-F238E27FC236}">
                  <a16:creationId xmlns:a16="http://schemas.microsoft.com/office/drawing/2014/main" id="{5F8E1C3A-7A5C-619B-905B-E62715C5E860}"/>
                </a:ext>
              </a:extLst>
            </p:cNvPr>
            <p:cNvSpPr/>
            <p:nvPr/>
          </p:nvSpPr>
          <p:spPr>
            <a:xfrm>
              <a:off x="2825649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EF608090-B03A-310C-D0FB-E312D6045FFA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3255927D-11E5-0EC1-748F-A1072CE21B7F}"/>
              </a:ext>
            </a:extLst>
          </p:cNvPr>
          <p:cNvGrpSpPr/>
          <p:nvPr/>
        </p:nvGrpSpPr>
        <p:grpSpPr>
          <a:xfrm>
            <a:off x="335141" y="2150845"/>
            <a:ext cx="3105112" cy="682720"/>
            <a:chOff x="335141" y="1391178"/>
            <a:chExt cx="3105112" cy="682720"/>
          </a:xfrm>
        </p:grpSpPr>
        <p:sp>
          <p:nvSpPr>
            <p:cNvPr id="56" name="Rounded Rectangle 22">
              <a:extLst>
                <a:ext uri="{FF2B5EF4-FFF2-40B4-BE49-F238E27FC236}">
                  <a16:creationId xmlns:a16="http://schemas.microsoft.com/office/drawing/2014/main" id="{3CD7A534-5B46-483C-AEF5-B74882CDF286}"/>
                </a:ext>
              </a:extLst>
            </p:cNvPr>
            <p:cNvSpPr/>
            <p:nvPr/>
          </p:nvSpPr>
          <p:spPr>
            <a:xfrm>
              <a:off x="335141" y="1391178"/>
              <a:ext cx="3105112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3A88668-BE10-65FA-CEBE-CCD2BE80CD3F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8" name="Rounded Rectangle 27">
              <a:extLst>
                <a:ext uri="{FF2B5EF4-FFF2-40B4-BE49-F238E27FC236}">
                  <a16:creationId xmlns:a16="http://schemas.microsoft.com/office/drawing/2014/main" id="{9B4A6DAD-39A5-D38E-67E2-56D7A59022C6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국민행복카드</a:t>
              </a:r>
            </a:p>
          </p:txBody>
        </p:sp>
        <p:sp>
          <p:nvSpPr>
            <p:cNvPr id="59" name="Rounded Rectangle 35">
              <a:extLst>
                <a:ext uri="{FF2B5EF4-FFF2-40B4-BE49-F238E27FC236}">
                  <a16:creationId xmlns:a16="http://schemas.microsoft.com/office/drawing/2014/main" id="{81164054-AC53-9CEC-9421-7B1292E5D672}"/>
                </a:ext>
              </a:extLst>
            </p:cNvPr>
            <p:cNvSpPr/>
            <p:nvPr/>
          </p:nvSpPr>
          <p:spPr>
            <a:xfrm>
              <a:off x="2825649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E0C95D53-A99E-CA15-8203-6702D1DD7089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C9FFB2F-BC79-58E9-746E-8A1F5800CA0E}"/>
              </a:ext>
            </a:extLst>
          </p:cNvPr>
          <p:cNvSpPr txBox="1"/>
          <p:nvPr/>
        </p:nvSpPr>
        <p:spPr>
          <a:xfrm>
            <a:off x="1307907" y="78285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카드 추가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팝업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B5B16B-B1E7-211A-2C22-84195023F8EC}"/>
              </a:ext>
            </a:extLst>
          </p:cNvPr>
          <p:cNvSpPr txBox="1"/>
          <p:nvPr/>
        </p:nvSpPr>
        <p:spPr>
          <a:xfrm>
            <a:off x="1302717" y="330494"/>
            <a:ext cx="26148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결제수단관리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 추가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7132A5C-ADAE-3C13-5FE5-18CF5C8BE2C8}"/>
              </a:ext>
            </a:extLst>
          </p:cNvPr>
          <p:cNvSpPr/>
          <p:nvPr/>
        </p:nvSpPr>
        <p:spPr>
          <a:xfrm>
            <a:off x="7921129" y="58428"/>
            <a:ext cx="14029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CH-U-CA-02-03-01p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850901-3B4F-15F7-B6F8-1ADC1EC9B4D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2026.07.07</a:t>
            </a:r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352D72-81A2-1BE8-E70A-4CD17E6BAB3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C5AD6B8E-AE52-19A7-18E6-C0A8C23C4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481557"/>
              </p:ext>
            </p:extLst>
          </p:nvPr>
        </p:nvGraphicFramePr>
        <p:xfrm>
          <a:off x="10128399" y="623854"/>
          <a:ext cx="2850436" cy="230118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CH-U-CA-02-03-01p </a:t>
                      </a:r>
                      <a:r>
                        <a:rPr lang="ko-KR" altLang="en-US" sz="800" b="0" i="0" u="none" strike="noStrike" spc="-15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화면과 동일</a:t>
                      </a:r>
                      <a:endParaRPr lang="ko-KR" altLang="ko-KR" sz="800" b="0" i="0" u="none" strike="noStrike" spc="-15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A5163896-7144-8A77-20A6-87375407AD35}"/>
              </a:ext>
            </a:extLst>
          </p:cNvPr>
          <p:cNvSpPr/>
          <p:nvPr/>
        </p:nvSpPr>
        <p:spPr>
          <a:xfrm>
            <a:off x="165283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66ADBEF6-AA84-CEBB-BD5A-412952D32C43}"/>
              </a:ext>
            </a:extLst>
          </p:cNvPr>
          <p:cNvGrpSpPr/>
          <p:nvPr/>
        </p:nvGrpSpPr>
        <p:grpSpPr>
          <a:xfrm>
            <a:off x="164698" y="2323273"/>
            <a:ext cx="3426314" cy="4132840"/>
            <a:chOff x="164698" y="2323273"/>
            <a:chExt cx="3426314" cy="4132840"/>
          </a:xfrm>
        </p:grpSpPr>
        <p:sp>
          <p:nvSpPr>
            <p:cNvPr id="61" name="사각형: 둥근 위쪽 모서리 60">
              <a:extLst>
                <a:ext uri="{FF2B5EF4-FFF2-40B4-BE49-F238E27FC236}">
                  <a16:creationId xmlns:a16="http://schemas.microsoft.com/office/drawing/2014/main" id="{D8E23581-0169-1264-83BC-5B79D949F949}"/>
                </a:ext>
              </a:extLst>
            </p:cNvPr>
            <p:cNvSpPr/>
            <p:nvPr/>
          </p:nvSpPr>
          <p:spPr>
            <a:xfrm>
              <a:off x="164698" y="2323273"/>
              <a:ext cx="3426314" cy="28326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</a:rPr>
                <a:t>=</a:t>
              </a:r>
              <a:endParaRPr lang="ko-KR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AA4B5DFA-BB94-DB08-9D8C-68262047D697}"/>
                </a:ext>
              </a:extLst>
            </p:cNvPr>
            <p:cNvSpPr/>
            <p:nvPr/>
          </p:nvSpPr>
          <p:spPr>
            <a:xfrm>
              <a:off x="164698" y="2606540"/>
              <a:ext cx="3426314" cy="384957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Rounded Rectangle 35">
              <a:extLst>
                <a:ext uri="{FF2B5EF4-FFF2-40B4-BE49-F238E27FC236}">
                  <a16:creationId xmlns:a16="http://schemas.microsoft.com/office/drawing/2014/main" id="{2784FCD3-0D98-1F0D-FE11-2D9910BC86F4}"/>
                </a:ext>
              </a:extLst>
            </p:cNvPr>
            <p:cNvSpPr/>
            <p:nvPr/>
          </p:nvSpPr>
          <p:spPr>
            <a:xfrm>
              <a:off x="1031138" y="6082557"/>
              <a:ext cx="149724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저장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562C3796-B474-B203-8B8A-73F3A93584E1}"/>
                </a:ext>
              </a:extLst>
            </p:cNvPr>
            <p:cNvSpPr txBox="1"/>
            <p:nvPr/>
          </p:nvSpPr>
          <p:spPr>
            <a:xfrm>
              <a:off x="345888" y="2731060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r>
                <a:rPr lang="ko-KR" altLang="en-US"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카드 추가</a:t>
              </a:r>
              <a:endParaRPr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FF39CBDE-EEF2-3585-BBFC-C350BD616B82}"/>
                </a:ext>
              </a:extLst>
            </p:cNvPr>
            <p:cNvGrpSpPr/>
            <p:nvPr/>
          </p:nvGrpSpPr>
          <p:grpSpPr>
            <a:xfrm>
              <a:off x="336505" y="4042776"/>
              <a:ext cx="3059608" cy="444878"/>
              <a:chOff x="336505" y="4640244"/>
              <a:chExt cx="3059608" cy="444878"/>
            </a:xfrm>
          </p:grpSpPr>
          <p:sp>
            <p:nvSpPr>
              <p:cNvPr id="130" name="Rounded Rectangle 35">
                <a:extLst>
                  <a:ext uri="{FF2B5EF4-FFF2-40B4-BE49-F238E27FC236}">
                    <a16:creationId xmlns:a16="http://schemas.microsoft.com/office/drawing/2014/main" id="{E2BBCF52-42CA-7009-3803-51460AACC281}"/>
                  </a:ext>
                </a:extLst>
              </p:cNvPr>
              <p:cNvSpPr/>
              <p:nvPr/>
            </p:nvSpPr>
            <p:spPr>
              <a:xfrm>
                <a:off x="336505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31" name="Rounded Rectangle 35">
                <a:extLst>
                  <a:ext uri="{FF2B5EF4-FFF2-40B4-BE49-F238E27FC236}">
                    <a16:creationId xmlns:a16="http://schemas.microsoft.com/office/drawing/2014/main" id="{45AE9307-58F5-B3DC-7DD3-C8F3E8324EDF}"/>
                  </a:ext>
                </a:extLst>
              </p:cNvPr>
              <p:cNvSpPr/>
              <p:nvPr/>
            </p:nvSpPr>
            <p:spPr>
              <a:xfrm>
                <a:off x="1126802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32" name="Rounded Rectangle 35">
                <a:extLst>
                  <a:ext uri="{FF2B5EF4-FFF2-40B4-BE49-F238E27FC236}">
                    <a16:creationId xmlns:a16="http://schemas.microsoft.com/office/drawing/2014/main" id="{0E2878E5-9A2B-0391-9EB2-72FACCC489FC}"/>
                  </a:ext>
                </a:extLst>
              </p:cNvPr>
              <p:cNvSpPr/>
              <p:nvPr/>
            </p:nvSpPr>
            <p:spPr>
              <a:xfrm>
                <a:off x="1913590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33" name="Rounded Rectangle 35">
                <a:extLst>
                  <a:ext uri="{FF2B5EF4-FFF2-40B4-BE49-F238E27FC236}">
                    <a16:creationId xmlns:a16="http://schemas.microsoft.com/office/drawing/2014/main" id="{05B92C96-AD78-B72C-952C-DEC662775A21}"/>
                  </a:ext>
                </a:extLst>
              </p:cNvPr>
              <p:cNvSpPr/>
              <p:nvPr/>
            </p:nvSpPr>
            <p:spPr>
              <a:xfrm>
                <a:off x="2703887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E12C5794-F90E-0DC6-E4A7-3B7011FBAC70}"/>
                  </a:ext>
                </a:extLst>
              </p:cNvPr>
              <p:cNvSpPr txBox="1"/>
              <p:nvPr/>
            </p:nvSpPr>
            <p:spPr>
              <a:xfrm>
                <a:off x="345888" y="4640244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카드번호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9CCFB2E5-7182-5048-DA97-8BBC8D085A9C}"/>
                </a:ext>
              </a:extLst>
            </p:cNvPr>
            <p:cNvGrpSpPr/>
            <p:nvPr/>
          </p:nvGrpSpPr>
          <p:grpSpPr>
            <a:xfrm>
              <a:off x="313864" y="3128204"/>
              <a:ext cx="3082249" cy="706363"/>
              <a:chOff x="313864" y="3746208"/>
              <a:chExt cx="3082249" cy="706363"/>
            </a:xfrm>
          </p:grpSpPr>
          <p:sp>
            <p:nvSpPr>
              <p:cNvPr id="137" name="Rounded Rectangle 35">
                <a:extLst>
                  <a:ext uri="{FF2B5EF4-FFF2-40B4-BE49-F238E27FC236}">
                    <a16:creationId xmlns:a16="http://schemas.microsoft.com/office/drawing/2014/main" id="{8C899057-F62F-3873-4352-F7E88501B6EF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카드사를 선택하여 주십시오                                        ▼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38" name="Rounded Rectangle 27">
                <a:extLst>
                  <a:ext uri="{FF2B5EF4-FFF2-40B4-BE49-F238E27FC236}">
                    <a16:creationId xmlns:a16="http://schemas.microsoft.com/office/drawing/2014/main" id="{AFA97F93-4D2A-8184-DFFD-ADAD2345068C}"/>
                  </a:ext>
                </a:extLst>
              </p:cNvPr>
              <p:cNvSpPr/>
              <p:nvPr/>
            </p:nvSpPr>
            <p:spPr>
              <a:xfrm>
                <a:off x="313864" y="4247288"/>
                <a:ext cx="29775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※빠른 시일 내에 롯데도 서비스 가능하도록 준비하겠습니다.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6B0464D1-1370-566D-9787-D6F2F8C0E595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카드사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960E931C-776C-3CEC-92F7-A7722DF98FFB}"/>
                </a:ext>
              </a:extLst>
            </p:cNvPr>
            <p:cNvGrpSpPr/>
            <p:nvPr/>
          </p:nvGrpSpPr>
          <p:grpSpPr>
            <a:xfrm>
              <a:off x="336505" y="4695863"/>
              <a:ext cx="1482523" cy="444878"/>
              <a:chOff x="336505" y="4640244"/>
              <a:chExt cx="1482523" cy="444878"/>
            </a:xfrm>
          </p:grpSpPr>
          <p:sp>
            <p:nvSpPr>
              <p:cNvPr id="142" name="Rounded Rectangle 35">
                <a:extLst>
                  <a:ext uri="{FF2B5EF4-FFF2-40B4-BE49-F238E27FC236}">
                    <a16:creationId xmlns:a16="http://schemas.microsoft.com/office/drawing/2014/main" id="{358931E1-624F-9567-3220-A0E98261E522}"/>
                  </a:ext>
                </a:extLst>
              </p:cNvPr>
              <p:cNvSpPr/>
              <p:nvPr/>
            </p:nvSpPr>
            <p:spPr>
              <a:xfrm>
                <a:off x="336505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월</a:t>
                </a:r>
                <a:r>
                  <a:rPr lang="en-US" altLang="ko-KR" sz="800" dirty="0">
                    <a:solidFill>
                      <a:srgbClr val="595959"/>
                    </a:solidFill>
                    <a:ea typeface="맑은 고딕"/>
                  </a:rPr>
                  <a:t>(MM)</a:t>
                </a:r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 ▼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43" name="Rounded Rectangle 35">
                <a:extLst>
                  <a:ext uri="{FF2B5EF4-FFF2-40B4-BE49-F238E27FC236}">
                    <a16:creationId xmlns:a16="http://schemas.microsoft.com/office/drawing/2014/main" id="{16E55E63-C359-6522-7E35-6B9C4AC3CADE}"/>
                  </a:ext>
                </a:extLst>
              </p:cNvPr>
              <p:cNvSpPr/>
              <p:nvPr/>
            </p:nvSpPr>
            <p:spPr>
              <a:xfrm>
                <a:off x="1126802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년</a:t>
                </a:r>
                <a:r>
                  <a:rPr lang="en-US" altLang="ko-KR" sz="800" dirty="0">
                    <a:solidFill>
                      <a:srgbClr val="595959"/>
                    </a:solidFill>
                    <a:ea typeface="맑은 고딕"/>
                  </a:rPr>
                  <a:t>(YY)</a:t>
                </a:r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   ▼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2853D492-619E-CA1C-3FBD-2E4FB7C99B34}"/>
                  </a:ext>
                </a:extLst>
              </p:cNvPr>
              <p:cNvSpPr txBox="1"/>
              <p:nvPr/>
            </p:nvSpPr>
            <p:spPr>
              <a:xfrm>
                <a:off x="345888" y="4640244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유효기간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AF455220-290D-2829-4ED2-F9669A23E3D9}"/>
                </a:ext>
              </a:extLst>
            </p:cNvPr>
            <p:cNvGrpSpPr/>
            <p:nvPr/>
          </p:nvGrpSpPr>
          <p:grpSpPr>
            <a:xfrm>
              <a:off x="336505" y="5348951"/>
              <a:ext cx="3059608" cy="444878"/>
              <a:chOff x="336505" y="4640244"/>
              <a:chExt cx="3059608" cy="444878"/>
            </a:xfrm>
          </p:grpSpPr>
          <p:sp>
            <p:nvSpPr>
              <p:cNvPr id="146" name="Rounded Rectangle 35">
                <a:extLst>
                  <a:ext uri="{FF2B5EF4-FFF2-40B4-BE49-F238E27FC236}">
                    <a16:creationId xmlns:a16="http://schemas.microsoft.com/office/drawing/2014/main" id="{9C810BE2-E4C6-9AE9-AB98-25B78D5CCE7C}"/>
                  </a:ext>
                </a:extLst>
              </p:cNvPr>
              <p:cNvSpPr/>
              <p:nvPr/>
            </p:nvSpPr>
            <p:spPr>
              <a:xfrm>
                <a:off x="336505" y="4865666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F1A89FF0-4AD1-49CE-5C03-5CBCAF8EF473}"/>
                  </a:ext>
                </a:extLst>
              </p:cNvPr>
              <p:cNvSpPr txBox="1"/>
              <p:nvPr/>
            </p:nvSpPr>
            <p:spPr>
              <a:xfrm>
                <a:off x="345888" y="4640244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카드이름</a:t>
                </a:r>
                <a:endParaRPr sz="800" b="1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825583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8ABACF56-C4D8-4491-C25B-10D46DF84C4C}"/>
              </a:ext>
            </a:extLst>
          </p:cNvPr>
          <p:cNvSpPr/>
          <p:nvPr/>
        </p:nvSpPr>
        <p:spPr>
          <a:xfrm>
            <a:off x="1947342" y="1875953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A2A257-7ADE-F934-10DA-9489B19B08A6}"/>
              </a:ext>
            </a:extLst>
          </p:cNvPr>
          <p:cNvSpPr txBox="1"/>
          <p:nvPr/>
        </p:nvSpPr>
        <p:spPr>
          <a:xfrm>
            <a:off x="1307907" y="78285"/>
            <a:ext cx="7072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찜 목록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2A2C93-21C1-E1BC-9CD6-42629E580870}"/>
              </a:ext>
            </a:extLst>
          </p:cNvPr>
          <p:cNvSpPr txBox="1"/>
          <p:nvPr/>
        </p:nvSpPr>
        <p:spPr>
          <a:xfrm>
            <a:off x="1302717" y="330494"/>
            <a:ext cx="10422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찜목록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19DDCEC-058C-B155-3611-71C217E44C85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CH-U-MY-03-01-01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426E5A-DA5D-A8D9-1AE1-73C6EF46C01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5584F7-4D40-11F1-5C27-026B55FABBC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408987-41C6-AB48-1ACC-99DB6458EC7C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3DDECB-B80E-7257-3626-F6C9F158EE3E}"/>
              </a:ext>
            </a:extLst>
          </p:cNvPr>
          <p:cNvSpPr txBox="1"/>
          <p:nvPr/>
        </p:nvSpPr>
        <p:spPr>
          <a:xfrm>
            <a:off x="377783" y="720258"/>
            <a:ext cx="758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찜한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상품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3C571B-7F46-E42B-0800-B7BB5E35C173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66683F6-174D-B293-BA62-CD70C01E0D4C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9DF7563-9814-789B-5552-CA20797E3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8CC4004-92C0-E622-0445-ECB637F2C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299D2A28-608A-9F22-AC94-4E4EBE10F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19" name="TextBox 114">
            <a:extLst>
              <a:ext uri="{FF2B5EF4-FFF2-40B4-BE49-F238E27FC236}">
                <a16:creationId xmlns:a16="http://schemas.microsoft.com/office/drawing/2014/main" id="{E83C32C6-C092-73CD-1A91-A7F8D877FC9D}"/>
              </a:ext>
            </a:extLst>
          </p:cNvPr>
          <p:cNvSpPr txBox="1"/>
          <p:nvPr/>
        </p:nvSpPr>
        <p:spPr>
          <a:xfrm>
            <a:off x="136719" y="1602186"/>
            <a:ext cx="5261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308F123-856C-928F-2F75-32E972EEC7BD}"/>
              </a:ext>
            </a:extLst>
          </p:cNvPr>
          <p:cNvGrpSpPr/>
          <p:nvPr/>
        </p:nvGrpSpPr>
        <p:grpSpPr>
          <a:xfrm>
            <a:off x="185733" y="1875953"/>
            <a:ext cx="1719436" cy="3029399"/>
            <a:chOff x="185733" y="1404045"/>
            <a:chExt cx="1719436" cy="3029399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15BE346F-5EA6-35EE-93CA-07E710AB94F9}"/>
                </a:ext>
              </a:extLst>
            </p:cNvPr>
            <p:cNvSpPr/>
            <p:nvPr/>
          </p:nvSpPr>
          <p:spPr>
            <a:xfrm>
              <a:off x="253268" y="1404045"/>
              <a:ext cx="1503784" cy="12818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235276D-72E0-0523-7513-22A457B677DE}"/>
                </a:ext>
              </a:extLst>
            </p:cNvPr>
            <p:cNvSpPr txBox="1"/>
            <p:nvPr/>
          </p:nvSpPr>
          <p:spPr>
            <a:xfrm>
              <a:off x="244274" y="4233389"/>
              <a:ext cx="786556" cy="200055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spc="-15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</a:lstStyle>
            <a:p>
              <a:pPr algn="ctr"/>
              <a:r>
                <a:rPr lang="ko-KR" altLang="en-US" spc="-120" dirty="0"/>
                <a:t>기저귀</a:t>
              </a:r>
              <a:r>
                <a:rPr lang="en-US" altLang="ko-KR" spc="-120" dirty="0"/>
                <a:t>/</a:t>
              </a:r>
              <a:r>
                <a:rPr lang="ko-KR" altLang="en-US" spc="-120" dirty="0"/>
                <a:t>분유 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9170688-FCFC-0CF0-9A07-6DA66AE9449B}"/>
                </a:ext>
              </a:extLst>
            </p:cNvPr>
            <p:cNvGrpSpPr/>
            <p:nvPr/>
          </p:nvGrpSpPr>
          <p:grpSpPr>
            <a:xfrm>
              <a:off x="185733" y="2885324"/>
              <a:ext cx="1719436" cy="1189218"/>
              <a:chOff x="2191413" y="1613537"/>
              <a:chExt cx="1719436" cy="1189218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ED3244C-7EEA-41A8-3ED1-3FC5BF74D241}"/>
                  </a:ext>
                </a:extLst>
              </p:cNvPr>
              <p:cNvSpPr txBox="1"/>
              <p:nvPr/>
            </p:nvSpPr>
            <p:spPr>
              <a:xfrm>
                <a:off x="2201837" y="1613537"/>
                <a:ext cx="1709012" cy="680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t">
                  <a:lnSpc>
                    <a:spcPct val="150000"/>
                  </a:lnSpc>
                  <a:buNone/>
                </a:pP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r>
                  <a:rPr lang="ko-KR" altLang="en-US" sz="750" spc="-150" dirty="0">
                    <a:solidFill>
                      <a:srgbClr val="333333"/>
                    </a:solidFill>
                    <a:latin typeface="+mn-ea"/>
                  </a:rPr>
                  <a:t>브랜드명</a:t>
                </a: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750" b="1" i="0" spc="-150" dirty="0">
                  <a:solidFill>
                    <a:srgbClr val="34A44E"/>
                  </a:solidFill>
                  <a:effectLst/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ko-KR" altLang="en-US" sz="800" spc="-150" dirty="0" err="1">
                    <a:solidFill>
                      <a:srgbClr val="333333"/>
                    </a:solidFill>
                    <a:latin typeface="+mn-ea"/>
                  </a:rPr>
                  <a:t>상품명상품명상품명상품명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………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endParaRPr lang="en-US" altLang="ko-KR" sz="800" spc="-150" dirty="0">
                  <a:solidFill>
                    <a:srgbClr val="333333"/>
                  </a:solidFill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최대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2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줄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..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길어지면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처리입니다</a:t>
                </a:r>
                <a:r>
                  <a:rPr lang="en-US" altLang="ko-KR" sz="90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FDCB1FF-7104-09AB-C0C1-25D269C087EA}"/>
                  </a:ext>
                </a:extLst>
              </p:cNvPr>
              <p:cNvSpPr txBox="1"/>
              <p:nvPr/>
            </p:nvSpPr>
            <p:spPr>
              <a:xfrm>
                <a:off x="2458146" y="2441118"/>
                <a:ext cx="1340064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t">
                  <a:buNone/>
                </a:pP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rPr>
                  <a:t>75</a:t>
                </a:r>
                <a:r>
                  <a:rPr lang="en-US" altLang="ko-KR" sz="850" b="1" dirty="0">
                    <a:solidFill>
                      <a:srgbClr val="333333"/>
                    </a:solidFill>
                    <a:latin typeface="+mn-ea"/>
                  </a:rPr>
                  <a:t>,800</a:t>
                </a: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endParaRPr lang="en-US" altLang="ko-KR" sz="850" b="1" i="0" dirty="0">
                  <a:solidFill>
                    <a:srgbClr val="333333"/>
                  </a:solidFill>
                  <a:effectLst/>
                  <a:latin typeface="+mn-ea"/>
                </a:endParaRPr>
              </a:p>
              <a:p>
                <a:pPr algn="r" fontAlgn="t">
                  <a:buNone/>
                </a:pPr>
                <a:endParaRPr lang="ko-KR" altLang="ko-KR" sz="900" b="1" i="0" spc="-150" dirty="0">
                  <a:solidFill>
                    <a:srgbClr val="333333"/>
                  </a:solidFill>
                  <a:effectLst/>
                  <a:latin typeface="+mn-ea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8806218-D300-3D4E-E9AC-014DAF5D4DAA}"/>
                  </a:ext>
                </a:extLst>
              </p:cNvPr>
              <p:cNvSpPr txBox="1"/>
              <p:nvPr/>
            </p:nvSpPr>
            <p:spPr>
              <a:xfrm>
                <a:off x="2191413" y="2340875"/>
                <a:ext cx="82331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196401" rtl="0" eaLnBrk="1" fontAlgn="t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$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용량</a:t>
                </a: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수량</a:t>
                </a:r>
                <a:r>
                  <a:rPr lang="en-US" altLang="ko-KR" sz="800" spc="-150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$</a:t>
                </a:r>
                <a:endParaRPr kumimoji="0" lang="ko-KR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B8C9F32D-A27D-0BF5-6D8C-08C4B2D14F43}"/>
                </a:ext>
              </a:extLst>
            </p:cNvPr>
            <p:cNvGrpSpPr/>
            <p:nvPr/>
          </p:nvGrpSpPr>
          <p:grpSpPr>
            <a:xfrm>
              <a:off x="247703" y="2726438"/>
              <a:ext cx="482570" cy="207749"/>
              <a:chOff x="5613970" y="995901"/>
              <a:chExt cx="482570" cy="207749"/>
            </a:xfrm>
          </p:grpSpPr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CDEB1364-309C-ADA6-477D-6B26D125C93F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94D2366-1A4E-8448-7456-82A757F780D0}"/>
                  </a:ext>
                </a:extLst>
              </p:cNvPr>
              <p:cNvSpPr txBox="1"/>
              <p:nvPr/>
            </p:nvSpPr>
            <p:spPr>
              <a:xfrm>
                <a:off x="5613970" y="995901"/>
                <a:ext cx="482570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할인</a:t>
                </a: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CFFDC296-67BC-22FB-D335-D4ED1E8DDBB3}"/>
                </a:ext>
              </a:extLst>
            </p:cNvPr>
            <p:cNvGrpSpPr/>
            <p:nvPr/>
          </p:nvGrpSpPr>
          <p:grpSpPr>
            <a:xfrm>
              <a:off x="589452" y="2726438"/>
              <a:ext cx="415498" cy="207749"/>
              <a:chOff x="5585876" y="994409"/>
              <a:chExt cx="415498" cy="207749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B30FD3FB-B556-C2BD-BA1F-8A3AD1F77F9A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332AFBA-802D-1394-F977-1C06E54173AA}"/>
                  </a:ext>
                </a:extLst>
              </p:cNvPr>
              <p:cNvSpPr txBox="1"/>
              <p:nvPr/>
            </p:nvSpPr>
            <p:spPr>
              <a:xfrm>
                <a:off x="5585876" y="994409"/>
                <a:ext cx="41549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사은품</a:t>
                </a:r>
              </a:p>
            </p:txBody>
          </p:sp>
        </p:grp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C9B74373-5A89-DECA-E715-8D3B116FF706}"/>
                </a:ext>
              </a:extLst>
            </p:cNvPr>
            <p:cNvSpPr/>
            <p:nvPr/>
          </p:nvSpPr>
          <p:spPr>
            <a:xfrm>
              <a:off x="252327" y="3974702"/>
              <a:ext cx="1560387" cy="21307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33" name="하트 32">
              <a:extLst>
                <a:ext uri="{FF2B5EF4-FFF2-40B4-BE49-F238E27FC236}">
                  <a16:creationId xmlns:a16="http://schemas.microsoft.com/office/drawing/2014/main" id="{C40D355B-25C1-5A8C-8637-3E7FFA9C3666}"/>
                </a:ext>
              </a:extLst>
            </p:cNvPr>
            <p:cNvSpPr/>
            <p:nvPr/>
          </p:nvSpPr>
          <p:spPr>
            <a:xfrm>
              <a:off x="1527315" y="1467380"/>
              <a:ext cx="163855" cy="145402"/>
            </a:xfrm>
            <a:prstGeom prst="heart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A51A76F8-9566-D336-D6E8-E51D3D10D545}"/>
              </a:ext>
            </a:extLst>
          </p:cNvPr>
          <p:cNvSpPr txBox="1"/>
          <p:nvPr/>
        </p:nvSpPr>
        <p:spPr>
          <a:xfrm>
            <a:off x="1938348" y="4705297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DD096E9-C117-8965-7F58-5921BA800809}"/>
              </a:ext>
            </a:extLst>
          </p:cNvPr>
          <p:cNvGrpSpPr/>
          <p:nvPr/>
        </p:nvGrpSpPr>
        <p:grpSpPr>
          <a:xfrm>
            <a:off x="1879807" y="3357232"/>
            <a:ext cx="1719436" cy="1189218"/>
            <a:chOff x="2191413" y="1613537"/>
            <a:chExt cx="1719436" cy="118921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4BF1C41-FE0C-5D4D-42D3-47FC13ABFE38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3863AEC-F2DE-1800-79B2-A6B832B673E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75,800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D93458C-09AC-3516-FC10-78C56CACEB5D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F0D46FC-C1B1-BE2A-7062-98234B83ADA1}"/>
              </a:ext>
            </a:extLst>
          </p:cNvPr>
          <p:cNvGrpSpPr/>
          <p:nvPr/>
        </p:nvGrpSpPr>
        <p:grpSpPr>
          <a:xfrm>
            <a:off x="1941777" y="3198346"/>
            <a:ext cx="482570" cy="207749"/>
            <a:chOff x="5613970" y="995901"/>
            <a:chExt cx="482570" cy="207749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78C68FBD-B93B-D045-806D-1FF36B5A52E2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297F523-0448-58CE-ED72-9A31F07948C3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1793D1C-DAFE-3CAF-E2F0-A5CF064288DC}"/>
              </a:ext>
            </a:extLst>
          </p:cNvPr>
          <p:cNvGrpSpPr/>
          <p:nvPr/>
        </p:nvGrpSpPr>
        <p:grpSpPr>
          <a:xfrm>
            <a:off x="2283526" y="3198346"/>
            <a:ext cx="415498" cy="207749"/>
            <a:chOff x="5585876" y="994409"/>
            <a:chExt cx="415498" cy="207749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AD3A15F3-EAEB-BBF9-5B0A-8BCF19C18155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7ED3862-E289-6C20-7D5B-2E106423C0B3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25C42DC-BB0B-85E3-89BD-BCD24DDDA587}"/>
              </a:ext>
            </a:extLst>
          </p:cNvPr>
          <p:cNvSpPr/>
          <p:nvPr/>
        </p:nvSpPr>
        <p:spPr>
          <a:xfrm>
            <a:off x="1946401" y="4446610"/>
            <a:ext cx="1560387" cy="21307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>
                    <a:lumMod val="75000"/>
                  </a:schemeClr>
                </a:solidFill>
              </a:rPr>
              <a:t>품절</a:t>
            </a:r>
          </a:p>
        </p:txBody>
      </p:sp>
      <p:sp>
        <p:nvSpPr>
          <p:cNvPr id="42" name="하트 41">
            <a:extLst>
              <a:ext uri="{FF2B5EF4-FFF2-40B4-BE49-F238E27FC236}">
                <a16:creationId xmlns:a16="http://schemas.microsoft.com/office/drawing/2014/main" id="{167805CD-9ACE-FEC8-F6EB-F0CF9562D2AF}"/>
              </a:ext>
            </a:extLst>
          </p:cNvPr>
          <p:cNvSpPr/>
          <p:nvPr/>
        </p:nvSpPr>
        <p:spPr>
          <a:xfrm>
            <a:off x="3221389" y="1939288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3123376-1DC7-9DDE-F481-5A6036F3D354}"/>
              </a:ext>
            </a:extLst>
          </p:cNvPr>
          <p:cNvSpPr/>
          <p:nvPr/>
        </p:nvSpPr>
        <p:spPr>
          <a:xfrm>
            <a:off x="253268" y="5108693"/>
            <a:ext cx="1503784" cy="109131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하트 56">
            <a:extLst>
              <a:ext uri="{FF2B5EF4-FFF2-40B4-BE49-F238E27FC236}">
                <a16:creationId xmlns:a16="http://schemas.microsoft.com/office/drawing/2014/main" id="{36B33E3E-3DF5-44E4-AD11-1AC986517C09}"/>
              </a:ext>
            </a:extLst>
          </p:cNvPr>
          <p:cNvSpPr/>
          <p:nvPr/>
        </p:nvSpPr>
        <p:spPr>
          <a:xfrm>
            <a:off x="1527315" y="5172028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205A8C0-C9D4-47C6-68DB-FD079007E481}"/>
              </a:ext>
            </a:extLst>
          </p:cNvPr>
          <p:cNvSpPr/>
          <p:nvPr/>
        </p:nvSpPr>
        <p:spPr>
          <a:xfrm>
            <a:off x="1947342" y="5108693"/>
            <a:ext cx="1503784" cy="109131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하트 71">
            <a:extLst>
              <a:ext uri="{FF2B5EF4-FFF2-40B4-BE49-F238E27FC236}">
                <a16:creationId xmlns:a16="http://schemas.microsoft.com/office/drawing/2014/main" id="{2B4CADDF-3339-FB05-20CC-7713E7FBD51B}"/>
              </a:ext>
            </a:extLst>
          </p:cNvPr>
          <p:cNvSpPr/>
          <p:nvPr/>
        </p:nvSpPr>
        <p:spPr>
          <a:xfrm>
            <a:off x="3221389" y="5172028"/>
            <a:ext cx="163855" cy="145402"/>
          </a:xfrm>
          <a:prstGeom prst="hear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95" name="Group 59">
            <a:extLst>
              <a:ext uri="{FF2B5EF4-FFF2-40B4-BE49-F238E27FC236}">
                <a16:creationId xmlns:a16="http://schemas.microsoft.com/office/drawing/2014/main" id="{36C13004-6CBA-F5A8-2031-65A4E38F3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082507"/>
              </p:ext>
            </p:extLst>
          </p:nvPr>
        </p:nvGraphicFramePr>
        <p:xfrm>
          <a:off x="10128399" y="623854"/>
          <a:ext cx="2850436" cy="262331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찜한상품 카테고리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탭메뉴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상품목록화면 공통 정의에 따름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찜한상품 목록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상품목록화면 공통 정의에 따름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찜하기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삭제 확인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레이어팝업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생성</a:t>
                      </a:r>
                      <a:endParaRPr kumimoji="0" lang="ko-KR" altLang="ko-KR" sz="800" b="0" i="0" u="none" strike="noStrike" kern="0" cap="none" spc="-7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7" name="모서리가 둥근 직사각형 114">
            <a:extLst>
              <a:ext uri="{FF2B5EF4-FFF2-40B4-BE49-F238E27FC236}">
                <a16:creationId xmlns:a16="http://schemas.microsoft.com/office/drawing/2014/main" id="{EDCE9047-A8A3-D4D3-4A64-9DBF2137A917}"/>
              </a:ext>
            </a:extLst>
          </p:cNvPr>
          <p:cNvSpPr/>
          <p:nvPr/>
        </p:nvSpPr>
        <p:spPr>
          <a:xfrm>
            <a:off x="2783201" y="193661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8" name="모서리가 둥근 직사각형 114">
            <a:extLst>
              <a:ext uri="{FF2B5EF4-FFF2-40B4-BE49-F238E27FC236}">
                <a16:creationId xmlns:a16="http://schemas.microsoft.com/office/drawing/2014/main" id="{A15FE3CA-43E8-8D07-4EB3-838D0A8DCCE2}"/>
              </a:ext>
            </a:extLst>
          </p:cNvPr>
          <p:cNvSpPr/>
          <p:nvPr/>
        </p:nvSpPr>
        <p:spPr>
          <a:xfrm>
            <a:off x="148492" y="182192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3C5FEF5-D3B9-67F1-6B3A-597AA171633A}"/>
              </a:ext>
            </a:extLst>
          </p:cNvPr>
          <p:cNvSpPr txBox="1"/>
          <p:nvPr/>
        </p:nvSpPr>
        <p:spPr>
          <a:xfrm>
            <a:off x="173889" y="982506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0D9D6AE4-4A8A-79A8-FB10-DE7E36BA275E}"/>
              </a:ext>
            </a:extLst>
          </p:cNvPr>
          <p:cNvSpPr/>
          <p:nvPr/>
        </p:nvSpPr>
        <p:spPr>
          <a:xfrm>
            <a:off x="241074" y="1116013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3" name="모서리가 둥근 직사각형 114">
            <a:extLst>
              <a:ext uri="{FF2B5EF4-FFF2-40B4-BE49-F238E27FC236}">
                <a16:creationId xmlns:a16="http://schemas.microsoft.com/office/drawing/2014/main" id="{48181DBA-C174-3BAA-EB1D-C3927A579E6F}"/>
              </a:ext>
            </a:extLst>
          </p:cNvPr>
          <p:cNvSpPr/>
          <p:nvPr/>
        </p:nvSpPr>
        <p:spPr>
          <a:xfrm>
            <a:off x="148492" y="9011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9CFE158-2668-2A9C-76DE-F33843CF0FD0}"/>
              </a:ext>
            </a:extLst>
          </p:cNvPr>
          <p:cNvGrpSpPr/>
          <p:nvPr/>
        </p:nvGrpSpPr>
        <p:grpSpPr>
          <a:xfrm>
            <a:off x="253390" y="1237268"/>
            <a:ext cx="2264535" cy="196457"/>
            <a:chOff x="487055" y="2725389"/>
            <a:chExt cx="2264535" cy="196457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BD48B735-C4E9-2639-6C6D-28D021001427}"/>
                </a:ext>
              </a:extLst>
            </p:cNvPr>
            <p:cNvGrpSpPr/>
            <p:nvPr/>
          </p:nvGrpSpPr>
          <p:grpSpPr>
            <a:xfrm>
              <a:off x="909973" y="2725389"/>
              <a:ext cx="519135" cy="196456"/>
              <a:chOff x="475380" y="4490631"/>
              <a:chExt cx="519135" cy="256576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9D72FDD-EF82-210E-D556-0607235DD026}"/>
                  </a:ext>
                </a:extLst>
              </p:cNvPr>
              <p:cNvSpPr txBox="1"/>
              <p:nvPr/>
            </p:nvSpPr>
            <p:spPr>
              <a:xfrm>
                <a:off x="615206" y="4490631"/>
                <a:ext cx="35137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분유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142EDB3C-6B2A-E62A-68EC-1247193B61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3462" y="4549695"/>
                <a:ext cx="128511" cy="159410"/>
              </a:xfrm>
              <a:prstGeom prst="rect">
                <a:avLst/>
              </a:prstGeom>
            </p:spPr>
          </p:pic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6C64F9C0-8854-E51B-9A34-14353B03816F}"/>
                  </a:ext>
                </a:extLst>
              </p:cNvPr>
              <p:cNvSpPr/>
              <p:nvPr/>
            </p:nvSpPr>
            <p:spPr>
              <a:xfrm>
                <a:off x="475380" y="4506768"/>
                <a:ext cx="519135" cy="240439"/>
              </a:xfrm>
              <a:prstGeom prst="roundRect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1C77D67E-B308-742E-863D-ABCA7CBBD474}"/>
                </a:ext>
              </a:extLst>
            </p:cNvPr>
            <p:cNvGrpSpPr/>
            <p:nvPr/>
          </p:nvGrpSpPr>
          <p:grpSpPr>
            <a:xfrm>
              <a:off x="1455445" y="2726952"/>
              <a:ext cx="615315" cy="194890"/>
              <a:chOff x="475380" y="4492676"/>
              <a:chExt cx="615315" cy="254531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A94051F-11E2-1F8F-043B-570A6AB75DC0}"/>
                  </a:ext>
                </a:extLst>
              </p:cNvPr>
              <p:cNvSpPr txBox="1"/>
              <p:nvPr/>
            </p:nvSpPr>
            <p:spPr>
              <a:xfrm>
                <a:off x="624173" y="4492676"/>
                <a:ext cx="43473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기저귀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F4193C60-5898-BB2D-92E4-5B748892FCA1}"/>
                  </a:ext>
                </a:extLst>
              </p:cNvPr>
              <p:cNvSpPr/>
              <p:nvPr/>
            </p:nvSpPr>
            <p:spPr>
              <a:xfrm>
                <a:off x="475380" y="4506768"/>
                <a:ext cx="615315" cy="240439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5EBAD619-5ECD-5442-F7D4-A840F50E71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27453" y="2745098"/>
              <a:ext cx="131240" cy="175717"/>
            </a:xfrm>
            <a:prstGeom prst="rect">
              <a:avLst/>
            </a:prstGeom>
          </p:spPr>
        </p:pic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2CED4725-83D9-0026-20A8-F33C3E6AAFAB}"/>
                </a:ext>
              </a:extLst>
            </p:cNvPr>
            <p:cNvGrpSpPr/>
            <p:nvPr/>
          </p:nvGrpSpPr>
          <p:grpSpPr>
            <a:xfrm>
              <a:off x="487055" y="2725393"/>
              <a:ext cx="392869" cy="196453"/>
              <a:chOff x="475380" y="4490635"/>
              <a:chExt cx="392869" cy="256572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EE46473-F628-33F7-AF1F-AEB0147B8D40}"/>
                  </a:ext>
                </a:extLst>
              </p:cNvPr>
              <p:cNvSpPr txBox="1"/>
              <p:nvPr/>
            </p:nvSpPr>
            <p:spPr>
              <a:xfrm>
                <a:off x="492652" y="4490635"/>
                <a:ext cx="35137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전체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3" name="사각형: 둥근 모서리 62">
                <a:extLst>
                  <a:ext uri="{FF2B5EF4-FFF2-40B4-BE49-F238E27FC236}">
                    <a16:creationId xmlns:a16="http://schemas.microsoft.com/office/drawing/2014/main" id="{BD22D947-564A-9387-7DE6-AC42AE8C8809}"/>
                  </a:ext>
                </a:extLst>
              </p:cNvPr>
              <p:cNvSpPr/>
              <p:nvPr/>
            </p:nvSpPr>
            <p:spPr>
              <a:xfrm>
                <a:off x="475380" y="4506768"/>
                <a:ext cx="392869" cy="240439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63E45C54-E852-E63E-F25B-0E87B5F7B5C8}"/>
                </a:ext>
              </a:extLst>
            </p:cNvPr>
            <p:cNvGrpSpPr/>
            <p:nvPr/>
          </p:nvGrpSpPr>
          <p:grpSpPr>
            <a:xfrm>
              <a:off x="2106860" y="2726952"/>
              <a:ext cx="644730" cy="194890"/>
              <a:chOff x="475381" y="4492676"/>
              <a:chExt cx="644730" cy="254531"/>
            </a:xfrm>
          </p:grpSpPr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7418C7D-2F33-1813-1084-F96D5F24066F}"/>
                  </a:ext>
                </a:extLst>
              </p:cNvPr>
              <p:cNvSpPr txBox="1"/>
              <p:nvPr/>
            </p:nvSpPr>
            <p:spPr>
              <a:xfrm>
                <a:off x="644387" y="4492676"/>
                <a:ext cx="43473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물티슈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7" name="사각형: 둥근 모서리 66">
                <a:extLst>
                  <a:ext uri="{FF2B5EF4-FFF2-40B4-BE49-F238E27FC236}">
                    <a16:creationId xmlns:a16="http://schemas.microsoft.com/office/drawing/2014/main" id="{D63D6154-9F8E-B87A-C7EC-5A1E773C221A}"/>
                  </a:ext>
                </a:extLst>
              </p:cNvPr>
              <p:cNvSpPr/>
              <p:nvPr/>
            </p:nvSpPr>
            <p:spPr>
              <a:xfrm>
                <a:off x="475381" y="4506768"/>
                <a:ext cx="644730" cy="240439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5FB995C7-4F8F-345F-338B-D008000A0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161416" y="2762156"/>
              <a:ext cx="166365" cy="132680"/>
            </a:xfrm>
            <a:prstGeom prst="rect">
              <a:avLst/>
            </a:prstGeom>
          </p:spPr>
        </p:pic>
      </p:grp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08E4F14F-FDB6-6664-BB84-3B4ED8EF8097}"/>
              </a:ext>
            </a:extLst>
          </p:cNvPr>
          <p:cNvCxnSpPr>
            <a:cxnSpLocks/>
          </p:cNvCxnSpPr>
          <p:nvPr/>
        </p:nvCxnSpPr>
        <p:spPr>
          <a:xfrm>
            <a:off x="3385244" y="2010242"/>
            <a:ext cx="964090" cy="788718"/>
          </a:xfrm>
          <a:prstGeom prst="bentConnector3">
            <a:avLst>
              <a:gd name="adj1" fmla="val 50000"/>
            </a:avLst>
          </a:prstGeom>
          <a:ln w="63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85F24C15-9033-8D6B-B739-D09EC7A9E215}"/>
              </a:ext>
            </a:extLst>
          </p:cNvPr>
          <p:cNvGrpSpPr/>
          <p:nvPr/>
        </p:nvGrpSpPr>
        <p:grpSpPr>
          <a:xfrm>
            <a:off x="4388011" y="655832"/>
            <a:ext cx="3462525" cy="5797357"/>
            <a:chOff x="3783950" y="655832"/>
            <a:chExt cx="3462525" cy="5797357"/>
          </a:xfrm>
        </p:grpSpPr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EADDF24F-9E5E-2150-848C-9938C494F7C3}"/>
                </a:ext>
              </a:extLst>
            </p:cNvPr>
            <p:cNvGrpSpPr/>
            <p:nvPr/>
          </p:nvGrpSpPr>
          <p:grpSpPr>
            <a:xfrm>
              <a:off x="3802225" y="655832"/>
              <a:ext cx="3444250" cy="5797357"/>
              <a:chOff x="3802225" y="655832"/>
              <a:chExt cx="3444250" cy="5797357"/>
            </a:xfrm>
          </p:grpSpPr>
          <p:sp>
            <p:nvSpPr>
              <p:cNvPr id="78" name="직사각형 77">
                <a:extLst>
                  <a:ext uri="{FF2B5EF4-FFF2-40B4-BE49-F238E27FC236}">
                    <a16:creationId xmlns:a16="http://schemas.microsoft.com/office/drawing/2014/main" id="{CD9FCD30-1837-8959-E592-29045A269B0C}"/>
                  </a:ext>
                </a:extLst>
              </p:cNvPr>
              <p:cNvSpPr/>
              <p:nvPr/>
            </p:nvSpPr>
            <p:spPr>
              <a:xfrm>
                <a:off x="3802226" y="683965"/>
                <a:ext cx="3444249" cy="576922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757A8543-A8D5-467F-50E4-F3F99EE1B3CE}"/>
                  </a:ext>
                </a:extLst>
              </p:cNvPr>
              <p:cNvSpPr/>
              <p:nvPr/>
            </p:nvSpPr>
            <p:spPr>
              <a:xfrm>
                <a:off x="3802226" y="655832"/>
                <a:ext cx="3444249" cy="24415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9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Header &amp; GNB</a:t>
                </a:r>
                <a:endParaRPr lang="ko-KR" alt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77DA44E7-4158-B174-749B-574CE74820C2}"/>
                  </a:ext>
                </a:extLst>
              </p:cNvPr>
              <p:cNvSpPr/>
              <p:nvPr/>
            </p:nvSpPr>
            <p:spPr>
              <a:xfrm>
                <a:off x="3802225" y="6205668"/>
                <a:ext cx="3444249" cy="24415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TAB BAR</a:t>
                </a:r>
                <a:endParaRPr lang="ko-KR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3D821DEF-85CF-4768-418B-DD3E86C0777B}"/>
                </a:ext>
              </a:extLst>
            </p:cNvPr>
            <p:cNvSpPr/>
            <p:nvPr/>
          </p:nvSpPr>
          <p:spPr>
            <a:xfrm>
              <a:off x="3815674" y="665138"/>
              <a:ext cx="3430800" cy="276999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FE6079D-9770-795C-9217-4FA87873138E}"/>
                </a:ext>
              </a:extLst>
            </p:cNvPr>
            <p:cNvSpPr txBox="1"/>
            <p:nvPr/>
          </p:nvSpPr>
          <p:spPr>
            <a:xfrm>
              <a:off x="4025014" y="720258"/>
              <a:ext cx="7585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찜한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상품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5531FCF-C878-2458-65B4-5D4882845D0B}"/>
                </a:ext>
              </a:extLst>
            </p:cNvPr>
            <p:cNvSpPr txBox="1"/>
            <p:nvPr/>
          </p:nvSpPr>
          <p:spPr>
            <a:xfrm>
              <a:off x="3816637" y="697398"/>
              <a:ext cx="2760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</a:t>
              </a:r>
              <a:endPara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D90AD064-CDE0-1718-A2A9-0509530C8489}"/>
                </a:ext>
              </a:extLst>
            </p:cNvPr>
            <p:cNvGrpSpPr/>
            <p:nvPr/>
          </p:nvGrpSpPr>
          <p:grpSpPr>
            <a:xfrm>
              <a:off x="6555224" y="703689"/>
              <a:ext cx="613818" cy="222962"/>
              <a:chOff x="2907993" y="703689"/>
              <a:chExt cx="613818" cy="222962"/>
            </a:xfrm>
          </p:grpSpPr>
          <p:pic>
            <p:nvPicPr>
              <p:cNvPr id="94" name="그림 93">
                <a:extLst>
                  <a:ext uri="{FF2B5EF4-FFF2-40B4-BE49-F238E27FC236}">
                    <a16:creationId xmlns:a16="http://schemas.microsoft.com/office/drawing/2014/main" id="{009F111C-0C07-D247-2CF3-6D13EC1129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359286" y="724793"/>
                <a:ext cx="162525" cy="158011"/>
              </a:xfrm>
              <a:prstGeom prst="rect">
                <a:avLst/>
              </a:prstGeom>
            </p:spPr>
          </p:pic>
          <p:pic>
            <p:nvPicPr>
              <p:cNvPr id="96" name="그림 95">
                <a:extLst>
                  <a:ext uri="{FF2B5EF4-FFF2-40B4-BE49-F238E27FC236}">
                    <a16:creationId xmlns:a16="http://schemas.microsoft.com/office/drawing/2014/main" id="{FA003B17-8394-1011-658E-C137C203ED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19832" r="76394" b="17169"/>
              <a:stretch>
                <a:fillRect/>
              </a:stretch>
            </p:blipFill>
            <p:spPr>
              <a:xfrm>
                <a:off x="2907993" y="728319"/>
                <a:ext cx="232970" cy="167661"/>
              </a:xfrm>
              <a:prstGeom prst="rect">
                <a:avLst/>
              </a:prstGeom>
            </p:spPr>
          </p:pic>
          <p:pic>
            <p:nvPicPr>
              <p:cNvPr id="99" name="그림 98">
                <a:extLst>
                  <a:ext uri="{FF2B5EF4-FFF2-40B4-BE49-F238E27FC236}">
                    <a16:creationId xmlns:a16="http://schemas.microsoft.com/office/drawing/2014/main" id="{6FE5C8A3-22BF-FC76-EC14-8C35315276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40963" y="703689"/>
                <a:ext cx="198188" cy="222962"/>
              </a:xfrm>
              <a:prstGeom prst="rect">
                <a:avLst/>
              </a:prstGeom>
            </p:spPr>
          </p:pic>
        </p:grpSp>
        <p:sp>
          <p:nvSpPr>
            <p:cNvPr id="101" name="TextBox 114">
              <a:extLst>
                <a:ext uri="{FF2B5EF4-FFF2-40B4-BE49-F238E27FC236}">
                  <a16:creationId xmlns:a16="http://schemas.microsoft.com/office/drawing/2014/main" id="{BF4D5727-5261-7534-6214-C6D3D3A264C3}"/>
                </a:ext>
              </a:extLst>
            </p:cNvPr>
            <p:cNvSpPr txBox="1"/>
            <p:nvPr/>
          </p:nvSpPr>
          <p:spPr>
            <a:xfrm>
              <a:off x="3783950" y="1602186"/>
              <a:ext cx="5261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  <a:r>
                <a:rPr lang="en-US" altLang="ko-KR" sz="800" dirty="0">
                  <a:solidFill>
                    <a:srgbClr val="0070C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건</a:t>
              </a:r>
            </a:p>
          </p:txBody>
        </p: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D4BAB613-5963-8C91-8B85-02EAC08851B9}"/>
                </a:ext>
              </a:extLst>
            </p:cNvPr>
            <p:cNvGrpSpPr/>
            <p:nvPr/>
          </p:nvGrpSpPr>
          <p:grpSpPr>
            <a:xfrm>
              <a:off x="3832964" y="1875953"/>
              <a:ext cx="1719436" cy="3029399"/>
              <a:chOff x="185733" y="1404045"/>
              <a:chExt cx="1719436" cy="3029399"/>
            </a:xfrm>
          </p:grpSpPr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82BA2BCB-0A2E-8B52-C428-3643BDEF30FE}"/>
                  </a:ext>
                </a:extLst>
              </p:cNvPr>
              <p:cNvSpPr/>
              <p:nvPr/>
            </p:nvSpPr>
            <p:spPr>
              <a:xfrm>
                <a:off x="253268" y="1404045"/>
                <a:ext cx="1503784" cy="12818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C783DB1-D409-DF69-8F38-497E330D025C}"/>
                  </a:ext>
                </a:extLst>
              </p:cNvPr>
              <p:cNvSpPr txBox="1"/>
              <p:nvPr/>
            </p:nvSpPr>
            <p:spPr>
              <a:xfrm>
                <a:off x="244274" y="4233389"/>
                <a:ext cx="786556" cy="200055"/>
              </a:xfrm>
              <a:prstGeom prst="rect">
                <a:avLst/>
              </a:prstGeom>
              <a:solidFill>
                <a:schemeClr val="bg1">
                  <a:lumMod val="85000"/>
                  <a:alpha val="7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>
                  <a:defRPr sz="700" spc="-150"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</a:lstStyle>
              <a:p>
                <a:pPr algn="ctr"/>
                <a:r>
                  <a:rPr lang="ko-KR" altLang="en-US" spc="-120" dirty="0"/>
                  <a:t>기저귀</a:t>
                </a:r>
                <a:r>
                  <a:rPr lang="en-US" altLang="ko-KR" spc="-120" dirty="0"/>
                  <a:t>/</a:t>
                </a:r>
                <a:r>
                  <a:rPr lang="ko-KR" altLang="en-US" spc="-120" dirty="0"/>
                  <a:t>분유 </a:t>
                </a:r>
              </a:p>
            </p:txBody>
          </p:sp>
          <p:grpSp>
            <p:nvGrpSpPr>
              <p:cNvPr id="107" name="그룹 106">
                <a:extLst>
                  <a:ext uri="{FF2B5EF4-FFF2-40B4-BE49-F238E27FC236}">
                    <a16:creationId xmlns:a16="http://schemas.microsoft.com/office/drawing/2014/main" id="{DB8D797C-8CAB-1EA8-1927-8C8E3CA4B479}"/>
                  </a:ext>
                </a:extLst>
              </p:cNvPr>
              <p:cNvGrpSpPr/>
              <p:nvPr/>
            </p:nvGrpSpPr>
            <p:grpSpPr>
              <a:xfrm>
                <a:off x="185733" y="2885324"/>
                <a:ext cx="1719436" cy="1189218"/>
                <a:chOff x="2191413" y="1613537"/>
                <a:chExt cx="1719436" cy="1189218"/>
              </a:xfrm>
            </p:grpSpPr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F6770144-BF95-C677-2CDC-8BD5724A293A}"/>
                    </a:ext>
                  </a:extLst>
                </p:cNvPr>
                <p:cNvSpPr txBox="1"/>
                <p:nvPr/>
              </p:nvSpPr>
              <p:spPr>
                <a:xfrm>
                  <a:off x="2201837" y="1613537"/>
                  <a:ext cx="1709012" cy="6809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 fontAlgn="t">
                    <a:lnSpc>
                      <a:spcPct val="150000"/>
                    </a:lnSpc>
                    <a:buNone/>
                  </a:pPr>
                  <a:r>
                    <a:rPr lang="en-US" altLang="ko-KR" sz="75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+mn-ea"/>
                    </a:rPr>
                    <a:t>$</a:t>
                  </a:r>
                  <a:r>
                    <a:rPr lang="ko-KR" altLang="en-US" sz="750" spc="-150" dirty="0">
                      <a:solidFill>
                        <a:srgbClr val="333333"/>
                      </a:solidFill>
                      <a:latin typeface="+mn-ea"/>
                    </a:rPr>
                    <a:t>브랜드명</a:t>
                  </a:r>
                  <a:r>
                    <a:rPr lang="en-US" altLang="ko-KR" sz="75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+mn-ea"/>
                    </a:rPr>
                    <a:t>$</a:t>
                  </a:r>
                  <a:endParaRPr lang="en-US" altLang="ko-KR" sz="750" b="1" i="0" spc="-150" dirty="0">
                    <a:solidFill>
                      <a:srgbClr val="34A44E"/>
                    </a:solidFill>
                    <a:effectLst/>
                    <a:latin typeface="+mn-ea"/>
                  </a:endParaRPr>
                </a:p>
                <a:p>
                  <a:pPr fontAlgn="t">
                    <a:lnSpc>
                      <a:spcPct val="150000"/>
                    </a:lnSpc>
                  </a:pPr>
                  <a:r>
                    <a:rPr lang="en-US" altLang="ko-KR" sz="900" i="0" spc="-150" dirty="0">
                      <a:solidFill>
                        <a:schemeClr val="accent5">
                          <a:lumMod val="75000"/>
                        </a:schemeClr>
                      </a:solidFill>
                      <a:effectLst/>
                      <a:latin typeface="+mn-ea"/>
                    </a:rPr>
                    <a:t>$</a:t>
                  </a:r>
                  <a:r>
                    <a:rPr lang="ko-KR" altLang="en-US" sz="800" spc="-150" dirty="0" err="1">
                      <a:solidFill>
                        <a:srgbClr val="333333"/>
                      </a:solidFill>
                      <a:latin typeface="+mn-ea"/>
                    </a:rPr>
                    <a:t>상품명상품명상품명상품명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………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상품명</a:t>
                  </a:r>
                  <a:endParaRPr lang="en-US" altLang="ko-KR" sz="800" spc="-150" dirty="0">
                    <a:solidFill>
                      <a:srgbClr val="333333"/>
                    </a:solidFill>
                    <a:latin typeface="+mn-ea"/>
                  </a:endParaRPr>
                </a:p>
                <a:p>
                  <a:pPr fontAlgn="t">
                    <a:lnSpc>
                      <a:spcPct val="150000"/>
                    </a:lnSpc>
                  </a:pP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상품명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…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최대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2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줄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..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길어지면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…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처리입니다</a:t>
                  </a:r>
                  <a:r>
                    <a:rPr lang="en-US" altLang="ko-KR" sz="90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+mn-ea"/>
                    </a:rPr>
                    <a:t>$</a:t>
                  </a:r>
                  <a:endPara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endParaRP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1E10DCDD-C121-CFA5-A2CE-9984CB70EF1C}"/>
                    </a:ext>
                  </a:extLst>
                </p:cNvPr>
                <p:cNvSpPr txBox="1"/>
                <p:nvPr/>
              </p:nvSpPr>
              <p:spPr>
                <a:xfrm>
                  <a:off x="2458146" y="2441118"/>
                  <a:ext cx="1340064" cy="3616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 fontAlgn="t">
                    <a:buNone/>
                  </a:pPr>
                  <a:r>
                    <a:rPr lang="en-US" altLang="ko-KR" sz="850" b="1" i="0" dirty="0">
                      <a:solidFill>
                        <a:schemeClr val="accent5">
                          <a:lumMod val="75000"/>
                        </a:schemeClr>
                      </a:solidFill>
                      <a:effectLst/>
                      <a:latin typeface="+mn-ea"/>
                    </a:rPr>
                    <a:t>$</a:t>
                  </a:r>
                  <a:r>
                    <a:rPr lang="en-US" altLang="ko-KR" sz="850" b="1" i="0" dirty="0">
                      <a:solidFill>
                        <a:srgbClr val="333333"/>
                      </a:solidFill>
                      <a:effectLst/>
                      <a:latin typeface="+mn-ea"/>
                    </a:rPr>
                    <a:t>75</a:t>
                  </a:r>
                  <a:r>
                    <a:rPr lang="en-US" altLang="ko-KR" sz="850" b="1" dirty="0">
                      <a:solidFill>
                        <a:srgbClr val="333333"/>
                      </a:solidFill>
                      <a:latin typeface="+mn-ea"/>
                    </a:rPr>
                    <a:t>,800</a:t>
                  </a:r>
                  <a:r>
                    <a:rPr lang="en-US" altLang="ko-KR" sz="850" b="1" i="0" dirty="0">
                      <a:solidFill>
                        <a:schemeClr val="accent5">
                          <a:lumMod val="75000"/>
                        </a:schemeClr>
                      </a:solidFill>
                      <a:effectLst/>
                      <a:latin typeface="+mn-ea"/>
                    </a:rPr>
                    <a:t>$</a:t>
                  </a:r>
                  <a:endPara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endParaRPr>
                </a:p>
                <a:p>
                  <a:pPr algn="r" fontAlgn="t">
                    <a:buNone/>
                  </a:pPr>
                  <a:endParaRPr lang="ko-KR" altLang="ko-KR" sz="900" b="1" i="0" spc="-150" dirty="0">
                    <a:solidFill>
                      <a:srgbClr val="333333"/>
                    </a:solidFill>
                    <a:effectLst/>
                    <a:latin typeface="+mn-ea"/>
                  </a:endParaRP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9E44B83-92C4-537E-0A2E-5519313C844D}"/>
                    </a:ext>
                  </a:extLst>
                </p:cNvPr>
                <p:cNvSpPr txBox="1"/>
                <p:nvPr/>
              </p:nvSpPr>
              <p:spPr>
                <a:xfrm>
                  <a:off x="2191413" y="2340875"/>
                  <a:ext cx="823318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1196401" rtl="0" eaLnBrk="1" fontAlgn="t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chemeClr val="accent5">
                          <a:lumMod val="75000"/>
                        </a:schemeClr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$</a:t>
                  </a:r>
                  <a:r>
                    <a:rPr kumimoji="0" lang="ko-KR" altLang="en-US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rgbClr val="333333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용량</a:t>
                  </a:r>
                  <a:r>
                    <a:rPr kumimoji="0" lang="en-US" altLang="ko-KR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rgbClr val="333333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/</a:t>
                  </a:r>
                  <a:r>
                    <a:rPr kumimoji="0" lang="ko-KR" altLang="en-US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rgbClr val="333333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수량</a:t>
                  </a:r>
                  <a:r>
                    <a:rPr lang="en-US" altLang="ko-KR" sz="80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$</a:t>
                  </a:r>
                  <a:endParaRPr kumimoji="0" lang="ko-KR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08" name="그룹 107">
                <a:extLst>
                  <a:ext uri="{FF2B5EF4-FFF2-40B4-BE49-F238E27FC236}">
                    <a16:creationId xmlns:a16="http://schemas.microsoft.com/office/drawing/2014/main" id="{4C1FB359-AA51-36B0-EF7A-7531330872AF}"/>
                  </a:ext>
                </a:extLst>
              </p:cNvPr>
              <p:cNvGrpSpPr/>
              <p:nvPr/>
            </p:nvGrpSpPr>
            <p:grpSpPr>
              <a:xfrm>
                <a:off x="247703" y="2726438"/>
                <a:ext cx="482570" cy="207749"/>
                <a:chOff x="5613970" y="995901"/>
                <a:chExt cx="482570" cy="207749"/>
              </a:xfrm>
            </p:grpSpPr>
            <p:sp>
              <p:nvSpPr>
                <p:cNvPr id="114" name="사각형: 둥근 모서리 113">
                  <a:extLst>
                    <a:ext uri="{FF2B5EF4-FFF2-40B4-BE49-F238E27FC236}">
                      <a16:creationId xmlns:a16="http://schemas.microsoft.com/office/drawing/2014/main" id="{A4041EF0-1A3E-77B0-8D57-AA718110D7D4}"/>
                    </a:ext>
                  </a:extLst>
                </p:cNvPr>
                <p:cNvSpPr/>
                <p:nvPr/>
              </p:nvSpPr>
              <p:spPr>
                <a:xfrm>
                  <a:off x="5623465" y="1020156"/>
                  <a:ext cx="353448" cy="161973"/>
                </a:xfrm>
                <a:prstGeom prst="roundRect">
                  <a:avLst/>
                </a:prstGeom>
                <a:solidFill>
                  <a:schemeClr val="accent6">
                    <a:lumMod val="7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987B6DE4-3248-8034-AE35-7F8675BEFAAC}"/>
                    </a:ext>
                  </a:extLst>
                </p:cNvPr>
                <p:cNvSpPr txBox="1"/>
                <p:nvPr/>
              </p:nvSpPr>
              <p:spPr>
                <a:xfrm>
                  <a:off x="5613970" y="995901"/>
                  <a:ext cx="482570" cy="2077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50" b="1" spc="-150" dirty="0">
                      <a:solidFill>
                        <a:schemeClr val="bg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할인</a:t>
                  </a:r>
                </a:p>
              </p:txBody>
            </p:sp>
          </p:grpSp>
          <p:grpSp>
            <p:nvGrpSpPr>
              <p:cNvPr id="109" name="그룹 108">
                <a:extLst>
                  <a:ext uri="{FF2B5EF4-FFF2-40B4-BE49-F238E27FC236}">
                    <a16:creationId xmlns:a16="http://schemas.microsoft.com/office/drawing/2014/main" id="{DEEA98F3-5FBC-EF0E-7AAE-104C83C1FC6C}"/>
                  </a:ext>
                </a:extLst>
              </p:cNvPr>
              <p:cNvGrpSpPr/>
              <p:nvPr/>
            </p:nvGrpSpPr>
            <p:grpSpPr>
              <a:xfrm>
                <a:off x="589452" y="2726438"/>
                <a:ext cx="415498" cy="207749"/>
                <a:chOff x="5585876" y="994409"/>
                <a:chExt cx="415498" cy="207749"/>
              </a:xfrm>
            </p:grpSpPr>
            <p:sp>
              <p:nvSpPr>
                <p:cNvPr id="112" name="사각형: 둥근 모서리 111">
                  <a:extLst>
                    <a:ext uri="{FF2B5EF4-FFF2-40B4-BE49-F238E27FC236}">
                      <a16:creationId xmlns:a16="http://schemas.microsoft.com/office/drawing/2014/main" id="{5F65497A-74B0-A792-1914-3F5222BE0D05}"/>
                    </a:ext>
                  </a:extLst>
                </p:cNvPr>
                <p:cNvSpPr/>
                <p:nvPr/>
              </p:nvSpPr>
              <p:spPr>
                <a:xfrm>
                  <a:off x="5623465" y="1020156"/>
                  <a:ext cx="353448" cy="161973"/>
                </a:xfrm>
                <a:prstGeom prst="roundRect">
                  <a:avLst/>
                </a:prstGeom>
                <a:solidFill>
                  <a:schemeClr val="accent5">
                    <a:lumMod val="7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CB74F65C-4C6E-30EC-F64F-5AD70FD07D31}"/>
                    </a:ext>
                  </a:extLst>
                </p:cNvPr>
                <p:cNvSpPr txBox="1"/>
                <p:nvPr/>
              </p:nvSpPr>
              <p:spPr>
                <a:xfrm>
                  <a:off x="5585876" y="994409"/>
                  <a:ext cx="415498" cy="207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750" b="1" spc="-150" dirty="0">
                      <a:solidFill>
                        <a:schemeClr val="bg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사은품</a:t>
                  </a:r>
                </a:p>
              </p:txBody>
            </p:sp>
          </p:grpSp>
          <p:sp>
            <p:nvSpPr>
              <p:cNvPr id="110" name="사각형: 둥근 모서리 109">
                <a:extLst>
                  <a:ext uri="{FF2B5EF4-FFF2-40B4-BE49-F238E27FC236}">
                    <a16:creationId xmlns:a16="http://schemas.microsoft.com/office/drawing/2014/main" id="{C030E2DB-5D48-FF68-E877-AC74FCB9D81A}"/>
                  </a:ext>
                </a:extLst>
              </p:cNvPr>
              <p:cNvSpPr/>
              <p:nvPr/>
            </p:nvSpPr>
            <p:spPr>
              <a:xfrm>
                <a:off x="252327" y="3974702"/>
                <a:ext cx="1560387" cy="213077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tx1"/>
                    </a:solidFill>
                  </a:rPr>
                  <a:t>담기</a:t>
                </a:r>
              </a:p>
            </p:txBody>
          </p:sp>
          <p:sp>
            <p:nvSpPr>
              <p:cNvPr id="111" name="하트 110">
                <a:extLst>
                  <a:ext uri="{FF2B5EF4-FFF2-40B4-BE49-F238E27FC236}">
                    <a16:creationId xmlns:a16="http://schemas.microsoft.com/office/drawing/2014/main" id="{D874AB1A-D240-96B2-2E2B-D0827BB4BD88}"/>
                  </a:ext>
                </a:extLst>
              </p:cNvPr>
              <p:cNvSpPr/>
              <p:nvPr/>
            </p:nvSpPr>
            <p:spPr>
              <a:xfrm>
                <a:off x="1527315" y="1467380"/>
                <a:ext cx="163855" cy="145402"/>
              </a:xfrm>
              <a:prstGeom prst="heart">
                <a:avLst/>
              </a:prstGeom>
              <a:solidFill>
                <a:srgbClr val="FF0000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08F9A245-4516-870D-A4C5-2D831E322D73}"/>
                </a:ext>
              </a:extLst>
            </p:cNvPr>
            <p:cNvGrpSpPr/>
            <p:nvPr/>
          </p:nvGrpSpPr>
          <p:grpSpPr>
            <a:xfrm>
              <a:off x="5527038" y="1875953"/>
              <a:ext cx="1719436" cy="3029399"/>
              <a:chOff x="185733" y="1404045"/>
              <a:chExt cx="1719436" cy="3029399"/>
            </a:xfrm>
          </p:grpSpPr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FAFBBA43-257E-1B5C-DF29-A1883A2185F5}"/>
                  </a:ext>
                </a:extLst>
              </p:cNvPr>
              <p:cNvSpPr/>
              <p:nvPr/>
            </p:nvSpPr>
            <p:spPr>
              <a:xfrm>
                <a:off x="253268" y="1404045"/>
                <a:ext cx="1503784" cy="12818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B92E7D2-43BE-5FF0-4B95-776A7781A1D2}"/>
                  </a:ext>
                </a:extLst>
              </p:cNvPr>
              <p:cNvSpPr txBox="1"/>
              <p:nvPr/>
            </p:nvSpPr>
            <p:spPr>
              <a:xfrm>
                <a:off x="244274" y="4233389"/>
                <a:ext cx="786556" cy="200055"/>
              </a:xfrm>
              <a:prstGeom prst="rect">
                <a:avLst/>
              </a:prstGeom>
              <a:solidFill>
                <a:schemeClr val="bg1">
                  <a:lumMod val="85000"/>
                  <a:alpha val="7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>
                  <a:defRPr sz="700" spc="-150"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</a:lstStyle>
              <a:p>
                <a:pPr algn="ctr"/>
                <a:r>
                  <a:rPr lang="ko-KR" altLang="en-US" spc="-120" dirty="0"/>
                  <a:t>기저귀</a:t>
                </a:r>
                <a:r>
                  <a:rPr lang="en-US" altLang="ko-KR" spc="-120" dirty="0"/>
                  <a:t>/</a:t>
                </a:r>
                <a:r>
                  <a:rPr lang="ko-KR" altLang="en-US" spc="-120" dirty="0"/>
                  <a:t>분유 </a:t>
                </a:r>
              </a:p>
            </p:txBody>
          </p: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D71EFE46-A890-A9B3-0620-6198A92A20BF}"/>
                  </a:ext>
                </a:extLst>
              </p:cNvPr>
              <p:cNvGrpSpPr/>
              <p:nvPr/>
            </p:nvGrpSpPr>
            <p:grpSpPr>
              <a:xfrm>
                <a:off x="185733" y="2885324"/>
                <a:ext cx="1719436" cy="1189218"/>
                <a:chOff x="2191413" y="1613537"/>
                <a:chExt cx="1719436" cy="1189218"/>
              </a:xfrm>
            </p:grpSpPr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3232EFCD-CE88-3E30-6C17-2A9A6FA7E150}"/>
                    </a:ext>
                  </a:extLst>
                </p:cNvPr>
                <p:cNvSpPr txBox="1"/>
                <p:nvPr/>
              </p:nvSpPr>
              <p:spPr>
                <a:xfrm>
                  <a:off x="2201837" y="1613537"/>
                  <a:ext cx="1709012" cy="6809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 fontAlgn="t">
                    <a:lnSpc>
                      <a:spcPct val="150000"/>
                    </a:lnSpc>
                    <a:buNone/>
                  </a:pPr>
                  <a:r>
                    <a:rPr lang="en-US" altLang="ko-KR" sz="75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+mn-ea"/>
                    </a:rPr>
                    <a:t>$</a:t>
                  </a:r>
                  <a:r>
                    <a:rPr lang="ko-KR" altLang="en-US" sz="750" spc="-150" dirty="0">
                      <a:solidFill>
                        <a:srgbClr val="333333"/>
                      </a:solidFill>
                      <a:latin typeface="+mn-ea"/>
                    </a:rPr>
                    <a:t>브랜드명</a:t>
                  </a:r>
                  <a:r>
                    <a:rPr lang="en-US" altLang="ko-KR" sz="75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+mn-ea"/>
                    </a:rPr>
                    <a:t>$</a:t>
                  </a:r>
                  <a:endParaRPr lang="en-US" altLang="ko-KR" sz="750" b="1" i="0" spc="-150" dirty="0">
                    <a:solidFill>
                      <a:srgbClr val="34A44E"/>
                    </a:solidFill>
                    <a:effectLst/>
                    <a:latin typeface="+mn-ea"/>
                  </a:endParaRPr>
                </a:p>
                <a:p>
                  <a:pPr fontAlgn="t">
                    <a:lnSpc>
                      <a:spcPct val="150000"/>
                    </a:lnSpc>
                  </a:pPr>
                  <a:r>
                    <a:rPr lang="en-US" altLang="ko-KR" sz="900" i="0" spc="-150" dirty="0">
                      <a:solidFill>
                        <a:schemeClr val="accent5">
                          <a:lumMod val="75000"/>
                        </a:schemeClr>
                      </a:solidFill>
                      <a:effectLst/>
                      <a:latin typeface="+mn-ea"/>
                    </a:rPr>
                    <a:t>$</a:t>
                  </a:r>
                  <a:r>
                    <a:rPr lang="ko-KR" altLang="en-US" sz="800" spc="-150" dirty="0" err="1">
                      <a:solidFill>
                        <a:srgbClr val="333333"/>
                      </a:solidFill>
                      <a:latin typeface="+mn-ea"/>
                    </a:rPr>
                    <a:t>상품명상품명상품명상품명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………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상품명</a:t>
                  </a:r>
                  <a:endParaRPr lang="en-US" altLang="ko-KR" sz="800" spc="-150" dirty="0">
                    <a:solidFill>
                      <a:srgbClr val="333333"/>
                    </a:solidFill>
                    <a:latin typeface="+mn-ea"/>
                  </a:endParaRPr>
                </a:p>
                <a:p>
                  <a:pPr fontAlgn="t">
                    <a:lnSpc>
                      <a:spcPct val="150000"/>
                    </a:lnSpc>
                  </a:pP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상품명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…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최대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2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줄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..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길어지면</a:t>
                  </a:r>
                  <a:r>
                    <a:rPr lang="en-US" altLang="ko-KR" sz="800" spc="-150" dirty="0">
                      <a:solidFill>
                        <a:srgbClr val="333333"/>
                      </a:solidFill>
                      <a:latin typeface="+mn-ea"/>
                    </a:rPr>
                    <a:t>…</a:t>
                  </a:r>
                  <a:r>
                    <a:rPr lang="ko-KR" altLang="en-US" sz="800" spc="-150" dirty="0">
                      <a:solidFill>
                        <a:srgbClr val="333333"/>
                      </a:solidFill>
                      <a:latin typeface="+mn-ea"/>
                    </a:rPr>
                    <a:t>처리입니다</a:t>
                  </a:r>
                  <a:r>
                    <a:rPr lang="en-US" altLang="ko-KR" sz="90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+mn-ea"/>
                    </a:rPr>
                    <a:t>$</a:t>
                  </a:r>
                  <a:endPara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endParaRP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5258153B-4750-16A7-BE30-AAD050545359}"/>
                    </a:ext>
                  </a:extLst>
                </p:cNvPr>
                <p:cNvSpPr txBox="1"/>
                <p:nvPr/>
              </p:nvSpPr>
              <p:spPr>
                <a:xfrm>
                  <a:off x="2458146" y="2441118"/>
                  <a:ext cx="1340064" cy="3616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 fontAlgn="t">
                    <a:buNone/>
                  </a:pPr>
                  <a:r>
                    <a:rPr lang="en-US" altLang="ko-KR" sz="850" b="1" i="0" dirty="0">
                      <a:solidFill>
                        <a:schemeClr val="accent5">
                          <a:lumMod val="75000"/>
                        </a:schemeClr>
                      </a:solidFill>
                      <a:effectLst/>
                      <a:latin typeface="+mn-ea"/>
                    </a:rPr>
                    <a:t>$</a:t>
                  </a:r>
                  <a:r>
                    <a:rPr lang="en-US" altLang="ko-KR" sz="850" b="1" i="0" dirty="0">
                      <a:solidFill>
                        <a:srgbClr val="333333"/>
                      </a:solidFill>
                      <a:effectLst/>
                      <a:latin typeface="+mn-ea"/>
                    </a:rPr>
                    <a:t>75</a:t>
                  </a:r>
                  <a:r>
                    <a:rPr lang="en-US" altLang="ko-KR" sz="850" b="1" dirty="0">
                      <a:solidFill>
                        <a:srgbClr val="333333"/>
                      </a:solidFill>
                      <a:latin typeface="+mn-ea"/>
                    </a:rPr>
                    <a:t>,800</a:t>
                  </a:r>
                  <a:r>
                    <a:rPr lang="en-US" altLang="ko-KR" sz="850" b="1" i="0" dirty="0">
                      <a:solidFill>
                        <a:schemeClr val="accent5">
                          <a:lumMod val="75000"/>
                        </a:schemeClr>
                      </a:solidFill>
                      <a:effectLst/>
                      <a:latin typeface="+mn-ea"/>
                    </a:rPr>
                    <a:t>$</a:t>
                  </a:r>
                  <a:endPara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endParaRPr>
                </a:p>
                <a:p>
                  <a:pPr algn="r" fontAlgn="t">
                    <a:buNone/>
                  </a:pPr>
                  <a:endParaRPr lang="ko-KR" altLang="ko-KR" sz="900" b="1" i="0" spc="-150" dirty="0">
                    <a:solidFill>
                      <a:srgbClr val="333333"/>
                    </a:solidFill>
                    <a:effectLst/>
                    <a:latin typeface="+mn-ea"/>
                  </a:endParaRPr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F569E19D-D7B0-79B4-20EA-4E29A0F13FDB}"/>
                    </a:ext>
                  </a:extLst>
                </p:cNvPr>
                <p:cNvSpPr txBox="1"/>
                <p:nvPr/>
              </p:nvSpPr>
              <p:spPr>
                <a:xfrm>
                  <a:off x="2191413" y="2340875"/>
                  <a:ext cx="823318" cy="215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1196401" rtl="0" eaLnBrk="1" fontAlgn="t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chemeClr val="accent5">
                          <a:lumMod val="75000"/>
                        </a:schemeClr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$</a:t>
                  </a:r>
                  <a:r>
                    <a:rPr kumimoji="0" lang="ko-KR" altLang="en-US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rgbClr val="333333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용량</a:t>
                  </a:r>
                  <a:r>
                    <a:rPr kumimoji="0" lang="en-US" altLang="ko-KR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rgbClr val="333333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/</a:t>
                  </a:r>
                  <a:r>
                    <a:rPr kumimoji="0" lang="ko-KR" altLang="en-US" sz="800" b="0" i="0" u="none" strike="noStrike" kern="1200" cap="none" spc="-150" normalizeH="0" baseline="0" noProof="0" dirty="0">
                      <a:ln>
                        <a:noFill/>
                      </a:ln>
                      <a:solidFill>
                        <a:srgbClr val="333333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수량</a:t>
                  </a:r>
                  <a:r>
                    <a:rPr lang="en-US" altLang="ko-KR" sz="800" spc="-150" dirty="0">
                      <a:solidFill>
                        <a:schemeClr val="accent5">
                          <a:lumMod val="7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$</a:t>
                  </a:r>
                  <a:endParaRPr kumimoji="0" lang="ko-KR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320DB64B-984C-4B0C-551F-24305537F67F}"/>
                  </a:ext>
                </a:extLst>
              </p:cNvPr>
              <p:cNvGrpSpPr/>
              <p:nvPr/>
            </p:nvGrpSpPr>
            <p:grpSpPr>
              <a:xfrm>
                <a:off x="247703" y="2726438"/>
                <a:ext cx="482570" cy="207749"/>
                <a:chOff x="5613970" y="995901"/>
                <a:chExt cx="482570" cy="207749"/>
              </a:xfrm>
            </p:grpSpPr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F6E91678-EC13-A8AC-3822-02BE0A42A4CC}"/>
                    </a:ext>
                  </a:extLst>
                </p:cNvPr>
                <p:cNvSpPr/>
                <p:nvPr/>
              </p:nvSpPr>
              <p:spPr>
                <a:xfrm>
                  <a:off x="5623465" y="1020156"/>
                  <a:ext cx="353448" cy="161973"/>
                </a:xfrm>
                <a:prstGeom prst="roundRect">
                  <a:avLst/>
                </a:prstGeom>
                <a:solidFill>
                  <a:schemeClr val="accent6">
                    <a:lumMod val="7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A8378473-D6BB-3406-996D-258A2A6174EC}"/>
                    </a:ext>
                  </a:extLst>
                </p:cNvPr>
                <p:cNvSpPr txBox="1"/>
                <p:nvPr/>
              </p:nvSpPr>
              <p:spPr>
                <a:xfrm>
                  <a:off x="5613970" y="995901"/>
                  <a:ext cx="482570" cy="2077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50" b="1" spc="-150" dirty="0">
                      <a:solidFill>
                        <a:schemeClr val="bg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할인</a:t>
                  </a:r>
                </a:p>
              </p:txBody>
            </p:sp>
          </p:grpSp>
          <p:grpSp>
            <p:nvGrpSpPr>
              <p:cNvPr id="124" name="그룹 123">
                <a:extLst>
                  <a:ext uri="{FF2B5EF4-FFF2-40B4-BE49-F238E27FC236}">
                    <a16:creationId xmlns:a16="http://schemas.microsoft.com/office/drawing/2014/main" id="{7740D1C2-D417-63F7-6F68-75A1C74C3370}"/>
                  </a:ext>
                </a:extLst>
              </p:cNvPr>
              <p:cNvGrpSpPr/>
              <p:nvPr/>
            </p:nvGrpSpPr>
            <p:grpSpPr>
              <a:xfrm>
                <a:off x="589452" y="2726438"/>
                <a:ext cx="415498" cy="207749"/>
                <a:chOff x="5585876" y="994409"/>
                <a:chExt cx="415498" cy="207749"/>
              </a:xfrm>
            </p:grpSpPr>
            <p:sp>
              <p:nvSpPr>
                <p:cNvPr id="127" name="사각형: 둥근 모서리 126">
                  <a:extLst>
                    <a:ext uri="{FF2B5EF4-FFF2-40B4-BE49-F238E27FC236}">
                      <a16:creationId xmlns:a16="http://schemas.microsoft.com/office/drawing/2014/main" id="{C8AA2BEF-1ADD-5B69-9829-EA23A071EB04}"/>
                    </a:ext>
                  </a:extLst>
                </p:cNvPr>
                <p:cNvSpPr/>
                <p:nvPr/>
              </p:nvSpPr>
              <p:spPr>
                <a:xfrm>
                  <a:off x="5623465" y="1020156"/>
                  <a:ext cx="353448" cy="161973"/>
                </a:xfrm>
                <a:prstGeom prst="roundRect">
                  <a:avLst/>
                </a:prstGeom>
                <a:solidFill>
                  <a:schemeClr val="accent5">
                    <a:lumMod val="7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14C77B59-3425-D418-0BD4-1619D59FA6DC}"/>
                    </a:ext>
                  </a:extLst>
                </p:cNvPr>
                <p:cNvSpPr txBox="1"/>
                <p:nvPr/>
              </p:nvSpPr>
              <p:spPr>
                <a:xfrm>
                  <a:off x="5585876" y="994409"/>
                  <a:ext cx="415498" cy="2077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750" b="1" spc="-150" dirty="0">
                      <a:solidFill>
                        <a:schemeClr val="bg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사은품</a:t>
                  </a:r>
                </a:p>
              </p:txBody>
            </p:sp>
          </p:grpSp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7CB89DAC-0531-4961-8A45-DE3F0771FC96}"/>
                  </a:ext>
                </a:extLst>
              </p:cNvPr>
              <p:cNvSpPr/>
              <p:nvPr/>
            </p:nvSpPr>
            <p:spPr>
              <a:xfrm>
                <a:off x="252327" y="3974702"/>
                <a:ext cx="1560387" cy="213077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800" spc="-150" dirty="0">
                    <a:solidFill>
                      <a:schemeClr val="bg1">
                        <a:lumMod val="75000"/>
                      </a:schemeClr>
                    </a:solidFill>
                  </a:rPr>
                  <a:t>품절</a:t>
                </a:r>
              </a:p>
            </p:txBody>
          </p:sp>
          <p:sp>
            <p:nvSpPr>
              <p:cNvPr id="126" name="하트 125">
                <a:extLst>
                  <a:ext uri="{FF2B5EF4-FFF2-40B4-BE49-F238E27FC236}">
                    <a16:creationId xmlns:a16="http://schemas.microsoft.com/office/drawing/2014/main" id="{B79943FF-061B-87F7-9D36-D3B474E412A1}"/>
                  </a:ext>
                </a:extLst>
              </p:cNvPr>
              <p:cNvSpPr/>
              <p:nvPr/>
            </p:nvSpPr>
            <p:spPr>
              <a:xfrm>
                <a:off x="1527315" y="1467380"/>
                <a:ext cx="163855" cy="145402"/>
              </a:xfrm>
              <a:prstGeom prst="heart">
                <a:avLst/>
              </a:prstGeom>
              <a:solidFill>
                <a:srgbClr val="FF0000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C0BE9ECB-3E06-9B8D-1690-FE1029768B9D}"/>
                </a:ext>
              </a:extLst>
            </p:cNvPr>
            <p:cNvSpPr/>
            <p:nvPr/>
          </p:nvSpPr>
          <p:spPr>
            <a:xfrm>
              <a:off x="3900499" y="5108693"/>
              <a:ext cx="1503784" cy="10913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5" name="하트 134">
              <a:extLst>
                <a:ext uri="{FF2B5EF4-FFF2-40B4-BE49-F238E27FC236}">
                  <a16:creationId xmlns:a16="http://schemas.microsoft.com/office/drawing/2014/main" id="{DD1F6F93-6B67-E5AA-A80B-E836762E4C9A}"/>
                </a:ext>
              </a:extLst>
            </p:cNvPr>
            <p:cNvSpPr/>
            <p:nvPr/>
          </p:nvSpPr>
          <p:spPr>
            <a:xfrm>
              <a:off x="5174546" y="5172028"/>
              <a:ext cx="163855" cy="145402"/>
            </a:xfrm>
            <a:prstGeom prst="heart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A7B917B0-2846-9298-B8D0-E687ACC64313}"/>
                </a:ext>
              </a:extLst>
            </p:cNvPr>
            <p:cNvSpPr/>
            <p:nvPr/>
          </p:nvSpPr>
          <p:spPr>
            <a:xfrm>
              <a:off x="5594573" y="5108693"/>
              <a:ext cx="1503784" cy="10913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7" name="하트 136">
              <a:extLst>
                <a:ext uri="{FF2B5EF4-FFF2-40B4-BE49-F238E27FC236}">
                  <a16:creationId xmlns:a16="http://schemas.microsoft.com/office/drawing/2014/main" id="{B1C8DF68-C082-36F0-ACCA-E4FC6792DC05}"/>
                </a:ext>
              </a:extLst>
            </p:cNvPr>
            <p:cNvSpPr/>
            <p:nvPr/>
          </p:nvSpPr>
          <p:spPr>
            <a:xfrm>
              <a:off x="6868620" y="5172028"/>
              <a:ext cx="163855" cy="145402"/>
            </a:xfrm>
            <a:prstGeom prst="heart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6F374484-783A-7F26-7BCC-9F608E3DC4C2}"/>
                </a:ext>
              </a:extLst>
            </p:cNvPr>
            <p:cNvSpPr txBox="1"/>
            <p:nvPr/>
          </p:nvSpPr>
          <p:spPr>
            <a:xfrm>
              <a:off x="3821120" y="982506"/>
              <a:ext cx="2621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 라이프     여성 케어     생활 지원     바우처별 상품 찾기</a:t>
              </a:r>
            </a:p>
          </p:txBody>
        </p:sp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E8738FEE-049D-13D5-EC91-0610370AA82E}"/>
                </a:ext>
              </a:extLst>
            </p:cNvPr>
            <p:cNvSpPr/>
            <p:nvPr/>
          </p:nvSpPr>
          <p:spPr>
            <a:xfrm>
              <a:off x="3888305" y="1116013"/>
              <a:ext cx="561269" cy="72008"/>
            </a:xfrm>
            <a:prstGeom prst="roundRect">
              <a:avLst/>
            </a:prstGeom>
            <a:solidFill>
              <a:schemeClr val="accent6">
                <a:lumMod val="75000"/>
                <a:alpha val="3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2608DE1E-DF4E-F2D7-62AF-9A8C4B1C3C9B}"/>
                </a:ext>
              </a:extLst>
            </p:cNvPr>
            <p:cNvGrpSpPr/>
            <p:nvPr/>
          </p:nvGrpSpPr>
          <p:grpSpPr>
            <a:xfrm>
              <a:off x="3900621" y="1237268"/>
              <a:ext cx="2264535" cy="196457"/>
              <a:chOff x="487055" y="2725389"/>
              <a:chExt cx="2264535" cy="196457"/>
            </a:xfrm>
          </p:grpSpPr>
          <p:grpSp>
            <p:nvGrpSpPr>
              <p:cNvPr id="141" name="그룹 140">
                <a:extLst>
                  <a:ext uri="{FF2B5EF4-FFF2-40B4-BE49-F238E27FC236}">
                    <a16:creationId xmlns:a16="http://schemas.microsoft.com/office/drawing/2014/main" id="{B2948654-0E3D-6942-3C3D-F996D8CDC45A}"/>
                  </a:ext>
                </a:extLst>
              </p:cNvPr>
              <p:cNvGrpSpPr/>
              <p:nvPr/>
            </p:nvGrpSpPr>
            <p:grpSpPr>
              <a:xfrm>
                <a:off x="909973" y="2725389"/>
                <a:ext cx="519135" cy="196456"/>
                <a:chOff x="475380" y="4490631"/>
                <a:chExt cx="519135" cy="256576"/>
              </a:xfrm>
            </p:grpSpPr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F20D32B1-4AED-4BA4-034E-1EBE7CF4E662}"/>
                    </a:ext>
                  </a:extLst>
                </p:cNvPr>
                <p:cNvSpPr txBox="1"/>
                <p:nvPr/>
              </p:nvSpPr>
              <p:spPr>
                <a:xfrm>
                  <a:off x="615206" y="4490631"/>
                  <a:ext cx="351378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800" spc="-15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분유</a:t>
                  </a:r>
                  <a:endParaRPr lang="en-US" altLang="ko-KR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  <p:pic>
              <p:nvPicPr>
                <p:cNvPr id="154" name="그림 153">
                  <a:extLst>
                    <a:ext uri="{FF2B5EF4-FFF2-40B4-BE49-F238E27FC236}">
                      <a16:creationId xmlns:a16="http://schemas.microsoft.com/office/drawing/2014/main" id="{E1BDD34E-6531-099D-BCBB-A5AFFEFBF1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3462" y="4549695"/>
                  <a:ext cx="128511" cy="159410"/>
                </a:xfrm>
                <a:prstGeom prst="rect">
                  <a:avLst/>
                </a:prstGeom>
              </p:spPr>
            </p:pic>
            <p:sp>
              <p:nvSpPr>
                <p:cNvPr id="155" name="사각형: 둥근 모서리 154">
                  <a:extLst>
                    <a:ext uri="{FF2B5EF4-FFF2-40B4-BE49-F238E27FC236}">
                      <a16:creationId xmlns:a16="http://schemas.microsoft.com/office/drawing/2014/main" id="{4B87144B-FEC5-2EB7-F934-7FB5934B0F1F}"/>
                    </a:ext>
                  </a:extLst>
                </p:cNvPr>
                <p:cNvSpPr/>
                <p:nvPr/>
              </p:nvSpPr>
              <p:spPr>
                <a:xfrm>
                  <a:off x="475380" y="4506768"/>
                  <a:ext cx="519135" cy="240439"/>
                </a:xfrm>
                <a:prstGeom prst="roundRect">
                  <a:avLst/>
                </a:prstGeom>
                <a:noFill/>
                <a:ln w="1905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142" name="그룹 141">
                <a:extLst>
                  <a:ext uri="{FF2B5EF4-FFF2-40B4-BE49-F238E27FC236}">
                    <a16:creationId xmlns:a16="http://schemas.microsoft.com/office/drawing/2014/main" id="{AC09D70B-1DC2-D7C6-5D73-3A3891FFCF70}"/>
                  </a:ext>
                </a:extLst>
              </p:cNvPr>
              <p:cNvGrpSpPr/>
              <p:nvPr/>
            </p:nvGrpSpPr>
            <p:grpSpPr>
              <a:xfrm>
                <a:off x="1455445" y="2726952"/>
                <a:ext cx="615315" cy="194890"/>
                <a:chOff x="475380" y="4492676"/>
                <a:chExt cx="615315" cy="254531"/>
              </a:xfrm>
            </p:grpSpPr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9D007306-0AFE-9BB9-F516-D435BAE4263C}"/>
                    </a:ext>
                  </a:extLst>
                </p:cNvPr>
                <p:cNvSpPr txBox="1"/>
                <p:nvPr/>
              </p:nvSpPr>
              <p:spPr>
                <a:xfrm>
                  <a:off x="624173" y="4492676"/>
                  <a:ext cx="434734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800" spc="-15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기저귀</a:t>
                  </a:r>
                  <a:endParaRPr lang="en-US" altLang="ko-KR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52" name="사각형: 둥근 모서리 151">
                  <a:extLst>
                    <a:ext uri="{FF2B5EF4-FFF2-40B4-BE49-F238E27FC236}">
                      <a16:creationId xmlns:a16="http://schemas.microsoft.com/office/drawing/2014/main" id="{865BDB3C-A07C-2B90-7AEA-4A90BDE9474A}"/>
                    </a:ext>
                  </a:extLst>
                </p:cNvPr>
                <p:cNvSpPr/>
                <p:nvPr/>
              </p:nvSpPr>
              <p:spPr>
                <a:xfrm>
                  <a:off x="475380" y="4506768"/>
                  <a:ext cx="615315" cy="240439"/>
                </a:xfrm>
                <a:prstGeom prst="roundRect">
                  <a:avLst/>
                </a:prstGeom>
                <a:noFill/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pic>
            <p:nvPicPr>
              <p:cNvPr id="143" name="그림 142">
                <a:extLst>
                  <a:ext uri="{FF2B5EF4-FFF2-40B4-BE49-F238E27FC236}">
                    <a16:creationId xmlns:a16="http://schemas.microsoft.com/office/drawing/2014/main" id="{75C657C6-65E0-3D0A-31BF-D8DB7BE8AF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27453" y="2745098"/>
                <a:ext cx="131240" cy="175717"/>
              </a:xfrm>
              <a:prstGeom prst="rect">
                <a:avLst/>
              </a:prstGeom>
            </p:spPr>
          </p:pic>
          <p:grpSp>
            <p:nvGrpSpPr>
              <p:cNvPr id="144" name="그룹 143">
                <a:extLst>
                  <a:ext uri="{FF2B5EF4-FFF2-40B4-BE49-F238E27FC236}">
                    <a16:creationId xmlns:a16="http://schemas.microsoft.com/office/drawing/2014/main" id="{EC503354-DDAE-5DD7-C6FE-139FD9E2A03B}"/>
                  </a:ext>
                </a:extLst>
              </p:cNvPr>
              <p:cNvGrpSpPr/>
              <p:nvPr/>
            </p:nvGrpSpPr>
            <p:grpSpPr>
              <a:xfrm>
                <a:off x="487055" y="2725393"/>
                <a:ext cx="392869" cy="196453"/>
                <a:chOff x="475380" y="4490635"/>
                <a:chExt cx="392869" cy="256572"/>
              </a:xfrm>
            </p:grpSpPr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E629EC09-7888-7CDF-7A66-C0CCF8701D4F}"/>
                    </a:ext>
                  </a:extLst>
                </p:cNvPr>
                <p:cNvSpPr txBox="1"/>
                <p:nvPr/>
              </p:nvSpPr>
              <p:spPr>
                <a:xfrm>
                  <a:off x="492652" y="4490635"/>
                  <a:ext cx="351378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800" spc="-15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전체</a:t>
                  </a:r>
                  <a:endParaRPr lang="en-US" altLang="ko-KR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50" name="사각형: 둥근 모서리 149">
                  <a:extLst>
                    <a:ext uri="{FF2B5EF4-FFF2-40B4-BE49-F238E27FC236}">
                      <a16:creationId xmlns:a16="http://schemas.microsoft.com/office/drawing/2014/main" id="{39025047-C5D5-F928-F90D-F23AB8A8CE82}"/>
                    </a:ext>
                  </a:extLst>
                </p:cNvPr>
                <p:cNvSpPr/>
                <p:nvPr/>
              </p:nvSpPr>
              <p:spPr>
                <a:xfrm>
                  <a:off x="475380" y="4506768"/>
                  <a:ext cx="392869" cy="240439"/>
                </a:xfrm>
                <a:prstGeom prst="roundRect">
                  <a:avLst/>
                </a:prstGeom>
                <a:noFill/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145" name="그룹 144">
                <a:extLst>
                  <a:ext uri="{FF2B5EF4-FFF2-40B4-BE49-F238E27FC236}">
                    <a16:creationId xmlns:a16="http://schemas.microsoft.com/office/drawing/2014/main" id="{73D373B4-52EB-6F77-62A3-030568439EAB}"/>
                  </a:ext>
                </a:extLst>
              </p:cNvPr>
              <p:cNvGrpSpPr/>
              <p:nvPr/>
            </p:nvGrpSpPr>
            <p:grpSpPr>
              <a:xfrm>
                <a:off x="2106860" y="2726952"/>
                <a:ext cx="644730" cy="194890"/>
                <a:chOff x="475381" y="4492676"/>
                <a:chExt cx="644730" cy="254531"/>
              </a:xfrm>
            </p:grpSpPr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198411F6-B923-D916-7B70-7EDE3EFBD086}"/>
                    </a:ext>
                  </a:extLst>
                </p:cNvPr>
                <p:cNvSpPr txBox="1"/>
                <p:nvPr/>
              </p:nvSpPr>
              <p:spPr>
                <a:xfrm>
                  <a:off x="644387" y="4492676"/>
                  <a:ext cx="434734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800" spc="-15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</a:rPr>
                    <a:t>물티슈</a:t>
                  </a:r>
                  <a:endParaRPr lang="en-US" altLang="ko-KR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endParaRPr>
                </a:p>
              </p:txBody>
            </p:sp>
            <p:sp>
              <p:nvSpPr>
                <p:cNvPr id="148" name="사각형: 둥근 모서리 147">
                  <a:extLst>
                    <a:ext uri="{FF2B5EF4-FFF2-40B4-BE49-F238E27FC236}">
                      <a16:creationId xmlns:a16="http://schemas.microsoft.com/office/drawing/2014/main" id="{0FC9474F-121E-4C58-1755-6CF2CFD4BD69}"/>
                    </a:ext>
                  </a:extLst>
                </p:cNvPr>
                <p:cNvSpPr/>
                <p:nvPr/>
              </p:nvSpPr>
              <p:spPr>
                <a:xfrm>
                  <a:off x="475381" y="4506768"/>
                  <a:ext cx="644730" cy="240439"/>
                </a:xfrm>
                <a:prstGeom prst="roundRect">
                  <a:avLst/>
                </a:prstGeom>
                <a:noFill/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endParaRPr>
                </a:p>
              </p:txBody>
            </p:sp>
          </p:grpSp>
          <p:pic>
            <p:nvPicPr>
              <p:cNvPr id="146" name="그림 145">
                <a:extLst>
                  <a:ext uri="{FF2B5EF4-FFF2-40B4-BE49-F238E27FC236}">
                    <a16:creationId xmlns:a16="http://schemas.microsoft.com/office/drawing/2014/main" id="{2F4647A1-4975-7E2E-772F-23060CB182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61416" y="2762156"/>
                <a:ext cx="166365" cy="132680"/>
              </a:xfrm>
              <a:prstGeom prst="rect">
                <a:avLst/>
              </a:prstGeom>
            </p:spPr>
          </p:pic>
        </p:grpSp>
      </p:grp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24198788-F848-1E4A-72AF-7E237DFF53A5}"/>
              </a:ext>
            </a:extLst>
          </p:cNvPr>
          <p:cNvSpPr/>
          <p:nvPr/>
        </p:nvSpPr>
        <p:spPr>
          <a:xfrm>
            <a:off x="4402746" y="641839"/>
            <a:ext cx="3435657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FE3B4973-1952-D2F3-5881-C616E751F440}"/>
              </a:ext>
            </a:extLst>
          </p:cNvPr>
          <p:cNvGrpSpPr/>
          <p:nvPr/>
        </p:nvGrpSpPr>
        <p:grpSpPr>
          <a:xfrm>
            <a:off x="4783938" y="2709635"/>
            <a:ext cx="2697799" cy="1556802"/>
            <a:chOff x="8117599" y="4393627"/>
            <a:chExt cx="2697799" cy="1556802"/>
          </a:xfrm>
        </p:grpSpPr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640DFF34-2533-56F7-662B-41D6302F5E75}"/>
                </a:ext>
              </a:extLst>
            </p:cNvPr>
            <p:cNvSpPr/>
            <p:nvPr/>
          </p:nvSpPr>
          <p:spPr>
            <a:xfrm>
              <a:off x="8117599" y="4393627"/>
              <a:ext cx="2697799" cy="155680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900" spc="-150" dirty="0">
                  <a:solidFill>
                    <a:schemeClr val="tx1"/>
                  </a:solidFill>
                  <a:latin typeface="+mn-ea"/>
                </a:rPr>
                <a:t>찜목록에서 상품을 </a:t>
              </a:r>
              <a:r>
                <a:rPr lang="ko-KR" altLang="en-US" sz="900" spc="-150" dirty="0" err="1">
                  <a:solidFill>
                    <a:schemeClr val="tx1"/>
                  </a:solidFill>
                  <a:latin typeface="+mn-ea"/>
                </a:rPr>
                <a:t>삭제하시겠습니까</a:t>
              </a:r>
              <a:r>
                <a:rPr lang="en-US" altLang="ko-KR" sz="900" spc="-150" dirty="0">
                  <a:solidFill>
                    <a:schemeClr val="tx1"/>
                  </a:solidFill>
                  <a:latin typeface="+mn-ea"/>
                </a:rPr>
                <a:t>?</a:t>
              </a:r>
            </a:p>
            <a:p>
              <a:pPr algn="ctr"/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Rounded Rectangle 35">
              <a:extLst>
                <a:ext uri="{FF2B5EF4-FFF2-40B4-BE49-F238E27FC236}">
                  <a16:creationId xmlns:a16="http://schemas.microsoft.com/office/drawing/2014/main" id="{55454DC8-09C2-67B6-F4C5-02BDF4763062}"/>
                </a:ext>
              </a:extLst>
            </p:cNvPr>
            <p:cNvSpPr/>
            <p:nvPr/>
          </p:nvSpPr>
          <p:spPr>
            <a:xfrm>
              <a:off x="8400274" y="5659780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89" name="Rounded Rectangle 35">
              <a:extLst>
                <a:ext uri="{FF2B5EF4-FFF2-40B4-BE49-F238E27FC236}">
                  <a16:creationId xmlns:a16="http://schemas.microsoft.com/office/drawing/2014/main" id="{4C4B9354-E02C-3F47-BD1C-218CDFB3771D}"/>
                </a:ext>
              </a:extLst>
            </p:cNvPr>
            <p:cNvSpPr/>
            <p:nvPr/>
          </p:nvSpPr>
          <p:spPr>
            <a:xfrm>
              <a:off x="9493668" y="5659780"/>
              <a:ext cx="1035409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5CFBDEC6-2C55-A262-4FC0-0DC37FFD492C}"/>
              </a:ext>
            </a:extLst>
          </p:cNvPr>
          <p:cNvSpPr txBox="1"/>
          <p:nvPr/>
        </p:nvSpPr>
        <p:spPr>
          <a:xfrm>
            <a:off x="7886173" y="727435"/>
            <a:ext cx="7825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찜 취소 팝업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1861FFD-376C-82B2-D5BA-C72A11D5E83B}"/>
              </a:ext>
            </a:extLst>
          </p:cNvPr>
          <p:cNvSpPr txBox="1"/>
          <p:nvPr/>
        </p:nvSpPr>
        <p:spPr>
          <a:xfrm>
            <a:off x="2383636" y="420094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trike="sngStrike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9B11D498-B3EC-72B8-19CB-C36413206FF9}"/>
              </a:ext>
            </a:extLst>
          </p:cNvPr>
          <p:cNvSpPr txBox="1"/>
          <p:nvPr/>
        </p:nvSpPr>
        <p:spPr>
          <a:xfrm>
            <a:off x="689562" y="420094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trike="sngStrike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5E3DA5-05A5-1EA0-7783-898D2A3AC974}"/>
              </a:ext>
            </a:extLst>
          </p:cNvPr>
          <p:cNvSpPr txBox="1"/>
          <p:nvPr/>
        </p:nvSpPr>
        <p:spPr>
          <a:xfrm>
            <a:off x="7895776" y="921185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*CH-U-MY-03-01-02p</a:t>
            </a:r>
            <a:endParaRPr lang="ko-KR" altLang="en-US" sz="9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96755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C1708-3413-0D8B-B957-13202300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3E4EFB-2AF1-D01D-A096-F08BB109A7E7}"/>
              </a:ext>
            </a:extLst>
          </p:cNvPr>
          <p:cNvSpPr txBox="1"/>
          <p:nvPr/>
        </p:nvSpPr>
        <p:spPr>
          <a:xfrm>
            <a:off x="5764861" y="2700189"/>
            <a:ext cx="1454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 err="1">
                <a:latin typeface="맑은 고딕" panose="020B0503020000020004" pitchFamily="50" charset="-127"/>
              </a:rPr>
              <a:t>PC_ver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34399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7D95C8-73F9-7391-2582-01FAAC44D605}"/>
              </a:ext>
            </a:extLst>
          </p:cNvPr>
          <p:cNvSpPr txBox="1"/>
          <p:nvPr/>
        </p:nvSpPr>
        <p:spPr>
          <a:xfrm>
            <a:off x="1307907" y="78285"/>
            <a:ext cx="11961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주문배송조회 목록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7D6C27-9A61-DC97-C133-CA0DC4D6E322}"/>
              </a:ext>
            </a:extLst>
          </p:cNvPr>
          <p:cNvSpPr txBox="1"/>
          <p:nvPr/>
        </p:nvSpPr>
        <p:spPr>
          <a:xfrm>
            <a:off x="1302717" y="330494"/>
            <a:ext cx="20040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28F541-122C-6B76-2C9D-38B6BFA539F6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CH-U-MY-02-01-01</a:t>
            </a:r>
            <a:endParaRPr lang="ko-KR" alt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196702-A0B4-9B4B-1B04-926E71623C8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EB5079-D9EA-2816-D044-2BA4F400833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4C2723-B4B4-6019-735D-19AC2C6DDBB4}"/>
              </a:ext>
            </a:extLst>
          </p:cNvPr>
          <p:cNvSpPr txBox="1"/>
          <p:nvPr/>
        </p:nvSpPr>
        <p:spPr>
          <a:xfrm>
            <a:off x="4284283" y="1181007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배송조회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7A6C1574-F62F-6D8A-399C-F3BA115E4D08}"/>
              </a:ext>
            </a:extLst>
          </p:cNvPr>
          <p:cNvGrpSpPr/>
          <p:nvPr/>
        </p:nvGrpSpPr>
        <p:grpSpPr>
          <a:xfrm>
            <a:off x="379459" y="1836093"/>
            <a:ext cx="1497616" cy="1656184"/>
            <a:chOff x="379459" y="1836093"/>
            <a:chExt cx="1497616" cy="1656184"/>
          </a:xfrm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025F4D30-1AEB-1E16-80C5-BDFED1F5E323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B7A1DC-9F9D-B176-4E1F-E4293E0908A8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sp>
        <p:nvSpPr>
          <p:cNvPr id="29" name="Rounded Rectangle 22">
            <a:extLst>
              <a:ext uri="{FF2B5EF4-FFF2-40B4-BE49-F238E27FC236}">
                <a16:creationId xmlns:a16="http://schemas.microsoft.com/office/drawing/2014/main" id="{C2DC869A-3942-9183-ABE5-27FA915BA37D}"/>
              </a:ext>
            </a:extLst>
          </p:cNvPr>
          <p:cNvSpPr/>
          <p:nvPr/>
        </p:nvSpPr>
        <p:spPr>
          <a:xfrm>
            <a:off x="2385340" y="2444398"/>
            <a:ext cx="7081037" cy="2430687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 w="762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30" name="Rounded Rectangle 27">
            <a:extLst>
              <a:ext uri="{FF2B5EF4-FFF2-40B4-BE49-F238E27FC236}">
                <a16:creationId xmlns:a16="http://schemas.microsoft.com/office/drawing/2014/main" id="{EF122728-86A3-527A-1BF9-556A8E721ADB}"/>
              </a:ext>
            </a:extLst>
          </p:cNvPr>
          <p:cNvSpPr/>
          <p:nvPr/>
        </p:nvSpPr>
        <p:spPr>
          <a:xfrm>
            <a:off x="4495149" y="3389526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D18679-766E-355A-BC0D-064C52D362E5}"/>
              </a:ext>
            </a:extLst>
          </p:cNvPr>
          <p:cNvSpPr txBox="1"/>
          <p:nvPr/>
        </p:nvSpPr>
        <p:spPr>
          <a:xfrm>
            <a:off x="3357076" y="3074167"/>
            <a:ext cx="394534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 구성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총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24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개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E5390E3-B973-111D-47C9-0A0947AB034D}"/>
              </a:ext>
            </a:extLst>
          </p:cNvPr>
          <p:cNvSpPr/>
          <p:nvPr/>
        </p:nvSpPr>
        <p:spPr>
          <a:xfrm>
            <a:off x="2519926" y="2863954"/>
            <a:ext cx="682861" cy="64695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Rounded Rectangle 35">
            <a:extLst>
              <a:ext uri="{FF2B5EF4-FFF2-40B4-BE49-F238E27FC236}">
                <a16:creationId xmlns:a16="http://schemas.microsoft.com/office/drawing/2014/main" id="{6319EC2F-97E6-58F0-657B-E36701ECA409}"/>
              </a:ext>
            </a:extLst>
          </p:cNvPr>
          <p:cNvSpPr/>
          <p:nvPr/>
        </p:nvSpPr>
        <p:spPr>
          <a:xfrm>
            <a:off x="7962186" y="3343087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 취소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43A497-7A3F-B669-F4F0-C97B807C0B87}"/>
              </a:ext>
            </a:extLst>
          </p:cNvPr>
          <p:cNvSpPr txBox="1"/>
          <p:nvPr/>
        </p:nvSpPr>
        <p:spPr>
          <a:xfrm>
            <a:off x="8713217" y="2523907"/>
            <a:ext cx="6383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주문상세 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&gt;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D39FD5-79C4-89D3-49C4-FD7A485BF71E}"/>
              </a:ext>
            </a:extLst>
          </p:cNvPr>
          <p:cNvSpPr txBox="1"/>
          <p:nvPr/>
        </p:nvSpPr>
        <p:spPr>
          <a:xfrm>
            <a:off x="2394896" y="2523907"/>
            <a:ext cx="2103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800" b="1" dirty="0">
                <a:latin typeface="맑은 고딕"/>
                <a:ea typeface="맑은 고딕"/>
              </a:rPr>
              <a:t>260</a:t>
            </a:r>
            <a:r>
              <a:rPr lang="en-US" altLang="ko-KR" sz="800" b="1" dirty="0">
                <a:latin typeface="맑은 고딕"/>
                <a:ea typeface="맑은 고딕"/>
              </a:rPr>
              <a:t>707</a:t>
            </a:r>
            <a:r>
              <a:rPr lang="ko-KR" altLang="ko-KR" sz="800" b="1" dirty="0">
                <a:latin typeface="맑은 고딕"/>
                <a:ea typeface="맑은 고딕"/>
              </a:rPr>
              <a:t>00</a:t>
            </a:r>
            <a:r>
              <a:rPr lang="en-US" altLang="ko-KR" sz="800" b="1" dirty="0">
                <a:latin typeface="맑은 고딕"/>
                <a:ea typeface="맑은 고딕"/>
              </a:rPr>
              <a:t>0281</a:t>
            </a:r>
            <a:r>
              <a:rPr lang="en-US" altLang="ko-KR" sz="800" dirty="0">
                <a:solidFill>
                  <a:srgbClr val="8A8A8A"/>
                </a:solidFill>
                <a:latin typeface="맑은 고딕"/>
                <a:ea typeface="맑은 고딕"/>
              </a:rPr>
              <a:t> | 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36" name="Rounded Rectangle 27">
            <a:extLst>
              <a:ext uri="{FF2B5EF4-FFF2-40B4-BE49-F238E27FC236}">
                <a16:creationId xmlns:a16="http://schemas.microsoft.com/office/drawing/2014/main" id="{7DBB3F95-A6E7-1515-CCFD-A696D0C9D749}"/>
              </a:ext>
            </a:extLst>
          </p:cNvPr>
          <p:cNvSpPr/>
          <p:nvPr/>
        </p:nvSpPr>
        <p:spPr>
          <a:xfrm>
            <a:off x="3336318" y="2864879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37" name="Rounded Rectangle 27">
            <a:extLst>
              <a:ext uri="{FF2B5EF4-FFF2-40B4-BE49-F238E27FC236}">
                <a16:creationId xmlns:a16="http://schemas.microsoft.com/office/drawing/2014/main" id="{E96D6464-6210-B3BA-FE19-4A6520672D3F}"/>
              </a:ext>
            </a:extLst>
          </p:cNvPr>
          <p:cNvSpPr/>
          <p:nvPr/>
        </p:nvSpPr>
        <p:spPr>
          <a:xfrm>
            <a:off x="3345086" y="3369094"/>
            <a:ext cx="1464920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graphicFrame>
        <p:nvGraphicFramePr>
          <p:cNvPr id="59" name="Group 59">
            <a:extLst>
              <a:ext uri="{FF2B5EF4-FFF2-40B4-BE49-F238E27FC236}">
                <a16:creationId xmlns:a16="http://schemas.microsoft.com/office/drawing/2014/main" id="{A9A413D1-D623-4EBF-E183-E8449338D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600786"/>
              </p:ext>
            </p:extLst>
          </p:nvPr>
        </p:nvGraphicFramePr>
        <p:xfrm>
          <a:off x="10128399" y="623854"/>
          <a:ext cx="2850436" cy="30340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단 레이아웃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좌측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=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‘내 쇼핑 정보’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LNB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영역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다른 메뉴 선택 시 해당 화면으로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우측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=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본문영역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62" name="Rounded Rectangle 22">
            <a:extLst>
              <a:ext uri="{FF2B5EF4-FFF2-40B4-BE49-F238E27FC236}">
                <a16:creationId xmlns:a16="http://schemas.microsoft.com/office/drawing/2014/main" id="{50966C33-7D21-E11C-D7AA-02A94ECADE54}"/>
              </a:ext>
            </a:extLst>
          </p:cNvPr>
          <p:cNvSpPr/>
          <p:nvPr/>
        </p:nvSpPr>
        <p:spPr>
          <a:xfrm>
            <a:off x="2385340" y="4977106"/>
            <a:ext cx="7081037" cy="1283716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762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Rounded Rectangle 27">
            <a:extLst>
              <a:ext uri="{FF2B5EF4-FFF2-40B4-BE49-F238E27FC236}">
                <a16:creationId xmlns:a16="http://schemas.microsoft.com/office/drawing/2014/main" id="{79880F75-A6FF-6681-EBDD-48DF0EB6D943}"/>
              </a:ext>
            </a:extLst>
          </p:cNvPr>
          <p:cNvSpPr/>
          <p:nvPr/>
        </p:nvSpPr>
        <p:spPr>
          <a:xfrm>
            <a:off x="4495149" y="5922233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4B0E0D-92C9-0EDD-84C1-1B986090B71D}"/>
              </a:ext>
            </a:extLst>
          </p:cNvPr>
          <p:cNvSpPr txBox="1"/>
          <p:nvPr/>
        </p:nvSpPr>
        <p:spPr>
          <a:xfrm>
            <a:off x="3357076" y="5606874"/>
            <a:ext cx="394534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 구성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총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24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개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D7B9959-2FD2-EC90-5B22-0224A5C82F9F}"/>
              </a:ext>
            </a:extLst>
          </p:cNvPr>
          <p:cNvSpPr/>
          <p:nvPr/>
        </p:nvSpPr>
        <p:spPr>
          <a:xfrm>
            <a:off x="2519926" y="5396661"/>
            <a:ext cx="682861" cy="64695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Rounded Rectangle 35">
            <a:extLst>
              <a:ext uri="{FF2B5EF4-FFF2-40B4-BE49-F238E27FC236}">
                <a16:creationId xmlns:a16="http://schemas.microsoft.com/office/drawing/2014/main" id="{813FD304-E53D-2EFD-BD26-45C05F67E582}"/>
              </a:ext>
            </a:extLst>
          </p:cNvPr>
          <p:cNvSpPr/>
          <p:nvPr/>
        </p:nvSpPr>
        <p:spPr>
          <a:xfrm>
            <a:off x="7962186" y="5875794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배송조회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D08A31-21AD-597A-46B6-63CD95727109}"/>
              </a:ext>
            </a:extLst>
          </p:cNvPr>
          <p:cNvSpPr txBox="1"/>
          <p:nvPr/>
        </p:nvSpPr>
        <p:spPr>
          <a:xfrm>
            <a:off x="8713217" y="5056614"/>
            <a:ext cx="6383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주문상세 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&gt;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552E362-69B4-7D23-D644-901A1FB6A596}"/>
              </a:ext>
            </a:extLst>
          </p:cNvPr>
          <p:cNvSpPr txBox="1"/>
          <p:nvPr/>
        </p:nvSpPr>
        <p:spPr>
          <a:xfrm>
            <a:off x="2394896" y="5056614"/>
            <a:ext cx="2103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800" b="1" dirty="0">
                <a:ea typeface="맑은 고딕"/>
              </a:rPr>
              <a:t>260630001754</a:t>
            </a:r>
            <a:r>
              <a:rPr lang="en-US" altLang="ko-KR" sz="800" dirty="0">
                <a:solidFill>
                  <a:srgbClr val="8A8A8A"/>
                </a:solidFill>
                <a:ea typeface="맑은 고딕"/>
              </a:rPr>
              <a:t>  | 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6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30 19:00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  <a:endParaRPr lang="ko-KR" altLang="en-US" sz="8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69" name="Rounded Rectangle 27">
            <a:extLst>
              <a:ext uri="{FF2B5EF4-FFF2-40B4-BE49-F238E27FC236}">
                <a16:creationId xmlns:a16="http://schemas.microsoft.com/office/drawing/2014/main" id="{E64938D9-4398-D71C-CC37-CF6D064D0129}"/>
              </a:ext>
            </a:extLst>
          </p:cNvPr>
          <p:cNvSpPr/>
          <p:nvPr/>
        </p:nvSpPr>
        <p:spPr>
          <a:xfrm>
            <a:off x="3336318" y="5397586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 err="1">
                <a:solidFill>
                  <a:srgbClr val="234DD3"/>
                </a:solidFill>
                <a:ea typeface="맑은 고딕"/>
              </a:rPr>
              <a:t>배송중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70" name="Rounded Rectangle 27">
            <a:extLst>
              <a:ext uri="{FF2B5EF4-FFF2-40B4-BE49-F238E27FC236}">
                <a16:creationId xmlns:a16="http://schemas.microsoft.com/office/drawing/2014/main" id="{C1CBDED4-2C51-7646-6FA7-C399558D9567}"/>
              </a:ext>
            </a:extLst>
          </p:cNvPr>
          <p:cNvSpPr/>
          <p:nvPr/>
        </p:nvSpPr>
        <p:spPr>
          <a:xfrm>
            <a:off x="3345086" y="5901801"/>
            <a:ext cx="1464920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71" name="Rounded Rectangle 35">
            <a:extLst>
              <a:ext uri="{FF2B5EF4-FFF2-40B4-BE49-F238E27FC236}">
                <a16:creationId xmlns:a16="http://schemas.microsoft.com/office/drawing/2014/main" id="{ECDCFB19-BA70-5F27-7DAE-9E36EBEE4632}"/>
              </a:ext>
            </a:extLst>
          </p:cNvPr>
          <p:cNvSpPr/>
          <p:nvPr/>
        </p:nvSpPr>
        <p:spPr>
          <a:xfrm>
            <a:off x="7962186" y="5598533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반품요청</a:t>
            </a:r>
          </a:p>
        </p:txBody>
      </p:sp>
      <p:sp>
        <p:nvSpPr>
          <p:cNvPr id="72" name="Rounded Rectangle 35">
            <a:extLst>
              <a:ext uri="{FF2B5EF4-FFF2-40B4-BE49-F238E27FC236}">
                <a16:creationId xmlns:a16="http://schemas.microsoft.com/office/drawing/2014/main" id="{C9483F65-61B2-0342-0720-A398B644C67B}"/>
              </a:ext>
            </a:extLst>
          </p:cNvPr>
          <p:cNvSpPr/>
          <p:nvPr/>
        </p:nvSpPr>
        <p:spPr>
          <a:xfrm>
            <a:off x="7962186" y="5315703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구매확정</a:t>
            </a:r>
          </a:p>
        </p:txBody>
      </p:sp>
      <p:sp>
        <p:nvSpPr>
          <p:cNvPr id="93" name="Rounded Rectangle 35">
            <a:extLst>
              <a:ext uri="{FF2B5EF4-FFF2-40B4-BE49-F238E27FC236}">
                <a16:creationId xmlns:a16="http://schemas.microsoft.com/office/drawing/2014/main" id="{575B91AA-FB7A-2659-C377-12C207D2B1E0}"/>
              </a:ext>
            </a:extLst>
          </p:cNvPr>
          <p:cNvSpPr/>
          <p:nvPr/>
        </p:nvSpPr>
        <p:spPr>
          <a:xfrm>
            <a:off x="4548705" y="4640151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전체 주문 취소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(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총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2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건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, 213,700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원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)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F131FE1-170F-F4AB-500F-B93A048276B9}"/>
              </a:ext>
            </a:extLst>
          </p:cNvPr>
          <p:cNvCxnSpPr>
            <a:cxnSpLocks/>
          </p:cNvCxnSpPr>
          <p:nvPr/>
        </p:nvCxnSpPr>
        <p:spPr>
          <a:xfrm>
            <a:off x="2574609" y="3712389"/>
            <a:ext cx="669674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F70465A6-AC52-B9EE-79FA-54EC20A197E0}"/>
              </a:ext>
            </a:extLst>
          </p:cNvPr>
          <p:cNvCxnSpPr>
            <a:cxnSpLocks/>
          </p:cNvCxnSpPr>
          <p:nvPr/>
        </p:nvCxnSpPr>
        <p:spPr>
          <a:xfrm>
            <a:off x="2394896" y="4616482"/>
            <a:ext cx="707148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27">
            <a:extLst>
              <a:ext uri="{FF2B5EF4-FFF2-40B4-BE49-F238E27FC236}">
                <a16:creationId xmlns:a16="http://schemas.microsoft.com/office/drawing/2014/main" id="{52182D4F-779D-A6EB-8835-05D52AE9DCEB}"/>
              </a:ext>
            </a:extLst>
          </p:cNvPr>
          <p:cNvSpPr/>
          <p:nvPr/>
        </p:nvSpPr>
        <p:spPr>
          <a:xfrm>
            <a:off x="4495149" y="4364106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D5A320F-01C7-FF94-9049-1785E015E0A2}"/>
              </a:ext>
            </a:extLst>
          </p:cNvPr>
          <p:cNvSpPr txBox="1"/>
          <p:nvPr/>
        </p:nvSpPr>
        <p:spPr>
          <a:xfrm>
            <a:off x="3357076" y="4048747"/>
            <a:ext cx="394534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네이쳐러브메레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슈퍼슬림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밴드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1-2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단계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,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신생아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&amp;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소형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20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X8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팩</a:t>
            </a:r>
            <a:endParaRPr lang="en-US" altLang="ko-KR" sz="900" b="1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0D3DF10D-DFF4-1D59-BE0D-DC25ADBD6143}"/>
              </a:ext>
            </a:extLst>
          </p:cNvPr>
          <p:cNvSpPr/>
          <p:nvPr/>
        </p:nvSpPr>
        <p:spPr>
          <a:xfrm>
            <a:off x="2519926" y="3838534"/>
            <a:ext cx="682861" cy="64695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7" name="Rounded Rectangle 35">
            <a:extLst>
              <a:ext uri="{FF2B5EF4-FFF2-40B4-BE49-F238E27FC236}">
                <a16:creationId xmlns:a16="http://schemas.microsoft.com/office/drawing/2014/main" id="{6704CBC6-3581-4BD5-5AF7-4E73627571B2}"/>
              </a:ext>
            </a:extLst>
          </p:cNvPr>
          <p:cNvSpPr/>
          <p:nvPr/>
        </p:nvSpPr>
        <p:spPr>
          <a:xfrm>
            <a:off x="7962186" y="4317667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 취소</a:t>
            </a:r>
          </a:p>
        </p:txBody>
      </p:sp>
      <p:sp>
        <p:nvSpPr>
          <p:cNvPr id="108" name="Rounded Rectangle 27">
            <a:extLst>
              <a:ext uri="{FF2B5EF4-FFF2-40B4-BE49-F238E27FC236}">
                <a16:creationId xmlns:a16="http://schemas.microsoft.com/office/drawing/2014/main" id="{B0C878BE-4377-6738-6B59-77C2CE2FB01A}"/>
              </a:ext>
            </a:extLst>
          </p:cNvPr>
          <p:cNvSpPr/>
          <p:nvPr/>
        </p:nvSpPr>
        <p:spPr>
          <a:xfrm>
            <a:off x="3336318" y="3839459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09" name="Rounded Rectangle 27">
            <a:extLst>
              <a:ext uri="{FF2B5EF4-FFF2-40B4-BE49-F238E27FC236}">
                <a16:creationId xmlns:a16="http://schemas.microsoft.com/office/drawing/2014/main" id="{ECA39543-3BD8-6991-76CF-59AAC38AF0BB}"/>
              </a:ext>
            </a:extLst>
          </p:cNvPr>
          <p:cNvSpPr/>
          <p:nvPr/>
        </p:nvSpPr>
        <p:spPr>
          <a:xfrm>
            <a:off x="3345086" y="4343674"/>
            <a:ext cx="1464920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99,000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120,000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DB04ED1-7CD0-B1B2-B259-76FC03CAE141}"/>
              </a:ext>
            </a:extLst>
          </p:cNvPr>
          <p:cNvSpPr/>
          <p:nvPr/>
        </p:nvSpPr>
        <p:spPr>
          <a:xfrm>
            <a:off x="2365463" y="2134207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90B3FEC-5727-EC33-DC23-9D7CC39F63CA}"/>
              </a:ext>
            </a:extLst>
          </p:cNvPr>
          <p:cNvSpPr/>
          <p:nvPr/>
        </p:nvSpPr>
        <p:spPr>
          <a:xfrm>
            <a:off x="2821762" y="2134207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결제완료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EA54A41-6360-BF11-A64D-A6D0F2DA570C}"/>
              </a:ext>
            </a:extLst>
          </p:cNvPr>
          <p:cNvSpPr/>
          <p:nvPr/>
        </p:nvSpPr>
        <p:spPr>
          <a:xfrm>
            <a:off x="3489685" y="2134207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상품준비중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11BF967-6FAB-9653-E1AE-CEE5AEA09F46}"/>
              </a:ext>
            </a:extLst>
          </p:cNvPr>
          <p:cNvSpPr/>
          <p:nvPr/>
        </p:nvSpPr>
        <p:spPr>
          <a:xfrm>
            <a:off x="4157608" y="2134207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배송준비중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1DEF0A6-271E-40AD-F0F7-0DBCF6019DF4}"/>
              </a:ext>
            </a:extLst>
          </p:cNvPr>
          <p:cNvSpPr/>
          <p:nvPr/>
        </p:nvSpPr>
        <p:spPr>
          <a:xfrm>
            <a:off x="4825531" y="2134207"/>
            <a:ext cx="493446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배송중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344A0DD-FA2A-1D4B-7CEE-A9BA24D0FCBB}"/>
              </a:ext>
            </a:extLst>
          </p:cNvPr>
          <p:cNvSpPr/>
          <p:nvPr/>
        </p:nvSpPr>
        <p:spPr>
          <a:xfrm>
            <a:off x="5372932" y="2134207"/>
            <a:ext cx="615600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배송완료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407CD8F-EC5F-C9DA-7D9A-05FDCFB4BE37}"/>
              </a:ext>
            </a:extLst>
          </p:cNvPr>
          <p:cNvSpPr/>
          <p:nvPr/>
        </p:nvSpPr>
        <p:spPr>
          <a:xfrm>
            <a:off x="6042487" y="2134207"/>
            <a:ext cx="615600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구매확정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4F345EB-7E3B-7B4D-7877-792D4CE8099A}"/>
              </a:ext>
            </a:extLst>
          </p:cNvPr>
          <p:cNvSpPr/>
          <p:nvPr/>
        </p:nvSpPr>
        <p:spPr>
          <a:xfrm>
            <a:off x="6712042" y="2140614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53819A8-F347-532B-377B-1A54A4313990}"/>
              </a:ext>
            </a:extLst>
          </p:cNvPr>
          <p:cNvSpPr/>
          <p:nvPr/>
        </p:nvSpPr>
        <p:spPr>
          <a:xfrm>
            <a:off x="7232850" y="2140614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BDE80B06-8D49-1B0A-BC32-B42A2A2A305B}"/>
              </a:ext>
            </a:extLst>
          </p:cNvPr>
          <p:cNvSpPr/>
          <p:nvPr/>
        </p:nvSpPr>
        <p:spPr>
          <a:xfrm>
            <a:off x="7753658" y="2140614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4F41D5B-ECF4-CA1F-91EB-D8F781861000}"/>
              </a:ext>
            </a:extLst>
          </p:cNvPr>
          <p:cNvGrpSpPr/>
          <p:nvPr/>
        </p:nvGrpSpPr>
        <p:grpSpPr>
          <a:xfrm>
            <a:off x="6350142" y="1854198"/>
            <a:ext cx="3116235" cy="219456"/>
            <a:chOff x="2362006" y="1854198"/>
            <a:chExt cx="3116235" cy="219456"/>
          </a:xfrm>
        </p:grpSpPr>
        <p:sp>
          <p:nvSpPr>
            <p:cNvPr id="23" name="Rounded Rectangle 33">
              <a:extLst>
                <a:ext uri="{FF2B5EF4-FFF2-40B4-BE49-F238E27FC236}">
                  <a16:creationId xmlns:a16="http://schemas.microsoft.com/office/drawing/2014/main" id="{8BEAA235-48CD-3C8A-EB83-635665EF19B5}"/>
                </a:ext>
              </a:extLst>
            </p:cNvPr>
            <p:cNvSpPr/>
            <p:nvPr/>
          </p:nvSpPr>
          <p:spPr>
            <a:xfrm>
              <a:off x="4895858" y="1854198"/>
              <a:ext cx="58238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rgbClr val="595959"/>
                  </a:solidFill>
                  <a:ea typeface="맑은 고딕"/>
                </a:rPr>
                <a:t>조회</a:t>
              </a:r>
              <a:endParaRPr lang="en-US" altLang="ko-KR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25" name="Rounded Rectangle 35">
              <a:extLst>
                <a:ext uri="{FF2B5EF4-FFF2-40B4-BE49-F238E27FC236}">
                  <a16:creationId xmlns:a16="http://schemas.microsoft.com/office/drawing/2014/main" id="{F924F05E-55B0-A2C0-4668-6E607AC9259C}"/>
                </a:ext>
              </a:extLst>
            </p:cNvPr>
            <p:cNvSpPr/>
            <p:nvPr/>
          </p:nvSpPr>
          <p:spPr>
            <a:xfrm>
              <a:off x="2362006" y="1854198"/>
              <a:ext cx="2448000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상품명을 입력해 주세요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</a:p>
          </p:txBody>
        </p:sp>
      </p:grpSp>
      <p:sp>
        <p:nvSpPr>
          <p:cNvPr id="28" name="Rounded Rectangle 35">
            <a:extLst>
              <a:ext uri="{FF2B5EF4-FFF2-40B4-BE49-F238E27FC236}">
                <a16:creationId xmlns:a16="http://schemas.microsoft.com/office/drawing/2014/main" id="{6E6E615B-6A98-B572-25C3-F3DA582AC023}"/>
              </a:ext>
            </a:extLst>
          </p:cNvPr>
          <p:cNvSpPr/>
          <p:nvPr/>
        </p:nvSpPr>
        <p:spPr>
          <a:xfrm>
            <a:off x="2362006" y="1855700"/>
            <a:ext cx="1516665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최근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개월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391271E1-C87F-DEBD-79CE-2D40A3991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199" y="1845463"/>
            <a:ext cx="253915" cy="230832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29111EC1-A92D-1162-590E-1C3BA1F71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199" y="1845463"/>
            <a:ext cx="253915" cy="230832"/>
          </a:xfrm>
          <a:prstGeom prst="rect">
            <a:avLst/>
          </a:prstGeom>
        </p:spPr>
      </p:pic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2FB56972-4188-38EA-63FC-4650D6F44837}"/>
              </a:ext>
            </a:extLst>
          </p:cNvPr>
          <p:cNvCxnSpPr/>
          <p:nvPr/>
        </p:nvCxnSpPr>
        <p:spPr>
          <a:xfrm>
            <a:off x="3903743" y="2076295"/>
            <a:ext cx="202737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65A8394-988E-FC33-9DF9-23BAEFE9416C}"/>
              </a:ext>
            </a:extLst>
          </p:cNvPr>
          <p:cNvSpPr txBox="1"/>
          <p:nvPr/>
        </p:nvSpPr>
        <p:spPr>
          <a:xfrm>
            <a:off x="3970130" y="1866840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2026. 01. 01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F70F32-DFE9-91D5-B782-2DBEEB360C6D}"/>
              </a:ext>
            </a:extLst>
          </p:cNvPr>
          <p:cNvSpPr txBox="1"/>
          <p:nvPr/>
        </p:nvSpPr>
        <p:spPr>
          <a:xfrm>
            <a:off x="4994135" y="1866840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2026. 05. 31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9837D4-ECBB-7D6D-42D7-FC663283630E}"/>
              </a:ext>
            </a:extLst>
          </p:cNvPr>
          <p:cNvSpPr txBox="1"/>
          <p:nvPr/>
        </p:nvSpPr>
        <p:spPr>
          <a:xfrm>
            <a:off x="4747355" y="186684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B589E6B1-13B9-34E4-C0DE-E692E6C25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322" y="1845463"/>
            <a:ext cx="253915" cy="23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9309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BA0FAC7A-A5B9-BC2F-3EC7-768B816D2BF2}"/>
              </a:ext>
            </a:extLst>
          </p:cNvPr>
          <p:cNvSpPr txBox="1"/>
          <p:nvPr/>
        </p:nvSpPr>
        <p:spPr>
          <a:xfrm>
            <a:off x="2540457" y="19757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50" name="Rounded Rectangle 27">
            <a:extLst>
              <a:ext uri="{FF2B5EF4-FFF2-40B4-BE49-F238E27FC236}">
                <a16:creationId xmlns:a16="http://schemas.microsoft.com/office/drawing/2014/main" id="{6C2EF3DC-D781-C84E-79DA-FDAD9EC50A87}"/>
              </a:ext>
            </a:extLst>
          </p:cNvPr>
          <p:cNvSpPr/>
          <p:nvPr/>
        </p:nvSpPr>
        <p:spPr>
          <a:xfrm>
            <a:off x="8167133" y="20062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4CC87C-7C33-91FA-21AE-F6350819D19B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주문내역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06D734C-C536-9091-052A-7A3966126E4E}"/>
              </a:ext>
            </a:extLst>
          </p:cNvPr>
          <p:cNvSpPr txBox="1"/>
          <p:nvPr/>
        </p:nvSpPr>
        <p:spPr>
          <a:xfrm>
            <a:off x="1302717" y="330494"/>
            <a:ext cx="24913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9957CF5B-A918-4B60-35B2-01ED2F8AF79C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CH-U-MY-02-01-02</a:t>
            </a:r>
            <a:endParaRPr lang="ko-KR" altLang="en-US" sz="10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CD52DF3-A620-C7AA-5634-8C5D731E91DD}"/>
              </a:ext>
            </a:extLst>
          </p:cNvPr>
          <p:cNvSpPr txBox="1"/>
          <p:nvPr/>
        </p:nvSpPr>
        <p:spPr>
          <a:xfrm>
            <a:off x="4325161" y="1181007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주문상세보기</a:t>
            </a: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6A258019-BE69-F3DC-1E77-D1A34577729B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FF904395-76BA-2EF0-CA4C-B23F27FC0A93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359F33E-1443-00B1-ECA2-C00A055BACD5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sp>
        <p:nvSpPr>
          <p:cNvPr id="109" name="Rounded Rectangle 17">
            <a:extLst>
              <a:ext uri="{FF2B5EF4-FFF2-40B4-BE49-F238E27FC236}">
                <a16:creationId xmlns:a16="http://schemas.microsoft.com/office/drawing/2014/main" id="{66B3C813-67D1-8E80-15EA-C99939A34B40}"/>
              </a:ext>
            </a:extLst>
          </p:cNvPr>
          <p:cNvSpPr/>
          <p:nvPr/>
        </p:nvSpPr>
        <p:spPr>
          <a:xfrm>
            <a:off x="2578259" y="2606138"/>
            <a:ext cx="6615438" cy="1716136"/>
          </a:xfrm>
          <a:prstGeom prst="roundRect">
            <a:avLst>
              <a:gd name="adj" fmla="val 5302"/>
            </a:avLst>
          </a:prstGeom>
          <a:solidFill>
            <a:srgbClr val="FFFFFF"/>
          </a:solidFill>
          <a:ln w="635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EE1FF9CF-427A-0E54-E432-32CD8A3E77C9}"/>
              </a:ext>
            </a:extLst>
          </p:cNvPr>
          <p:cNvSpPr/>
          <p:nvPr/>
        </p:nvSpPr>
        <p:spPr>
          <a:xfrm>
            <a:off x="2772289" y="2779539"/>
            <a:ext cx="782216" cy="80392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B90FD6E6-704E-BF99-A637-F0837DA35B66}"/>
              </a:ext>
            </a:extLst>
          </p:cNvPr>
          <p:cNvGrpSpPr/>
          <p:nvPr/>
        </p:nvGrpSpPr>
        <p:grpSpPr>
          <a:xfrm>
            <a:off x="2772289" y="3653710"/>
            <a:ext cx="6235244" cy="555246"/>
            <a:chOff x="2296672" y="4363236"/>
            <a:chExt cx="6235244" cy="555246"/>
          </a:xfrm>
        </p:grpSpPr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5FB167D8-FF4D-54EA-E40D-9ACF38FF936D}"/>
                </a:ext>
              </a:extLst>
            </p:cNvPr>
            <p:cNvSpPr/>
            <p:nvPr/>
          </p:nvSpPr>
          <p:spPr>
            <a:xfrm>
              <a:off x="2296672" y="4363236"/>
              <a:ext cx="6235244" cy="5552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6" name="Rounded Rectangle 27">
              <a:extLst>
                <a:ext uri="{FF2B5EF4-FFF2-40B4-BE49-F238E27FC236}">
                  <a16:creationId xmlns:a16="http://schemas.microsoft.com/office/drawing/2014/main" id="{C1BC9822-5F97-77FB-2ECE-F098E7F9AD1D}"/>
                </a:ext>
              </a:extLst>
            </p:cNvPr>
            <p:cNvSpPr/>
            <p:nvPr/>
          </p:nvSpPr>
          <p:spPr>
            <a:xfrm>
              <a:off x="7037732" y="4434143"/>
              <a:ext cx="1458812" cy="415011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(BC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카드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 9300-****-****-5637  </a:t>
              </a:r>
            </a:p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승인번호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: 0000000001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승인금액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: 113,800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원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27" name="Rounded Rectangle 27">
              <a:extLst>
                <a:ext uri="{FF2B5EF4-FFF2-40B4-BE49-F238E27FC236}">
                  <a16:creationId xmlns:a16="http://schemas.microsoft.com/office/drawing/2014/main" id="{C65712D3-0C56-AB83-0DB8-CEA41879A0F4}"/>
                </a:ext>
              </a:extLst>
            </p:cNvPr>
            <p:cNvSpPr/>
            <p:nvPr/>
          </p:nvSpPr>
          <p:spPr>
            <a:xfrm>
              <a:off x="3442844" y="4426335"/>
              <a:ext cx="1458812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28" name="Rounded Rectangle 27">
              <a:extLst>
                <a:ext uri="{FF2B5EF4-FFF2-40B4-BE49-F238E27FC236}">
                  <a16:creationId xmlns:a16="http://schemas.microsoft.com/office/drawing/2014/main" id="{E31598CF-9F15-169F-B9C5-2632C81FF02C}"/>
                </a:ext>
              </a:extLst>
            </p:cNvPr>
            <p:cNvSpPr/>
            <p:nvPr/>
          </p:nvSpPr>
          <p:spPr>
            <a:xfrm>
              <a:off x="2360688" y="464028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</a:p>
          </p:txBody>
        </p:sp>
        <p:sp>
          <p:nvSpPr>
            <p:cNvPr id="129" name="Rounded Rectangle 27">
              <a:extLst>
                <a:ext uri="{FF2B5EF4-FFF2-40B4-BE49-F238E27FC236}">
                  <a16:creationId xmlns:a16="http://schemas.microsoft.com/office/drawing/2014/main" id="{C4F9516F-F814-EDD8-0ED9-1CDCD8F42B62}"/>
                </a:ext>
              </a:extLst>
            </p:cNvPr>
            <p:cNvSpPr/>
            <p:nvPr/>
          </p:nvSpPr>
          <p:spPr>
            <a:xfrm>
              <a:off x="3442844" y="4624147"/>
              <a:ext cx="1458812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30" name="Rounded Rectangle 27">
              <a:extLst>
                <a:ext uri="{FF2B5EF4-FFF2-40B4-BE49-F238E27FC236}">
                  <a16:creationId xmlns:a16="http://schemas.microsoft.com/office/drawing/2014/main" id="{2379AEC5-4B53-B769-19BA-9733FBA09601}"/>
                </a:ext>
              </a:extLst>
            </p:cNvPr>
            <p:cNvSpPr/>
            <p:nvPr/>
          </p:nvSpPr>
          <p:spPr>
            <a:xfrm>
              <a:off x="2362193" y="4441408"/>
              <a:ext cx="1911448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</p:grpSp>
      <p:sp>
        <p:nvSpPr>
          <p:cNvPr id="139" name="Rounded Rectangle 27">
            <a:extLst>
              <a:ext uri="{FF2B5EF4-FFF2-40B4-BE49-F238E27FC236}">
                <a16:creationId xmlns:a16="http://schemas.microsoft.com/office/drawing/2014/main" id="{C55EA0E7-1037-BEAE-37B5-D2369D19ADA4}"/>
              </a:ext>
            </a:extLst>
          </p:cNvPr>
          <p:cNvSpPr/>
          <p:nvPr/>
        </p:nvSpPr>
        <p:spPr>
          <a:xfrm>
            <a:off x="4789707" y="3359451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52599E3-11BC-8302-F36E-8DEE091CFDD6}"/>
              </a:ext>
            </a:extLst>
          </p:cNvPr>
          <p:cNvSpPr txBox="1"/>
          <p:nvPr/>
        </p:nvSpPr>
        <p:spPr>
          <a:xfrm>
            <a:off x="3648479" y="3044092"/>
            <a:ext cx="506473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 구성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총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24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개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X 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…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43" name="Rounded Rectangle 27">
            <a:extLst>
              <a:ext uri="{FF2B5EF4-FFF2-40B4-BE49-F238E27FC236}">
                <a16:creationId xmlns:a16="http://schemas.microsoft.com/office/drawing/2014/main" id="{600F055D-DF67-866A-5FA6-240B84FF709F}"/>
              </a:ext>
            </a:extLst>
          </p:cNvPr>
          <p:cNvSpPr/>
          <p:nvPr/>
        </p:nvSpPr>
        <p:spPr>
          <a:xfrm>
            <a:off x="3627722" y="2834804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45" name="Rounded Rectangle 27">
            <a:extLst>
              <a:ext uri="{FF2B5EF4-FFF2-40B4-BE49-F238E27FC236}">
                <a16:creationId xmlns:a16="http://schemas.microsoft.com/office/drawing/2014/main" id="{B9E470D2-A3D7-1AFE-0003-D1760E771089}"/>
              </a:ext>
            </a:extLst>
          </p:cNvPr>
          <p:cNvSpPr/>
          <p:nvPr/>
        </p:nvSpPr>
        <p:spPr>
          <a:xfrm>
            <a:off x="3636490" y="3339019"/>
            <a:ext cx="1350551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148" name="Rounded Rectangle 17">
            <a:extLst>
              <a:ext uri="{FF2B5EF4-FFF2-40B4-BE49-F238E27FC236}">
                <a16:creationId xmlns:a16="http://schemas.microsoft.com/office/drawing/2014/main" id="{50F23BB4-2C74-1EFF-2D6A-1C192B46E20D}"/>
              </a:ext>
            </a:extLst>
          </p:cNvPr>
          <p:cNvSpPr/>
          <p:nvPr/>
        </p:nvSpPr>
        <p:spPr>
          <a:xfrm>
            <a:off x="2578259" y="4396481"/>
            <a:ext cx="6615438" cy="1716136"/>
          </a:xfrm>
          <a:prstGeom prst="roundRect">
            <a:avLst>
              <a:gd name="adj" fmla="val 5302"/>
            </a:avLst>
          </a:prstGeom>
          <a:solidFill>
            <a:srgbClr val="FFFFFF"/>
          </a:solidFill>
          <a:ln w="635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5C5BA1E9-9028-9A99-E304-887CEE0DD9E8}"/>
              </a:ext>
            </a:extLst>
          </p:cNvPr>
          <p:cNvSpPr/>
          <p:nvPr/>
        </p:nvSpPr>
        <p:spPr>
          <a:xfrm>
            <a:off x="2772289" y="4569882"/>
            <a:ext cx="782216" cy="80392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27CCD908-CA6D-41C9-578D-89DCD39B9245}"/>
              </a:ext>
            </a:extLst>
          </p:cNvPr>
          <p:cNvGrpSpPr/>
          <p:nvPr/>
        </p:nvGrpSpPr>
        <p:grpSpPr>
          <a:xfrm>
            <a:off x="2772289" y="5444053"/>
            <a:ext cx="6235244" cy="555246"/>
            <a:chOff x="2296672" y="4363236"/>
            <a:chExt cx="6235244" cy="555246"/>
          </a:xfrm>
        </p:grpSpPr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EFDCE6B3-9122-D60C-6D58-37AE04208455}"/>
                </a:ext>
              </a:extLst>
            </p:cNvPr>
            <p:cNvSpPr/>
            <p:nvPr/>
          </p:nvSpPr>
          <p:spPr>
            <a:xfrm>
              <a:off x="2296672" y="4363236"/>
              <a:ext cx="6235244" cy="5552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6" name="Rounded Rectangle 27">
              <a:extLst>
                <a:ext uri="{FF2B5EF4-FFF2-40B4-BE49-F238E27FC236}">
                  <a16:creationId xmlns:a16="http://schemas.microsoft.com/office/drawing/2014/main" id="{F95219C1-F20F-43F1-AF05-18FAA1726AA7}"/>
                </a:ext>
              </a:extLst>
            </p:cNvPr>
            <p:cNvSpPr/>
            <p:nvPr/>
          </p:nvSpPr>
          <p:spPr>
            <a:xfrm>
              <a:off x="7037732" y="4434143"/>
              <a:ext cx="1458812" cy="415011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(BC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카드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 9300-****-****-5637  </a:t>
              </a:r>
            </a:p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승인번호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: 0000000001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승인금액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: 113,800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원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57" name="Rounded Rectangle 27">
              <a:extLst>
                <a:ext uri="{FF2B5EF4-FFF2-40B4-BE49-F238E27FC236}">
                  <a16:creationId xmlns:a16="http://schemas.microsoft.com/office/drawing/2014/main" id="{15012A19-5CD0-D93F-4393-031AB73367A1}"/>
                </a:ext>
              </a:extLst>
            </p:cNvPr>
            <p:cNvSpPr/>
            <p:nvPr/>
          </p:nvSpPr>
          <p:spPr>
            <a:xfrm>
              <a:off x="3442844" y="4426335"/>
              <a:ext cx="1458812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58" name="Rounded Rectangle 27">
              <a:extLst>
                <a:ext uri="{FF2B5EF4-FFF2-40B4-BE49-F238E27FC236}">
                  <a16:creationId xmlns:a16="http://schemas.microsoft.com/office/drawing/2014/main" id="{5385114D-83CA-8A3C-A419-3D367F7FA563}"/>
                </a:ext>
              </a:extLst>
            </p:cNvPr>
            <p:cNvSpPr/>
            <p:nvPr/>
          </p:nvSpPr>
          <p:spPr>
            <a:xfrm>
              <a:off x="2360688" y="464028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</a:p>
          </p:txBody>
        </p:sp>
        <p:sp>
          <p:nvSpPr>
            <p:cNvPr id="159" name="Rounded Rectangle 27">
              <a:extLst>
                <a:ext uri="{FF2B5EF4-FFF2-40B4-BE49-F238E27FC236}">
                  <a16:creationId xmlns:a16="http://schemas.microsoft.com/office/drawing/2014/main" id="{A47E9393-7F8B-EADD-3FFF-3588BF0E7FB1}"/>
                </a:ext>
              </a:extLst>
            </p:cNvPr>
            <p:cNvSpPr/>
            <p:nvPr/>
          </p:nvSpPr>
          <p:spPr>
            <a:xfrm>
              <a:off x="3442844" y="4624147"/>
              <a:ext cx="1458812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0" name="Rounded Rectangle 27">
              <a:extLst>
                <a:ext uri="{FF2B5EF4-FFF2-40B4-BE49-F238E27FC236}">
                  <a16:creationId xmlns:a16="http://schemas.microsoft.com/office/drawing/2014/main" id="{53DDB0B7-3EC2-CF4A-668B-AACCC77EFAED}"/>
                </a:ext>
              </a:extLst>
            </p:cNvPr>
            <p:cNvSpPr/>
            <p:nvPr/>
          </p:nvSpPr>
          <p:spPr>
            <a:xfrm>
              <a:off x="2362193" y="4441408"/>
              <a:ext cx="1911448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</p:grpSp>
      <p:sp>
        <p:nvSpPr>
          <p:cNvPr id="151" name="Rounded Rectangle 27">
            <a:extLst>
              <a:ext uri="{FF2B5EF4-FFF2-40B4-BE49-F238E27FC236}">
                <a16:creationId xmlns:a16="http://schemas.microsoft.com/office/drawing/2014/main" id="{7885F436-BD6F-F8D2-54B8-A75E8561FE6A}"/>
              </a:ext>
            </a:extLst>
          </p:cNvPr>
          <p:cNvSpPr/>
          <p:nvPr/>
        </p:nvSpPr>
        <p:spPr>
          <a:xfrm>
            <a:off x="4789707" y="5149794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4319DCB2-9495-E4B1-4ED1-EFEDAE38F768}"/>
              </a:ext>
            </a:extLst>
          </p:cNvPr>
          <p:cNvSpPr txBox="1"/>
          <p:nvPr/>
        </p:nvSpPr>
        <p:spPr>
          <a:xfrm>
            <a:off x="3648479" y="4834435"/>
            <a:ext cx="4992729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 구성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총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24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개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53" name="Rounded Rectangle 27">
            <a:extLst>
              <a:ext uri="{FF2B5EF4-FFF2-40B4-BE49-F238E27FC236}">
                <a16:creationId xmlns:a16="http://schemas.microsoft.com/office/drawing/2014/main" id="{97F99499-2012-976B-5B67-8FACF9E7F781}"/>
              </a:ext>
            </a:extLst>
          </p:cNvPr>
          <p:cNvSpPr/>
          <p:nvPr/>
        </p:nvSpPr>
        <p:spPr>
          <a:xfrm>
            <a:off x="3627722" y="4625147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54" name="Rounded Rectangle 27">
            <a:extLst>
              <a:ext uri="{FF2B5EF4-FFF2-40B4-BE49-F238E27FC236}">
                <a16:creationId xmlns:a16="http://schemas.microsoft.com/office/drawing/2014/main" id="{D1D26BC3-6D41-0447-D28D-6690F4675414}"/>
              </a:ext>
            </a:extLst>
          </p:cNvPr>
          <p:cNvSpPr/>
          <p:nvPr/>
        </p:nvSpPr>
        <p:spPr>
          <a:xfrm>
            <a:off x="3636490" y="5129362"/>
            <a:ext cx="1350551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4458A40-699F-2054-761D-2FF194CD5ECA}"/>
              </a:ext>
            </a:extLst>
          </p:cNvPr>
          <p:cNvSpPr txBox="1"/>
          <p:nvPr/>
        </p:nvSpPr>
        <p:spPr>
          <a:xfrm>
            <a:off x="2598359" y="2338078"/>
            <a:ext cx="1293575" cy="1926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주문내역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87" name="Rounded Rectangle 27">
            <a:extLst>
              <a:ext uri="{FF2B5EF4-FFF2-40B4-BE49-F238E27FC236}">
                <a16:creationId xmlns:a16="http://schemas.microsoft.com/office/drawing/2014/main" id="{EC737002-B954-2A3D-0EA2-C5F47D34164C}"/>
              </a:ext>
            </a:extLst>
          </p:cNvPr>
          <p:cNvSpPr/>
          <p:nvPr/>
        </p:nvSpPr>
        <p:spPr>
          <a:xfrm>
            <a:off x="3634009" y="3181500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88" name="Rounded Rectangle 27">
            <a:extLst>
              <a:ext uri="{FF2B5EF4-FFF2-40B4-BE49-F238E27FC236}">
                <a16:creationId xmlns:a16="http://schemas.microsoft.com/office/drawing/2014/main" id="{D77A6CA5-F542-8186-AD95-753093C840EC}"/>
              </a:ext>
            </a:extLst>
          </p:cNvPr>
          <p:cNvSpPr/>
          <p:nvPr/>
        </p:nvSpPr>
        <p:spPr>
          <a:xfrm>
            <a:off x="3634009" y="4971803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CBA15701-959E-9385-0FCF-B9C88BD2A198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7EC828FA-934F-D3C2-8D2E-3A07D017340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4B70A6C9-7170-EDD0-1F5B-8B02DFE594B6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Group 59">
            <a:extLst>
              <a:ext uri="{FF2B5EF4-FFF2-40B4-BE49-F238E27FC236}">
                <a16:creationId xmlns:a16="http://schemas.microsoft.com/office/drawing/2014/main" id="{B1D77506-B618-EA48-5F76-9F9E59CD1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397337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54057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61">
            <a:extLst>
              <a:ext uri="{FF2B5EF4-FFF2-40B4-BE49-F238E27FC236}">
                <a16:creationId xmlns:a16="http://schemas.microsoft.com/office/drawing/2014/main" id="{3BBBE5BA-20CF-DDA6-C8B7-5050CFB19E6C}"/>
              </a:ext>
            </a:extLst>
          </p:cNvPr>
          <p:cNvSpPr txBox="1"/>
          <p:nvPr/>
        </p:nvSpPr>
        <p:spPr>
          <a:xfrm>
            <a:off x="2614705" y="1780930"/>
            <a:ext cx="1293575" cy="1926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배송정보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956B47FD-1E75-1931-3A73-5912105A9345}"/>
              </a:ext>
            </a:extLst>
          </p:cNvPr>
          <p:cNvGrpSpPr/>
          <p:nvPr/>
        </p:nvGrpSpPr>
        <p:grpSpPr>
          <a:xfrm>
            <a:off x="2596769" y="2096186"/>
            <a:ext cx="6275725" cy="777792"/>
            <a:chOff x="1435284" y="3266137"/>
            <a:chExt cx="6275725" cy="777792"/>
          </a:xfrm>
        </p:grpSpPr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B92C3505-181F-1F9F-7C3C-4CAD83838586}"/>
                </a:ext>
              </a:extLst>
            </p:cNvPr>
            <p:cNvSpPr/>
            <p:nvPr/>
          </p:nvSpPr>
          <p:spPr>
            <a:xfrm>
              <a:off x="1435284" y="3266137"/>
              <a:ext cx="6275725" cy="7777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5" name="Rounded Rectangle 27">
              <a:extLst>
                <a:ext uri="{FF2B5EF4-FFF2-40B4-BE49-F238E27FC236}">
                  <a16:creationId xmlns:a16="http://schemas.microsoft.com/office/drawing/2014/main" id="{69213C27-4940-29F8-E168-1BF2229D19AA}"/>
                </a:ext>
              </a:extLst>
            </p:cNvPr>
            <p:cNvSpPr/>
            <p:nvPr/>
          </p:nvSpPr>
          <p:spPr>
            <a:xfrm>
              <a:off x="1517256" y="3328504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6" name="Rounded Rectangle 27">
              <a:extLst>
                <a:ext uri="{FF2B5EF4-FFF2-40B4-BE49-F238E27FC236}">
                  <a16:creationId xmlns:a16="http://schemas.microsoft.com/office/drawing/2014/main" id="{D11748A5-D2C9-D508-E282-A24C71FA46CD}"/>
                </a:ext>
              </a:extLst>
            </p:cNvPr>
            <p:cNvSpPr/>
            <p:nvPr/>
          </p:nvSpPr>
          <p:spPr>
            <a:xfrm>
              <a:off x="2048427" y="3330298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7" name="Rounded Rectangle 27">
              <a:extLst>
                <a:ext uri="{FF2B5EF4-FFF2-40B4-BE49-F238E27FC236}">
                  <a16:creationId xmlns:a16="http://schemas.microsoft.com/office/drawing/2014/main" id="{C7BD388A-DC22-E585-380F-17ADBE89CFEE}"/>
                </a:ext>
              </a:extLst>
            </p:cNvPr>
            <p:cNvSpPr/>
            <p:nvPr/>
          </p:nvSpPr>
          <p:spPr>
            <a:xfrm>
              <a:off x="1517255" y="350583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8" name="Rounded Rectangle 27">
              <a:extLst>
                <a:ext uri="{FF2B5EF4-FFF2-40B4-BE49-F238E27FC236}">
                  <a16:creationId xmlns:a16="http://schemas.microsoft.com/office/drawing/2014/main" id="{17D8FF6B-2C76-B15A-C1EE-BE1D4F8417C7}"/>
                </a:ext>
              </a:extLst>
            </p:cNvPr>
            <p:cNvSpPr/>
            <p:nvPr/>
          </p:nvSpPr>
          <p:spPr>
            <a:xfrm>
              <a:off x="1512986" y="374401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33BF679-753F-7B0F-E170-730240A62BFF}"/>
              </a:ext>
            </a:extLst>
          </p:cNvPr>
          <p:cNvGrpSpPr/>
          <p:nvPr/>
        </p:nvGrpSpPr>
        <p:grpSpPr>
          <a:xfrm>
            <a:off x="2598359" y="539949"/>
            <a:ext cx="6274135" cy="838369"/>
            <a:chOff x="3021042" y="539949"/>
            <a:chExt cx="6274135" cy="83836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7069065-326C-9C2E-CCA8-EAC69DB88E56}"/>
                </a:ext>
              </a:extLst>
            </p:cNvPr>
            <p:cNvSpPr txBox="1"/>
            <p:nvPr/>
          </p:nvSpPr>
          <p:spPr>
            <a:xfrm>
              <a:off x="8506178" y="582582"/>
              <a:ext cx="78899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213,700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E5995AD-09A0-AB0F-E884-58E2DE82ABEB}"/>
                </a:ext>
              </a:extLst>
            </p:cNvPr>
            <p:cNvSpPr txBox="1"/>
            <p:nvPr/>
          </p:nvSpPr>
          <p:spPr>
            <a:xfrm>
              <a:off x="3037388" y="539949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총 주문금액 </a:t>
              </a:r>
              <a:r>
                <a:rPr lang="en-US" altLang="ko-KR" sz="1000" b="1" spc="-150" dirty="0">
                  <a:solidFill>
                    <a:srgbClr val="333333"/>
                  </a:solidFill>
                  <a:latin typeface="+mn-ea"/>
                </a:rPr>
                <a:t>(2</a:t>
              </a:r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건</a:t>
              </a:r>
              <a:r>
                <a:rPr lang="en-US" altLang="ko-KR" sz="1000" b="1" spc="-150" dirty="0">
                  <a:solidFill>
                    <a:srgbClr val="333333"/>
                  </a:solidFill>
                  <a:latin typeface="+mn-ea"/>
                </a:rPr>
                <a:t>)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23" name="Rounded Rectangle 27">
              <a:extLst>
                <a:ext uri="{FF2B5EF4-FFF2-40B4-BE49-F238E27FC236}">
                  <a16:creationId xmlns:a16="http://schemas.microsoft.com/office/drawing/2014/main" id="{1E657C6F-374B-0677-F8CD-1933DE5EA4A9}"/>
                </a:ext>
              </a:extLst>
            </p:cNvPr>
            <p:cNvSpPr/>
            <p:nvPr/>
          </p:nvSpPr>
          <p:spPr>
            <a:xfrm>
              <a:off x="3021042" y="836751"/>
              <a:ext cx="182106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F6BC4E42-C607-0794-2B49-FD717A0305BB}"/>
                </a:ext>
              </a:extLst>
            </p:cNvPr>
            <p:cNvSpPr/>
            <p:nvPr/>
          </p:nvSpPr>
          <p:spPr>
            <a:xfrm>
              <a:off x="7754533" y="828684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27" name="Rounded Rectangle 27">
              <a:extLst>
                <a:ext uri="{FF2B5EF4-FFF2-40B4-BE49-F238E27FC236}">
                  <a16:creationId xmlns:a16="http://schemas.microsoft.com/office/drawing/2014/main" id="{56DA81A6-05BF-A777-7B6F-2BCAB2471800}"/>
                </a:ext>
              </a:extLst>
            </p:cNvPr>
            <p:cNvSpPr/>
            <p:nvPr/>
          </p:nvSpPr>
          <p:spPr>
            <a:xfrm>
              <a:off x="3021042" y="1181101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</a:p>
          </p:txBody>
        </p:sp>
        <p:sp>
          <p:nvSpPr>
            <p:cNvPr id="29" name="Rounded Rectangle 27">
              <a:extLst>
                <a:ext uri="{FF2B5EF4-FFF2-40B4-BE49-F238E27FC236}">
                  <a16:creationId xmlns:a16="http://schemas.microsoft.com/office/drawing/2014/main" id="{241BA5E8-1A58-11E2-7DFF-A20057E1F7C7}"/>
                </a:ext>
              </a:extLst>
            </p:cNvPr>
            <p:cNvSpPr/>
            <p:nvPr/>
          </p:nvSpPr>
          <p:spPr>
            <a:xfrm>
              <a:off x="7754533" y="1173035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63,700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 </a:t>
              </a:r>
              <a:endParaRPr lang="ko-KR" altLang="en-US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A49C69E4-2BE9-45CF-C6F3-60B38CE5230A}"/>
                </a:ext>
              </a:extLst>
            </p:cNvPr>
            <p:cNvSpPr/>
            <p:nvPr/>
          </p:nvSpPr>
          <p:spPr>
            <a:xfrm>
              <a:off x="3021042" y="1025901"/>
              <a:ext cx="182106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첫만남이용권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33" name="Rounded Rectangle 27">
              <a:extLst>
                <a:ext uri="{FF2B5EF4-FFF2-40B4-BE49-F238E27FC236}">
                  <a16:creationId xmlns:a16="http://schemas.microsoft.com/office/drawing/2014/main" id="{62452CA2-17B0-87FE-CC6B-30FFC8B08FC4}"/>
                </a:ext>
              </a:extLst>
            </p:cNvPr>
            <p:cNvSpPr/>
            <p:nvPr/>
          </p:nvSpPr>
          <p:spPr>
            <a:xfrm>
              <a:off x="7754533" y="1017834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50,000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  <p:sp>
        <p:nvSpPr>
          <p:cNvPr id="38" name="Rounded Rectangle 35">
            <a:extLst>
              <a:ext uri="{FF2B5EF4-FFF2-40B4-BE49-F238E27FC236}">
                <a16:creationId xmlns:a16="http://schemas.microsoft.com/office/drawing/2014/main" id="{8F14A488-BCDA-6563-D878-72C4E5FC8379}"/>
              </a:ext>
            </a:extLst>
          </p:cNvPr>
          <p:cNvSpPr/>
          <p:nvPr/>
        </p:nvSpPr>
        <p:spPr>
          <a:xfrm>
            <a:off x="7527220" y="2535973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배송지 변경</a:t>
            </a:r>
          </a:p>
        </p:txBody>
      </p:sp>
      <p:sp>
        <p:nvSpPr>
          <p:cNvPr id="40" name="Rounded Rectangle 35">
            <a:extLst>
              <a:ext uri="{FF2B5EF4-FFF2-40B4-BE49-F238E27FC236}">
                <a16:creationId xmlns:a16="http://schemas.microsoft.com/office/drawing/2014/main" id="{8ABDDCE8-1D56-0331-C1CD-762FD77148F1}"/>
              </a:ext>
            </a:extLst>
          </p:cNvPr>
          <p:cNvSpPr/>
          <p:nvPr/>
        </p:nvSpPr>
        <p:spPr>
          <a:xfrm>
            <a:off x="4138072" y="3384208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주문목록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8ECED70-E363-8216-E422-6EACBCE32EEE}"/>
              </a:ext>
            </a:extLst>
          </p:cNvPr>
          <p:cNvSpPr/>
          <p:nvPr/>
        </p:nvSpPr>
        <p:spPr>
          <a:xfrm>
            <a:off x="69715" y="651661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70088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A1F277-922A-C7F7-648A-3D14149961F0}"/>
              </a:ext>
            </a:extLst>
          </p:cNvPr>
          <p:cNvSpPr txBox="1"/>
          <p:nvPr/>
        </p:nvSpPr>
        <p:spPr>
          <a:xfrm>
            <a:off x="1307907" y="78285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주문취소 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30042-4A8D-E4B2-24FB-3928D84AE712}"/>
              </a:ext>
            </a:extLst>
          </p:cNvPr>
          <p:cNvSpPr txBox="1"/>
          <p:nvPr/>
        </p:nvSpPr>
        <p:spPr>
          <a:xfrm>
            <a:off x="1302717" y="330494"/>
            <a:ext cx="24913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261D01F-9B74-E2E3-ED75-D0C344330931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CH-U-MY-02-01-03</a:t>
            </a:r>
            <a:endParaRPr lang="ko-KR" altLang="en-US" sz="1000" dirty="0"/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9186F48B-6829-A49F-B4E7-55B695B0B3BE}"/>
              </a:ext>
            </a:extLst>
          </p:cNvPr>
          <p:cNvSpPr/>
          <p:nvPr/>
        </p:nvSpPr>
        <p:spPr>
          <a:xfrm>
            <a:off x="2578260" y="3480053"/>
            <a:ext cx="22465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취소사유 선택 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1" name="Rounded Rectangle 35">
            <a:extLst>
              <a:ext uri="{FF2B5EF4-FFF2-40B4-BE49-F238E27FC236}">
                <a16:creationId xmlns:a16="http://schemas.microsoft.com/office/drawing/2014/main" id="{4C16048F-2F94-EBE9-462C-F6BAF5891C70}"/>
              </a:ext>
            </a:extLst>
          </p:cNvPr>
          <p:cNvSpPr/>
          <p:nvPr/>
        </p:nvSpPr>
        <p:spPr>
          <a:xfrm>
            <a:off x="2578259" y="3790530"/>
            <a:ext cx="6607565" cy="47945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9E5C01BF-ADFF-2913-F289-FFD1228B6C82}"/>
              </a:ext>
            </a:extLst>
          </p:cNvPr>
          <p:cNvSpPr/>
          <p:nvPr/>
        </p:nvSpPr>
        <p:spPr>
          <a:xfrm>
            <a:off x="8045510" y="4016998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3D0DEB6C-A34F-52FB-610A-8AFBE8B8669C}"/>
              </a:ext>
            </a:extLst>
          </p:cNvPr>
          <p:cNvGrpSpPr/>
          <p:nvPr/>
        </p:nvGrpSpPr>
        <p:grpSpPr>
          <a:xfrm>
            <a:off x="2518278" y="4356373"/>
            <a:ext cx="6675419" cy="1231443"/>
            <a:chOff x="2518278" y="4524076"/>
            <a:chExt cx="6675419" cy="123144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29567D-9216-5CF1-D3C9-19FF34D4A73F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결제취소정보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960D8A51-562A-8B64-4101-7E5212041F20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주문금액</a:t>
              </a: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20237B04-E786-DCE2-4B80-8B294431020F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6" name="Rounded Rectangle 27">
              <a:extLst>
                <a:ext uri="{FF2B5EF4-FFF2-40B4-BE49-F238E27FC236}">
                  <a16:creationId xmlns:a16="http://schemas.microsoft.com/office/drawing/2014/main" id="{83E966FB-72D4-F62A-850E-D2E318BD1CA6}"/>
                </a:ext>
              </a:extLst>
            </p:cNvPr>
            <p:cNvSpPr/>
            <p:nvPr/>
          </p:nvSpPr>
          <p:spPr>
            <a:xfrm>
              <a:off x="2599177" y="5173668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27" name="Rounded Rectangle 27">
              <a:extLst>
                <a:ext uri="{FF2B5EF4-FFF2-40B4-BE49-F238E27FC236}">
                  <a16:creationId xmlns:a16="http://schemas.microsoft.com/office/drawing/2014/main" id="{2EF9AFE6-FCC1-4CAF-9C24-5141AFB0B579}"/>
                </a:ext>
              </a:extLst>
            </p:cNvPr>
            <p:cNvSpPr/>
            <p:nvPr/>
          </p:nvSpPr>
          <p:spPr>
            <a:xfrm>
              <a:off x="7727012" y="5165601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0F87B7C6-F9F0-EAF9-6E53-C0B47F0B2782}"/>
                </a:ext>
              </a:extLst>
            </p:cNvPr>
            <p:cNvCxnSpPr>
              <a:cxnSpLocks/>
            </p:cNvCxnSpPr>
            <p:nvPr/>
          </p:nvCxnSpPr>
          <p:spPr>
            <a:xfrm>
              <a:off x="2518278" y="5097710"/>
              <a:ext cx="6675419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ounded Rectangle 27">
              <a:extLst>
                <a:ext uri="{FF2B5EF4-FFF2-40B4-BE49-F238E27FC236}">
                  <a16:creationId xmlns:a16="http://schemas.microsoft.com/office/drawing/2014/main" id="{D2C006C2-D2F9-1FC0-EB41-E98DDE39DA6B}"/>
                </a:ext>
              </a:extLst>
            </p:cNvPr>
            <p:cNvSpPr/>
            <p:nvPr/>
          </p:nvSpPr>
          <p:spPr>
            <a:xfrm>
              <a:off x="2599177" y="5381643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0" name="Rounded Rectangle 27">
              <a:extLst>
                <a:ext uri="{FF2B5EF4-FFF2-40B4-BE49-F238E27FC236}">
                  <a16:creationId xmlns:a16="http://schemas.microsoft.com/office/drawing/2014/main" id="{3B4C27D6-0D9F-7F98-868D-FBA4A61AA3BF}"/>
                </a:ext>
              </a:extLst>
            </p:cNvPr>
            <p:cNvSpPr/>
            <p:nvPr/>
          </p:nvSpPr>
          <p:spPr>
            <a:xfrm>
              <a:off x="7727012" y="5373576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4C4CF8F2-F649-F30B-81E5-4F4F8D116DCD}"/>
                </a:ext>
              </a:extLst>
            </p:cNvPr>
            <p:cNvSpPr/>
            <p:nvPr/>
          </p:nvSpPr>
          <p:spPr>
            <a:xfrm>
              <a:off x="2581218" y="5582502"/>
              <a:ext cx="2427081" cy="173017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(BC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카드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9300-****-****-5637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2EE5EF2-FF8F-D08A-611D-FE4E8165C102}"/>
              </a:ext>
            </a:extLst>
          </p:cNvPr>
          <p:cNvGrpSpPr/>
          <p:nvPr/>
        </p:nvGrpSpPr>
        <p:grpSpPr>
          <a:xfrm>
            <a:off x="2560643" y="5782802"/>
            <a:ext cx="6633054" cy="301132"/>
            <a:chOff x="344153" y="5207113"/>
            <a:chExt cx="6633054" cy="301132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B4211C82-8082-980E-BD84-EBF3AD8BD014}"/>
                </a:ext>
              </a:extLst>
            </p:cNvPr>
            <p:cNvSpPr/>
            <p:nvPr/>
          </p:nvSpPr>
          <p:spPr>
            <a:xfrm>
              <a:off x="344153" y="5207113"/>
              <a:ext cx="6625181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30A29AD8-865D-4A9F-0A3F-BC787098124F}"/>
                </a:ext>
              </a:extLst>
            </p:cNvPr>
            <p:cNvSpPr/>
            <p:nvPr/>
          </p:nvSpPr>
          <p:spPr>
            <a:xfrm>
              <a:off x="370702" y="5259847"/>
              <a:ext cx="2746523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필수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취소 및 결제 서비스 이용약관에 동의합니다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D9A24A5-B626-77F0-3846-9642ABC29CCB}"/>
                </a:ext>
              </a:extLst>
            </p:cNvPr>
            <p:cNvSpPr txBox="1"/>
            <p:nvPr/>
          </p:nvSpPr>
          <p:spPr>
            <a:xfrm>
              <a:off x="6664301" y="5231311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5E75F4DC-0DDE-264E-234A-47E1677721F0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65" name="Rounded Rectangle 27">
            <a:extLst>
              <a:ext uri="{FF2B5EF4-FFF2-40B4-BE49-F238E27FC236}">
                <a16:creationId xmlns:a16="http://schemas.microsoft.com/office/drawing/2014/main" id="{5610A58F-D909-BC90-7EB1-FCF2227E8B01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75DE413-9E35-0D1C-2550-508A8D5465C2}"/>
              </a:ext>
            </a:extLst>
          </p:cNvPr>
          <p:cNvSpPr txBox="1"/>
          <p:nvPr/>
        </p:nvSpPr>
        <p:spPr>
          <a:xfrm>
            <a:off x="4536758" y="1181007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B923D7D7-7DE6-E93F-756A-271C7271B4A0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F89352AB-E6D1-FB0F-7800-F718FB984673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12DCE86-7C86-FBEB-A6DD-0415E95F74FB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sp>
        <p:nvSpPr>
          <p:cNvPr id="71" name="Rounded Rectangle 17">
            <a:extLst>
              <a:ext uri="{FF2B5EF4-FFF2-40B4-BE49-F238E27FC236}">
                <a16:creationId xmlns:a16="http://schemas.microsoft.com/office/drawing/2014/main" id="{ECD9A362-9FC5-2BE5-AF03-492F036E9079}"/>
              </a:ext>
            </a:extLst>
          </p:cNvPr>
          <p:cNvSpPr/>
          <p:nvPr/>
        </p:nvSpPr>
        <p:spPr>
          <a:xfrm>
            <a:off x="2578259" y="2188355"/>
            <a:ext cx="6615438" cy="1164222"/>
          </a:xfrm>
          <a:prstGeom prst="roundRect">
            <a:avLst>
              <a:gd name="adj" fmla="val 5302"/>
            </a:avLst>
          </a:prstGeom>
          <a:solidFill>
            <a:srgbClr val="FFFFFF"/>
          </a:solidFill>
          <a:ln w="635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10959E4-91CE-B582-EB51-00E42CA78CBE}"/>
              </a:ext>
            </a:extLst>
          </p:cNvPr>
          <p:cNvSpPr/>
          <p:nvPr/>
        </p:nvSpPr>
        <p:spPr>
          <a:xfrm>
            <a:off x="2772289" y="2361756"/>
            <a:ext cx="782216" cy="80392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Rounded Rectangle 27">
            <a:extLst>
              <a:ext uri="{FF2B5EF4-FFF2-40B4-BE49-F238E27FC236}">
                <a16:creationId xmlns:a16="http://schemas.microsoft.com/office/drawing/2014/main" id="{AAA2EE67-EC96-A7F8-D649-453B91F94162}"/>
              </a:ext>
            </a:extLst>
          </p:cNvPr>
          <p:cNvSpPr/>
          <p:nvPr/>
        </p:nvSpPr>
        <p:spPr>
          <a:xfrm>
            <a:off x="4805834" y="2941668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E2FDC1D-B91F-F9E7-C0B1-D5F47D2C69CA}"/>
              </a:ext>
            </a:extLst>
          </p:cNvPr>
          <p:cNvSpPr txBox="1"/>
          <p:nvPr/>
        </p:nvSpPr>
        <p:spPr>
          <a:xfrm>
            <a:off x="3648479" y="2626309"/>
            <a:ext cx="4848713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 구성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총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24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개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76" name="Rounded Rectangle 27">
            <a:extLst>
              <a:ext uri="{FF2B5EF4-FFF2-40B4-BE49-F238E27FC236}">
                <a16:creationId xmlns:a16="http://schemas.microsoft.com/office/drawing/2014/main" id="{6DD808A5-92F8-9F3A-B3F7-D2A4798B3DAD}"/>
              </a:ext>
            </a:extLst>
          </p:cNvPr>
          <p:cNvSpPr/>
          <p:nvPr/>
        </p:nvSpPr>
        <p:spPr>
          <a:xfrm>
            <a:off x="3627722" y="241702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결제완료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77" name="Rounded Rectangle 27">
            <a:extLst>
              <a:ext uri="{FF2B5EF4-FFF2-40B4-BE49-F238E27FC236}">
                <a16:creationId xmlns:a16="http://schemas.microsoft.com/office/drawing/2014/main" id="{A4B620C1-123A-5D21-C51B-7B712E475EA2}"/>
              </a:ext>
            </a:extLst>
          </p:cNvPr>
          <p:cNvSpPr/>
          <p:nvPr/>
        </p:nvSpPr>
        <p:spPr>
          <a:xfrm>
            <a:off x="3636490" y="2921236"/>
            <a:ext cx="1188296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85" name="Rounded Rectangle 27">
            <a:extLst>
              <a:ext uri="{FF2B5EF4-FFF2-40B4-BE49-F238E27FC236}">
                <a16:creationId xmlns:a16="http://schemas.microsoft.com/office/drawing/2014/main" id="{22D98086-E2B7-7894-3406-33F938ADB5A7}"/>
              </a:ext>
            </a:extLst>
          </p:cNvPr>
          <p:cNvSpPr/>
          <p:nvPr/>
        </p:nvSpPr>
        <p:spPr>
          <a:xfrm>
            <a:off x="3627722" y="2771376"/>
            <a:ext cx="2007330" cy="189150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1) (26년형) 1단계 밴드형 공용 60매 </a:t>
            </a:r>
            <a:r>
              <a:rPr lang="ko-KR" altLang="ko-KR" sz="700" dirty="0" err="1">
                <a:solidFill>
                  <a:schemeClr val="tx1"/>
                </a:solidFill>
                <a:ea typeface="맑은 고딕"/>
              </a:rPr>
              <a:t>x</a:t>
            </a:r>
            <a:r>
              <a:rPr lang="ko-KR" altLang="ko-KR" sz="700" dirty="0">
                <a:solidFill>
                  <a:schemeClr val="tx1"/>
                </a:solidFill>
                <a:ea typeface="맑은 고딕"/>
              </a:rPr>
              <a:t> 9팩 NS61</a:t>
            </a:r>
            <a:endParaRPr lang="ko-KR" altLang="en-US" sz="7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9AAD2F69-7E64-DE5A-11B6-2673EBF2AFD3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8E0E360-C04D-135F-F43A-E3923A29AE7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41D97F9-B6EB-B39B-5844-9FCF1B5C2CD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39F0DAF2-7D50-4777-DFE0-F4855CFE5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068782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97536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ounded Rectangle 27">
            <a:extLst>
              <a:ext uri="{FF2B5EF4-FFF2-40B4-BE49-F238E27FC236}">
                <a16:creationId xmlns:a16="http://schemas.microsoft.com/office/drawing/2014/main" id="{6D1726B3-F60E-1974-A926-4D9FA7367954}"/>
              </a:ext>
            </a:extLst>
          </p:cNvPr>
          <p:cNvSpPr/>
          <p:nvPr/>
        </p:nvSpPr>
        <p:spPr>
          <a:xfrm>
            <a:off x="2624287" y="2067604"/>
            <a:ext cx="3021419" cy="26981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취소</a:t>
            </a:r>
            <a:r>
              <a:rPr lang="en-US" altLang="ko-KR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/</a:t>
            </a:r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반품완료 후 환불안내</a:t>
            </a:r>
            <a:endParaRPr lang="en-US" altLang="ko-KR" sz="6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카드사 취소 처리 진행에 따라 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3~4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일 소요될 수 있습니다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1E56F1A4-3A96-CFB6-8C6D-7EE540AFE9D7}"/>
              </a:ext>
            </a:extLst>
          </p:cNvPr>
          <p:cNvGrpSpPr/>
          <p:nvPr/>
        </p:nvGrpSpPr>
        <p:grpSpPr>
          <a:xfrm>
            <a:off x="2558466" y="395933"/>
            <a:ext cx="6314028" cy="1549530"/>
            <a:chOff x="4136423" y="4080130"/>
            <a:chExt cx="6314028" cy="1549530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DDE9219C-E113-44A6-2D54-5FD9A5135DE6}"/>
                </a:ext>
              </a:extLst>
            </p:cNvPr>
            <p:cNvSpPr/>
            <p:nvPr/>
          </p:nvSpPr>
          <p:spPr>
            <a:xfrm>
              <a:off x="4136423" y="4080130"/>
              <a:ext cx="6314028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3" name="Rounded Rectangle 27">
              <a:extLst>
                <a:ext uri="{FF2B5EF4-FFF2-40B4-BE49-F238E27FC236}">
                  <a16:creationId xmlns:a16="http://schemas.microsoft.com/office/drawing/2014/main" id="{AFC33B17-3E8A-2E04-7D1B-050742C20784}"/>
                </a:ext>
              </a:extLst>
            </p:cNvPr>
            <p:cNvSpPr/>
            <p:nvPr/>
          </p:nvSpPr>
          <p:spPr>
            <a:xfrm>
              <a:off x="4186876" y="4132864"/>
              <a:ext cx="2746523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필수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취소 및 결제 서비스 이용약관에 동의합니다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A4052E7-B6BF-40A5-758C-48804E3FFF0D}"/>
                </a:ext>
              </a:extLst>
            </p:cNvPr>
            <p:cNvSpPr txBox="1"/>
            <p:nvPr/>
          </p:nvSpPr>
          <p:spPr>
            <a:xfrm>
              <a:off x="10107819" y="4104328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A98174B4-E210-BBAF-011C-89AFBA2E7C65}"/>
                </a:ext>
              </a:extLst>
            </p:cNvPr>
            <p:cNvSpPr/>
            <p:nvPr/>
          </p:nvSpPr>
          <p:spPr>
            <a:xfrm>
              <a:off x="4208852" y="4424133"/>
              <a:ext cx="2095970" cy="120552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확인 및 상품별 결제 동의</a:t>
              </a:r>
            </a:p>
            <a:p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 대행 서비스에 대한 약관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전자금융거래이용약관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제공 및 위탁 동의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이용 및 제공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3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자 정보제공 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AA657278-7337-38E5-904C-B078105B84D8}"/>
                </a:ext>
              </a:extLst>
            </p:cNvPr>
            <p:cNvSpPr/>
            <p:nvPr/>
          </p:nvSpPr>
          <p:spPr>
            <a:xfrm>
              <a:off x="9787118" y="4424133"/>
              <a:ext cx="564442" cy="114992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ko-KR" altLang="en-US" sz="700" u="sng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8" name="Rounded Rectangle 35">
            <a:extLst>
              <a:ext uri="{FF2B5EF4-FFF2-40B4-BE49-F238E27FC236}">
                <a16:creationId xmlns:a16="http://schemas.microsoft.com/office/drawing/2014/main" id="{04DD6CBB-0E75-AD8D-3A96-C44AD089B5F5}"/>
              </a:ext>
            </a:extLst>
          </p:cNvPr>
          <p:cNvSpPr/>
          <p:nvPr/>
        </p:nvSpPr>
        <p:spPr>
          <a:xfrm>
            <a:off x="4138072" y="2688572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주문취소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7E1C343-333C-D411-46FB-EBB8D29811E1}"/>
              </a:ext>
            </a:extLst>
          </p:cNvPr>
          <p:cNvSpPr/>
          <p:nvPr/>
        </p:nvSpPr>
        <p:spPr>
          <a:xfrm>
            <a:off x="69715" y="651661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87246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BAA14-8482-CF6A-3D11-AD196AA13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80B853-1074-AE18-03DA-986AA1A7F2A1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주문취소요청 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E193F0E6-CB4E-183F-921B-54F339DD8641}"/>
              </a:ext>
            </a:extLst>
          </p:cNvPr>
          <p:cNvSpPr/>
          <p:nvPr/>
        </p:nvSpPr>
        <p:spPr>
          <a:xfrm>
            <a:off x="2578260" y="3480053"/>
            <a:ext cx="22465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취소요청사유 선택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21" name="Rounded Rectangle 35">
            <a:extLst>
              <a:ext uri="{FF2B5EF4-FFF2-40B4-BE49-F238E27FC236}">
                <a16:creationId xmlns:a16="http://schemas.microsoft.com/office/drawing/2014/main" id="{56BA7FDF-949D-FE80-DBDF-C2EF15765E13}"/>
              </a:ext>
            </a:extLst>
          </p:cNvPr>
          <p:cNvSpPr/>
          <p:nvPr/>
        </p:nvSpPr>
        <p:spPr>
          <a:xfrm>
            <a:off x="2578259" y="3790530"/>
            <a:ext cx="6607565" cy="47945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5824B0E0-A346-E383-B4EF-BC72FD0C76DA}"/>
              </a:ext>
            </a:extLst>
          </p:cNvPr>
          <p:cNvSpPr/>
          <p:nvPr/>
        </p:nvSpPr>
        <p:spPr>
          <a:xfrm>
            <a:off x="8045510" y="4016998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FE21B73-7FFB-E399-9377-0AF031219CA8}"/>
              </a:ext>
            </a:extLst>
          </p:cNvPr>
          <p:cNvGrpSpPr/>
          <p:nvPr/>
        </p:nvGrpSpPr>
        <p:grpSpPr>
          <a:xfrm>
            <a:off x="2518278" y="4356373"/>
            <a:ext cx="6675419" cy="1231443"/>
            <a:chOff x="2518278" y="4524076"/>
            <a:chExt cx="6675419" cy="123144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C5141D3-82F0-1020-FC48-3DD3999DD927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결제취소정보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34AF1B00-16BA-219D-4116-87D7E42C7A44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주문금액</a:t>
              </a: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98AECE83-C0AA-7EC4-6264-DD9A7CF95136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6" name="Rounded Rectangle 27">
              <a:extLst>
                <a:ext uri="{FF2B5EF4-FFF2-40B4-BE49-F238E27FC236}">
                  <a16:creationId xmlns:a16="http://schemas.microsoft.com/office/drawing/2014/main" id="{5D67160E-7B71-9149-76D9-73504DBA13C7}"/>
                </a:ext>
              </a:extLst>
            </p:cNvPr>
            <p:cNvSpPr/>
            <p:nvPr/>
          </p:nvSpPr>
          <p:spPr>
            <a:xfrm>
              <a:off x="2599177" y="5173668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27" name="Rounded Rectangle 27">
              <a:extLst>
                <a:ext uri="{FF2B5EF4-FFF2-40B4-BE49-F238E27FC236}">
                  <a16:creationId xmlns:a16="http://schemas.microsoft.com/office/drawing/2014/main" id="{169B3798-4D51-DEC4-A184-3A81C40D5793}"/>
                </a:ext>
              </a:extLst>
            </p:cNvPr>
            <p:cNvSpPr/>
            <p:nvPr/>
          </p:nvSpPr>
          <p:spPr>
            <a:xfrm>
              <a:off x="7727012" y="5165601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43657BB-DC85-2EFA-A064-2618BAC388AF}"/>
                </a:ext>
              </a:extLst>
            </p:cNvPr>
            <p:cNvCxnSpPr>
              <a:cxnSpLocks/>
            </p:cNvCxnSpPr>
            <p:nvPr/>
          </p:nvCxnSpPr>
          <p:spPr>
            <a:xfrm>
              <a:off x="2518278" y="5097710"/>
              <a:ext cx="6675419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ounded Rectangle 27">
              <a:extLst>
                <a:ext uri="{FF2B5EF4-FFF2-40B4-BE49-F238E27FC236}">
                  <a16:creationId xmlns:a16="http://schemas.microsoft.com/office/drawing/2014/main" id="{37DE1F2E-5B5E-124F-BA1C-624C93F151BE}"/>
                </a:ext>
              </a:extLst>
            </p:cNvPr>
            <p:cNvSpPr/>
            <p:nvPr/>
          </p:nvSpPr>
          <p:spPr>
            <a:xfrm>
              <a:off x="2599177" y="5381643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0" name="Rounded Rectangle 27">
              <a:extLst>
                <a:ext uri="{FF2B5EF4-FFF2-40B4-BE49-F238E27FC236}">
                  <a16:creationId xmlns:a16="http://schemas.microsoft.com/office/drawing/2014/main" id="{77F5D8AC-8F43-689F-5D09-AB96230A1C09}"/>
                </a:ext>
              </a:extLst>
            </p:cNvPr>
            <p:cNvSpPr/>
            <p:nvPr/>
          </p:nvSpPr>
          <p:spPr>
            <a:xfrm>
              <a:off x="7727012" y="5373576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F7E32DFA-DD97-B359-137B-0B30772EF5BE}"/>
                </a:ext>
              </a:extLst>
            </p:cNvPr>
            <p:cNvSpPr/>
            <p:nvPr/>
          </p:nvSpPr>
          <p:spPr>
            <a:xfrm>
              <a:off x="2581218" y="5582502"/>
              <a:ext cx="2427081" cy="173017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(BC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카드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9300-****-****-5637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C4BF143-72EA-7671-EE79-6209E1B99A7B}"/>
              </a:ext>
            </a:extLst>
          </p:cNvPr>
          <p:cNvGrpSpPr/>
          <p:nvPr/>
        </p:nvGrpSpPr>
        <p:grpSpPr>
          <a:xfrm>
            <a:off x="2560643" y="5782802"/>
            <a:ext cx="6633054" cy="301132"/>
            <a:chOff x="344153" y="5207113"/>
            <a:chExt cx="6633054" cy="301132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E30AA086-C73E-9E92-A0ED-06FA8049D5B9}"/>
                </a:ext>
              </a:extLst>
            </p:cNvPr>
            <p:cNvSpPr/>
            <p:nvPr/>
          </p:nvSpPr>
          <p:spPr>
            <a:xfrm>
              <a:off x="344153" y="5207113"/>
              <a:ext cx="6625181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904A9B01-C21D-40C5-6E5C-E08D66AD3544}"/>
                </a:ext>
              </a:extLst>
            </p:cNvPr>
            <p:cNvSpPr/>
            <p:nvPr/>
          </p:nvSpPr>
          <p:spPr>
            <a:xfrm>
              <a:off x="370702" y="5259847"/>
              <a:ext cx="2746523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필수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취소 및 결제 서비스 이용약관에 동의합니다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A1570DE-5E97-CC15-8B4A-A062C140CC71}"/>
                </a:ext>
              </a:extLst>
            </p:cNvPr>
            <p:cNvSpPr txBox="1"/>
            <p:nvPr/>
          </p:nvSpPr>
          <p:spPr>
            <a:xfrm>
              <a:off x="6664301" y="5231311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BEACEB08-C646-B75D-9962-A173FEB733DC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65" name="Rounded Rectangle 27">
            <a:extLst>
              <a:ext uri="{FF2B5EF4-FFF2-40B4-BE49-F238E27FC236}">
                <a16:creationId xmlns:a16="http://schemas.microsoft.com/office/drawing/2014/main" id="{2185179F-6A3E-E15C-9E3D-43492D0E3A54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2533DE-0754-0374-4835-05F17E6843E3}"/>
              </a:ext>
            </a:extLst>
          </p:cNvPr>
          <p:cNvSpPr txBox="1"/>
          <p:nvPr/>
        </p:nvSpPr>
        <p:spPr>
          <a:xfrm>
            <a:off x="4325162" y="1181007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주문취소요청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3256892F-5D37-7473-A820-9CCC7BB04509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F8D94433-8A82-8CE9-B0F0-7A28FFAA492D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8460DBC-4EBD-F975-0A02-3407D500D8C0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E9269148-8559-BC3E-7C2C-CB8B8C579653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71" name="Rounded Rectangle 17">
              <a:extLst>
                <a:ext uri="{FF2B5EF4-FFF2-40B4-BE49-F238E27FC236}">
                  <a16:creationId xmlns:a16="http://schemas.microsoft.com/office/drawing/2014/main" id="{1DD6F4B6-01F9-622B-35B6-4B64FCF03D7C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090907C2-E940-BB52-98CE-F726E9AFA0EC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4" name="Rounded Rectangle 27">
              <a:extLst>
                <a:ext uri="{FF2B5EF4-FFF2-40B4-BE49-F238E27FC236}">
                  <a16:creationId xmlns:a16="http://schemas.microsoft.com/office/drawing/2014/main" id="{B1391878-0984-1E21-CA85-F6F6710CDC93}"/>
                </a:ext>
              </a:extLst>
            </p:cNvPr>
            <p:cNvSpPr/>
            <p:nvPr/>
          </p:nvSpPr>
          <p:spPr>
            <a:xfrm>
              <a:off x="4800444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D2A338D-C982-6C2C-524C-6D6AA66E4CE1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6" name="Rounded Rectangle 27">
              <a:extLst>
                <a:ext uri="{FF2B5EF4-FFF2-40B4-BE49-F238E27FC236}">
                  <a16:creationId xmlns:a16="http://schemas.microsoft.com/office/drawing/2014/main" id="{C0ABD7F2-1139-3F61-19D1-5719BFB08E52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 err="1">
                  <a:solidFill>
                    <a:srgbClr val="234DD3"/>
                  </a:solidFill>
                  <a:ea typeface="맑은 고딕"/>
                </a:rPr>
                <a:t>상품준비중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77" name="Rounded Rectangle 27">
              <a:extLst>
                <a:ext uri="{FF2B5EF4-FFF2-40B4-BE49-F238E27FC236}">
                  <a16:creationId xmlns:a16="http://schemas.microsoft.com/office/drawing/2014/main" id="{BC1362B2-0959-D14E-209F-29C8D36D5C13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85" name="Rounded Rectangle 27">
              <a:extLst>
                <a:ext uri="{FF2B5EF4-FFF2-40B4-BE49-F238E27FC236}">
                  <a16:creationId xmlns:a16="http://schemas.microsoft.com/office/drawing/2014/main" id="{B122985A-E6E3-EA8A-E90F-CFEB97B68CE3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EBE9690-8882-4424-E9D7-9945FE8EE75A}"/>
              </a:ext>
            </a:extLst>
          </p:cNvPr>
          <p:cNvSpPr txBox="1"/>
          <p:nvPr/>
        </p:nvSpPr>
        <p:spPr>
          <a:xfrm>
            <a:off x="1302717" y="330494"/>
            <a:ext cx="26837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주문취소요청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F8937AB-BAD5-DC5F-3B17-09A33E421AC9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CH-U-MY-02-01-04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469F7D-C5B9-8310-B5DF-A8699E4DA9D2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6878CF-7C76-5BDB-86B0-72EF28DAF90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1ABA35F-48C2-5419-2676-66C4BA1B72FE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Group 59">
            <a:extLst>
              <a:ext uri="{FF2B5EF4-FFF2-40B4-BE49-F238E27FC236}">
                <a16:creationId xmlns:a16="http://schemas.microsoft.com/office/drawing/2014/main" id="{CDBDD987-1158-C88F-D1BA-885D21883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520316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2605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76622-A45F-C491-F119-3B92F7BF8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ounded Rectangle 27">
            <a:extLst>
              <a:ext uri="{FF2B5EF4-FFF2-40B4-BE49-F238E27FC236}">
                <a16:creationId xmlns:a16="http://schemas.microsoft.com/office/drawing/2014/main" id="{2430904A-4E8F-C62F-1958-61A0D85D7547}"/>
              </a:ext>
            </a:extLst>
          </p:cNvPr>
          <p:cNvSpPr/>
          <p:nvPr/>
        </p:nvSpPr>
        <p:spPr>
          <a:xfrm>
            <a:off x="2624287" y="2067604"/>
            <a:ext cx="3021419" cy="269814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취소</a:t>
            </a:r>
            <a:r>
              <a:rPr lang="en-US" altLang="ko-KR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/</a:t>
            </a:r>
            <a:r>
              <a:rPr lang="ko-KR" altLang="en-US" sz="6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반품완료 후 환불안내</a:t>
            </a:r>
            <a:endParaRPr lang="en-US" altLang="ko-KR" sz="6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카드사 취소 처리 진행에 따라 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3~4</a:t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일 소요될 수 있습니다</a:t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811BD631-16C3-6C44-0B7D-88E13F97AB11}"/>
              </a:ext>
            </a:extLst>
          </p:cNvPr>
          <p:cNvGrpSpPr/>
          <p:nvPr/>
        </p:nvGrpSpPr>
        <p:grpSpPr>
          <a:xfrm>
            <a:off x="2558466" y="395933"/>
            <a:ext cx="6314028" cy="1549530"/>
            <a:chOff x="4136423" y="4080130"/>
            <a:chExt cx="6314028" cy="1549530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158A325C-199B-92AD-8D2A-6605795F49FE}"/>
                </a:ext>
              </a:extLst>
            </p:cNvPr>
            <p:cNvSpPr/>
            <p:nvPr/>
          </p:nvSpPr>
          <p:spPr>
            <a:xfrm>
              <a:off x="4136423" y="4080130"/>
              <a:ext cx="6314028" cy="3011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3" name="Rounded Rectangle 27">
              <a:extLst>
                <a:ext uri="{FF2B5EF4-FFF2-40B4-BE49-F238E27FC236}">
                  <a16:creationId xmlns:a16="http://schemas.microsoft.com/office/drawing/2014/main" id="{5DF9F04E-5743-B15F-00DA-DC99446ED7A3}"/>
                </a:ext>
              </a:extLst>
            </p:cNvPr>
            <p:cNvSpPr/>
            <p:nvPr/>
          </p:nvSpPr>
          <p:spPr>
            <a:xfrm>
              <a:off x="4186876" y="4132864"/>
              <a:ext cx="2746523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□ 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필수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취소 및 결제 서비스 이용약관에 동의합니다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1FCB26C-F804-7B84-C59F-D5E93CE2E4BD}"/>
                </a:ext>
              </a:extLst>
            </p:cNvPr>
            <p:cNvSpPr txBox="1"/>
            <p:nvPr/>
          </p:nvSpPr>
          <p:spPr>
            <a:xfrm>
              <a:off x="10107819" y="4104328"/>
              <a:ext cx="3129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0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FACC8324-6384-D2DB-51F1-0734286CACFB}"/>
                </a:ext>
              </a:extLst>
            </p:cNvPr>
            <p:cNvSpPr/>
            <p:nvPr/>
          </p:nvSpPr>
          <p:spPr>
            <a:xfrm>
              <a:off x="4208852" y="4424133"/>
              <a:ext cx="2095970" cy="1205527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주문내역 확인 및 상품별 결제 동의</a:t>
              </a:r>
            </a:p>
            <a:p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결제 대행 서비스에 대한 약관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전자금융거래이용약관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제공 및 위탁 동의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endPara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r>
                <a:rPr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이용 및 제공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수집 및 이용 동의</a:t>
              </a:r>
            </a:p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개인정보 제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3</a:t>
              </a:r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자 정보제공 동의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F64C3824-7FEC-64BF-C3B3-E68C2007F11B}"/>
                </a:ext>
              </a:extLst>
            </p:cNvPr>
            <p:cNvSpPr/>
            <p:nvPr/>
          </p:nvSpPr>
          <p:spPr>
            <a:xfrm>
              <a:off x="9787118" y="4424133"/>
              <a:ext cx="564442" cy="114992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en-US" altLang="ko-KR" sz="7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맑은 고딕"/>
              </a:endParaRPr>
            </a:p>
            <a:p>
              <a:pPr algn="r"/>
              <a:r>
                <a:rPr lang="ko-KR" altLang="en-US" sz="700" u="sng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맑은 고딕"/>
                </a:rPr>
                <a:t>보기</a:t>
              </a:r>
              <a:endParaRPr lang="ko-KR" altLang="en-US" sz="700" u="sng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8" name="Rounded Rectangle 35">
            <a:extLst>
              <a:ext uri="{FF2B5EF4-FFF2-40B4-BE49-F238E27FC236}">
                <a16:creationId xmlns:a16="http://schemas.microsoft.com/office/drawing/2014/main" id="{0595E5E3-85A1-6869-DF0B-22398E5CA473}"/>
              </a:ext>
            </a:extLst>
          </p:cNvPr>
          <p:cNvSpPr/>
          <p:nvPr/>
        </p:nvSpPr>
        <p:spPr>
          <a:xfrm>
            <a:off x="4138072" y="2688572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주문취소요청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889512-45EA-6DA2-95E0-754063CD8C60}"/>
              </a:ext>
            </a:extLst>
          </p:cNvPr>
          <p:cNvSpPr/>
          <p:nvPr/>
        </p:nvSpPr>
        <p:spPr>
          <a:xfrm>
            <a:off x="69715" y="651661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98527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직사각형 84">
            <a:extLst>
              <a:ext uri="{FF2B5EF4-FFF2-40B4-BE49-F238E27FC236}">
                <a16:creationId xmlns:a16="http://schemas.microsoft.com/office/drawing/2014/main" id="{8B745E2E-E402-0384-5927-9F267E4B5A3F}"/>
              </a:ext>
            </a:extLst>
          </p:cNvPr>
          <p:cNvSpPr/>
          <p:nvPr/>
        </p:nvSpPr>
        <p:spPr>
          <a:xfrm>
            <a:off x="2594095" y="2164072"/>
            <a:ext cx="6615437" cy="237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787192-C78A-E38C-656A-35EFB7BCCCC5}"/>
              </a:ext>
            </a:extLst>
          </p:cNvPr>
          <p:cNvSpPr txBox="1"/>
          <p:nvPr/>
        </p:nvSpPr>
        <p:spPr>
          <a:xfrm>
            <a:off x="1307907" y="78285"/>
            <a:ext cx="10278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요청 화면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통합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C55929-1C35-AA5C-8B82-C14C4213A172}"/>
              </a:ext>
            </a:extLst>
          </p:cNvPr>
          <p:cNvSpPr txBox="1"/>
          <p:nvPr/>
        </p:nvSpPr>
        <p:spPr>
          <a:xfrm>
            <a:off x="1302717" y="330494"/>
            <a:ext cx="27318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요청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3C7DA9-043F-4757-01DF-AB35E713828E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CH-U-MY-02-01-10</a:t>
            </a:r>
            <a:endParaRPr lang="ko-KR" altLang="en-US" sz="1000" dirty="0"/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EAC529C1-905F-7744-0A81-C26E040D7484}"/>
              </a:ext>
            </a:extLst>
          </p:cNvPr>
          <p:cNvGrpSpPr/>
          <p:nvPr/>
        </p:nvGrpSpPr>
        <p:grpSpPr>
          <a:xfrm>
            <a:off x="4320729" y="1836093"/>
            <a:ext cx="3142476" cy="256384"/>
            <a:chOff x="258975" y="1064288"/>
            <a:chExt cx="3099344" cy="219456"/>
          </a:xfrm>
        </p:grpSpPr>
        <p:sp>
          <p:nvSpPr>
            <p:cNvPr id="65" name="Rounded Rectangle 35">
              <a:extLst>
                <a:ext uri="{FF2B5EF4-FFF2-40B4-BE49-F238E27FC236}">
                  <a16:creationId xmlns:a16="http://schemas.microsoft.com/office/drawing/2014/main" id="{0A75090B-6744-5E5B-87FB-E4E3059ED94B}"/>
                </a:ext>
              </a:extLst>
            </p:cNvPr>
            <p:cNvSpPr/>
            <p:nvPr/>
          </p:nvSpPr>
          <p:spPr>
            <a:xfrm>
              <a:off x="1523144" y="1064288"/>
              <a:ext cx="183517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반품요청</a:t>
              </a:r>
            </a:p>
          </p:txBody>
        </p:sp>
        <p:sp>
          <p:nvSpPr>
            <p:cNvPr id="66" name="Rounded Rectangle 35">
              <a:extLst>
                <a:ext uri="{FF2B5EF4-FFF2-40B4-BE49-F238E27FC236}">
                  <a16:creationId xmlns:a16="http://schemas.microsoft.com/office/drawing/2014/main" id="{FD591174-622F-5F2D-81E5-F57FEDBB45E7}"/>
                </a:ext>
              </a:extLst>
            </p:cNvPr>
            <p:cNvSpPr/>
            <p:nvPr/>
          </p:nvSpPr>
          <p:spPr>
            <a:xfrm>
              <a:off x="258975" y="1064288"/>
              <a:ext cx="1619267" cy="2194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ea typeface="맑은 고딕"/>
                </a:rPr>
                <a:t>교환요청</a:t>
              </a:r>
            </a:p>
          </p:txBody>
        </p:sp>
      </p:grpSp>
      <p:sp>
        <p:nvSpPr>
          <p:cNvPr id="72" name="Rounded Rectangle 35">
            <a:extLst>
              <a:ext uri="{FF2B5EF4-FFF2-40B4-BE49-F238E27FC236}">
                <a16:creationId xmlns:a16="http://schemas.microsoft.com/office/drawing/2014/main" id="{171C1BF7-8050-2545-3321-A002C067F2D4}"/>
              </a:ext>
            </a:extLst>
          </p:cNvPr>
          <p:cNvSpPr/>
          <p:nvPr/>
        </p:nvSpPr>
        <p:spPr>
          <a:xfrm>
            <a:off x="3154106" y="3999551"/>
            <a:ext cx="100005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  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73" name="Rounded Rectangle 27">
            <a:extLst>
              <a:ext uri="{FF2B5EF4-FFF2-40B4-BE49-F238E27FC236}">
                <a16:creationId xmlns:a16="http://schemas.microsoft.com/office/drawing/2014/main" id="{1C31BB9E-9135-D631-0A56-F4237FAD43D8}"/>
              </a:ext>
            </a:extLst>
          </p:cNvPr>
          <p:cNvSpPr/>
          <p:nvPr/>
        </p:nvSpPr>
        <p:spPr>
          <a:xfrm>
            <a:off x="2577850" y="4006176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74" name="Rounded Rectangle 27">
            <a:extLst>
              <a:ext uri="{FF2B5EF4-FFF2-40B4-BE49-F238E27FC236}">
                <a16:creationId xmlns:a16="http://schemas.microsoft.com/office/drawing/2014/main" id="{09A85C14-FF5E-B315-81F8-D743B866D611}"/>
              </a:ext>
            </a:extLst>
          </p:cNvPr>
          <p:cNvSpPr/>
          <p:nvPr/>
        </p:nvSpPr>
        <p:spPr>
          <a:xfrm>
            <a:off x="4833161" y="2179931"/>
            <a:ext cx="2183586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교환은 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동일한 상품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으로만 가능합니다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B53E50D-E3C1-541C-4AED-EF795DF485E3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7C3F87F-6273-8143-3398-ACE5818B4CAE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15B4A0B-390C-C2C5-0B81-251EDA7B2E48}"/>
              </a:ext>
            </a:extLst>
          </p:cNvPr>
          <p:cNvSpPr txBox="1"/>
          <p:nvPr/>
        </p:nvSpPr>
        <p:spPr>
          <a:xfrm>
            <a:off x="4284285" y="1181007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</a:t>
            </a:r>
            <a:r>
              <a:rPr lang="en-US" altLang="ko-KR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반품요청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CA7854C7-ABC7-B728-C074-5A571C46485C}"/>
              </a:ext>
            </a:extLst>
          </p:cNvPr>
          <p:cNvGrpSpPr/>
          <p:nvPr/>
        </p:nvGrpSpPr>
        <p:grpSpPr>
          <a:xfrm>
            <a:off x="379459" y="1836093"/>
            <a:ext cx="1497616" cy="1656184"/>
            <a:chOff x="379459" y="1836093"/>
            <a:chExt cx="1497616" cy="1656184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C2E0CA10-1020-0F44-67DF-093156F6D537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755833B-B65B-6A57-D893-E6B5C98C27AC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74978F09-FA7E-2064-AE8D-E4CB9709D5C3}"/>
              </a:ext>
            </a:extLst>
          </p:cNvPr>
          <p:cNvGrpSpPr/>
          <p:nvPr/>
        </p:nvGrpSpPr>
        <p:grpSpPr>
          <a:xfrm>
            <a:off x="2594095" y="2731546"/>
            <a:ext cx="6615438" cy="1164222"/>
            <a:chOff x="2594095" y="2194051"/>
            <a:chExt cx="6615438" cy="1164222"/>
          </a:xfrm>
        </p:grpSpPr>
        <p:sp>
          <p:nvSpPr>
            <p:cNvPr id="87" name="Rounded Rectangle 17">
              <a:extLst>
                <a:ext uri="{FF2B5EF4-FFF2-40B4-BE49-F238E27FC236}">
                  <a16:creationId xmlns:a16="http://schemas.microsoft.com/office/drawing/2014/main" id="{9924B9F8-313B-4110-F9F4-0890179DBE50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71BB3EFD-60D4-ABE7-24C8-745D680040DA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9" name="Rounded Rectangle 27">
              <a:extLst>
                <a:ext uri="{FF2B5EF4-FFF2-40B4-BE49-F238E27FC236}">
                  <a16:creationId xmlns:a16="http://schemas.microsoft.com/office/drawing/2014/main" id="{6432C8F4-54A9-43C5-435E-8BF5A58724AD}"/>
                </a:ext>
              </a:extLst>
            </p:cNvPr>
            <p:cNvSpPr/>
            <p:nvPr/>
          </p:nvSpPr>
          <p:spPr>
            <a:xfrm>
              <a:off x="4796464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1120908-9F26-5010-68DB-C267F2588561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1" name="Rounded Rectangle 27">
              <a:extLst>
                <a:ext uri="{FF2B5EF4-FFF2-40B4-BE49-F238E27FC236}">
                  <a16:creationId xmlns:a16="http://schemas.microsoft.com/office/drawing/2014/main" id="{550950AC-914F-5F1E-692F-B2CD39716BE7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배송완료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5DED2DAD-C404-A43B-B93A-AC451767E6CA}"/>
                </a:ext>
              </a:extLst>
            </p:cNvPr>
            <p:cNvSpPr/>
            <p:nvPr/>
          </p:nvSpPr>
          <p:spPr>
            <a:xfrm>
              <a:off x="3636490" y="2921236"/>
              <a:ext cx="1332311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3" name="Rounded Rectangle 27">
              <a:extLst>
                <a:ext uri="{FF2B5EF4-FFF2-40B4-BE49-F238E27FC236}">
                  <a16:creationId xmlns:a16="http://schemas.microsoft.com/office/drawing/2014/main" id="{64B48737-D9AB-FD64-1370-6C1522783ACE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C7026E39-143E-2990-E01E-45CA9182530B}"/>
              </a:ext>
            </a:extLst>
          </p:cNvPr>
          <p:cNvSpPr txBox="1"/>
          <p:nvPr/>
        </p:nvSpPr>
        <p:spPr>
          <a:xfrm>
            <a:off x="2540457" y="2422147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97" name="Rounded Rectangle 27">
            <a:extLst>
              <a:ext uri="{FF2B5EF4-FFF2-40B4-BE49-F238E27FC236}">
                <a16:creationId xmlns:a16="http://schemas.microsoft.com/office/drawing/2014/main" id="{FF988657-1786-2D76-7177-381100ACE7E9}"/>
              </a:ext>
            </a:extLst>
          </p:cNvPr>
          <p:cNvSpPr/>
          <p:nvPr/>
        </p:nvSpPr>
        <p:spPr>
          <a:xfrm>
            <a:off x="8167133" y="2452635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99" name="Rounded Rectangle 35">
            <a:extLst>
              <a:ext uri="{FF2B5EF4-FFF2-40B4-BE49-F238E27FC236}">
                <a16:creationId xmlns:a16="http://schemas.microsoft.com/office/drawing/2014/main" id="{99D0553E-60FA-5AA6-EC89-E0790A4F0EFC}"/>
              </a:ext>
            </a:extLst>
          </p:cNvPr>
          <p:cNvSpPr/>
          <p:nvPr/>
        </p:nvSpPr>
        <p:spPr>
          <a:xfrm>
            <a:off x="4303956" y="3996333"/>
            <a:ext cx="22465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교환사유 선택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01" name="Rounded Rectangle 35">
            <a:extLst>
              <a:ext uri="{FF2B5EF4-FFF2-40B4-BE49-F238E27FC236}">
                <a16:creationId xmlns:a16="http://schemas.microsoft.com/office/drawing/2014/main" id="{8032736D-8E9F-85F7-8730-CF286D30A1D4}"/>
              </a:ext>
            </a:extLst>
          </p:cNvPr>
          <p:cNvSpPr/>
          <p:nvPr/>
        </p:nvSpPr>
        <p:spPr>
          <a:xfrm>
            <a:off x="2578259" y="4306810"/>
            <a:ext cx="6607565" cy="47945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103" name="Rounded Rectangle 27">
            <a:extLst>
              <a:ext uri="{FF2B5EF4-FFF2-40B4-BE49-F238E27FC236}">
                <a16:creationId xmlns:a16="http://schemas.microsoft.com/office/drawing/2014/main" id="{4E92160E-CFD5-3810-FB77-9569129A6B41}"/>
              </a:ext>
            </a:extLst>
          </p:cNvPr>
          <p:cNvSpPr/>
          <p:nvPr/>
        </p:nvSpPr>
        <p:spPr>
          <a:xfrm>
            <a:off x="8045510" y="4533278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1B8BEA3-4C62-138A-82E1-EE82D528F424}"/>
              </a:ext>
            </a:extLst>
          </p:cNvPr>
          <p:cNvSpPr txBox="1"/>
          <p:nvPr/>
        </p:nvSpPr>
        <p:spPr>
          <a:xfrm>
            <a:off x="2614705" y="4893678"/>
            <a:ext cx="1293575" cy="1926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교환배송정보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56541801-C41F-F30B-9D7C-D71896DD86A9}"/>
              </a:ext>
            </a:extLst>
          </p:cNvPr>
          <p:cNvGrpSpPr/>
          <p:nvPr/>
        </p:nvGrpSpPr>
        <p:grpSpPr>
          <a:xfrm>
            <a:off x="2596769" y="5208934"/>
            <a:ext cx="6607565" cy="777792"/>
            <a:chOff x="1435284" y="3266137"/>
            <a:chExt cx="6607565" cy="777792"/>
          </a:xfrm>
        </p:grpSpPr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37413714-603E-C216-BABB-B3EBDC8104AC}"/>
                </a:ext>
              </a:extLst>
            </p:cNvPr>
            <p:cNvSpPr/>
            <p:nvPr/>
          </p:nvSpPr>
          <p:spPr>
            <a:xfrm>
              <a:off x="1435284" y="3266137"/>
              <a:ext cx="6607565" cy="7777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7" name="Rounded Rectangle 27">
              <a:extLst>
                <a:ext uri="{FF2B5EF4-FFF2-40B4-BE49-F238E27FC236}">
                  <a16:creationId xmlns:a16="http://schemas.microsoft.com/office/drawing/2014/main" id="{EC394EFF-1ED5-5130-54FE-F86861C6C72E}"/>
                </a:ext>
              </a:extLst>
            </p:cNvPr>
            <p:cNvSpPr/>
            <p:nvPr/>
          </p:nvSpPr>
          <p:spPr>
            <a:xfrm>
              <a:off x="1517256" y="3328504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08" name="Rounded Rectangle 27">
              <a:extLst>
                <a:ext uri="{FF2B5EF4-FFF2-40B4-BE49-F238E27FC236}">
                  <a16:creationId xmlns:a16="http://schemas.microsoft.com/office/drawing/2014/main" id="{D2F912A5-6440-9441-30EA-F90A593BA51B}"/>
                </a:ext>
              </a:extLst>
            </p:cNvPr>
            <p:cNvSpPr/>
            <p:nvPr/>
          </p:nvSpPr>
          <p:spPr>
            <a:xfrm>
              <a:off x="2048427" y="3330298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09" name="Rounded Rectangle 27">
              <a:extLst>
                <a:ext uri="{FF2B5EF4-FFF2-40B4-BE49-F238E27FC236}">
                  <a16:creationId xmlns:a16="http://schemas.microsoft.com/office/drawing/2014/main" id="{B4BE1D3B-1CE5-3DB4-B64E-CD7CF1F75F7A}"/>
                </a:ext>
              </a:extLst>
            </p:cNvPr>
            <p:cNvSpPr/>
            <p:nvPr/>
          </p:nvSpPr>
          <p:spPr>
            <a:xfrm>
              <a:off x="1517255" y="350583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10" name="Rounded Rectangle 27">
              <a:extLst>
                <a:ext uri="{FF2B5EF4-FFF2-40B4-BE49-F238E27FC236}">
                  <a16:creationId xmlns:a16="http://schemas.microsoft.com/office/drawing/2014/main" id="{B1367E5D-412E-35B2-032B-8BC962EE0B4D}"/>
                </a:ext>
              </a:extLst>
            </p:cNvPr>
            <p:cNvSpPr/>
            <p:nvPr/>
          </p:nvSpPr>
          <p:spPr>
            <a:xfrm>
              <a:off x="1512986" y="374401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11" name="Rounded Rectangle 35">
            <a:extLst>
              <a:ext uri="{FF2B5EF4-FFF2-40B4-BE49-F238E27FC236}">
                <a16:creationId xmlns:a16="http://schemas.microsoft.com/office/drawing/2014/main" id="{0F895180-9F5B-594D-4E63-3C98F1637B88}"/>
              </a:ext>
            </a:extLst>
          </p:cNvPr>
          <p:cNvSpPr/>
          <p:nvPr/>
        </p:nvSpPr>
        <p:spPr>
          <a:xfrm>
            <a:off x="7777113" y="5648721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변경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F9BF3CB2-7825-A43F-C504-CB5EA10E4DF3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0EE26D99-5D97-38BC-4F83-938C1EC40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62650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72488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A2A35-266A-B203-603C-651FE3B5C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35">
            <a:extLst>
              <a:ext uri="{FF2B5EF4-FFF2-40B4-BE49-F238E27FC236}">
                <a16:creationId xmlns:a16="http://schemas.microsoft.com/office/drawing/2014/main" id="{D17A8F8B-6427-A77F-F34C-53BB6533FBF2}"/>
              </a:ext>
            </a:extLst>
          </p:cNvPr>
          <p:cNvSpPr/>
          <p:nvPr/>
        </p:nvSpPr>
        <p:spPr>
          <a:xfrm>
            <a:off x="4138072" y="1806478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ysClr val="windowText" lastClr="000000"/>
                </a:solidFill>
                <a:ea typeface="맑은 고딕"/>
              </a:rPr>
              <a:t>교환요청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F17A5E0-51D6-2EB8-2718-9A5350E4CC1A}"/>
              </a:ext>
            </a:extLst>
          </p:cNvPr>
          <p:cNvSpPr/>
          <p:nvPr/>
        </p:nvSpPr>
        <p:spPr>
          <a:xfrm>
            <a:off x="69715" y="651661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A8E403-56A5-C4A7-3DF8-0D88F6747D76}"/>
              </a:ext>
            </a:extLst>
          </p:cNvPr>
          <p:cNvSpPr txBox="1"/>
          <p:nvPr/>
        </p:nvSpPr>
        <p:spPr>
          <a:xfrm>
            <a:off x="2614705" y="348194"/>
            <a:ext cx="1293575" cy="1926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4016E4E-A2D7-AF19-7423-3DC84B57DCC1}"/>
              </a:ext>
            </a:extLst>
          </p:cNvPr>
          <p:cNvGrpSpPr/>
          <p:nvPr/>
        </p:nvGrpSpPr>
        <p:grpSpPr>
          <a:xfrm>
            <a:off x="2596769" y="663449"/>
            <a:ext cx="6607565" cy="884611"/>
            <a:chOff x="1435284" y="3266136"/>
            <a:chExt cx="6607565" cy="884611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B1A13AD-5B76-24F4-1964-3CB4AC98FF64}"/>
                </a:ext>
              </a:extLst>
            </p:cNvPr>
            <p:cNvSpPr/>
            <p:nvPr/>
          </p:nvSpPr>
          <p:spPr>
            <a:xfrm>
              <a:off x="1435284" y="3266136"/>
              <a:ext cx="6607565" cy="8846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" name="Rounded Rectangle 27">
              <a:extLst>
                <a:ext uri="{FF2B5EF4-FFF2-40B4-BE49-F238E27FC236}">
                  <a16:creationId xmlns:a16="http://schemas.microsoft.com/office/drawing/2014/main" id="{D0731D84-786C-9054-F600-458339DBB5B6}"/>
                </a:ext>
              </a:extLst>
            </p:cNvPr>
            <p:cNvSpPr/>
            <p:nvPr/>
          </p:nvSpPr>
          <p:spPr>
            <a:xfrm>
              <a:off x="1517256" y="3328504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7" name="Rounded Rectangle 27">
              <a:extLst>
                <a:ext uri="{FF2B5EF4-FFF2-40B4-BE49-F238E27FC236}">
                  <a16:creationId xmlns:a16="http://schemas.microsoft.com/office/drawing/2014/main" id="{E47169E9-8185-F08F-7525-C437D928A015}"/>
                </a:ext>
              </a:extLst>
            </p:cNvPr>
            <p:cNvSpPr/>
            <p:nvPr/>
          </p:nvSpPr>
          <p:spPr>
            <a:xfrm>
              <a:off x="2048427" y="3330298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" name="Rounded Rectangle 27">
              <a:extLst>
                <a:ext uri="{FF2B5EF4-FFF2-40B4-BE49-F238E27FC236}">
                  <a16:creationId xmlns:a16="http://schemas.microsoft.com/office/drawing/2014/main" id="{AE80D4EC-7248-6C73-BB8A-4B122B9A3C9F}"/>
                </a:ext>
              </a:extLst>
            </p:cNvPr>
            <p:cNvSpPr/>
            <p:nvPr/>
          </p:nvSpPr>
          <p:spPr>
            <a:xfrm>
              <a:off x="1517255" y="350583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0" name="Rounded Rectangle 27">
              <a:extLst>
                <a:ext uri="{FF2B5EF4-FFF2-40B4-BE49-F238E27FC236}">
                  <a16:creationId xmlns:a16="http://schemas.microsoft.com/office/drawing/2014/main" id="{29F91DF4-C813-BE04-C3CD-C1BA2806F379}"/>
                </a:ext>
              </a:extLst>
            </p:cNvPr>
            <p:cNvSpPr/>
            <p:nvPr/>
          </p:nvSpPr>
          <p:spPr>
            <a:xfrm>
              <a:off x="1512986" y="374401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69E6BC48-DFE7-B78F-B0B3-A5E4925F8BFE}"/>
              </a:ext>
            </a:extLst>
          </p:cNvPr>
          <p:cNvSpPr/>
          <p:nvPr/>
        </p:nvSpPr>
        <p:spPr>
          <a:xfrm>
            <a:off x="7777113" y="1194773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변경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3ED3045-A04A-9B95-F171-3CE4434A8DAA}"/>
              </a:ext>
            </a:extLst>
          </p:cNvPr>
          <p:cNvGrpSpPr/>
          <p:nvPr/>
        </p:nvGrpSpPr>
        <p:grpSpPr>
          <a:xfrm>
            <a:off x="2684280" y="1162819"/>
            <a:ext cx="2448000" cy="318788"/>
            <a:chOff x="3758642" y="5750505"/>
            <a:chExt cx="2448000" cy="318788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3FB193A-C30B-611D-CC53-943EA9D61A01}"/>
                </a:ext>
              </a:extLst>
            </p:cNvPr>
            <p:cNvSpPr/>
            <p:nvPr/>
          </p:nvSpPr>
          <p:spPr>
            <a:xfrm>
              <a:off x="3758642" y="5750505"/>
              <a:ext cx="2448000" cy="3187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" name="Rounded Rectangle 27">
              <a:extLst>
                <a:ext uri="{FF2B5EF4-FFF2-40B4-BE49-F238E27FC236}">
                  <a16:creationId xmlns:a16="http://schemas.microsoft.com/office/drawing/2014/main" id="{291B3CB2-8E6A-844D-60BF-DAE9A13466DD}"/>
                </a:ext>
              </a:extLst>
            </p:cNvPr>
            <p:cNvSpPr/>
            <p:nvPr/>
          </p:nvSpPr>
          <p:spPr>
            <a:xfrm>
              <a:off x="3838215" y="5812765"/>
              <a:ext cx="230757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요청사항을 선택해주세요                                  </a:t>
              </a:r>
              <a:r>
                <a:rPr lang="ko-KR" altLang="en-US" sz="7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8329DF90-14F3-B031-F587-F352F05F51DB}"/>
              </a:ext>
            </a:extLst>
          </p:cNvPr>
          <p:cNvSpPr/>
          <p:nvPr/>
        </p:nvSpPr>
        <p:spPr>
          <a:xfrm>
            <a:off x="3341830" y="348194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</p:spTree>
    <p:extLst>
      <p:ext uri="{BB962C8B-B14F-4D97-AF65-F5344CB8AC3E}">
        <p14:creationId xmlns:p14="http://schemas.microsoft.com/office/powerpoint/2010/main" val="3184218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E7E25-C2FD-E0AD-73BA-EEC567A2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직사각형 84">
            <a:extLst>
              <a:ext uri="{FF2B5EF4-FFF2-40B4-BE49-F238E27FC236}">
                <a16:creationId xmlns:a16="http://schemas.microsoft.com/office/drawing/2014/main" id="{CDC68A33-FAE3-CAEC-FCA3-28B7631EF3BD}"/>
              </a:ext>
            </a:extLst>
          </p:cNvPr>
          <p:cNvSpPr/>
          <p:nvPr/>
        </p:nvSpPr>
        <p:spPr>
          <a:xfrm>
            <a:off x="2594095" y="2164072"/>
            <a:ext cx="6615437" cy="237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03706A-BE0F-A4E0-23DB-908419740EA1}"/>
              </a:ext>
            </a:extLst>
          </p:cNvPr>
          <p:cNvSpPr txBox="1"/>
          <p:nvPr/>
        </p:nvSpPr>
        <p:spPr>
          <a:xfrm>
            <a:off x="1307907" y="78285"/>
            <a:ext cx="10278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반품 요청 화면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통합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7ABF4B-E2E3-F67E-B9D5-B9CDA7A8B9EF}"/>
              </a:ext>
            </a:extLst>
          </p:cNvPr>
          <p:cNvSpPr txBox="1"/>
          <p:nvPr/>
        </p:nvSpPr>
        <p:spPr>
          <a:xfrm>
            <a:off x="1302717" y="330494"/>
            <a:ext cx="27318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조회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요청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79C1FE-65FD-E535-BDDF-2D62702CD623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CH-U-MY-02-01-11</a:t>
            </a:r>
            <a:endParaRPr lang="ko-KR" altLang="en-US" sz="1000" dirty="0"/>
          </a:p>
        </p:txBody>
      </p:sp>
      <p:sp>
        <p:nvSpPr>
          <p:cNvPr id="74" name="Rounded Rectangle 27">
            <a:extLst>
              <a:ext uri="{FF2B5EF4-FFF2-40B4-BE49-F238E27FC236}">
                <a16:creationId xmlns:a16="http://schemas.microsoft.com/office/drawing/2014/main" id="{9E389001-44C8-EDDA-A232-C496D78FC0F2}"/>
              </a:ext>
            </a:extLst>
          </p:cNvPr>
          <p:cNvSpPr/>
          <p:nvPr/>
        </p:nvSpPr>
        <p:spPr>
          <a:xfrm>
            <a:off x="4833161" y="2179931"/>
            <a:ext cx="2183586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반품은 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일괄 취소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로만 신청 가능합니다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.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C0C137E-7AFF-5002-5C90-A0250CD13AB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1AEE213-E8EF-0C57-1BAD-8F8BFE8AB5DD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798F8DE-F2EE-0034-7381-2F9A703773E5}"/>
              </a:ext>
            </a:extLst>
          </p:cNvPr>
          <p:cNvSpPr txBox="1"/>
          <p:nvPr/>
        </p:nvSpPr>
        <p:spPr>
          <a:xfrm>
            <a:off x="4284285" y="1181007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</a:t>
            </a:r>
            <a:r>
              <a:rPr lang="en-US" altLang="ko-KR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반품요청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80EB4EE6-3089-72A4-D2DD-09F4281DB179}"/>
              </a:ext>
            </a:extLst>
          </p:cNvPr>
          <p:cNvGrpSpPr/>
          <p:nvPr/>
        </p:nvGrpSpPr>
        <p:grpSpPr>
          <a:xfrm>
            <a:off x="379459" y="1836093"/>
            <a:ext cx="1497616" cy="1656184"/>
            <a:chOff x="379459" y="1836093"/>
            <a:chExt cx="1497616" cy="1656184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9BA506C8-8994-41D8-4996-522181BA2D98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382C365-A32C-E7ED-E9BB-EDFA8C9B5567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85906152-245E-FFC4-C9C0-F13D4CFBA775}"/>
              </a:ext>
            </a:extLst>
          </p:cNvPr>
          <p:cNvGrpSpPr/>
          <p:nvPr/>
        </p:nvGrpSpPr>
        <p:grpSpPr>
          <a:xfrm>
            <a:off x="2594095" y="2731546"/>
            <a:ext cx="6615438" cy="1164222"/>
            <a:chOff x="2594095" y="2194051"/>
            <a:chExt cx="6615438" cy="1164222"/>
          </a:xfrm>
        </p:grpSpPr>
        <p:sp>
          <p:nvSpPr>
            <p:cNvPr id="87" name="Rounded Rectangle 17">
              <a:extLst>
                <a:ext uri="{FF2B5EF4-FFF2-40B4-BE49-F238E27FC236}">
                  <a16:creationId xmlns:a16="http://schemas.microsoft.com/office/drawing/2014/main" id="{1B64EF47-DB4D-3F41-E774-5F8BC116808E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7377084F-47EC-A657-7C67-C2C9B10F6672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9" name="Rounded Rectangle 27">
              <a:extLst>
                <a:ext uri="{FF2B5EF4-FFF2-40B4-BE49-F238E27FC236}">
                  <a16:creationId xmlns:a16="http://schemas.microsoft.com/office/drawing/2014/main" id="{F6CA67F6-7FE9-A0BC-393F-05C134B58D32}"/>
                </a:ext>
              </a:extLst>
            </p:cNvPr>
            <p:cNvSpPr/>
            <p:nvPr/>
          </p:nvSpPr>
          <p:spPr>
            <a:xfrm>
              <a:off x="4764960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D572E25-725D-8F9F-3E24-825CB1DBAFB8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1" name="Rounded Rectangle 27">
              <a:extLst>
                <a:ext uri="{FF2B5EF4-FFF2-40B4-BE49-F238E27FC236}">
                  <a16:creationId xmlns:a16="http://schemas.microsoft.com/office/drawing/2014/main" id="{444C2EE9-D76C-1394-3A7D-4EEACC77B11F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배송완료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A7C40CBA-4EE6-9478-BD52-2037779CF7B1}"/>
                </a:ext>
              </a:extLst>
            </p:cNvPr>
            <p:cNvSpPr/>
            <p:nvPr/>
          </p:nvSpPr>
          <p:spPr>
            <a:xfrm>
              <a:off x="3636490" y="2921236"/>
              <a:ext cx="1434938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3" name="Rounded Rectangle 27">
              <a:extLst>
                <a:ext uri="{FF2B5EF4-FFF2-40B4-BE49-F238E27FC236}">
                  <a16:creationId xmlns:a16="http://schemas.microsoft.com/office/drawing/2014/main" id="{E71669CB-52A4-2225-9380-516632CF5EAF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6E14AFEB-7BE0-3172-04BA-FF0F1A118C44}"/>
              </a:ext>
            </a:extLst>
          </p:cNvPr>
          <p:cNvSpPr txBox="1"/>
          <p:nvPr/>
        </p:nvSpPr>
        <p:spPr>
          <a:xfrm>
            <a:off x="2540457" y="2422147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97" name="Rounded Rectangle 27">
            <a:extLst>
              <a:ext uri="{FF2B5EF4-FFF2-40B4-BE49-F238E27FC236}">
                <a16:creationId xmlns:a16="http://schemas.microsoft.com/office/drawing/2014/main" id="{E5AA3F82-A22D-A132-70E2-2D3CEB35105B}"/>
              </a:ext>
            </a:extLst>
          </p:cNvPr>
          <p:cNvSpPr/>
          <p:nvPr/>
        </p:nvSpPr>
        <p:spPr>
          <a:xfrm>
            <a:off x="8167133" y="2452635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</a:p>
        </p:txBody>
      </p:sp>
      <p:sp>
        <p:nvSpPr>
          <p:cNvPr id="99" name="Rounded Rectangle 35">
            <a:extLst>
              <a:ext uri="{FF2B5EF4-FFF2-40B4-BE49-F238E27FC236}">
                <a16:creationId xmlns:a16="http://schemas.microsoft.com/office/drawing/2014/main" id="{1BF4CD12-46B4-AAB9-F9A1-E9CA32FCC4E9}"/>
              </a:ext>
            </a:extLst>
          </p:cNvPr>
          <p:cNvSpPr/>
          <p:nvPr/>
        </p:nvSpPr>
        <p:spPr>
          <a:xfrm>
            <a:off x="2578259" y="3996333"/>
            <a:ext cx="22465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반품사유 선택               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01" name="Rounded Rectangle 35">
            <a:extLst>
              <a:ext uri="{FF2B5EF4-FFF2-40B4-BE49-F238E27FC236}">
                <a16:creationId xmlns:a16="http://schemas.microsoft.com/office/drawing/2014/main" id="{BAC6EBFE-CD4D-E9CF-41D0-838C4B19C0A5}"/>
              </a:ext>
            </a:extLst>
          </p:cNvPr>
          <p:cNvSpPr/>
          <p:nvPr/>
        </p:nvSpPr>
        <p:spPr>
          <a:xfrm>
            <a:off x="2578259" y="4306810"/>
            <a:ext cx="6607565" cy="479459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상세 사유를 입력해 주세요</a:t>
            </a:r>
          </a:p>
        </p:txBody>
      </p:sp>
      <p:sp>
        <p:nvSpPr>
          <p:cNvPr id="103" name="Rounded Rectangle 27">
            <a:extLst>
              <a:ext uri="{FF2B5EF4-FFF2-40B4-BE49-F238E27FC236}">
                <a16:creationId xmlns:a16="http://schemas.microsoft.com/office/drawing/2014/main" id="{0C58569E-E65D-E916-33B4-C1945364A7F4}"/>
              </a:ext>
            </a:extLst>
          </p:cNvPr>
          <p:cNvSpPr/>
          <p:nvPr/>
        </p:nvSpPr>
        <p:spPr>
          <a:xfrm>
            <a:off x="8045510" y="4533278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0/225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24307204-0BF8-A2EE-F2B1-6B40339C45CC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F950FB1-F518-B943-CE6E-32FF5014B7F5}"/>
              </a:ext>
            </a:extLst>
          </p:cNvPr>
          <p:cNvGrpSpPr/>
          <p:nvPr/>
        </p:nvGrpSpPr>
        <p:grpSpPr>
          <a:xfrm>
            <a:off x="4315881" y="1834266"/>
            <a:ext cx="3137885" cy="256384"/>
            <a:chOff x="9429601" y="1294782"/>
            <a:chExt cx="3137885" cy="256384"/>
          </a:xfrm>
        </p:grpSpPr>
        <p:sp>
          <p:nvSpPr>
            <p:cNvPr id="19" name="Rounded Rectangle 35">
              <a:extLst>
                <a:ext uri="{FF2B5EF4-FFF2-40B4-BE49-F238E27FC236}">
                  <a16:creationId xmlns:a16="http://schemas.microsoft.com/office/drawing/2014/main" id="{A4A22552-E215-E6CE-1E76-3607A0FFA153}"/>
                </a:ext>
              </a:extLst>
            </p:cNvPr>
            <p:cNvSpPr/>
            <p:nvPr/>
          </p:nvSpPr>
          <p:spPr>
            <a:xfrm>
              <a:off x="9429601" y="1294782"/>
              <a:ext cx="1756531" cy="2563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교환요청     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 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20" name="Rounded Rectangle 35">
              <a:extLst>
                <a:ext uri="{FF2B5EF4-FFF2-40B4-BE49-F238E27FC236}">
                  <a16:creationId xmlns:a16="http://schemas.microsoft.com/office/drawing/2014/main" id="{46C91974-96DE-2345-2177-73C68420BCA4}"/>
                </a:ext>
              </a:extLst>
            </p:cNvPr>
            <p:cNvSpPr/>
            <p:nvPr/>
          </p:nvSpPr>
          <p:spPr>
            <a:xfrm>
              <a:off x="10925684" y="1294782"/>
              <a:ext cx="1641802" cy="25638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ea typeface="맑은 고딕"/>
                </a:rPr>
                <a:t>반품요청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4E3544B9-B5C1-8079-3E47-C6CC00F9E8C5}"/>
              </a:ext>
            </a:extLst>
          </p:cNvPr>
          <p:cNvSpPr txBox="1"/>
          <p:nvPr/>
        </p:nvSpPr>
        <p:spPr>
          <a:xfrm>
            <a:off x="2614705" y="4956513"/>
            <a:ext cx="1293575" cy="1926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BA26CF9B-FBF0-AD70-DFE6-F0B6994B928A}"/>
              </a:ext>
            </a:extLst>
          </p:cNvPr>
          <p:cNvGrpSpPr/>
          <p:nvPr/>
        </p:nvGrpSpPr>
        <p:grpSpPr>
          <a:xfrm>
            <a:off x="2596769" y="5271768"/>
            <a:ext cx="6607565" cy="884611"/>
            <a:chOff x="1435284" y="3266136"/>
            <a:chExt cx="6607565" cy="884611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D3C5439-5E60-C393-ACF4-946111386A06}"/>
                </a:ext>
              </a:extLst>
            </p:cNvPr>
            <p:cNvSpPr/>
            <p:nvPr/>
          </p:nvSpPr>
          <p:spPr>
            <a:xfrm>
              <a:off x="1435284" y="3266136"/>
              <a:ext cx="6607565" cy="8846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5" name="Rounded Rectangle 27">
              <a:extLst>
                <a:ext uri="{FF2B5EF4-FFF2-40B4-BE49-F238E27FC236}">
                  <a16:creationId xmlns:a16="http://schemas.microsoft.com/office/drawing/2014/main" id="{57EE2FF3-FDAE-D432-4BEA-DCDAC16E4940}"/>
                </a:ext>
              </a:extLst>
            </p:cNvPr>
            <p:cNvSpPr/>
            <p:nvPr/>
          </p:nvSpPr>
          <p:spPr>
            <a:xfrm>
              <a:off x="1517256" y="3328504"/>
              <a:ext cx="723275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endParaRPr lang="ko-KR" altLang="en-US" sz="900" b="1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6" name="Rounded Rectangle 27">
              <a:extLst>
                <a:ext uri="{FF2B5EF4-FFF2-40B4-BE49-F238E27FC236}">
                  <a16:creationId xmlns:a16="http://schemas.microsoft.com/office/drawing/2014/main" id="{DD3BC271-2AB1-A279-6FB8-EDBDA4663700}"/>
                </a:ext>
              </a:extLst>
            </p:cNvPr>
            <p:cNvSpPr/>
            <p:nvPr/>
          </p:nvSpPr>
          <p:spPr>
            <a:xfrm>
              <a:off x="2048427" y="3330298"/>
              <a:ext cx="2183586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900" dirty="0">
                  <a:solidFill>
                    <a:schemeClr val="tx1"/>
                  </a:solidFill>
                  <a:ea typeface="맑은 고딕"/>
                </a:rPr>
                <a:t>010-7143-2005</a:t>
              </a:r>
              <a:endParaRPr lang="ko-KR" altLang="en-US" sz="9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7" name="Rounded Rectangle 27">
              <a:extLst>
                <a:ext uri="{FF2B5EF4-FFF2-40B4-BE49-F238E27FC236}">
                  <a16:creationId xmlns:a16="http://schemas.microsoft.com/office/drawing/2014/main" id="{FC9586D7-EBF9-161E-40F9-8D52B7187B51}"/>
                </a:ext>
              </a:extLst>
            </p:cNvPr>
            <p:cNvSpPr/>
            <p:nvPr/>
          </p:nvSpPr>
          <p:spPr>
            <a:xfrm>
              <a:off x="1517255" y="350583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(06313) 서울특별시 강남구 </a:t>
              </a:r>
              <a:r>
                <a:rPr lang="ko-KR" altLang="ko-KR" sz="800" dirty="0" err="1">
                  <a:solidFill>
                    <a:schemeClr val="tx1"/>
                  </a:solidFill>
                  <a:ea typeface="맑은 고딕"/>
                </a:rPr>
                <a:t>논현로</a:t>
              </a:r>
              <a:r>
                <a:rPr lang="ko-KR" altLang="ko-KR" sz="800" dirty="0">
                  <a:solidFill>
                    <a:schemeClr val="tx1"/>
                  </a:solidFill>
                  <a:ea typeface="맑은 고딕"/>
                </a:rPr>
                <a:t> 4 (개포동) 111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48" name="Rounded Rectangle 27">
              <a:extLst>
                <a:ext uri="{FF2B5EF4-FFF2-40B4-BE49-F238E27FC236}">
                  <a16:creationId xmlns:a16="http://schemas.microsoft.com/office/drawing/2014/main" id="{568D55F0-21AC-9809-C9F3-B4CAA6C87364}"/>
                </a:ext>
              </a:extLst>
            </p:cNvPr>
            <p:cNvSpPr/>
            <p:nvPr/>
          </p:nvSpPr>
          <p:spPr>
            <a:xfrm>
              <a:off x="1512986" y="3744010"/>
              <a:ext cx="2427081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요청사항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: 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문 앞에 놔주세요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49" name="Rounded Rectangle 35">
            <a:extLst>
              <a:ext uri="{FF2B5EF4-FFF2-40B4-BE49-F238E27FC236}">
                <a16:creationId xmlns:a16="http://schemas.microsoft.com/office/drawing/2014/main" id="{56913318-2F9C-EECA-94BB-B9339214D5EF}"/>
              </a:ext>
            </a:extLst>
          </p:cNvPr>
          <p:cNvSpPr/>
          <p:nvPr/>
        </p:nvSpPr>
        <p:spPr>
          <a:xfrm>
            <a:off x="7777113" y="5803092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변경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5BEF462-F1B4-F5BB-3AC8-818FA6A5B8EB}"/>
              </a:ext>
            </a:extLst>
          </p:cNvPr>
          <p:cNvGrpSpPr/>
          <p:nvPr/>
        </p:nvGrpSpPr>
        <p:grpSpPr>
          <a:xfrm>
            <a:off x="2684280" y="5771138"/>
            <a:ext cx="2448000" cy="318788"/>
            <a:chOff x="3758642" y="5750505"/>
            <a:chExt cx="2448000" cy="318788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19000C83-0CB6-4A30-AFB5-E0B8B99E504F}"/>
                </a:ext>
              </a:extLst>
            </p:cNvPr>
            <p:cNvSpPr/>
            <p:nvPr/>
          </p:nvSpPr>
          <p:spPr>
            <a:xfrm>
              <a:off x="3758642" y="5750505"/>
              <a:ext cx="2448000" cy="3187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2" name="Rounded Rectangle 27">
              <a:extLst>
                <a:ext uri="{FF2B5EF4-FFF2-40B4-BE49-F238E27FC236}">
                  <a16:creationId xmlns:a16="http://schemas.microsoft.com/office/drawing/2014/main" id="{A7593E9F-D450-80CE-B8F5-537A73D7C6B1}"/>
                </a:ext>
              </a:extLst>
            </p:cNvPr>
            <p:cNvSpPr/>
            <p:nvPr/>
          </p:nvSpPr>
          <p:spPr>
            <a:xfrm>
              <a:off x="3838215" y="5812765"/>
              <a:ext cx="230757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요청사항을 선택해주세요                                  </a:t>
              </a:r>
              <a:r>
                <a:rPr lang="ko-KR" altLang="en-US" sz="7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53" name="Rounded Rectangle 27">
            <a:extLst>
              <a:ext uri="{FF2B5EF4-FFF2-40B4-BE49-F238E27FC236}">
                <a16:creationId xmlns:a16="http://schemas.microsoft.com/office/drawing/2014/main" id="{3E1D55D5-675E-2FAD-9852-546289C1C038}"/>
              </a:ext>
            </a:extLst>
          </p:cNvPr>
          <p:cNvSpPr/>
          <p:nvPr/>
        </p:nvSpPr>
        <p:spPr>
          <a:xfrm>
            <a:off x="3341830" y="4956513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DE34DBB7-8A29-DD58-9C72-9D6B764A4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73911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4310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4A194-575F-E3E4-D58B-FD8AB7F50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35">
            <a:extLst>
              <a:ext uri="{FF2B5EF4-FFF2-40B4-BE49-F238E27FC236}">
                <a16:creationId xmlns:a16="http://schemas.microsoft.com/office/drawing/2014/main" id="{0F1617CF-E1F8-5F73-BC18-974234511572}"/>
              </a:ext>
            </a:extLst>
          </p:cNvPr>
          <p:cNvSpPr/>
          <p:nvPr/>
        </p:nvSpPr>
        <p:spPr>
          <a:xfrm>
            <a:off x="4138072" y="1806478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반품요청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7576988-1A63-6BF1-C9D4-85DEE469AAA3}"/>
              </a:ext>
            </a:extLst>
          </p:cNvPr>
          <p:cNvSpPr/>
          <p:nvPr/>
        </p:nvSpPr>
        <p:spPr>
          <a:xfrm>
            <a:off x="69715" y="651661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B24314B-2143-588F-8F5A-DC0952ECCFAA}"/>
              </a:ext>
            </a:extLst>
          </p:cNvPr>
          <p:cNvGrpSpPr/>
          <p:nvPr/>
        </p:nvGrpSpPr>
        <p:grpSpPr>
          <a:xfrm>
            <a:off x="2518278" y="323925"/>
            <a:ext cx="6675419" cy="1231443"/>
            <a:chOff x="2518278" y="4524076"/>
            <a:chExt cx="6675419" cy="123144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1A53891-EAEF-891D-6036-4B26857BBC1D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환불정보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19" name="Rounded Rectangle 27">
              <a:extLst>
                <a:ext uri="{FF2B5EF4-FFF2-40B4-BE49-F238E27FC236}">
                  <a16:creationId xmlns:a16="http://schemas.microsoft.com/office/drawing/2014/main" id="{9B7E06CC-754A-5CE3-242A-6116F7706A71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총 환불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예상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금액</a:t>
              </a:r>
            </a:p>
          </p:txBody>
        </p:sp>
        <p:sp>
          <p:nvSpPr>
            <p:cNvPr id="20" name="Rounded Rectangle 27">
              <a:extLst>
                <a:ext uri="{FF2B5EF4-FFF2-40B4-BE49-F238E27FC236}">
                  <a16:creationId xmlns:a16="http://schemas.microsoft.com/office/drawing/2014/main" id="{4CBBF87F-C339-A3A9-0C9F-2E2A030EBA32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1" name="Rounded Rectangle 27">
              <a:extLst>
                <a:ext uri="{FF2B5EF4-FFF2-40B4-BE49-F238E27FC236}">
                  <a16:creationId xmlns:a16="http://schemas.microsoft.com/office/drawing/2014/main" id="{A0B0AC77-DBBC-04B9-C97F-B460CDE31AF1}"/>
                </a:ext>
              </a:extLst>
            </p:cNvPr>
            <p:cNvSpPr/>
            <p:nvPr/>
          </p:nvSpPr>
          <p:spPr>
            <a:xfrm>
              <a:off x="2599177" y="5173668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22" name="Rounded Rectangle 27">
              <a:extLst>
                <a:ext uri="{FF2B5EF4-FFF2-40B4-BE49-F238E27FC236}">
                  <a16:creationId xmlns:a16="http://schemas.microsoft.com/office/drawing/2014/main" id="{4960C651-8A49-931C-2537-1B211D77C28D}"/>
                </a:ext>
              </a:extLst>
            </p:cNvPr>
            <p:cNvSpPr/>
            <p:nvPr/>
          </p:nvSpPr>
          <p:spPr>
            <a:xfrm>
              <a:off x="7727012" y="5165601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566BE02B-D2AE-3AD7-905E-AD32039BE71A}"/>
                </a:ext>
              </a:extLst>
            </p:cNvPr>
            <p:cNvCxnSpPr>
              <a:cxnSpLocks/>
            </p:cNvCxnSpPr>
            <p:nvPr/>
          </p:nvCxnSpPr>
          <p:spPr>
            <a:xfrm>
              <a:off x="2518278" y="5097710"/>
              <a:ext cx="6675419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FB187069-D09F-4F44-762A-17BB30984423}"/>
                </a:ext>
              </a:extLst>
            </p:cNvPr>
            <p:cNvSpPr/>
            <p:nvPr/>
          </p:nvSpPr>
          <p:spPr>
            <a:xfrm>
              <a:off x="2599177" y="5381643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E0025A40-82E8-D41C-799B-8A0108A3F0FF}"/>
                </a:ext>
              </a:extLst>
            </p:cNvPr>
            <p:cNvSpPr/>
            <p:nvPr/>
          </p:nvSpPr>
          <p:spPr>
            <a:xfrm>
              <a:off x="7727012" y="5373576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35" name="Rounded Rectangle 27">
              <a:extLst>
                <a:ext uri="{FF2B5EF4-FFF2-40B4-BE49-F238E27FC236}">
                  <a16:creationId xmlns:a16="http://schemas.microsoft.com/office/drawing/2014/main" id="{A8009129-D53D-CD85-7C0C-5C9D0DDE3EA5}"/>
                </a:ext>
              </a:extLst>
            </p:cNvPr>
            <p:cNvSpPr/>
            <p:nvPr/>
          </p:nvSpPr>
          <p:spPr>
            <a:xfrm>
              <a:off x="2581218" y="5582502"/>
              <a:ext cx="2427081" cy="173017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(BC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카드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9300-****-****-5637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05879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23E4D-06E9-E8FB-502E-06B63B179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E47F634-3736-5435-E1C0-A5EE1C3CE5A2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8532A0-3D9B-EA5C-98A6-C4FBA5C99E1E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A14960-B6F8-3ABC-D0D0-01B24D817575}"/>
              </a:ext>
            </a:extLst>
          </p:cNvPr>
          <p:cNvSpPr txBox="1"/>
          <p:nvPr/>
        </p:nvSpPr>
        <p:spPr>
          <a:xfrm>
            <a:off x="4031813" y="1181007"/>
            <a:ext cx="2040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r>
              <a:rPr lang="en-US" altLang="ko-KR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</a:t>
            </a:r>
            <a:r>
              <a:rPr lang="en-US" altLang="ko-KR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교환내역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7FC51CD-61E5-B7B1-671E-F072B5CC0E7C}"/>
              </a:ext>
            </a:extLst>
          </p:cNvPr>
          <p:cNvGrpSpPr/>
          <p:nvPr/>
        </p:nvGrpSpPr>
        <p:grpSpPr>
          <a:xfrm>
            <a:off x="6350142" y="1854198"/>
            <a:ext cx="3116235" cy="219456"/>
            <a:chOff x="2362006" y="1854198"/>
            <a:chExt cx="3116235" cy="219456"/>
          </a:xfrm>
        </p:grpSpPr>
        <p:sp>
          <p:nvSpPr>
            <p:cNvPr id="26" name="Rounded Rectangle 33">
              <a:extLst>
                <a:ext uri="{FF2B5EF4-FFF2-40B4-BE49-F238E27FC236}">
                  <a16:creationId xmlns:a16="http://schemas.microsoft.com/office/drawing/2014/main" id="{3999897C-0923-17E6-AC27-708E9A92962C}"/>
                </a:ext>
              </a:extLst>
            </p:cNvPr>
            <p:cNvSpPr/>
            <p:nvPr/>
          </p:nvSpPr>
          <p:spPr>
            <a:xfrm>
              <a:off x="4895858" y="1854198"/>
              <a:ext cx="58238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rgbClr val="595959"/>
                  </a:solidFill>
                  <a:ea typeface="맑은 고딕"/>
                </a:rPr>
                <a:t>조회</a:t>
              </a:r>
              <a:endParaRPr lang="en-US" altLang="ko-KR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27" name="Rounded Rectangle 35">
              <a:extLst>
                <a:ext uri="{FF2B5EF4-FFF2-40B4-BE49-F238E27FC236}">
                  <a16:creationId xmlns:a16="http://schemas.microsoft.com/office/drawing/2014/main" id="{BB100FA1-B682-F977-2787-9C04614AA76D}"/>
                </a:ext>
              </a:extLst>
            </p:cNvPr>
            <p:cNvSpPr/>
            <p:nvPr/>
          </p:nvSpPr>
          <p:spPr>
            <a:xfrm>
              <a:off x="2362006" y="1854198"/>
              <a:ext cx="2448000" cy="21945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상품명을 입력해 주세요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</a:p>
          </p:txBody>
        </p:sp>
      </p:grpSp>
      <p:sp>
        <p:nvSpPr>
          <p:cNvPr id="62" name="Rounded Rectangle 22">
            <a:extLst>
              <a:ext uri="{FF2B5EF4-FFF2-40B4-BE49-F238E27FC236}">
                <a16:creationId xmlns:a16="http://schemas.microsoft.com/office/drawing/2014/main" id="{5A2C3CC9-B140-F3FF-C749-344E67E31663}"/>
              </a:ext>
            </a:extLst>
          </p:cNvPr>
          <p:cNvSpPr/>
          <p:nvPr/>
        </p:nvSpPr>
        <p:spPr>
          <a:xfrm>
            <a:off x="2385340" y="3851867"/>
            <a:ext cx="7081037" cy="1283716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762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Rounded Rectangle 27">
            <a:extLst>
              <a:ext uri="{FF2B5EF4-FFF2-40B4-BE49-F238E27FC236}">
                <a16:creationId xmlns:a16="http://schemas.microsoft.com/office/drawing/2014/main" id="{23002950-0472-64AA-6AB6-AB866582721E}"/>
              </a:ext>
            </a:extLst>
          </p:cNvPr>
          <p:cNvSpPr/>
          <p:nvPr/>
        </p:nvSpPr>
        <p:spPr>
          <a:xfrm>
            <a:off x="4541363" y="4796994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3D761CE-2DB5-6445-F7A2-71060EC2ABB0}"/>
              </a:ext>
            </a:extLst>
          </p:cNvPr>
          <p:cNvSpPr txBox="1"/>
          <p:nvPr/>
        </p:nvSpPr>
        <p:spPr>
          <a:xfrm>
            <a:off x="3357076" y="4481635"/>
            <a:ext cx="394534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 구성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총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24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개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D4AD12F-4F69-9CE7-F046-A00E412874EF}"/>
              </a:ext>
            </a:extLst>
          </p:cNvPr>
          <p:cNvSpPr/>
          <p:nvPr/>
        </p:nvSpPr>
        <p:spPr>
          <a:xfrm>
            <a:off x="2519926" y="4271422"/>
            <a:ext cx="682861" cy="64695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Rounded Rectangle 35">
            <a:extLst>
              <a:ext uri="{FF2B5EF4-FFF2-40B4-BE49-F238E27FC236}">
                <a16:creationId xmlns:a16="http://schemas.microsoft.com/office/drawing/2014/main" id="{98EEA2A5-5E41-1EE7-1949-1815F9AFA520}"/>
              </a:ext>
            </a:extLst>
          </p:cNvPr>
          <p:cNvSpPr/>
          <p:nvPr/>
        </p:nvSpPr>
        <p:spPr>
          <a:xfrm>
            <a:off x="7962186" y="4750555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반품내역상세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F02F385-B257-67CC-5622-26BFAD4E58D7}"/>
              </a:ext>
            </a:extLst>
          </p:cNvPr>
          <p:cNvSpPr txBox="1"/>
          <p:nvPr/>
        </p:nvSpPr>
        <p:spPr>
          <a:xfrm>
            <a:off x="8713217" y="3931375"/>
            <a:ext cx="6383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주문상세 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&gt;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0F6F72-8E5E-4926-A45A-40CBCC3EB05C}"/>
              </a:ext>
            </a:extLst>
          </p:cNvPr>
          <p:cNvSpPr txBox="1"/>
          <p:nvPr/>
        </p:nvSpPr>
        <p:spPr>
          <a:xfrm>
            <a:off x="2394896" y="3931375"/>
            <a:ext cx="2103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800" b="1" dirty="0">
                <a:ea typeface="맑은 고딕"/>
              </a:rPr>
              <a:t>260630001754</a:t>
            </a:r>
            <a:r>
              <a:rPr lang="en-US" altLang="ko-KR" sz="800" dirty="0">
                <a:solidFill>
                  <a:srgbClr val="8A8A8A"/>
                </a:solidFill>
                <a:ea typeface="맑은 고딕"/>
              </a:rPr>
              <a:t>  | 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6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30 19:00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  <a:endParaRPr lang="ko-KR" altLang="en-US" sz="8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69" name="Rounded Rectangle 27">
            <a:extLst>
              <a:ext uri="{FF2B5EF4-FFF2-40B4-BE49-F238E27FC236}">
                <a16:creationId xmlns:a16="http://schemas.microsoft.com/office/drawing/2014/main" id="{E57EF4AB-2E33-3BCB-81CF-1EAB26CFA573}"/>
              </a:ext>
            </a:extLst>
          </p:cNvPr>
          <p:cNvSpPr/>
          <p:nvPr/>
        </p:nvSpPr>
        <p:spPr>
          <a:xfrm>
            <a:off x="3336318" y="4272347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반품요청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70" name="Rounded Rectangle 27">
            <a:extLst>
              <a:ext uri="{FF2B5EF4-FFF2-40B4-BE49-F238E27FC236}">
                <a16:creationId xmlns:a16="http://schemas.microsoft.com/office/drawing/2014/main" id="{43F504D9-E610-E0D3-B058-E67F6DC7E257}"/>
              </a:ext>
            </a:extLst>
          </p:cNvPr>
          <p:cNvSpPr/>
          <p:nvPr/>
        </p:nvSpPr>
        <p:spPr>
          <a:xfrm>
            <a:off x="3345086" y="4776562"/>
            <a:ext cx="1407691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160F46-0794-F2CC-C768-75066D178609}"/>
              </a:ext>
            </a:extLst>
          </p:cNvPr>
          <p:cNvSpPr txBox="1"/>
          <p:nvPr/>
        </p:nvSpPr>
        <p:spPr>
          <a:xfrm>
            <a:off x="1307907" y="78285"/>
            <a:ext cx="12282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64FC5E-1002-0B9A-DA50-39A8DA27980D}"/>
              </a:ext>
            </a:extLst>
          </p:cNvPr>
          <p:cNvSpPr txBox="1"/>
          <p:nvPr/>
        </p:nvSpPr>
        <p:spPr>
          <a:xfrm>
            <a:off x="1302717" y="330494"/>
            <a:ext cx="2209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94F41B6-BDB2-C1CA-D2E2-EA682FB8E2B7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CH-U-MY-02-02-01</a:t>
            </a:r>
            <a:endParaRPr lang="ko-KR" altLang="en-US" sz="1000" dirty="0"/>
          </a:p>
        </p:txBody>
      </p:sp>
      <p:sp>
        <p:nvSpPr>
          <p:cNvPr id="86" name="Rounded Rectangle 22">
            <a:extLst>
              <a:ext uri="{FF2B5EF4-FFF2-40B4-BE49-F238E27FC236}">
                <a16:creationId xmlns:a16="http://schemas.microsoft.com/office/drawing/2014/main" id="{BEEA679A-5E6C-C6FA-8675-0CF27E767BC2}"/>
              </a:ext>
            </a:extLst>
          </p:cNvPr>
          <p:cNvSpPr/>
          <p:nvPr/>
        </p:nvSpPr>
        <p:spPr>
          <a:xfrm>
            <a:off x="2385340" y="2457938"/>
            <a:ext cx="7081037" cy="1283716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762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Rounded Rectangle 27">
            <a:extLst>
              <a:ext uri="{FF2B5EF4-FFF2-40B4-BE49-F238E27FC236}">
                <a16:creationId xmlns:a16="http://schemas.microsoft.com/office/drawing/2014/main" id="{0765A090-C9EB-CEEF-D0F4-E3ED906CB9F1}"/>
              </a:ext>
            </a:extLst>
          </p:cNvPr>
          <p:cNvSpPr/>
          <p:nvPr/>
        </p:nvSpPr>
        <p:spPr>
          <a:xfrm>
            <a:off x="4541363" y="3403065"/>
            <a:ext cx="822901" cy="173017"/>
          </a:xfrm>
          <a:prstGeom prst="roundRect">
            <a:avLst>
              <a:gd name="adj" fmla="val 30978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기저귀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600" dirty="0" err="1">
                <a:solidFill>
                  <a:schemeClr val="tx1"/>
                </a:solidFill>
                <a:ea typeface="맑은 고딕"/>
              </a:rPr>
              <a:t>조제분유지원</a:t>
            </a:r>
            <a:endParaRPr lang="ko-KR" altLang="en-US" sz="6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FB1E31A-7CC2-20D8-2696-3005CAD2F057}"/>
              </a:ext>
            </a:extLst>
          </p:cNvPr>
          <p:cNvSpPr txBox="1"/>
          <p:nvPr/>
        </p:nvSpPr>
        <p:spPr>
          <a:xfrm>
            <a:off x="3357076" y="3087706"/>
            <a:ext cx="394534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썸머러버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하기스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</a:t>
            </a:r>
            <a:r>
              <a:rPr lang="ko-KR" altLang="en-US" sz="900" b="1" dirty="0" err="1">
                <a:solidFill>
                  <a:srgbClr val="404040"/>
                </a:solidFill>
                <a:ea typeface="맑은 고딕"/>
              </a:rPr>
              <a:t>맥스드라이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 에어 밴드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/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팬티형 통기성 기저귀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[3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박스 구성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] 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총 </a:t>
            </a:r>
            <a:r>
              <a:rPr lang="en-US" altLang="ko-KR" sz="900" b="1" dirty="0">
                <a:solidFill>
                  <a:srgbClr val="404040"/>
                </a:solidFill>
                <a:ea typeface="맑은 고딕"/>
              </a:rPr>
              <a:t>24</a:t>
            </a:r>
            <a:r>
              <a:rPr lang="ko-KR" altLang="en-US" sz="900" b="1" dirty="0">
                <a:solidFill>
                  <a:srgbClr val="404040"/>
                </a:solidFill>
                <a:ea typeface="맑은 고딕"/>
              </a:rPr>
              <a:t>개</a:t>
            </a:r>
            <a:endParaRPr lang="en-US" altLang="ko-KR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665CD1B0-C875-0174-CC59-F98FF277E6DB}"/>
              </a:ext>
            </a:extLst>
          </p:cNvPr>
          <p:cNvSpPr/>
          <p:nvPr/>
        </p:nvSpPr>
        <p:spPr>
          <a:xfrm>
            <a:off x="2519926" y="2877493"/>
            <a:ext cx="682861" cy="64695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8B815A1-EF2F-573C-275D-0DE9149FC416}"/>
              </a:ext>
            </a:extLst>
          </p:cNvPr>
          <p:cNvSpPr txBox="1"/>
          <p:nvPr/>
        </p:nvSpPr>
        <p:spPr>
          <a:xfrm>
            <a:off x="8713217" y="2537446"/>
            <a:ext cx="63831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8A8A8A"/>
                </a:solidFill>
                <a:latin typeface="맑은 고딕"/>
                <a:ea typeface="맑은 고딕"/>
              </a:rPr>
              <a:t>주문상세 </a:t>
            </a:r>
            <a:r>
              <a:rPr lang="en-US" altLang="ko-KR" sz="700" dirty="0">
                <a:solidFill>
                  <a:srgbClr val="8A8A8A"/>
                </a:solidFill>
                <a:latin typeface="맑은 고딕"/>
                <a:ea typeface="맑은 고딕"/>
              </a:rPr>
              <a:t>&gt;</a:t>
            </a:r>
            <a:endParaRPr lang="ko-KR" altLang="en-US" sz="7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26DFB78-33A0-8065-9464-B5C49462A3F7}"/>
              </a:ext>
            </a:extLst>
          </p:cNvPr>
          <p:cNvSpPr txBox="1"/>
          <p:nvPr/>
        </p:nvSpPr>
        <p:spPr>
          <a:xfrm>
            <a:off x="2394896" y="2537446"/>
            <a:ext cx="2103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800" b="1" dirty="0">
                <a:ea typeface="맑은 고딕"/>
              </a:rPr>
              <a:t>260630001754</a:t>
            </a:r>
            <a:r>
              <a:rPr lang="en-US" altLang="ko-KR" sz="800" dirty="0">
                <a:solidFill>
                  <a:srgbClr val="8A8A8A"/>
                </a:solidFill>
                <a:ea typeface="맑은 고딕"/>
              </a:rPr>
              <a:t>  | 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6</a:t>
            </a:r>
            <a:r>
              <a:rPr lang="ko-KR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30 19:00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주문</a:t>
            </a:r>
            <a:endParaRPr lang="ko-KR" altLang="en-US" sz="8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97" name="Rounded Rectangle 27">
            <a:extLst>
              <a:ext uri="{FF2B5EF4-FFF2-40B4-BE49-F238E27FC236}">
                <a16:creationId xmlns:a16="http://schemas.microsoft.com/office/drawing/2014/main" id="{DDD1C87C-835A-D419-5CBD-027CD5A0432E}"/>
              </a:ext>
            </a:extLst>
          </p:cNvPr>
          <p:cNvSpPr/>
          <p:nvPr/>
        </p:nvSpPr>
        <p:spPr>
          <a:xfrm>
            <a:off x="3336318" y="2878418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취소완료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98" name="Rounded Rectangle 27">
            <a:extLst>
              <a:ext uri="{FF2B5EF4-FFF2-40B4-BE49-F238E27FC236}">
                <a16:creationId xmlns:a16="http://schemas.microsoft.com/office/drawing/2014/main" id="{4628D917-F26C-1C0C-47C4-578A29B25A9F}"/>
              </a:ext>
            </a:extLst>
          </p:cNvPr>
          <p:cNvSpPr/>
          <p:nvPr/>
        </p:nvSpPr>
        <p:spPr>
          <a:xfrm>
            <a:off x="3345086" y="3382633"/>
            <a:ext cx="1407691" cy="19581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1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개 </a:t>
            </a:r>
            <a:r>
              <a:rPr lang="en-US" altLang="ko-KR" sz="6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en-US" altLang="ko-KR" sz="800" b="1" dirty="0">
                <a:solidFill>
                  <a:schemeClr val="tx1"/>
                </a:solidFill>
                <a:ea typeface="맑은 고딕"/>
              </a:rPr>
              <a:t>113,800</a:t>
            </a:r>
            <a:r>
              <a:rPr lang="ko-KR" altLang="en-US" sz="800" b="1" dirty="0">
                <a:solidFill>
                  <a:schemeClr val="tx1"/>
                </a:solidFill>
                <a:ea typeface="맑은 고딕"/>
              </a:rPr>
              <a:t>원</a:t>
            </a:r>
            <a:r>
              <a:rPr lang="ko-KR" altLang="en-US" sz="600" dirty="0">
                <a:solidFill>
                  <a:schemeClr val="tx1"/>
                </a:solidFill>
                <a:ea typeface="맑은 고딕"/>
              </a:rPr>
              <a:t> </a:t>
            </a:r>
            <a:r>
              <a:rPr lang="en-US" altLang="ko-KR" sz="600" strike="sngStrike" dirty="0">
                <a:solidFill>
                  <a:schemeClr val="tx1"/>
                </a:solidFill>
                <a:ea typeface="맑은 고딕"/>
              </a:rPr>
              <a:t>150,000</a:t>
            </a:r>
            <a:r>
              <a:rPr lang="ko-KR" altLang="en-US" sz="600" strike="sngStrike" dirty="0">
                <a:solidFill>
                  <a:schemeClr val="tx1"/>
                </a:solidFill>
                <a:ea typeface="맑은 고딕"/>
              </a:rPr>
              <a:t>원 </a:t>
            </a:r>
          </a:p>
        </p:txBody>
      </p:sp>
      <p:sp>
        <p:nvSpPr>
          <p:cNvPr id="99" name="Rounded Rectangle 35">
            <a:extLst>
              <a:ext uri="{FF2B5EF4-FFF2-40B4-BE49-F238E27FC236}">
                <a16:creationId xmlns:a16="http://schemas.microsoft.com/office/drawing/2014/main" id="{11C1EA36-2FF9-FCC2-208B-FEEF36B04222}"/>
              </a:ext>
            </a:extLst>
          </p:cNvPr>
          <p:cNvSpPr/>
          <p:nvPr/>
        </p:nvSpPr>
        <p:spPr>
          <a:xfrm>
            <a:off x="7962186" y="3352162"/>
            <a:ext cx="126344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취소내역상세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15DBC7BA-3DB5-35F0-0D64-EAAA8257A540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02" name="사각형: 둥근 모서리 101">
              <a:extLst>
                <a:ext uri="{FF2B5EF4-FFF2-40B4-BE49-F238E27FC236}">
                  <a16:creationId xmlns:a16="http://schemas.microsoft.com/office/drawing/2014/main" id="{93F3D3DB-D8F4-C185-2512-98E74597078F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DDB6BCC-B344-C955-C3E1-1B755C2F6692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5" name="Group 59">
            <a:extLst>
              <a:ext uri="{FF2B5EF4-FFF2-40B4-BE49-F238E27FC236}">
                <a16:creationId xmlns:a16="http://schemas.microsoft.com/office/drawing/2014/main" id="{B9A30515-0EBB-3081-B905-430000FBF0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394895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213D630-6C1A-5699-3A9F-48BD4AE98065}"/>
              </a:ext>
            </a:extLst>
          </p:cNvPr>
          <p:cNvSpPr/>
          <p:nvPr/>
        </p:nvSpPr>
        <p:spPr>
          <a:xfrm>
            <a:off x="2365463" y="2134207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96B5FCD-CC01-D767-9E3F-D54775D6CA9A}"/>
              </a:ext>
            </a:extLst>
          </p:cNvPr>
          <p:cNvSpPr/>
          <p:nvPr/>
        </p:nvSpPr>
        <p:spPr>
          <a:xfrm>
            <a:off x="2823159" y="2134175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CF3CD5F-A150-1CE9-5DF1-22CBBC3854AF}"/>
              </a:ext>
            </a:extLst>
          </p:cNvPr>
          <p:cNvSpPr/>
          <p:nvPr/>
        </p:nvSpPr>
        <p:spPr>
          <a:xfrm>
            <a:off x="3343967" y="2134175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897C906-059D-D764-0E04-107BCE4654AA}"/>
              </a:ext>
            </a:extLst>
          </p:cNvPr>
          <p:cNvSpPr/>
          <p:nvPr/>
        </p:nvSpPr>
        <p:spPr>
          <a:xfrm>
            <a:off x="3864775" y="2134175"/>
            <a:ext cx="466853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</a:t>
            </a:r>
          </a:p>
        </p:txBody>
      </p:sp>
      <p:sp>
        <p:nvSpPr>
          <p:cNvPr id="2" name="Rounded Rectangle 35">
            <a:extLst>
              <a:ext uri="{FF2B5EF4-FFF2-40B4-BE49-F238E27FC236}">
                <a16:creationId xmlns:a16="http://schemas.microsoft.com/office/drawing/2014/main" id="{76A9B3AC-0693-F442-7A46-267DABA6DAF2}"/>
              </a:ext>
            </a:extLst>
          </p:cNvPr>
          <p:cNvSpPr/>
          <p:nvPr/>
        </p:nvSpPr>
        <p:spPr>
          <a:xfrm>
            <a:off x="2362006" y="1855700"/>
            <a:ext cx="1516665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최근 </a:t>
            </a:r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1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개월           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702797-327C-1EBB-89C7-B410E3C4E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199" y="1845463"/>
            <a:ext cx="253915" cy="23083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553BA5-2EC8-4114-A017-8C5027537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199" y="1845463"/>
            <a:ext cx="253915" cy="230832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642F35F-25E8-8931-7295-0199FCC16D57}"/>
              </a:ext>
            </a:extLst>
          </p:cNvPr>
          <p:cNvCxnSpPr/>
          <p:nvPr/>
        </p:nvCxnSpPr>
        <p:spPr>
          <a:xfrm>
            <a:off x="3903743" y="2076295"/>
            <a:ext cx="202737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E6D50C7-0DAE-E368-6437-E02DBB6E3D84}"/>
              </a:ext>
            </a:extLst>
          </p:cNvPr>
          <p:cNvSpPr txBox="1"/>
          <p:nvPr/>
        </p:nvSpPr>
        <p:spPr>
          <a:xfrm>
            <a:off x="3970130" y="1866840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2026. 01. 01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83875E-BD25-7575-1AE5-FA30E9166A12}"/>
              </a:ext>
            </a:extLst>
          </p:cNvPr>
          <p:cNvSpPr txBox="1"/>
          <p:nvPr/>
        </p:nvSpPr>
        <p:spPr>
          <a:xfrm>
            <a:off x="4994135" y="1866840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2026. 05. 31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A75C2C-79BD-4BFF-7F8E-ECC028C14A49}"/>
              </a:ext>
            </a:extLst>
          </p:cNvPr>
          <p:cNvSpPr txBox="1"/>
          <p:nvPr/>
        </p:nvSpPr>
        <p:spPr>
          <a:xfrm>
            <a:off x="4747355" y="186684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D8FDC08-5316-C375-ECC5-62F00D800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322" y="1845463"/>
            <a:ext cx="253915" cy="23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226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B5B5D7-7C42-5817-5BEC-1D4879AC39DD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취소 내역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0D75B7-D2A4-C48F-0659-203CFCB6B9AC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5451E3-E36F-3F78-E5DA-225F80D2A587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9FCF8AE-A7B3-E209-69B3-6B32177D3B48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B985586C-6298-3AEA-AF8A-E8962D5E4C63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5F529C0-8B96-F797-121F-C597242EEED9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99C03E11-530E-5830-40C0-B42FB35A93B7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149320CF-AD6D-4B18-5BC3-1941FBD43B00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89C5427B-EA0A-40EF-2C2C-DE1261F0D7F8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AFA962F8-D129-6C50-B309-95B7A3927C4B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4D519E9-2C25-7A65-C1ED-E3078B5F9F53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8D9490D5-70B1-2D2F-ED40-AC835152D8BB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취소완료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16AAA185-F2D0-3A3B-E23C-64318F39FBC5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43BA09CE-D1B7-76C1-A8F4-E291AD74024D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AD2C92BB-3244-01F1-A75C-C538E004F2D3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D134B6D-63F2-FD99-92B9-7C7233BDAE9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5EC1416-5D4A-7ABC-2C58-DB2C29037BF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87D0BDE8-9B17-A178-64AF-1D6520481D7B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AC94D503-1731-2845-81BA-F5DA5937965F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243829C-124D-2DE0-44DC-60CFC7C28EAA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AEA0F574-7F82-3842-578F-30BC6DC68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179446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570E7B73-E8CA-86EA-F3AF-9C5A83780EC7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취소수량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D7A4420A-0928-350D-3242-A3A9F5F140B1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상품 옵션 선택 잘못함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EBF097D2-C906-7204-0F54-8B5DBE485965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잘못주문함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24EBCA5F-FA12-5C42-A3EE-A555608C52C6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취소사유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3664541-4FDA-658F-1BD4-9327C15F5FCB}"/>
              </a:ext>
            </a:extLst>
          </p:cNvPr>
          <p:cNvGrpSpPr/>
          <p:nvPr/>
        </p:nvGrpSpPr>
        <p:grpSpPr>
          <a:xfrm>
            <a:off x="2581218" y="4425629"/>
            <a:ext cx="6604606" cy="1231443"/>
            <a:chOff x="2581218" y="4524076"/>
            <a:chExt cx="6604606" cy="123144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9C0395B-CA25-83FC-E317-71C7BF9038B3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결제취소정보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18" name="Rounded Rectangle 27">
              <a:extLst>
                <a:ext uri="{FF2B5EF4-FFF2-40B4-BE49-F238E27FC236}">
                  <a16:creationId xmlns:a16="http://schemas.microsoft.com/office/drawing/2014/main" id="{4DE924FF-43D2-D012-4CD9-0EA9317E4823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취소금액</a:t>
              </a:r>
            </a:p>
          </p:txBody>
        </p:sp>
        <p:sp>
          <p:nvSpPr>
            <p:cNvPr id="19" name="Rounded Rectangle 27">
              <a:extLst>
                <a:ext uri="{FF2B5EF4-FFF2-40B4-BE49-F238E27FC236}">
                  <a16:creationId xmlns:a16="http://schemas.microsoft.com/office/drawing/2014/main" id="{AF35CE85-DF0C-6733-D76C-BFC4EB2E4692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0" name="Rounded Rectangle 27">
              <a:extLst>
                <a:ext uri="{FF2B5EF4-FFF2-40B4-BE49-F238E27FC236}">
                  <a16:creationId xmlns:a16="http://schemas.microsoft.com/office/drawing/2014/main" id="{7B578777-E649-6E59-6A7D-8D05AB5CD749}"/>
                </a:ext>
              </a:extLst>
            </p:cNvPr>
            <p:cNvSpPr/>
            <p:nvPr/>
          </p:nvSpPr>
          <p:spPr>
            <a:xfrm>
              <a:off x="2599177" y="5173668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21" name="Rounded Rectangle 27">
              <a:extLst>
                <a:ext uri="{FF2B5EF4-FFF2-40B4-BE49-F238E27FC236}">
                  <a16:creationId xmlns:a16="http://schemas.microsoft.com/office/drawing/2014/main" id="{B6B95A02-2F8A-6616-168C-1F936679A057}"/>
                </a:ext>
              </a:extLst>
            </p:cNvPr>
            <p:cNvSpPr/>
            <p:nvPr/>
          </p:nvSpPr>
          <p:spPr>
            <a:xfrm>
              <a:off x="7727012" y="5165601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23" name="Rounded Rectangle 27">
              <a:extLst>
                <a:ext uri="{FF2B5EF4-FFF2-40B4-BE49-F238E27FC236}">
                  <a16:creationId xmlns:a16="http://schemas.microsoft.com/office/drawing/2014/main" id="{D42836A6-53DF-9717-A31E-B7F8E558CE97}"/>
                </a:ext>
              </a:extLst>
            </p:cNvPr>
            <p:cNvSpPr/>
            <p:nvPr/>
          </p:nvSpPr>
          <p:spPr>
            <a:xfrm>
              <a:off x="2599177" y="5381643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BD49DBA1-C237-BFF2-4A7C-FD87B101725F}"/>
                </a:ext>
              </a:extLst>
            </p:cNvPr>
            <p:cNvSpPr/>
            <p:nvPr/>
          </p:nvSpPr>
          <p:spPr>
            <a:xfrm>
              <a:off x="7727012" y="5373576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2E16AB1E-B1F0-94A3-6485-31245E421A7A}"/>
                </a:ext>
              </a:extLst>
            </p:cNvPr>
            <p:cNvSpPr/>
            <p:nvPr/>
          </p:nvSpPr>
          <p:spPr>
            <a:xfrm>
              <a:off x="2581218" y="5582502"/>
              <a:ext cx="2427081" cy="173017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(BC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카드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9300-****-****-5637</a:t>
              </a:r>
            </a:p>
          </p:txBody>
        </p:sp>
      </p:grp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74C8C3B9-C626-5187-9C5B-587B3923D4BE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DCC9CDA-48FD-D986-C4C5-B4112D5FDC57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35">
            <a:extLst>
              <a:ext uri="{FF2B5EF4-FFF2-40B4-BE49-F238E27FC236}">
                <a16:creationId xmlns:a16="http://schemas.microsoft.com/office/drawing/2014/main" id="{7CF020B8-C3FC-10F4-D113-2B3E15C33336}"/>
              </a:ext>
            </a:extLst>
          </p:cNvPr>
          <p:cNvSpPr/>
          <p:nvPr/>
        </p:nvSpPr>
        <p:spPr>
          <a:xfrm>
            <a:off x="4138072" y="5917520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</p:spTree>
    <p:extLst>
      <p:ext uri="{BB962C8B-B14F-4D97-AF65-F5344CB8AC3E}">
        <p14:creationId xmlns:p14="http://schemas.microsoft.com/office/powerpoint/2010/main" val="23642087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C328C-185F-52CA-1DDA-8A3FCDB44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C4BCD0-B16B-9518-EBC6-F90E1FCD033F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취소 요청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0BDBF6-9134-0E7C-2D15-B82420797F93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D3819EA-3EE8-27CA-DDF6-2196411489DC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2849B11-7BD9-ED7F-DE99-0E203C66F0A0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12ADE295-D0A0-8D6F-A30B-5CC9791E1264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4856DCB-C940-9E74-21DE-FDC90644095B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D8B65ADA-54C4-C0B6-0850-08DCD67583E6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A18F0727-FF15-A358-5F18-DC783D85C0F9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D85F86D0-A099-89FB-3871-50411046A52D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B9785C30-264F-B5CF-0E5D-F2A9227AF751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77DEAA8-A232-C0F8-0AD6-A603B5A971B1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E74272C1-7DC1-41DE-CA4E-ECE6351191BC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취소요청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6344112A-7968-2AD6-0602-7912BCD772E3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C883D7AD-738C-C7BD-5965-B4B700D17F2D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21977594-4BC3-C646-AE55-001FFEB61FBD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89542E7-26B2-A905-4F32-D44FF5B89D67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2F692AF-4F32-1651-F61B-DC23E5A44FE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2A321913-2DAA-4CE6-2576-F92078E09307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690E3569-16F3-BD6F-9C86-B6C1C7AAB094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DFF17160-67E4-A1AE-3276-D57D1FF926CE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536296C7-4954-221C-0D87-C166FEF58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368788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AFC5D0BD-C770-9294-6409-C89DC90F0800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취소수량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C4416ABD-3954-D44C-24D1-0A24D55A5082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상품 옵션 선택 잘못함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CDAD5071-0ED3-DB18-4EA9-43E418DFD38C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잘못주문함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11BBC2DF-4D9F-3803-F16B-F9B48D160B7C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취소사유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38888DC-67CF-5EA8-98CF-121398879D2E}"/>
              </a:ext>
            </a:extLst>
          </p:cNvPr>
          <p:cNvGrpSpPr/>
          <p:nvPr/>
        </p:nvGrpSpPr>
        <p:grpSpPr>
          <a:xfrm>
            <a:off x="2581218" y="4425629"/>
            <a:ext cx="6604606" cy="1231443"/>
            <a:chOff x="2581218" y="4524076"/>
            <a:chExt cx="6604606" cy="123144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65AB40F-39A5-E45F-37E7-E03188BDC205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결제취소정보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18" name="Rounded Rectangle 27">
              <a:extLst>
                <a:ext uri="{FF2B5EF4-FFF2-40B4-BE49-F238E27FC236}">
                  <a16:creationId xmlns:a16="http://schemas.microsoft.com/office/drawing/2014/main" id="{888568A8-1FD5-D361-F27A-23A8848B3C2A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취소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예정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금액</a:t>
              </a:r>
            </a:p>
          </p:txBody>
        </p:sp>
        <p:sp>
          <p:nvSpPr>
            <p:cNvPr id="19" name="Rounded Rectangle 27">
              <a:extLst>
                <a:ext uri="{FF2B5EF4-FFF2-40B4-BE49-F238E27FC236}">
                  <a16:creationId xmlns:a16="http://schemas.microsoft.com/office/drawing/2014/main" id="{A84E1D46-86F6-9019-B5F6-BE42B86F3015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0" name="Rounded Rectangle 27">
              <a:extLst>
                <a:ext uri="{FF2B5EF4-FFF2-40B4-BE49-F238E27FC236}">
                  <a16:creationId xmlns:a16="http://schemas.microsoft.com/office/drawing/2014/main" id="{62463758-3ED5-9131-D29A-D89CD0BCFEB8}"/>
                </a:ext>
              </a:extLst>
            </p:cNvPr>
            <p:cNvSpPr/>
            <p:nvPr/>
          </p:nvSpPr>
          <p:spPr>
            <a:xfrm>
              <a:off x="2599177" y="5173668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21" name="Rounded Rectangle 27">
              <a:extLst>
                <a:ext uri="{FF2B5EF4-FFF2-40B4-BE49-F238E27FC236}">
                  <a16:creationId xmlns:a16="http://schemas.microsoft.com/office/drawing/2014/main" id="{4BDA853D-A3A4-BD1D-EA04-B6322649BBB0}"/>
                </a:ext>
              </a:extLst>
            </p:cNvPr>
            <p:cNvSpPr/>
            <p:nvPr/>
          </p:nvSpPr>
          <p:spPr>
            <a:xfrm>
              <a:off x="7727012" y="5165601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23" name="Rounded Rectangle 27">
              <a:extLst>
                <a:ext uri="{FF2B5EF4-FFF2-40B4-BE49-F238E27FC236}">
                  <a16:creationId xmlns:a16="http://schemas.microsoft.com/office/drawing/2014/main" id="{0BDB386E-04BD-9C5C-E261-CB8BF1F29F22}"/>
                </a:ext>
              </a:extLst>
            </p:cNvPr>
            <p:cNvSpPr/>
            <p:nvPr/>
          </p:nvSpPr>
          <p:spPr>
            <a:xfrm>
              <a:off x="2599177" y="5381643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1FBFC661-CEBB-846B-F717-35EAA19786B5}"/>
                </a:ext>
              </a:extLst>
            </p:cNvPr>
            <p:cNvSpPr/>
            <p:nvPr/>
          </p:nvSpPr>
          <p:spPr>
            <a:xfrm>
              <a:off x="7727012" y="5373576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F3D676E6-5DC4-AAE0-DE1E-6474E827770D}"/>
                </a:ext>
              </a:extLst>
            </p:cNvPr>
            <p:cNvSpPr/>
            <p:nvPr/>
          </p:nvSpPr>
          <p:spPr>
            <a:xfrm>
              <a:off x="2581218" y="5582502"/>
              <a:ext cx="2427081" cy="173017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(BC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카드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9300-****-****-5637</a:t>
              </a:r>
            </a:p>
          </p:txBody>
        </p:sp>
      </p:grp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99219D3F-3DEF-B195-97A2-EE6689297487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986563A-0152-6092-1AB5-847EB42D23EF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35">
            <a:extLst>
              <a:ext uri="{FF2B5EF4-FFF2-40B4-BE49-F238E27FC236}">
                <a16:creationId xmlns:a16="http://schemas.microsoft.com/office/drawing/2014/main" id="{2C8BACC5-F081-7362-4EBF-672BA0975F46}"/>
              </a:ext>
            </a:extLst>
          </p:cNvPr>
          <p:cNvSpPr/>
          <p:nvPr/>
        </p:nvSpPr>
        <p:spPr>
          <a:xfrm>
            <a:off x="8779308" y="3845310"/>
            <a:ext cx="40651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10" name="Rounded Rectangle 35">
            <a:extLst>
              <a:ext uri="{FF2B5EF4-FFF2-40B4-BE49-F238E27FC236}">
                <a16:creationId xmlns:a16="http://schemas.microsoft.com/office/drawing/2014/main" id="{CDBFDC8A-1BDE-8E0C-CCFD-8FB215EA958E}"/>
              </a:ext>
            </a:extLst>
          </p:cNvPr>
          <p:cNvSpPr/>
          <p:nvPr/>
        </p:nvSpPr>
        <p:spPr>
          <a:xfrm>
            <a:off x="2648590" y="5917520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12" name="Rounded Rectangle 35">
            <a:extLst>
              <a:ext uri="{FF2B5EF4-FFF2-40B4-BE49-F238E27FC236}">
                <a16:creationId xmlns:a16="http://schemas.microsoft.com/office/drawing/2014/main" id="{6DB2E0AB-7861-64C9-78AC-C54CB2CBE2D3}"/>
              </a:ext>
            </a:extLst>
          </p:cNvPr>
          <p:cNvSpPr/>
          <p:nvPr/>
        </p:nvSpPr>
        <p:spPr>
          <a:xfrm>
            <a:off x="5901814" y="5917520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취소요청철회</a:t>
            </a:r>
          </a:p>
        </p:txBody>
      </p:sp>
    </p:spTree>
    <p:extLst>
      <p:ext uri="{BB962C8B-B14F-4D97-AF65-F5344CB8AC3E}">
        <p14:creationId xmlns:p14="http://schemas.microsoft.com/office/powerpoint/2010/main" val="33370962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AA338-BB3D-8A6D-0E4D-FEA23E43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634E3E-4365-87C7-222B-954F76694E0D}"/>
              </a:ext>
            </a:extLst>
          </p:cNvPr>
          <p:cNvSpPr txBox="1"/>
          <p:nvPr/>
        </p:nvSpPr>
        <p:spPr>
          <a:xfrm>
            <a:off x="1307907" y="78285"/>
            <a:ext cx="12298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취소 요청 반려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6B57A5-3204-DF44-B8B3-723E184C1AEA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D560254-57AE-3786-44EE-19AF532D92B6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240E168-7A53-09DC-FA19-1DFBC9C41677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2AD3C812-2BDD-5115-51C9-77519EE4C7B1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226F21E-2394-94E8-6EB3-58DB183D3BBF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074F500D-5BB4-C1D1-7D7C-DC9B9734CE4C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47F6D44F-EDF6-2442-3198-72A2A05EBA2B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8729C07A-E9BC-CFC2-6690-0DA403CABBC9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8B51F9F1-B80D-7DA5-8918-DFFFA501A279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5AFCCB17-292C-852C-18B8-3352DAA83460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F04F1F94-AE96-3791-30D6-80C61BF6DC7A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 err="1">
                  <a:solidFill>
                    <a:srgbClr val="FF0000"/>
                  </a:solidFill>
                  <a:ea typeface="맑은 고딕"/>
                </a:rPr>
                <a:t>취소반려</a:t>
              </a:r>
              <a:endParaRPr lang="ko-KR" altLang="en-US" sz="700" b="1" dirty="0">
                <a:solidFill>
                  <a:srgbClr val="FF0000"/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718981C5-EC9D-498B-63C8-FBFD375AA932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5648F8BE-43FA-F3A1-4290-69057069369C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1378A133-9EF7-7AE3-E526-DBE601F486DB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84853E1-DFF4-BD65-B046-4FF4B79681A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9AEEFFA-C28B-B414-1DAC-93DC717E5F67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AD2FC2C6-0837-E0A9-8F3B-F9F7D6419A51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A0CC959D-06DC-B676-8A7E-326A5EC6EF5B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A00CC4F3-D7D7-3E1D-CACD-8A7BB85402D9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CAFAE095-F207-21F4-2D05-4BA95BFDB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510375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CF950194-1E89-E02F-CCAB-00A2721F90F0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취소수량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03BF4AAB-4E35-91C0-CC5F-880E329661E4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상품 옵션 선택 잘못함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FB9C82E0-70CF-4A34-154B-6A8A046B8935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잘못주문함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7DF00924-066A-AE49-B19B-9D668471D714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취소사유</a:t>
            </a: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EDEFDC39-A31D-3680-31F2-34AE327FC7CF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EDFD69C-E50D-91F8-3BF7-EC5D3B73E99C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35">
            <a:extLst>
              <a:ext uri="{FF2B5EF4-FFF2-40B4-BE49-F238E27FC236}">
                <a16:creationId xmlns:a16="http://schemas.microsoft.com/office/drawing/2014/main" id="{6A3A2F5B-9063-9D79-A7B4-AB2BAD4D5462}"/>
              </a:ext>
            </a:extLst>
          </p:cNvPr>
          <p:cNvSpPr/>
          <p:nvPr/>
        </p:nvSpPr>
        <p:spPr>
          <a:xfrm>
            <a:off x="4138072" y="5917520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C7744DF-998F-CBD1-52CC-15A745E36056}"/>
              </a:ext>
            </a:extLst>
          </p:cNvPr>
          <p:cNvGrpSpPr/>
          <p:nvPr/>
        </p:nvGrpSpPr>
        <p:grpSpPr>
          <a:xfrm>
            <a:off x="2597940" y="4476158"/>
            <a:ext cx="6611593" cy="762948"/>
            <a:chOff x="324312" y="3015239"/>
            <a:chExt cx="6611593" cy="762948"/>
          </a:xfrm>
        </p:grpSpPr>
        <p:sp>
          <p:nvSpPr>
            <p:cNvPr id="7" name="Rounded Rectangle 35">
              <a:extLst>
                <a:ext uri="{FF2B5EF4-FFF2-40B4-BE49-F238E27FC236}">
                  <a16:creationId xmlns:a16="http://schemas.microsoft.com/office/drawing/2014/main" id="{06195054-2E24-A478-D6A8-C0E23ACFA872}"/>
                </a:ext>
              </a:extLst>
            </p:cNvPr>
            <p:cNvSpPr/>
            <p:nvPr/>
          </p:nvSpPr>
          <p:spPr>
            <a:xfrm>
              <a:off x="324312" y="3015239"/>
              <a:ext cx="6611593" cy="76294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반품 불가 사유 작성 공간입니다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8" name="Rounded Rectangle 27">
              <a:extLst>
                <a:ext uri="{FF2B5EF4-FFF2-40B4-BE49-F238E27FC236}">
                  <a16:creationId xmlns:a16="http://schemas.microsoft.com/office/drawing/2014/main" id="{A2FF5DF6-1CE1-4202-1ED7-CCD3A9639D3B}"/>
                </a:ext>
              </a:extLst>
            </p:cNvPr>
            <p:cNvSpPr/>
            <p:nvPr/>
          </p:nvSpPr>
          <p:spPr>
            <a:xfrm>
              <a:off x="374375" y="3071372"/>
              <a:ext cx="1000054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ea typeface="맑은 고딕"/>
                </a:rPr>
                <a:t>반려사유</a:t>
              </a:r>
            </a:p>
          </p:txBody>
        </p:sp>
        <p:sp>
          <p:nvSpPr>
            <p:cNvPr id="10" name="Rounded Rectangle 27">
              <a:extLst>
                <a:ext uri="{FF2B5EF4-FFF2-40B4-BE49-F238E27FC236}">
                  <a16:creationId xmlns:a16="http://schemas.microsoft.com/office/drawing/2014/main" id="{E54CC98D-D77E-4D18-3CC6-DAC167A80175}"/>
                </a:ext>
              </a:extLst>
            </p:cNvPr>
            <p:cNvSpPr/>
            <p:nvPr/>
          </p:nvSpPr>
          <p:spPr>
            <a:xfrm>
              <a:off x="5855905" y="3069110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10 11:25 </a:t>
              </a:r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56100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32ADE-AD36-0502-0827-EE0B17A0A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BC0055-6800-072F-DE43-E8777FE5B851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반품 요청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F14F9A-787B-F6C0-1E23-B2B5C8797F98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4C3FCA-7D1B-966F-53C5-659DC17BE8D4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DE817F7-8A4D-896B-0F21-EE571F35EC82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8A95307C-F636-1F98-6A4B-D0503C3111EA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514AEE7-4226-6E90-340A-D40CF7B2E570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6BC2DB0C-87A5-AC74-9B07-87C698572E87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09AA7011-95FC-9FC8-A54D-7309532D8121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2C4001FE-7BBE-425F-7709-EBB132AD63B8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FA6ACB46-2B5E-EFA6-D5F2-12AD160984FC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A08F37F-976C-7002-B40E-05910B5E902E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F9E806AD-ADAA-AE1A-DCF9-4798C2E36556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반품요청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DBCAE3ED-0D25-4D76-ED11-8556BBD3C168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1807B501-20EC-B97B-072D-D8519C5D550E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7FD4F321-B263-CFF5-F4BD-D876F6CAD725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881379E-988C-B4A5-6FDB-A7A4D935886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ED5CB47-F250-4D65-38E8-5DEB7237D33F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C9503610-87CA-7200-178D-0B201AF1BA36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1B64C9C2-24E8-DD5D-8768-E9D0A3E2BB9D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AFE26C57-ECA7-A9F6-C538-5CBBDF1E8F3E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AC694E47-3908-0DCF-378A-8FF4ECD0B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198843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083FDEF4-4AB8-DC2E-E486-DE1DA21ECA8E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81FE9B1D-3B80-3694-73D6-670F8F0F5AFA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76646AB8-B9C0-61CF-1944-C6FFF7BA5826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BA8C77AE-4CD8-46CE-EEF4-7FC13491E404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4255FDB-581B-D565-12F0-A73F9D476969}"/>
              </a:ext>
            </a:extLst>
          </p:cNvPr>
          <p:cNvGrpSpPr/>
          <p:nvPr/>
        </p:nvGrpSpPr>
        <p:grpSpPr>
          <a:xfrm>
            <a:off x="2599177" y="5894322"/>
            <a:ext cx="6586647" cy="527723"/>
            <a:chOff x="2599177" y="4524076"/>
            <a:chExt cx="6586647" cy="52772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DA0E13-BD9F-6DA0-5412-96048E21C5EC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환불정보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18" name="Rounded Rectangle 27">
              <a:extLst>
                <a:ext uri="{FF2B5EF4-FFF2-40B4-BE49-F238E27FC236}">
                  <a16:creationId xmlns:a16="http://schemas.microsoft.com/office/drawing/2014/main" id="{2FA00A0B-B1F1-3657-962C-F724BF856509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총 환불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예상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금액</a:t>
              </a:r>
            </a:p>
          </p:txBody>
        </p:sp>
        <p:sp>
          <p:nvSpPr>
            <p:cNvPr id="19" name="Rounded Rectangle 27">
              <a:extLst>
                <a:ext uri="{FF2B5EF4-FFF2-40B4-BE49-F238E27FC236}">
                  <a16:creationId xmlns:a16="http://schemas.microsoft.com/office/drawing/2014/main" id="{4322B560-E06B-ACBB-2DC9-F9ABB728E7D2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21FB86E6-EF80-DD23-00DA-C24EED508E4D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8CB8418-9A52-1D15-1876-FAA4FFF44482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42FB821-C3F8-628B-EEE6-B30904CA9D3A}"/>
              </a:ext>
            </a:extLst>
          </p:cNvPr>
          <p:cNvGrpSpPr/>
          <p:nvPr/>
        </p:nvGrpSpPr>
        <p:grpSpPr>
          <a:xfrm>
            <a:off x="2596769" y="4432876"/>
            <a:ext cx="6607565" cy="1090264"/>
            <a:chOff x="2596769" y="348194"/>
            <a:chExt cx="6607565" cy="10902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66B1ABC-0AA4-AAEC-1994-B030A4A5C586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상품회수정보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E59FB65-EA8D-256A-144E-910D6EA20808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EDFEC0BC-D9C8-6EE8-4BD6-F533E4F6F2F6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Rounded Rectangle 27">
                <a:extLst>
                  <a:ext uri="{FF2B5EF4-FFF2-40B4-BE49-F238E27FC236}">
                    <a16:creationId xmlns:a16="http://schemas.microsoft.com/office/drawing/2014/main" id="{8947FB80-5D83-FD5A-F21A-40851EEE8993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2" name="Rounded Rectangle 27">
                <a:extLst>
                  <a:ext uri="{FF2B5EF4-FFF2-40B4-BE49-F238E27FC236}">
                    <a16:creationId xmlns:a16="http://schemas.microsoft.com/office/drawing/2014/main" id="{91C60266-6544-EE80-A225-3B6263F74A39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" name="Rounded Rectangle 27">
                <a:extLst>
                  <a:ext uri="{FF2B5EF4-FFF2-40B4-BE49-F238E27FC236}">
                    <a16:creationId xmlns:a16="http://schemas.microsoft.com/office/drawing/2014/main" id="{512E69C8-C85C-066C-1746-BD07EC4614BE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7F8F9409-FA29-337F-672A-1EACE472DD11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28" name="Rounded Rectangle 35">
              <a:extLst>
                <a:ext uri="{FF2B5EF4-FFF2-40B4-BE49-F238E27FC236}">
                  <a16:creationId xmlns:a16="http://schemas.microsoft.com/office/drawing/2014/main" id="{BF18CFBC-C003-F638-578B-43100EE839A1}"/>
                </a:ext>
              </a:extLst>
            </p:cNvPr>
            <p:cNvSpPr/>
            <p:nvPr/>
          </p:nvSpPr>
          <p:spPr>
            <a:xfrm>
              <a:off x="8497191" y="782699"/>
              <a:ext cx="54336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  <p:sp>
          <p:nvSpPr>
            <p:cNvPr id="33" name="Rounded Rectangle 27">
              <a:extLst>
                <a:ext uri="{FF2B5EF4-FFF2-40B4-BE49-F238E27FC236}">
                  <a16:creationId xmlns:a16="http://schemas.microsoft.com/office/drawing/2014/main" id="{A16A8B54-C3D3-906D-13E0-1B3D0AE4E78C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66F0AF4-0CFD-EDDB-EC24-29ABDDA52253}"/>
              </a:ext>
            </a:extLst>
          </p:cNvPr>
          <p:cNvSpPr txBox="1"/>
          <p:nvPr/>
        </p:nvSpPr>
        <p:spPr>
          <a:xfrm>
            <a:off x="2540457" y="5515461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Rounded Rectangle 35">
            <a:extLst>
              <a:ext uri="{FF2B5EF4-FFF2-40B4-BE49-F238E27FC236}">
                <a16:creationId xmlns:a16="http://schemas.microsoft.com/office/drawing/2014/main" id="{AC44ED21-4098-FF0F-E10F-A74C036B8733}"/>
              </a:ext>
            </a:extLst>
          </p:cNvPr>
          <p:cNvSpPr/>
          <p:nvPr/>
        </p:nvSpPr>
        <p:spPr>
          <a:xfrm>
            <a:off x="8497191" y="3830181"/>
            <a:ext cx="543363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10222886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6C4FC3B-BB88-E36A-DCA7-6C4486CA6820}"/>
              </a:ext>
            </a:extLst>
          </p:cNvPr>
          <p:cNvGrpSpPr/>
          <p:nvPr/>
        </p:nvGrpSpPr>
        <p:grpSpPr>
          <a:xfrm>
            <a:off x="2581218" y="395933"/>
            <a:ext cx="6604606" cy="1231443"/>
            <a:chOff x="2581218" y="4524076"/>
            <a:chExt cx="6604606" cy="123144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4979028-A1FA-D989-40EB-FA2E15F3DF23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환불정보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4" name="Rounded Rectangle 27">
              <a:extLst>
                <a:ext uri="{FF2B5EF4-FFF2-40B4-BE49-F238E27FC236}">
                  <a16:creationId xmlns:a16="http://schemas.microsoft.com/office/drawing/2014/main" id="{A525E45F-5188-033E-FA68-D50383F02821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총 환불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예상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금액</a:t>
              </a:r>
            </a:p>
          </p:txBody>
        </p:sp>
        <p:sp>
          <p:nvSpPr>
            <p:cNvPr id="5" name="Rounded Rectangle 27">
              <a:extLst>
                <a:ext uri="{FF2B5EF4-FFF2-40B4-BE49-F238E27FC236}">
                  <a16:creationId xmlns:a16="http://schemas.microsoft.com/office/drawing/2014/main" id="{8F4C16C8-6AC1-27CA-494E-DD73FD7252EB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" name="Rounded Rectangle 27">
              <a:extLst>
                <a:ext uri="{FF2B5EF4-FFF2-40B4-BE49-F238E27FC236}">
                  <a16:creationId xmlns:a16="http://schemas.microsoft.com/office/drawing/2014/main" id="{81875A06-EFD4-C851-2196-B90598E38860}"/>
                </a:ext>
              </a:extLst>
            </p:cNvPr>
            <p:cNvSpPr/>
            <p:nvPr/>
          </p:nvSpPr>
          <p:spPr>
            <a:xfrm>
              <a:off x="2599177" y="5173668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7" name="Rounded Rectangle 27">
              <a:extLst>
                <a:ext uri="{FF2B5EF4-FFF2-40B4-BE49-F238E27FC236}">
                  <a16:creationId xmlns:a16="http://schemas.microsoft.com/office/drawing/2014/main" id="{CD5C7CA2-AC4E-EFB1-5D85-9C6B236540D0}"/>
                </a:ext>
              </a:extLst>
            </p:cNvPr>
            <p:cNvSpPr/>
            <p:nvPr/>
          </p:nvSpPr>
          <p:spPr>
            <a:xfrm>
              <a:off x="7727012" y="5165601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8" name="Rounded Rectangle 27">
              <a:extLst>
                <a:ext uri="{FF2B5EF4-FFF2-40B4-BE49-F238E27FC236}">
                  <a16:creationId xmlns:a16="http://schemas.microsoft.com/office/drawing/2014/main" id="{AD9B91D1-69D2-C28C-8697-8516D1E017E3}"/>
                </a:ext>
              </a:extLst>
            </p:cNvPr>
            <p:cNvSpPr/>
            <p:nvPr/>
          </p:nvSpPr>
          <p:spPr>
            <a:xfrm>
              <a:off x="2599177" y="5381643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" name="Rounded Rectangle 27">
              <a:extLst>
                <a:ext uri="{FF2B5EF4-FFF2-40B4-BE49-F238E27FC236}">
                  <a16:creationId xmlns:a16="http://schemas.microsoft.com/office/drawing/2014/main" id="{3EE258B4-1569-9423-CB55-DD2949824023}"/>
                </a:ext>
              </a:extLst>
            </p:cNvPr>
            <p:cNvSpPr/>
            <p:nvPr/>
          </p:nvSpPr>
          <p:spPr>
            <a:xfrm>
              <a:off x="7727012" y="5373576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10" name="Rounded Rectangle 27">
              <a:extLst>
                <a:ext uri="{FF2B5EF4-FFF2-40B4-BE49-F238E27FC236}">
                  <a16:creationId xmlns:a16="http://schemas.microsoft.com/office/drawing/2014/main" id="{D42054B5-11E1-D00A-47D9-5D595829D9F3}"/>
                </a:ext>
              </a:extLst>
            </p:cNvPr>
            <p:cNvSpPr/>
            <p:nvPr/>
          </p:nvSpPr>
          <p:spPr>
            <a:xfrm>
              <a:off x="2581218" y="5582502"/>
              <a:ext cx="2427081" cy="173017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(BC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카드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9300-****-****-5637</a:t>
              </a:r>
            </a:p>
          </p:txBody>
        </p:sp>
      </p:grp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D06771B7-9B3C-EF01-AF10-AAEF9AF000AA}"/>
              </a:ext>
            </a:extLst>
          </p:cNvPr>
          <p:cNvSpPr/>
          <p:nvPr/>
        </p:nvSpPr>
        <p:spPr>
          <a:xfrm>
            <a:off x="2581218" y="1887824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12" name="Rounded Rectangle 35">
            <a:extLst>
              <a:ext uri="{FF2B5EF4-FFF2-40B4-BE49-F238E27FC236}">
                <a16:creationId xmlns:a16="http://schemas.microsoft.com/office/drawing/2014/main" id="{7CA0EEA6-827B-7FE3-9730-56916B39DFCE}"/>
              </a:ext>
            </a:extLst>
          </p:cNvPr>
          <p:cNvSpPr/>
          <p:nvPr/>
        </p:nvSpPr>
        <p:spPr>
          <a:xfrm>
            <a:off x="5832897" y="1887824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반품요청철회</a:t>
            </a:r>
          </a:p>
        </p:txBody>
      </p:sp>
    </p:spTree>
    <p:extLst>
      <p:ext uri="{BB962C8B-B14F-4D97-AF65-F5344CB8AC3E}">
        <p14:creationId xmlns:p14="http://schemas.microsoft.com/office/powerpoint/2010/main" val="31816650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66F9A-912E-97DC-3C4E-BC35EA955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616210-3D09-A728-8163-1D399BE25F70}"/>
              </a:ext>
            </a:extLst>
          </p:cNvPr>
          <p:cNvSpPr txBox="1"/>
          <p:nvPr/>
        </p:nvSpPr>
        <p:spPr>
          <a:xfrm>
            <a:off x="1307907" y="78285"/>
            <a:ext cx="13051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반품 사유 수정 </a:t>
            </a:r>
            <a:r>
              <a:rPr lang="ko-KR" altLang="en-US" sz="900" spc="-150" dirty="0" err="1">
                <a:latin typeface="맑은 고딕" panose="020B0503020000020004" pitchFamily="50" charset="-127"/>
              </a:rPr>
              <a:t>레이어팝업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D12F1E-426F-E93A-1355-B1C78D1AFF74}"/>
              </a:ext>
            </a:extLst>
          </p:cNvPr>
          <p:cNvSpPr txBox="1"/>
          <p:nvPr/>
        </p:nvSpPr>
        <p:spPr>
          <a:xfrm>
            <a:off x="1302717" y="330494"/>
            <a:ext cx="3397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교환사유 수정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B80571-BE86-B66E-3872-F0DF653D1236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D017F2B-8567-1023-5D7C-6199F2D6ACE4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89D9E548-707E-38F5-92FF-7493CC96BF8D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69FD5D5-AA16-E353-2471-48CB820D404B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3F1E82B-7E68-D3B6-BB17-359A9DEC74AD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ACD749BC-C72E-CACE-EDED-811C758402DB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C032975-C6CD-88FA-185D-E328C2D2470C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6864160C-F9CF-C91B-E09B-F0856B2B90C3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506226D8-43AA-4AAA-CB76-BFCBD48434BE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EE22C597-AE19-BEEF-687F-AB3075D22197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반품요청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2B3694C0-ECF8-7880-ACBF-096E020FEFF3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0329B17C-BF11-61B3-8EC3-257669F7FE9B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7A758C4D-B319-0802-0DA0-E47BCC992D3A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7076A0E-7DFA-188D-C819-93E4CCA7396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DB76F10-3421-06CD-BDA4-1669C475CB57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B02349E5-A8E9-C7BE-A254-C7A3288048FD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A9BDB4D9-D4FB-CFEC-6B53-EAC196F642EB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29D0D7F-CBAA-9D73-03AF-18F099C301BD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CA44D7AE-D39B-771C-C718-55C33CF5D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984233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96C9F980-E79F-384E-D582-C5E24CBD8CD5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4D2D8373-D83C-EFE1-36DF-24E26FDE0AB0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30B89C2C-9FC4-13AC-94D8-3F28B0EEB645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88711AE8-856D-A6E6-48A8-EFC04C8056C6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E2C63A-1DD9-5164-F2A9-DE29F31B37F2}"/>
              </a:ext>
            </a:extLst>
          </p:cNvPr>
          <p:cNvSpPr txBox="1"/>
          <p:nvPr/>
        </p:nvSpPr>
        <p:spPr>
          <a:xfrm>
            <a:off x="2606764" y="5894322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환불정보</a:t>
            </a:r>
            <a:endParaRPr sz="10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ED2791E9-04CF-5BF3-9FFF-08AB47B19A58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86E715E-7652-652A-BAEB-B8081210BC9B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7E5B6A6-B07D-EEBF-8167-343986806EA9}"/>
              </a:ext>
            </a:extLst>
          </p:cNvPr>
          <p:cNvGrpSpPr/>
          <p:nvPr/>
        </p:nvGrpSpPr>
        <p:grpSpPr>
          <a:xfrm>
            <a:off x="2596769" y="4432876"/>
            <a:ext cx="6607565" cy="1090264"/>
            <a:chOff x="2596769" y="348194"/>
            <a:chExt cx="6607565" cy="10902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74720F2-5F24-2218-2A17-36A002B46655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상품회수정보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36AF8D14-7ABC-5541-21EB-A03CC6D7DF81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24DA2AA0-87D8-002A-AF78-FD5BBE8C2EC3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Rounded Rectangle 27">
                <a:extLst>
                  <a:ext uri="{FF2B5EF4-FFF2-40B4-BE49-F238E27FC236}">
                    <a16:creationId xmlns:a16="http://schemas.microsoft.com/office/drawing/2014/main" id="{EB738A78-29AC-96AF-52B9-C0F876EB49CE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2" name="Rounded Rectangle 27">
                <a:extLst>
                  <a:ext uri="{FF2B5EF4-FFF2-40B4-BE49-F238E27FC236}">
                    <a16:creationId xmlns:a16="http://schemas.microsoft.com/office/drawing/2014/main" id="{E491B3BF-3C3C-32AF-C248-54FCD7ECCE4F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" name="Rounded Rectangle 27">
                <a:extLst>
                  <a:ext uri="{FF2B5EF4-FFF2-40B4-BE49-F238E27FC236}">
                    <a16:creationId xmlns:a16="http://schemas.microsoft.com/office/drawing/2014/main" id="{74249864-BE22-EB8C-7C09-28F267A7E67A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60D42568-95DC-AE26-0210-7F5D50BDC07D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28" name="Rounded Rectangle 35">
              <a:extLst>
                <a:ext uri="{FF2B5EF4-FFF2-40B4-BE49-F238E27FC236}">
                  <a16:creationId xmlns:a16="http://schemas.microsoft.com/office/drawing/2014/main" id="{685F9046-AD07-177D-E00D-3E390C26D07B}"/>
                </a:ext>
              </a:extLst>
            </p:cNvPr>
            <p:cNvSpPr/>
            <p:nvPr/>
          </p:nvSpPr>
          <p:spPr>
            <a:xfrm>
              <a:off x="8497191" y="782699"/>
              <a:ext cx="54336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ysClr val="windowText" lastClr="000000"/>
                  </a:solidFill>
                  <a:ea typeface="맑은 고딕"/>
                </a:rPr>
                <a:t>수정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33" name="Rounded Rectangle 27">
              <a:extLst>
                <a:ext uri="{FF2B5EF4-FFF2-40B4-BE49-F238E27FC236}">
                  <a16:creationId xmlns:a16="http://schemas.microsoft.com/office/drawing/2014/main" id="{DC623B32-8A82-0666-156A-66CC658141F5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6C97260B-94D1-FB80-0FA3-F247B79299E9}"/>
              </a:ext>
            </a:extLst>
          </p:cNvPr>
          <p:cNvSpPr txBox="1"/>
          <p:nvPr/>
        </p:nvSpPr>
        <p:spPr>
          <a:xfrm>
            <a:off x="2540457" y="5515461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DAA8E4F-1EEE-2771-3579-2106E25395FD}"/>
              </a:ext>
            </a:extLst>
          </p:cNvPr>
          <p:cNvSpPr/>
          <p:nvPr/>
        </p:nvSpPr>
        <p:spPr>
          <a:xfrm>
            <a:off x="69714" y="641839"/>
            <a:ext cx="9983154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066126B-2158-5542-2228-D97357FD3700}"/>
              </a:ext>
            </a:extLst>
          </p:cNvPr>
          <p:cNvGrpSpPr/>
          <p:nvPr/>
        </p:nvGrpSpPr>
        <p:grpSpPr>
          <a:xfrm>
            <a:off x="3174144" y="2082314"/>
            <a:ext cx="4098914" cy="2811444"/>
            <a:chOff x="7097580" y="2082314"/>
            <a:chExt cx="4098914" cy="2811444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5836EBC-FE70-A973-FB1A-A604FC68AEF2}"/>
                </a:ext>
              </a:extLst>
            </p:cNvPr>
            <p:cNvSpPr/>
            <p:nvPr/>
          </p:nvSpPr>
          <p:spPr>
            <a:xfrm>
              <a:off x="7097580" y="2082314"/>
              <a:ext cx="4098914" cy="28114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Rounded Rectangle 35">
              <a:extLst>
                <a:ext uri="{FF2B5EF4-FFF2-40B4-BE49-F238E27FC236}">
                  <a16:creationId xmlns:a16="http://schemas.microsoft.com/office/drawing/2014/main" id="{9BCDFD6A-DC20-85F0-5C92-18263B9F7C4E}"/>
                </a:ext>
              </a:extLst>
            </p:cNvPr>
            <p:cNvSpPr/>
            <p:nvPr/>
          </p:nvSpPr>
          <p:spPr>
            <a:xfrm>
              <a:off x="7823776" y="4446028"/>
              <a:ext cx="1292446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25" name="Rounded Rectangle 35">
              <a:extLst>
                <a:ext uri="{FF2B5EF4-FFF2-40B4-BE49-F238E27FC236}">
                  <a16:creationId xmlns:a16="http://schemas.microsoft.com/office/drawing/2014/main" id="{3BC2F5B1-6F01-C982-4307-163754060A33}"/>
                </a:ext>
              </a:extLst>
            </p:cNvPr>
            <p:cNvSpPr/>
            <p:nvPr/>
          </p:nvSpPr>
          <p:spPr>
            <a:xfrm>
              <a:off x="9174206" y="4446028"/>
              <a:ext cx="1292447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  <p:sp>
          <p:nvSpPr>
            <p:cNvPr id="29" name="Rounded Rectangle 35">
              <a:extLst>
                <a:ext uri="{FF2B5EF4-FFF2-40B4-BE49-F238E27FC236}">
                  <a16:creationId xmlns:a16="http://schemas.microsoft.com/office/drawing/2014/main" id="{63847A3E-78B5-9C41-1390-D9BF76C647F8}"/>
                </a:ext>
              </a:extLst>
            </p:cNvPr>
            <p:cNvSpPr/>
            <p:nvPr/>
          </p:nvSpPr>
          <p:spPr>
            <a:xfrm>
              <a:off x="7450385" y="2612955"/>
              <a:ext cx="3372236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용량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불만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                                           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30" name="Rounded Rectangle 35">
              <a:extLst>
                <a:ext uri="{FF2B5EF4-FFF2-40B4-BE49-F238E27FC236}">
                  <a16:creationId xmlns:a16="http://schemas.microsoft.com/office/drawing/2014/main" id="{69BD5C3F-F818-2ACB-1EFE-FA600EDF8D9E}"/>
                </a:ext>
              </a:extLst>
            </p:cNvPr>
            <p:cNvSpPr/>
            <p:nvPr/>
          </p:nvSpPr>
          <p:spPr>
            <a:xfrm>
              <a:off x="7464217" y="2950078"/>
              <a:ext cx="3372236" cy="129715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S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인데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M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으로 잘못 주문</a:t>
              </a:r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03C3F739-A49F-F5BA-0E75-67E7273BE972}"/>
                </a:ext>
              </a:extLst>
            </p:cNvPr>
            <p:cNvSpPr/>
            <p:nvPr/>
          </p:nvSpPr>
          <p:spPr>
            <a:xfrm>
              <a:off x="9637871" y="4017915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36/225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A9172CE-4A26-87FC-EEED-DA2B25ECC5CB}"/>
                </a:ext>
              </a:extLst>
            </p:cNvPr>
            <p:cNvSpPr txBox="1"/>
            <p:nvPr/>
          </p:nvSpPr>
          <p:spPr>
            <a:xfrm>
              <a:off x="8170541" y="2271426"/>
              <a:ext cx="2007330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반품사유 수정</a:t>
              </a:r>
              <a:endParaRPr lang="en-US" altLang="ko-KR" sz="9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75352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BBD32-6DC9-BBBB-2045-C97FAA133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5A6FA4-4196-F091-187E-3D0403CCC3F3}"/>
              </a:ext>
            </a:extLst>
          </p:cNvPr>
          <p:cNvSpPr txBox="1"/>
          <p:nvPr/>
        </p:nvSpPr>
        <p:spPr>
          <a:xfrm>
            <a:off x="1307907" y="78285"/>
            <a:ext cx="15520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반품 </a:t>
            </a:r>
            <a:r>
              <a:rPr lang="ko-KR" altLang="en-US" sz="900" spc="-150" dirty="0" err="1">
                <a:latin typeface="맑은 고딕" panose="020B0503020000020004" pitchFamily="50" charset="-127"/>
              </a:rPr>
              <a:t>처리중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완료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철회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57926-5922-F340-D545-0FE4C08FEFBA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F569B2-C00A-5A43-FCF4-3A7862B78B28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4B65B9C-762F-E3D8-E0F3-B6C955EE8D33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DFB17DF6-64AF-4D7D-295D-645CB9ACAE05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C323DAF-64C5-E692-35F9-DA9CC74C1A5C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850C9B74-4532-BC8D-0D0F-2225AD92D859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9368F57D-15B1-2B4A-4A14-DB5CB4377BA7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EF015337-216E-3076-B8DA-4DF74607A044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E61923C6-A078-9857-6E7E-979D2C5F4991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E6F6E89-232B-0361-29D7-6B0E8001732B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03854649-D826-35DF-C4A6-E651CC4EE472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 err="1">
                  <a:solidFill>
                    <a:srgbClr val="234DD3"/>
                  </a:solidFill>
                  <a:ea typeface="맑은 고딕"/>
                </a:rPr>
                <a:t>반품처리중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01DA252B-47F9-A067-3392-9E30B63A2F28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124F53DD-91C8-F7BE-CCFA-5F1DE6336A37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5CF8884D-A28D-1742-0A0F-A0D31DF1EDBA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1CE5980-6AC2-84B6-E576-D7B121FE419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EE64BEA-490E-51E0-54D5-DD39855B049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FFB65369-C264-78DE-E4B8-DDFFEF7D32BB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FFBE6F6E-53AD-6AB3-422C-8832A5664E91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773A15C1-E90A-D66F-880A-CCCE1B989CFC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4E84936E-6B7D-1E85-18F0-9EECAA9DB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150601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4141EC56-5A8E-2B69-8F99-346550D3D088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346F0658-38DE-E636-8B3F-8BEDA9341A4D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7C6A3FEF-77E7-9CAF-D9A6-7FF2263CDFCC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4051E93A-103D-B5E9-5605-B537632E17DD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F0A5A0F-8E03-68C1-B463-D95F5581060E}"/>
              </a:ext>
            </a:extLst>
          </p:cNvPr>
          <p:cNvGrpSpPr/>
          <p:nvPr/>
        </p:nvGrpSpPr>
        <p:grpSpPr>
          <a:xfrm>
            <a:off x="2599177" y="5894322"/>
            <a:ext cx="6586647" cy="527723"/>
            <a:chOff x="2599177" y="4524076"/>
            <a:chExt cx="6586647" cy="52772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2258A85-9987-AD5F-EBB7-A2A7555D140E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환불정보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18" name="Rounded Rectangle 27">
              <a:extLst>
                <a:ext uri="{FF2B5EF4-FFF2-40B4-BE49-F238E27FC236}">
                  <a16:creationId xmlns:a16="http://schemas.microsoft.com/office/drawing/2014/main" id="{EA7D6DCB-4500-6EA8-F5BA-1D7646B9489B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총 환불금액</a:t>
              </a:r>
            </a:p>
          </p:txBody>
        </p:sp>
        <p:sp>
          <p:nvSpPr>
            <p:cNvPr id="19" name="Rounded Rectangle 27">
              <a:extLst>
                <a:ext uri="{FF2B5EF4-FFF2-40B4-BE49-F238E27FC236}">
                  <a16:creationId xmlns:a16="http://schemas.microsoft.com/office/drawing/2014/main" id="{44E3582D-5764-1C61-24DF-9B4F8C11C96F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4D50D1B6-AD0F-6DDA-3C61-32C970FA0293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6B73700-A05C-D6FB-4B86-28257F4C5F37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167D279-BF19-13D4-5475-4A6A91B95B45}"/>
              </a:ext>
            </a:extLst>
          </p:cNvPr>
          <p:cNvGrpSpPr/>
          <p:nvPr/>
        </p:nvGrpSpPr>
        <p:grpSpPr>
          <a:xfrm>
            <a:off x="2596769" y="4432876"/>
            <a:ext cx="6607565" cy="1090264"/>
            <a:chOff x="2596769" y="348194"/>
            <a:chExt cx="6607565" cy="10902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513FF9E-C27B-F872-1586-C71778129D24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상품회수정보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7172F4FD-B440-6022-C42C-7367E4CAF5F4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C1C05620-44FC-4C1E-F28F-BA63D728273C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Rounded Rectangle 27">
                <a:extLst>
                  <a:ext uri="{FF2B5EF4-FFF2-40B4-BE49-F238E27FC236}">
                    <a16:creationId xmlns:a16="http://schemas.microsoft.com/office/drawing/2014/main" id="{00BCE8C0-67BF-49E8-92E7-0E14D83943EA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2" name="Rounded Rectangle 27">
                <a:extLst>
                  <a:ext uri="{FF2B5EF4-FFF2-40B4-BE49-F238E27FC236}">
                    <a16:creationId xmlns:a16="http://schemas.microsoft.com/office/drawing/2014/main" id="{047951A5-D155-1D35-B82E-3F33164D6617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" name="Rounded Rectangle 27">
                <a:extLst>
                  <a:ext uri="{FF2B5EF4-FFF2-40B4-BE49-F238E27FC236}">
                    <a16:creationId xmlns:a16="http://schemas.microsoft.com/office/drawing/2014/main" id="{86569AAA-CB5F-9638-ECFC-E3FA8B443D5F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DDEDC0F0-B9F8-8AEA-C1FE-C98844362C10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33" name="Rounded Rectangle 27">
              <a:extLst>
                <a:ext uri="{FF2B5EF4-FFF2-40B4-BE49-F238E27FC236}">
                  <a16:creationId xmlns:a16="http://schemas.microsoft.com/office/drawing/2014/main" id="{A78BD7C0-8A9B-772D-4EF9-13443278FD23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FCA5287-0BCF-873B-F35A-7BABD74D5102}"/>
              </a:ext>
            </a:extLst>
          </p:cNvPr>
          <p:cNvSpPr txBox="1"/>
          <p:nvPr/>
        </p:nvSpPr>
        <p:spPr>
          <a:xfrm>
            <a:off x="2540457" y="5515461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4821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2C603-E8D9-1E60-FA31-6770F214C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CD74A0E-E357-5E84-0001-48C62BA4D20A}"/>
              </a:ext>
            </a:extLst>
          </p:cNvPr>
          <p:cNvGrpSpPr/>
          <p:nvPr/>
        </p:nvGrpSpPr>
        <p:grpSpPr>
          <a:xfrm>
            <a:off x="2581218" y="395933"/>
            <a:ext cx="6604606" cy="1231443"/>
            <a:chOff x="2581218" y="4524076"/>
            <a:chExt cx="6604606" cy="123144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944BF2F-5CF3-CC01-AE6E-962639C5EBF3}"/>
                </a:ext>
              </a:extLst>
            </p:cNvPr>
            <p:cNvSpPr txBox="1"/>
            <p:nvPr/>
          </p:nvSpPr>
          <p:spPr>
            <a:xfrm>
              <a:off x="2606764" y="4524076"/>
              <a:ext cx="1293575" cy="3291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환불정보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sp>
          <p:nvSpPr>
            <p:cNvPr id="4" name="Rounded Rectangle 27">
              <a:extLst>
                <a:ext uri="{FF2B5EF4-FFF2-40B4-BE49-F238E27FC236}">
                  <a16:creationId xmlns:a16="http://schemas.microsoft.com/office/drawing/2014/main" id="{CA1D459B-6BF1-A2BD-4E22-6DEBE083CF9C}"/>
                </a:ext>
              </a:extLst>
            </p:cNvPr>
            <p:cNvSpPr/>
            <p:nvPr/>
          </p:nvSpPr>
          <p:spPr>
            <a:xfrm>
              <a:off x="2599177" y="4838450"/>
              <a:ext cx="1226145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총 환불금액</a:t>
              </a:r>
            </a:p>
          </p:txBody>
        </p:sp>
        <p:sp>
          <p:nvSpPr>
            <p:cNvPr id="5" name="Rounded Rectangle 27">
              <a:extLst>
                <a:ext uri="{FF2B5EF4-FFF2-40B4-BE49-F238E27FC236}">
                  <a16:creationId xmlns:a16="http://schemas.microsoft.com/office/drawing/2014/main" id="{3DB6348C-E781-3953-BB7C-C8787E2AB884}"/>
                </a:ext>
              </a:extLst>
            </p:cNvPr>
            <p:cNvSpPr/>
            <p:nvPr/>
          </p:nvSpPr>
          <p:spPr>
            <a:xfrm>
              <a:off x="7727012" y="4814251"/>
              <a:ext cx="1458812" cy="237548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1000" b="1" dirty="0">
                  <a:solidFill>
                    <a:srgbClr val="404040"/>
                  </a:solidFill>
                  <a:ea typeface="맑은 고딕"/>
                </a:rPr>
                <a:t>113,800</a:t>
              </a:r>
              <a:r>
                <a:rPr lang="ko-KR" altLang="en-US" sz="1000" b="1" dirty="0">
                  <a:solidFill>
                    <a:srgbClr val="404040"/>
                  </a:solidFill>
                  <a:ea typeface="맑은 고딕"/>
                </a:rPr>
                <a:t>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 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6" name="Rounded Rectangle 27">
              <a:extLst>
                <a:ext uri="{FF2B5EF4-FFF2-40B4-BE49-F238E27FC236}">
                  <a16:creationId xmlns:a16="http://schemas.microsoft.com/office/drawing/2014/main" id="{9895788E-F5CB-8EF8-88E6-393598EEB46D}"/>
                </a:ext>
              </a:extLst>
            </p:cNvPr>
            <p:cNvSpPr/>
            <p:nvPr/>
          </p:nvSpPr>
          <p:spPr>
            <a:xfrm>
              <a:off x="2599177" y="5173668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바우처 적용금액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</p:txBody>
        </p:sp>
        <p:sp>
          <p:nvSpPr>
            <p:cNvPr id="7" name="Rounded Rectangle 27">
              <a:extLst>
                <a:ext uri="{FF2B5EF4-FFF2-40B4-BE49-F238E27FC236}">
                  <a16:creationId xmlns:a16="http://schemas.microsoft.com/office/drawing/2014/main" id="{893C9812-17FD-DAAC-43E6-D665CFE1DA37}"/>
                </a:ext>
              </a:extLst>
            </p:cNvPr>
            <p:cNvSpPr/>
            <p:nvPr/>
          </p:nvSpPr>
          <p:spPr>
            <a:xfrm>
              <a:off x="7727012" y="5165601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100,000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8" name="Rounded Rectangle 27">
              <a:extLst>
                <a:ext uri="{FF2B5EF4-FFF2-40B4-BE49-F238E27FC236}">
                  <a16:creationId xmlns:a16="http://schemas.microsoft.com/office/drawing/2014/main" id="{CAC04127-C807-D343-5212-E2BBF52121EB}"/>
                </a:ext>
              </a:extLst>
            </p:cNvPr>
            <p:cNvSpPr/>
            <p:nvPr/>
          </p:nvSpPr>
          <p:spPr>
            <a:xfrm>
              <a:off x="2599177" y="5381643"/>
              <a:ext cx="2131961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본인부담금</a:t>
              </a:r>
              <a:endParaRPr lang="en-US" altLang="ko-KR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" name="Rounded Rectangle 27">
              <a:extLst>
                <a:ext uri="{FF2B5EF4-FFF2-40B4-BE49-F238E27FC236}">
                  <a16:creationId xmlns:a16="http://schemas.microsoft.com/office/drawing/2014/main" id="{D9EC4563-B2FD-6981-31F0-280986AD9B83}"/>
                </a:ext>
              </a:extLst>
            </p:cNvPr>
            <p:cNvSpPr/>
            <p:nvPr/>
          </p:nvSpPr>
          <p:spPr>
            <a:xfrm>
              <a:off x="7727012" y="5373576"/>
              <a:ext cx="1458812" cy="205283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pPr algn="r"/>
              <a:r>
                <a:rPr lang="en-US" altLang="ko-KR" sz="800" b="1" dirty="0">
                  <a:solidFill>
                    <a:srgbClr val="404040"/>
                  </a:solidFill>
                  <a:ea typeface="맑은 고딕"/>
                </a:rPr>
                <a:t>13,800</a:t>
              </a:r>
              <a:r>
                <a:rPr lang="ko-KR" altLang="en-US" sz="800" b="1" dirty="0">
                  <a:solidFill>
                    <a:srgbClr val="404040"/>
                  </a:solidFill>
                  <a:ea typeface="맑은 고딕"/>
                </a:rPr>
                <a:t>원</a:t>
              </a:r>
              <a:endParaRPr lang="en-US" altLang="ko-KR" sz="800" b="1" dirty="0">
                <a:solidFill>
                  <a:srgbClr val="404040"/>
                </a:solidFill>
                <a:ea typeface="맑은 고딕"/>
              </a:endParaRPr>
            </a:p>
          </p:txBody>
        </p:sp>
        <p:sp>
          <p:nvSpPr>
            <p:cNvPr id="10" name="Rounded Rectangle 27">
              <a:extLst>
                <a:ext uri="{FF2B5EF4-FFF2-40B4-BE49-F238E27FC236}">
                  <a16:creationId xmlns:a16="http://schemas.microsoft.com/office/drawing/2014/main" id="{EA12CFB0-C1F4-09B9-5630-3A67369CD290}"/>
                </a:ext>
              </a:extLst>
            </p:cNvPr>
            <p:cNvSpPr/>
            <p:nvPr/>
          </p:nvSpPr>
          <p:spPr>
            <a:xfrm>
              <a:off x="2581218" y="5582502"/>
              <a:ext cx="2427081" cy="173017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(BC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카드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9300-****-****-5637</a:t>
              </a:r>
            </a:p>
          </p:txBody>
        </p:sp>
      </p:grpSp>
      <p:sp>
        <p:nvSpPr>
          <p:cNvPr id="14" name="Rounded Rectangle 35">
            <a:extLst>
              <a:ext uri="{FF2B5EF4-FFF2-40B4-BE49-F238E27FC236}">
                <a16:creationId xmlns:a16="http://schemas.microsoft.com/office/drawing/2014/main" id="{1CB3C1C4-1680-9DC7-FB64-43A18C018FC2}"/>
              </a:ext>
            </a:extLst>
          </p:cNvPr>
          <p:cNvSpPr/>
          <p:nvPr/>
        </p:nvSpPr>
        <p:spPr>
          <a:xfrm>
            <a:off x="4138072" y="1887824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</p:spTree>
    <p:extLst>
      <p:ext uri="{BB962C8B-B14F-4D97-AF65-F5344CB8AC3E}">
        <p14:creationId xmlns:p14="http://schemas.microsoft.com/office/powerpoint/2010/main" val="32692975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62CE7-3297-C125-939C-15EC9738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6D001F-7453-501C-468A-372422966808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반품 반려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8A1A1D-2D17-57A7-E644-B20CA54B4E78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0217E1C-C89B-9607-0934-DBFC1CEB6118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4195F81-CCD5-BBE3-96CD-CB0D89ACB0C6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DC2B4642-C50B-4DAA-E19E-948FC3ED29FB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A05B6A0-A332-D9E1-698F-15056AF649A6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C4410352-EF1C-6F48-2004-218A052C3721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E4B1D4E1-269A-DD2F-579D-E65396A0137D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64B94AEE-41C2-AC24-9843-4E10E3F137FD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611B4D5B-3D81-A84D-838C-0483473F7E38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9526A3A-458C-645B-80DE-5DF2CF45C530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B1E61C5B-67E3-400A-F7DA-EB98AD2E3FDD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 err="1">
                  <a:solidFill>
                    <a:srgbClr val="FF0000"/>
                  </a:solidFill>
                  <a:ea typeface="맑은 고딕"/>
                </a:rPr>
                <a:t>반품반려</a:t>
              </a:r>
              <a:endParaRPr lang="ko-KR" altLang="en-US" sz="700" b="1" dirty="0">
                <a:solidFill>
                  <a:srgbClr val="FF0000"/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380C3D6D-17BA-4B3A-80A5-0434FF110B1C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212583A1-56B9-8E28-047A-FDB4E6977483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9F0F4D69-C555-8062-9CD3-D07AF30D71E8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73A167F-AB11-2008-5A6C-BE028736DBE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DE29D8F-A311-2837-6937-763E13E20BB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50B33CA3-05C1-E9EF-F731-543950CDBFE3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49A0F581-7E47-F1C0-4521-EC0CEFF069D2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A01E14B-FE61-2A0A-1B63-A83D0B5A4170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8B753C60-F0CE-4D6F-8963-217A47211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253291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99804064-F957-B6CF-A6D1-6C177DEE00D4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37A96912-E736-C543-F2D4-2CA2C8EADD51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99AAF687-51B7-CA67-7A25-F5C426290457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6B47B17F-C3B8-65BA-F506-5E8027F44F8E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97626D86-3B12-DE93-140C-3B71A31786A7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A00BD78-D221-16E4-4C35-F875281F6CE4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1E9AF06-85A9-F111-429C-F1EAFB562322}"/>
              </a:ext>
            </a:extLst>
          </p:cNvPr>
          <p:cNvGrpSpPr/>
          <p:nvPr/>
        </p:nvGrpSpPr>
        <p:grpSpPr>
          <a:xfrm>
            <a:off x="2594095" y="4431720"/>
            <a:ext cx="6686153" cy="1148787"/>
            <a:chOff x="324312" y="3015238"/>
            <a:chExt cx="6686153" cy="1148787"/>
          </a:xfrm>
        </p:grpSpPr>
        <p:sp>
          <p:nvSpPr>
            <p:cNvPr id="21" name="Rounded Rectangle 35">
              <a:extLst>
                <a:ext uri="{FF2B5EF4-FFF2-40B4-BE49-F238E27FC236}">
                  <a16:creationId xmlns:a16="http://schemas.microsoft.com/office/drawing/2014/main" id="{6815F549-5DFA-E9C8-E20B-FF023DAF67DA}"/>
                </a:ext>
              </a:extLst>
            </p:cNvPr>
            <p:cNvSpPr/>
            <p:nvPr/>
          </p:nvSpPr>
          <p:spPr>
            <a:xfrm>
              <a:off x="324312" y="3015238"/>
              <a:ext cx="6686153" cy="1148787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반품 불가 사유 작성 공간입니다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23" name="Rounded Rectangle 27">
              <a:extLst>
                <a:ext uri="{FF2B5EF4-FFF2-40B4-BE49-F238E27FC236}">
                  <a16:creationId xmlns:a16="http://schemas.microsoft.com/office/drawing/2014/main" id="{0E53D7C5-750E-2E8D-A346-7453DD34881F}"/>
                </a:ext>
              </a:extLst>
            </p:cNvPr>
            <p:cNvSpPr/>
            <p:nvPr/>
          </p:nvSpPr>
          <p:spPr>
            <a:xfrm>
              <a:off x="374375" y="3071372"/>
              <a:ext cx="1000054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ea typeface="맑은 고딕"/>
                </a:rPr>
                <a:t>반려사유</a:t>
              </a:r>
            </a:p>
          </p:txBody>
        </p: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C746D10E-244C-CB5F-D3EE-2C3A6B60A4E8}"/>
                </a:ext>
              </a:extLst>
            </p:cNvPr>
            <p:cNvSpPr/>
            <p:nvPr/>
          </p:nvSpPr>
          <p:spPr>
            <a:xfrm>
              <a:off x="5897350" y="3069110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10 11:25 </a:t>
              </a:r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42287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EE750-359E-C7FE-9B19-AD5873F5A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0E37ED-764F-794F-11C9-49FB0C6072D2}"/>
              </a:ext>
            </a:extLst>
          </p:cNvPr>
          <p:cNvSpPr txBox="1"/>
          <p:nvPr/>
        </p:nvSpPr>
        <p:spPr>
          <a:xfrm>
            <a:off x="1307907" y="78285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요청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44D89D-1B15-C81C-F049-454233C86CD7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62FBD7-FB6D-8EDF-6A36-EADAF7416A45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ED05D84-93D4-5BD9-3DC8-F40A8AF980F5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E6384AB8-1738-785A-F7BB-3795486BA51C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A11A2E4-5424-7014-C927-32B1C41700E4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EC2F41C2-FCB2-6921-C364-DA76C27E1AFA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C1911DC6-FA4A-1FC3-0954-C4031E98F07E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52026CEF-8EC8-EA92-F81F-FF2524819DCE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1E73CBD1-4C00-B621-B39A-43F1799D46A8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A1745FF-A4E6-D762-A087-AAFB6B7099C0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B1D13B53-CBD4-0C59-EB4C-49D1AF2A305B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교환요청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BA34EF1F-8A1F-BC1F-1F65-7B50613004D2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F2981033-5F1D-DC3F-F414-FAD1A103541F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C29C93D8-1341-4249-4BEC-B74EA12AE749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FD332CD-9C3F-0E39-2879-9ECC21C53378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F55F60A-C9F6-6866-AB7A-F771C43B5ACC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57F390C5-1D61-E040-0B50-243EDA4C3CF8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352E76CA-54FD-8733-2A10-FB264BC113FA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B1F6036-44DC-7047-B6C7-8BF28D9ED0D7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AD1E845F-F599-47C7-A97C-1359C9209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324776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2D938D29-264F-14B8-738B-583DCFE2A173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F3D7F397-1E4F-622B-A1CB-3D11875A1053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변경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658078E0-8609-6AD5-59CC-246C14A2CA1C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에서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교환 요청합니다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5D0EEE6F-222A-C992-C753-7C0FE31014B6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교환사유</a:t>
            </a: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710109F5-BAF2-3B6B-21C0-089FAD21A1AC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3B1FB70-63AB-E1C2-C9F4-0B3985768B02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F4B6D1F-35C6-4D4A-8755-46BB999CE369}"/>
              </a:ext>
            </a:extLst>
          </p:cNvPr>
          <p:cNvGrpSpPr/>
          <p:nvPr/>
        </p:nvGrpSpPr>
        <p:grpSpPr>
          <a:xfrm>
            <a:off x="2596769" y="4362723"/>
            <a:ext cx="6607565" cy="1090264"/>
            <a:chOff x="2596769" y="348194"/>
            <a:chExt cx="6607565" cy="10902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9FCDAA-A385-2506-DBD7-40FABB534119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교환배송정보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6CDDE185-8B78-A63B-DBC9-677A2CC002DD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FBB6B46-408F-89A7-A599-4DB37178EAAA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Rounded Rectangle 27">
                <a:extLst>
                  <a:ext uri="{FF2B5EF4-FFF2-40B4-BE49-F238E27FC236}">
                    <a16:creationId xmlns:a16="http://schemas.microsoft.com/office/drawing/2014/main" id="{E50A78D2-98EF-932F-2592-C1D1B82D38FC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2" name="Rounded Rectangle 27">
                <a:extLst>
                  <a:ext uri="{FF2B5EF4-FFF2-40B4-BE49-F238E27FC236}">
                    <a16:creationId xmlns:a16="http://schemas.microsoft.com/office/drawing/2014/main" id="{BB50E935-CFC0-1775-E581-17A39293D73E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" name="Rounded Rectangle 27">
                <a:extLst>
                  <a:ext uri="{FF2B5EF4-FFF2-40B4-BE49-F238E27FC236}">
                    <a16:creationId xmlns:a16="http://schemas.microsoft.com/office/drawing/2014/main" id="{0EFF42CA-6DFB-9C55-7712-AB242A081067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47973126-EB26-3DFE-B34A-9A8CBBD54F74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28" name="Rounded Rectangle 35">
              <a:extLst>
                <a:ext uri="{FF2B5EF4-FFF2-40B4-BE49-F238E27FC236}">
                  <a16:creationId xmlns:a16="http://schemas.microsoft.com/office/drawing/2014/main" id="{4623669F-DBED-9B0A-FC8F-30ACBEA9C45E}"/>
                </a:ext>
              </a:extLst>
            </p:cNvPr>
            <p:cNvSpPr/>
            <p:nvPr/>
          </p:nvSpPr>
          <p:spPr>
            <a:xfrm>
              <a:off x="8497191" y="782699"/>
              <a:ext cx="54336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</p:grpSp>
      <p:sp>
        <p:nvSpPr>
          <p:cNvPr id="38" name="Rounded Rectangle 35">
            <a:extLst>
              <a:ext uri="{FF2B5EF4-FFF2-40B4-BE49-F238E27FC236}">
                <a16:creationId xmlns:a16="http://schemas.microsoft.com/office/drawing/2014/main" id="{DF14D737-BA46-1A65-2769-6C87A98103DF}"/>
              </a:ext>
            </a:extLst>
          </p:cNvPr>
          <p:cNvSpPr/>
          <p:nvPr/>
        </p:nvSpPr>
        <p:spPr>
          <a:xfrm>
            <a:off x="8497191" y="3830181"/>
            <a:ext cx="543363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540EBF8-91A9-B078-7F96-71C72E000D70}"/>
              </a:ext>
            </a:extLst>
          </p:cNvPr>
          <p:cNvGrpSpPr/>
          <p:nvPr/>
        </p:nvGrpSpPr>
        <p:grpSpPr>
          <a:xfrm>
            <a:off x="2596769" y="5719495"/>
            <a:ext cx="6607565" cy="760232"/>
            <a:chOff x="2596769" y="348194"/>
            <a:chExt cx="6607565" cy="7602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1D29E42-AA83-8CA5-4C71-7A56C838DCDB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상품회수정보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0D9338F7-90D2-ED3D-5666-43F7525DB8BF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444976"/>
              <a:chOff x="1435284" y="3266137"/>
              <a:chExt cx="6607565" cy="444976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B279DCAD-A179-65BA-4E6B-3C47587974A5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416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0" name="Rounded Rectangle 27">
                <a:extLst>
                  <a:ext uri="{FF2B5EF4-FFF2-40B4-BE49-F238E27FC236}">
                    <a16:creationId xmlns:a16="http://schemas.microsoft.com/office/drawing/2014/main" id="{1E1C5045-69A3-666A-6AC0-C73AA079BB2C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1" name="Rounded Rectangle 27">
                <a:extLst>
                  <a:ext uri="{FF2B5EF4-FFF2-40B4-BE49-F238E27FC236}">
                    <a16:creationId xmlns:a16="http://schemas.microsoft.com/office/drawing/2014/main" id="{EBB8F056-0401-1742-6DA7-4A69A8B9DC53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2" name="Rounded Rectangle 27">
                <a:extLst>
                  <a:ext uri="{FF2B5EF4-FFF2-40B4-BE49-F238E27FC236}">
                    <a16:creationId xmlns:a16="http://schemas.microsoft.com/office/drawing/2014/main" id="{0EDFC17F-077C-E31E-33C1-B16299B72BD4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24" name="Rounded Rectangle 35">
              <a:extLst>
                <a:ext uri="{FF2B5EF4-FFF2-40B4-BE49-F238E27FC236}">
                  <a16:creationId xmlns:a16="http://schemas.microsoft.com/office/drawing/2014/main" id="{524100E5-5E06-53E8-A1E7-F18208A5B3E1}"/>
                </a:ext>
              </a:extLst>
            </p:cNvPr>
            <p:cNvSpPr/>
            <p:nvPr/>
          </p:nvSpPr>
          <p:spPr>
            <a:xfrm>
              <a:off x="8497191" y="782699"/>
              <a:ext cx="54336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9070B5EE-131A-1C19-5139-64FAA859D9D3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84128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6FC3F-084F-11D1-EF27-5CBAF2DE9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768E0A00-C4B0-11CD-DE5A-8DC9CA14B87C}"/>
              </a:ext>
            </a:extLst>
          </p:cNvPr>
          <p:cNvSpPr/>
          <p:nvPr/>
        </p:nvSpPr>
        <p:spPr>
          <a:xfrm>
            <a:off x="2581218" y="1887824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12" name="Rounded Rectangle 35">
            <a:extLst>
              <a:ext uri="{FF2B5EF4-FFF2-40B4-BE49-F238E27FC236}">
                <a16:creationId xmlns:a16="http://schemas.microsoft.com/office/drawing/2014/main" id="{D70EEF61-D0B4-B1BD-0435-5F5C29655C1E}"/>
              </a:ext>
            </a:extLst>
          </p:cNvPr>
          <p:cNvSpPr/>
          <p:nvPr/>
        </p:nvSpPr>
        <p:spPr>
          <a:xfrm>
            <a:off x="5832897" y="1887824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교환요청철회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ABDCFDA-C8E8-3071-26F5-50DE5FA15990}"/>
              </a:ext>
            </a:extLst>
          </p:cNvPr>
          <p:cNvGrpSpPr/>
          <p:nvPr/>
        </p:nvGrpSpPr>
        <p:grpSpPr>
          <a:xfrm>
            <a:off x="2596769" y="395933"/>
            <a:ext cx="6607565" cy="1090264"/>
            <a:chOff x="2596769" y="348194"/>
            <a:chExt cx="6607565" cy="109026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7F887C-D23A-176F-785D-CB58153371BF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상품회수정보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2F82E98F-1132-DECC-DA84-82E2BA6DC39E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E1E211F8-B24F-9A04-CB63-4BCB951AC7FC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9" name="Rounded Rectangle 27">
                <a:extLst>
                  <a:ext uri="{FF2B5EF4-FFF2-40B4-BE49-F238E27FC236}">
                    <a16:creationId xmlns:a16="http://schemas.microsoft.com/office/drawing/2014/main" id="{679008F8-E50B-7615-9A1D-EB48F8145808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0" name="Rounded Rectangle 27">
                <a:extLst>
                  <a:ext uri="{FF2B5EF4-FFF2-40B4-BE49-F238E27FC236}">
                    <a16:creationId xmlns:a16="http://schemas.microsoft.com/office/drawing/2014/main" id="{DD9EC9FA-36D8-D40F-65B2-9BDBC1DF5B1C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1" name="Rounded Rectangle 27">
                <a:extLst>
                  <a:ext uri="{FF2B5EF4-FFF2-40B4-BE49-F238E27FC236}">
                    <a16:creationId xmlns:a16="http://schemas.microsoft.com/office/drawing/2014/main" id="{52E88141-18CE-14D7-4BFD-BD736C3B63F4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CFD80576-AD67-879A-D6AC-2A848992B426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16" name="Rounded Rectangle 35">
              <a:extLst>
                <a:ext uri="{FF2B5EF4-FFF2-40B4-BE49-F238E27FC236}">
                  <a16:creationId xmlns:a16="http://schemas.microsoft.com/office/drawing/2014/main" id="{0B69FA8D-3B76-42DB-DD06-92ECDEDD6126}"/>
                </a:ext>
              </a:extLst>
            </p:cNvPr>
            <p:cNvSpPr/>
            <p:nvPr/>
          </p:nvSpPr>
          <p:spPr>
            <a:xfrm>
              <a:off x="8497191" y="782699"/>
              <a:ext cx="54336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  <p:sp>
          <p:nvSpPr>
            <p:cNvPr id="17" name="Rounded Rectangle 27">
              <a:extLst>
                <a:ext uri="{FF2B5EF4-FFF2-40B4-BE49-F238E27FC236}">
                  <a16:creationId xmlns:a16="http://schemas.microsoft.com/office/drawing/2014/main" id="{2406C39F-ED51-C63A-519F-62AADD1689D0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F0C4FC9-399A-3523-ADEA-73ED3CE5A55C}"/>
              </a:ext>
            </a:extLst>
          </p:cNvPr>
          <p:cNvSpPr txBox="1"/>
          <p:nvPr/>
        </p:nvSpPr>
        <p:spPr>
          <a:xfrm>
            <a:off x="2540457" y="1478518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47588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8BDF0-032A-DD05-B927-EE5EA3B03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27">
            <a:extLst>
              <a:ext uri="{FF2B5EF4-FFF2-40B4-BE49-F238E27FC236}">
                <a16:creationId xmlns:a16="http://schemas.microsoft.com/office/drawing/2014/main" id="{AA324C56-0489-9AB7-1118-14CFBB73359B}"/>
              </a:ext>
            </a:extLst>
          </p:cNvPr>
          <p:cNvSpPr/>
          <p:nvPr/>
        </p:nvSpPr>
        <p:spPr>
          <a:xfrm>
            <a:off x="3341830" y="5958839"/>
            <a:ext cx="822901" cy="200150"/>
          </a:xfrm>
          <a:prstGeom prst="roundRect">
            <a:avLst>
              <a:gd name="adj" fmla="val 30978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7/13(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월</a:t>
            </a:r>
            <a:r>
              <a:rPr lang="en-US" altLang="ko-KR" sz="600" b="1" dirty="0">
                <a:solidFill>
                  <a:schemeClr val="bg1"/>
                </a:solidFill>
                <a:ea typeface="맑은 고딕"/>
              </a:rPr>
              <a:t>) </a:t>
            </a:r>
            <a:r>
              <a:rPr lang="ko-KR" altLang="en-US" sz="600" b="1" dirty="0">
                <a:solidFill>
                  <a:schemeClr val="bg1"/>
                </a:solidFill>
                <a:ea typeface="맑은 고딕"/>
              </a:rPr>
              <a:t>회수예정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5DAAC3-2E5E-292A-FFD6-7C00CC9255FE}"/>
              </a:ext>
            </a:extLst>
          </p:cNvPr>
          <p:cNvSpPr txBox="1"/>
          <p:nvPr/>
        </p:nvSpPr>
        <p:spPr>
          <a:xfrm>
            <a:off x="1307907" y="78285"/>
            <a:ext cx="13051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사유 수정 </a:t>
            </a:r>
            <a:r>
              <a:rPr lang="ko-KR" altLang="en-US" sz="900" spc="-150" dirty="0" err="1">
                <a:latin typeface="맑은 고딕" panose="020B0503020000020004" pitchFamily="50" charset="-127"/>
              </a:rPr>
              <a:t>레이어팝업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79AAC-06CE-E705-978C-735A2D9854E9}"/>
              </a:ext>
            </a:extLst>
          </p:cNvPr>
          <p:cNvSpPr txBox="1"/>
          <p:nvPr/>
        </p:nvSpPr>
        <p:spPr>
          <a:xfrm>
            <a:off x="1302717" y="330494"/>
            <a:ext cx="3397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상세정보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교환사유 수정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00C5D95-9F58-D528-5C3D-D1F6394B0BB8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D6C3FC9-DBB3-FC8D-76C9-1DFD1D9140AB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481C82D1-86B1-076D-73A0-8CF8401838BA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C6F480B-DF83-4A7D-12B8-0E7F0F615E73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41E890B0-C1BE-2D50-8CCA-9241BB5DE339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51E53DBB-001F-9EDF-A860-556EA40C9CB0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75EBDBB3-EF76-1A1E-0FE8-23598B3F383F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F213398E-5115-F567-25EE-CF0F95F72A88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74458F7-8E05-0943-2D10-132DE021EB44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99B782C7-01DE-2338-9F6C-35CEF44DF71C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반품요청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097B0DBB-4822-5955-22A7-D4AB3A240949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2022D499-CAF4-18B9-067D-87602F14C64A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FD30D1DE-F8A8-1DCC-1B7A-17CC1824B939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592BC64-FB02-E453-DF6C-96B418F7B70A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E63F188-ABA7-8A54-30E9-2DBBEE644FB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9774FD50-533F-91D3-B9F6-39D6071974C3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145F2AB2-8233-47A9-BAE5-73DC32C128CB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A8D6D394-E50B-D66C-B94E-B0985B1917BA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C2367DE1-BD8D-B48B-A592-298DB8919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276897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1B04B481-D50A-CED7-EF62-45D158A8560D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613E79D8-C2C2-3337-5206-7BDD7368E29C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불만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4249FC71-F988-421D-2B15-80117FA47F3F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인데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잘못주문</a:t>
            </a: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39E3B2BE-B9DA-9DCA-BC10-2F80F20DDE2C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교환사유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5D38CF-2F96-E7AF-DA08-54290784BD70}"/>
              </a:ext>
            </a:extLst>
          </p:cNvPr>
          <p:cNvSpPr txBox="1"/>
          <p:nvPr/>
        </p:nvSpPr>
        <p:spPr>
          <a:xfrm>
            <a:off x="2606764" y="5894322"/>
            <a:ext cx="1293575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ko-KR" altLang="en-US" sz="1000" b="1" spc="-150" dirty="0">
                <a:solidFill>
                  <a:srgbClr val="333333"/>
                </a:solidFill>
                <a:latin typeface="+mn-ea"/>
              </a:rPr>
              <a:t>상품회수정보</a:t>
            </a: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5C6498B9-AE40-069D-9EF8-95DD95D7AF25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674F9E5-7265-28A2-C6C1-95EA0C379CEA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B5105D0-6890-C8B4-2555-6B23040EBCC3}"/>
              </a:ext>
            </a:extLst>
          </p:cNvPr>
          <p:cNvGrpSpPr/>
          <p:nvPr/>
        </p:nvGrpSpPr>
        <p:grpSpPr>
          <a:xfrm>
            <a:off x="2596769" y="4432876"/>
            <a:ext cx="6607565" cy="1090264"/>
            <a:chOff x="2596769" y="348194"/>
            <a:chExt cx="6607565" cy="10902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F5DFCE3-A606-2611-9CB3-34ADE8A50D06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교환배송정보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B21DE165-F0D5-0EE6-1FF5-B3C5B5EBAB71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D0FB2BA0-C79B-0362-A05C-E7F4276D2564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Rounded Rectangle 27">
                <a:extLst>
                  <a:ext uri="{FF2B5EF4-FFF2-40B4-BE49-F238E27FC236}">
                    <a16:creationId xmlns:a16="http://schemas.microsoft.com/office/drawing/2014/main" id="{5F26CFF0-58BE-88A9-D11F-610971540C97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2" name="Rounded Rectangle 27">
                <a:extLst>
                  <a:ext uri="{FF2B5EF4-FFF2-40B4-BE49-F238E27FC236}">
                    <a16:creationId xmlns:a16="http://schemas.microsoft.com/office/drawing/2014/main" id="{26D3C3EE-29C2-CCE4-44EB-52AC48357E61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" name="Rounded Rectangle 27">
                <a:extLst>
                  <a:ext uri="{FF2B5EF4-FFF2-40B4-BE49-F238E27FC236}">
                    <a16:creationId xmlns:a16="http://schemas.microsoft.com/office/drawing/2014/main" id="{207D25C2-1CC2-E8AD-32A8-9E3DCD12CB78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5465DBA8-62A5-B495-E31C-643944B0DF12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28" name="Rounded Rectangle 35">
              <a:extLst>
                <a:ext uri="{FF2B5EF4-FFF2-40B4-BE49-F238E27FC236}">
                  <a16:creationId xmlns:a16="http://schemas.microsoft.com/office/drawing/2014/main" id="{8A6F422F-6920-339C-9D30-2E189CED6CC8}"/>
                </a:ext>
              </a:extLst>
            </p:cNvPr>
            <p:cNvSpPr/>
            <p:nvPr/>
          </p:nvSpPr>
          <p:spPr>
            <a:xfrm>
              <a:off x="8497191" y="782699"/>
              <a:ext cx="54336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ysClr val="windowText" lastClr="000000"/>
                  </a:solidFill>
                  <a:ea typeface="맑은 고딕"/>
                </a:rPr>
                <a:t>수정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33" name="Rounded Rectangle 27">
              <a:extLst>
                <a:ext uri="{FF2B5EF4-FFF2-40B4-BE49-F238E27FC236}">
                  <a16:creationId xmlns:a16="http://schemas.microsoft.com/office/drawing/2014/main" id="{720C513D-C16F-96AD-CF49-A5B8E0D875B3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499F3A-0DE6-6893-2D64-D25B33C0776A}"/>
              </a:ext>
            </a:extLst>
          </p:cNvPr>
          <p:cNvSpPr/>
          <p:nvPr/>
        </p:nvSpPr>
        <p:spPr>
          <a:xfrm>
            <a:off x="69715" y="652289"/>
            <a:ext cx="9983154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B0746D2-4924-CCFB-4EEE-1C7BC5671D40}"/>
              </a:ext>
            </a:extLst>
          </p:cNvPr>
          <p:cNvGrpSpPr/>
          <p:nvPr/>
        </p:nvGrpSpPr>
        <p:grpSpPr>
          <a:xfrm>
            <a:off x="3174144" y="2082314"/>
            <a:ext cx="4098914" cy="2811444"/>
            <a:chOff x="7097580" y="2082314"/>
            <a:chExt cx="4098914" cy="2811444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59CD5DD-51A2-4124-BBEE-5D88EB63246B}"/>
                </a:ext>
              </a:extLst>
            </p:cNvPr>
            <p:cNvSpPr/>
            <p:nvPr/>
          </p:nvSpPr>
          <p:spPr>
            <a:xfrm>
              <a:off x="7097580" y="2082314"/>
              <a:ext cx="4098914" cy="28114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Rounded Rectangle 35">
              <a:extLst>
                <a:ext uri="{FF2B5EF4-FFF2-40B4-BE49-F238E27FC236}">
                  <a16:creationId xmlns:a16="http://schemas.microsoft.com/office/drawing/2014/main" id="{7AE39CFA-C78C-F9B3-23E4-B5E73A3A4CC3}"/>
                </a:ext>
              </a:extLst>
            </p:cNvPr>
            <p:cNvSpPr/>
            <p:nvPr/>
          </p:nvSpPr>
          <p:spPr>
            <a:xfrm>
              <a:off x="7823776" y="4446028"/>
              <a:ext cx="1292446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25" name="Rounded Rectangle 35">
              <a:extLst>
                <a:ext uri="{FF2B5EF4-FFF2-40B4-BE49-F238E27FC236}">
                  <a16:creationId xmlns:a16="http://schemas.microsoft.com/office/drawing/2014/main" id="{E00E13BC-FF23-D43E-DB20-0171183F341D}"/>
                </a:ext>
              </a:extLst>
            </p:cNvPr>
            <p:cNvSpPr/>
            <p:nvPr/>
          </p:nvSpPr>
          <p:spPr>
            <a:xfrm>
              <a:off x="9174206" y="4446028"/>
              <a:ext cx="1292447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수정</a:t>
              </a:r>
            </a:p>
          </p:txBody>
        </p:sp>
        <p:sp>
          <p:nvSpPr>
            <p:cNvPr id="29" name="Rounded Rectangle 35">
              <a:extLst>
                <a:ext uri="{FF2B5EF4-FFF2-40B4-BE49-F238E27FC236}">
                  <a16:creationId xmlns:a16="http://schemas.microsoft.com/office/drawing/2014/main" id="{194D7739-25A9-543D-E663-3CFCCAD3A8E0}"/>
                </a:ext>
              </a:extLst>
            </p:cNvPr>
            <p:cNvSpPr/>
            <p:nvPr/>
          </p:nvSpPr>
          <p:spPr>
            <a:xfrm>
              <a:off x="7450385" y="2612955"/>
              <a:ext cx="3372236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용량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변경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                                           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sp>
          <p:nvSpPr>
            <p:cNvPr id="30" name="Rounded Rectangle 35">
              <a:extLst>
                <a:ext uri="{FF2B5EF4-FFF2-40B4-BE49-F238E27FC236}">
                  <a16:creationId xmlns:a16="http://schemas.microsoft.com/office/drawing/2014/main" id="{1FB1A3AF-3B03-F2A3-172D-AFC507799152}"/>
                </a:ext>
              </a:extLst>
            </p:cNvPr>
            <p:cNvSpPr/>
            <p:nvPr/>
          </p:nvSpPr>
          <p:spPr>
            <a:xfrm>
              <a:off x="7464217" y="2950078"/>
              <a:ext cx="3372236" cy="129715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사이즈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S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에서 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M</a:t>
              </a:r>
              <a:r>
                <a:rPr lang="ko-KR" altLang="en-US" sz="800" dirty="0">
                  <a:solidFill>
                    <a:schemeClr val="tx1"/>
                  </a:solidFill>
                  <a:ea typeface="맑은 고딕"/>
                </a:rPr>
                <a:t>으로 교환 요청합니다</a:t>
              </a:r>
              <a:r>
                <a:rPr lang="en-US" altLang="ko-KR" sz="800" dirty="0">
                  <a:solidFill>
                    <a:schemeClr val="tx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7D1F6CAE-055B-BC19-8CE8-9FFF792B46C5}"/>
                </a:ext>
              </a:extLst>
            </p:cNvPr>
            <p:cNvSpPr/>
            <p:nvPr/>
          </p:nvSpPr>
          <p:spPr>
            <a:xfrm>
              <a:off x="9637871" y="4017915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36/225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5739CF8-2142-34C4-7542-011D783A6358}"/>
                </a:ext>
              </a:extLst>
            </p:cNvPr>
            <p:cNvSpPr txBox="1"/>
            <p:nvPr/>
          </p:nvSpPr>
          <p:spPr>
            <a:xfrm>
              <a:off x="8170541" y="2271426"/>
              <a:ext cx="2007330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교환사유 수정</a:t>
              </a:r>
              <a:endParaRPr lang="en-US" altLang="ko-KR" sz="900" b="1" dirty="0">
                <a:solidFill>
                  <a:srgbClr val="404040"/>
                </a:solidFill>
                <a:ea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73886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E156F-98BC-9ECA-760C-136A07AC4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ABF988-61D2-8A16-BCFB-A92CFA167E70}"/>
              </a:ext>
            </a:extLst>
          </p:cNvPr>
          <p:cNvSpPr txBox="1"/>
          <p:nvPr/>
        </p:nvSpPr>
        <p:spPr>
          <a:xfrm>
            <a:off x="1307907" y="78285"/>
            <a:ext cx="15520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</a:t>
            </a:r>
            <a:r>
              <a:rPr lang="ko-KR" altLang="en-US" sz="900" spc="-150" dirty="0" err="1">
                <a:latin typeface="맑은 고딕" panose="020B0503020000020004" pitchFamily="50" charset="-127"/>
              </a:rPr>
              <a:t>처리중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완료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철회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7404E7-20E9-76C2-2329-FA2EC116C11C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92BF56-50C9-1487-BA1F-03F09E380BCD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A7D0C96-FD84-9FBC-E1EF-0A9E2D79A49B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A362EF34-0209-44D5-E3AE-BF16790E7D8A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536A3D7-0DDB-CFB6-631A-047CF6E534C2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8E972C03-AD82-C865-7BFC-E1AEA6D53F7E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1DACB333-FFED-F207-C2B5-881BB5166E5B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1569A16B-DBF0-DFC1-C2D9-9C5F4290F0CE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107FBD92-9F75-080D-B333-1FA118DDFBC2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0B4D148-5DB9-1CBC-E37D-EB558DD478F1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1E72E8D6-34E2-1B84-2E04-47B98E435879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교환완료</a:t>
              </a:r>
              <a:endPara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32541F51-3E21-1F59-AFC2-2B081ABF24E8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EA8D3F18-C958-BB62-7474-5A37A0523A5B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34E2F5B5-7C08-D7B0-5901-A7462FE69B76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58904A2-26AF-A4CF-1EE6-5E2BD42BE7BE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76CCF47-2321-154D-E3C4-590572B23C95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3BF0DC3B-6B4F-0620-F347-D268ED32B087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ECA1D4BA-3328-3B66-A2B4-0469872E6FDC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96BC507-1BCE-7011-558B-CA628F62F503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D897D9E8-4626-1E66-CBAE-6D8B23B97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432982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30BFDDAA-6DEF-863F-2370-EE7EA15FBB5A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F45B5CA8-10EC-F122-E29C-BA6DD8970BF6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변경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C1A241BD-3C7B-05DA-7AFE-097B495724FD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에서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교환 요청합니다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C8CA17A8-94D5-CFE1-F43E-1F109F434543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반품사유</a:t>
            </a: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6819E393-9035-0AA8-2708-227E7ABFCEF1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E7EDDE6-3C48-11E2-28C7-4A15BC04B2FC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9D071B9-F4A6-36A9-BC7E-3541729582DA}"/>
              </a:ext>
            </a:extLst>
          </p:cNvPr>
          <p:cNvGrpSpPr/>
          <p:nvPr/>
        </p:nvGrpSpPr>
        <p:grpSpPr>
          <a:xfrm>
            <a:off x="2596769" y="4362723"/>
            <a:ext cx="6607565" cy="1090264"/>
            <a:chOff x="2596769" y="348194"/>
            <a:chExt cx="6607565" cy="10902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E9D1FE7-D315-2ECA-9660-CD07025AE0B4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교환배송정보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C693E19-C9EB-347F-2B5C-EC29DE6C961A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E2FA3F72-853B-55CF-39A5-28D07E20B5EA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" name="Rounded Rectangle 27">
                <a:extLst>
                  <a:ext uri="{FF2B5EF4-FFF2-40B4-BE49-F238E27FC236}">
                    <a16:creationId xmlns:a16="http://schemas.microsoft.com/office/drawing/2014/main" id="{46EC709D-3374-7338-BD7F-AFF3A9AD4FF1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2" name="Rounded Rectangle 27">
                <a:extLst>
                  <a:ext uri="{FF2B5EF4-FFF2-40B4-BE49-F238E27FC236}">
                    <a16:creationId xmlns:a16="http://schemas.microsoft.com/office/drawing/2014/main" id="{B78AC947-0B50-1EC9-5B16-E018832069FE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14" name="Rounded Rectangle 27">
                <a:extLst>
                  <a:ext uri="{FF2B5EF4-FFF2-40B4-BE49-F238E27FC236}">
                    <a16:creationId xmlns:a16="http://schemas.microsoft.com/office/drawing/2014/main" id="{735868B8-E8E4-B573-A2F8-EE8C391330E6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8E62E5AB-775E-2D24-3ECD-6321074BFAD3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44F5700-B41C-A4CA-B5BC-153D6E68A028}"/>
              </a:ext>
            </a:extLst>
          </p:cNvPr>
          <p:cNvGrpSpPr/>
          <p:nvPr/>
        </p:nvGrpSpPr>
        <p:grpSpPr>
          <a:xfrm>
            <a:off x="2596769" y="5719495"/>
            <a:ext cx="6607565" cy="760232"/>
            <a:chOff x="2596769" y="348194"/>
            <a:chExt cx="6607565" cy="7602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A7E2839-64BD-0D37-1EB7-1D454E5D42B1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상품회수정보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DB2A0E4F-5D0F-7A3D-E335-A4145FA5055C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444976"/>
              <a:chOff x="1435284" y="3266137"/>
              <a:chExt cx="6607565" cy="444976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66978CB6-6B94-3E39-27A5-228D61E0FFA8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4162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0" name="Rounded Rectangle 27">
                <a:extLst>
                  <a:ext uri="{FF2B5EF4-FFF2-40B4-BE49-F238E27FC236}">
                    <a16:creationId xmlns:a16="http://schemas.microsoft.com/office/drawing/2014/main" id="{279376A1-DD3D-D2C5-69EC-7DAF930B0895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1" name="Rounded Rectangle 27">
                <a:extLst>
                  <a:ext uri="{FF2B5EF4-FFF2-40B4-BE49-F238E27FC236}">
                    <a16:creationId xmlns:a16="http://schemas.microsoft.com/office/drawing/2014/main" id="{1BC9D94C-BC03-163C-C34D-5EC402E857FA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32" name="Rounded Rectangle 27">
                <a:extLst>
                  <a:ext uri="{FF2B5EF4-FFF2-40B4-BE49-F238E27FC236}">
                    <a16:creationId xmlns:a16="http://schemas.microsoft.com/office/drawing/2014/main" id="{F631D091-1634-6B99-FEB7-83A07DAA1556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C180EF7D-B42D-13E5-F5DD-71E2CED719AE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7827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A2C77-6ED7-E18C-AC79-F6B5E25CB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B29249D2-4354-F0FA-705A-9E42556A3999}"/>
              </a:ext>
            </a:extLst>
          </p:cNvPr>
          <p:cNvSpPr/>
          <p:nvPr/>
        </p:nvSpPr>
        <p:spPr>
          <a:xfrm>
            <a:off x="2581218" y="1887824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12" name="Rounded Rectangle 35">
            <a:extLst>
              <a:ext uri="{FF2B5EF4-FFF2-40B4-BE49-F238E27FC236}">
                <a16:creationId xmlns:a16="http://schemas.microsoft.com/office/drawing/2014/main" id="{90A12A33-9BC4-9A10-2100-2394BE4AB017}"/>
              </a:ext>
            </a:extLst>
          </p:cNvPr>
          <p:cNvSpPr/>
          <p:nvPr/>
        </p:nvSpPr>
        <p:spPr>
          <a:xfrm>
            <a:off x="5832897" y="1887824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교환요청철회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12DD633-C4D8-F4FC-21DA-5964B0DE340B}"/>
              </a:ext>
            </a:extLst>
          </p:cNvPr>
          <p:cNvGrpSpPr/>
          <p:nvPr/>
        </p:nvGrpSpPr>
        <p:grpSpPr>
          <a:xfrm>
            <a:off x="2596769" y="395933"/>
            <a:ext cx="6607565" cy="1090264"/>
            <a:chOff x="2596769" y="348194"/>
            <a:chExt cx="6607565" cy="109026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EB5569-18BC-2F22-F861-256A171212A2}"/>
                </a:ext>
              </a:extLst>
            </p:cNvPr>
            <p:cNvSpPr txBox="1"/>
            <p:nvPr/>
          </p:nvSpPr>
          <p:spPr>
            <a:xfrm>
              <a:off x="2614705" y="348194"/>
              <a:ext cx="1293575" cy="1926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000" b="1" spc="-150" dirty="0">
                  <a:solidFill>
                    <a:srgbClr val="333333"/>
                  </a:solidFill>
                  <a:latin typeface="+mn-ea"/>
                </a:rPr>
                <a:t>상품회수정보</a:t>
              </a:r>
              <a:endParaRPr sz="1000" b="1" spc="-150" dirty="0">
                <a:solidFill>
                  <a:srgbClr val="333333"/>
                </a:solidFill>
                <a:latin typeface="+mn-ea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25581D34-0144-371C-D789-229F26097FCA}"/>
                </a:ext>
              </a:extLst>
            </p:cNvPr>
            <p:cNvGrpSpPr/>
            <p:nvPr/>
          </p:nvGrpSpPr>
          <p:grpSpPr>
            <a:xfrm>
              <a:off x="2596769" y="663450"/>
              <a:ext cx="6607565" cy="775008"/>
              <a:chOff x="1435284" y="3266137"/>
              <a:chExt cx="6607565" cy="775008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B1DD6E07-0E23-A66D-5E3E-D1A6CD674876}"/>
                  </a:ext>
                </a:extLst>
              </p:cNvPr>
              <p:cNvSpPr/>
              <p:nvPr/>
            </p:nvSpPr>
            <p:spPr>
              <a:xfrm>
                <a:off x="1435284" y="3266137"/>
                <a:ext cx="6607565" cy="7750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9" name="Rounded Rectangle 27">
                <a:extLst>
                  <a:ext uri="{FF2B5EF4-FFF2-40B4-BE49-F238E27FC236}">
                    <a16:creationId xmlns:a16="http://schemas.microsoft.com/office/drawing/2014/main" id="{E97D4D65-E4E5-8629-93DC-340B547A5589}"/>
                  </a:ext>
                </a:extLst>
              </p:cNvPr>
              <p:cNvSpPr/>
              <p:nvPr/>
            </p:nvSpPr>
            <p:spPr>
              <a:xfrm>
                <a:off x="1517256" y="3328504"/>
                <a:ext cx="723275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900" b="1" dirty="0" err="1">
                    <a:solidFill>
                      <a:schemeClr val="tx1"/>
                    </a:solidFill>
                    <a:ea typeface="맑은 고딕"/>
                  </a:rPr>
                  <a:t>김행복</a:t>
                </a:r>
                <a:endParaRPr lang="ko-KR" altLang="en-US" sz="900" b="1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0" name="Rounded Rectangle 27">
                <a:extLst>
                  <a:ext uri="{FF2B5EF4-FFF2-40B4-BE49-F238E27FC236}">
                    <a16:creationId xmlns:a16="http://schemas.microsoft.com/office/drawing/2014/main" id="{25635B12-7CD1-8477-2145-98BF43B3EFB4}"/>
                  </a:ext>
                </a:extLst>
              </p:cNvPr>
              <p:cNvSpPr/>
              <p:nvPr/>
            </p:nvSpPr>
            <p:spPr>
              <a:xfrm>
                <a:off x="2048427" y="3330298"/>
                <a:ext cx="2183586" cy="221415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900" dirty="0">
                    <a:solidFill>
                      <a:schemeClr val="tx1"/>
                    </a:solidFill>
                    <a:ea typeface="맑은 고딕"/>
                  </a:rPr>
                  <a:t>010-7143-2005</a:t>
                </a:r>
                <a:endParaRPr lang="ko-KR" altLang="en-US" sz="9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1" name="Rounded Rectangle 27">
                <a:extLst>
                  <a:ext uri="{FF2B5EF4-FFF2-40B4-BE49-F238E27FC236}">
                    <a16:creationId xmlns:a16="http://schemas.microsoft.com/office/drawing/2014/main" id="{F4704017-4401-D83E-B86B-D82E3D531A4A}"/>
                  </a:ext>
                </a:extLst>
              </p:cNvPr>
              <p:cNvSpPr/>
              <p:nvPr/>
            </p:nvSpPr>
            <p:spPr>
              <a:xfrm>
                <a:off x="1517255" y="350583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(06313) 서울특별시 강남구 </a:t>
                </a:r>
                <a:r>
                  <a:rPr lang="ko-KR" altLang="ko-KR" sz="800" dirty="0" err="1">
                    <a:solidFill>
                      <a:schemeClr val="tx1"/>
                    </a:solidFill>
                    <a:ea typeface="맑은 고딕"/>
                  </a:rPr>
                  <a:t>논현로</a:t>
                </a:r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 4 (개포동) 111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22" name="Rounded Rectangle 27">
                <a:extLst>
                  <a:ext uri="{FF2B5EF4-FFF2-40B4-BE49-F238E27FC236}">
                    <a16:creationId xmlns:a16="http://schemas.microsoft.com/office/drawing/2014/main" id="{C1A96B51-08AE-6932-F14C-0B4EE68E3236}"/>
                  </a:ext>
                </a:extLst>
              </p:cNvPr>
              <p:cNvSpPr/>
              <p:nvPr/>
            </p:nvSpPr>
            <p:spPr>
              <a:xfrm>
                <a:off x="1512986" y="3744010"/>
                <a:ext cx="24270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요청사항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: </a:t>
                </a:r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문 앞에 놔주세요</a:t>
                </a:r>
                <a:r>
                  <a:rPr lang="en-US" altLang="ko-KR" sz="800" dirty="0">
                    <a:solidFill>
                      <a:schemeClr val="tx1"/>
                    </a:solidFill>
                    <a:ea typeface="맑은 고딕"/>
                  </a:rPr>
                  <a:t>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sp>
          <p:nvSpPr>
            <p:cNvPr id="17" name="Rounded Rectangle 27">
              <a:extLst>
                <a:ext uri="{FF2B5EF4-FFF2-40B4-BE49-F238E27FC236}">
                  <a16:creationId xmlns:a16="http://schemas.microsoft.com/office/drawing/2014/main" id="{1B35F411-FECF-1C24-0F1F-254CAF277C36}"/>
                </a:ext>
              </a:extLst>
            </p:cNvPr>
            <p:cNvSpPr/>
            <p:nvPr/>
          </p:nvSpPr>
          <p:spPr>
            <a:xfrm>
              <a:off x="3341830" y="348194"/>
              <a:ext cx="822901" cy="200150"/>
            </a:xfrm>
            <a:prstGeom prst="roundRect">
              <a:avLst>
                <a:gd name="adj" fmla="val 30978"/>
              </a:avLst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7/13(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월</a:t>
              </a:r>
              <a:r>
                <a:rPr lang="en-US" altLang="ko-KR" sz="600" b="1" dirty="0">
                  <a:solidFill>
                    <a:schemeClr val="bg1"/>
                  </a:solidFill>
                  <a:ea typeface="맑은 고딕"/>
                </a:rPr>
                <a:t>) </a:t>
              </a:r>
              <a:r>
                <a:rPr lang="ko-KR" altLang="en-US" sz="600" b="1" dirty="0">
                  <a:solidFill>
                    <a:schemeClr val="bg1"/>
                  </a:solidFill>
                  <a:ea typeface="맑은 고딕"/>
                </a:rPr>
                <a:t>회수예정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618C6928-A086-FDAA-3DA9-F160B05D261D}"/>
              </a:ext>
            </a:extLst>
          </p:cNvPr>
          <p:cNvSpPr txBox="1"/>
          <p:nvPr/>
        </p:nvSpPr>
        <p:spPr>
          <a:xfrm>
            <a:off x="2540457" y="1478518"/>
            <a:ext cx="238558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*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상품 회수 일정은 판매업체 및 </a:t>
            </a:r>
            <a:r>
              <a:rPr lang="ko-KR" altLang="en-US" sz="700" b="1" spc="-15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택배사</a:t>
            </a:r>
            <a:r>
              <a:rPr lang="ko-KR" altLang="en-US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 사정으로 인해 변동될 수 있습니다</a:t>
            </a:r>
            <a:r>
              <a:rPr lang="en-US" altLang="ko-KR" sz="700" b="1" spc="-150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endParaRPr lang="ko-KR" altLang="en-US" sz="700" b="1" spc="-15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79356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0DF2C-CEC6-ADF1-065C-2E40BA1D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C295DD-D6CA-9EC4-5311-D3988F5065A3}"/>
              </a:ext>
            </a:extLst>
          </p:cNvPr>
          <p:cNvSpPr txBox="1"/>
          <p:nvPr/>
        </p:nvSpPr>
        <p:spPr>
          <a:xfrm>
            <a:off x="1307907" y="78285"/>
            <a:ext cx="12298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</a:rPr>
              <a:t>교환 요청 반려 상세 화면</a:t>
            </a:r>
            <a:endParaRPr lang="ko-KR" altLang="en-US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0783F8-0F4B-0FCA-7E95-A2396D6762C1}"/>
              </a:ext>
            </a:extLst>
          </p:cNvPr>
          <p:cNvSpPr txBox="1"/>
          <p:nvPr/>
        </p:nvSpPr>
        <p:spPr>
          <a:xfrm>
            <a:off x="1302717" y="330494"/>
            <a:ext cx="2675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취소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반품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교환내역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B3F93FC-38E1-0769-B29F-5254C6318732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CH-U-MY-02-02-02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9FD262E-E82B-B190-110D-8E619E3BE9F0}"/>
              </a:ext>
            </a:extLst>
          </p:cNvPr>
          <p:cNvSpPr txBox="1"/>
          <p:nvPr/>
        </p:nvSpPr>
        <p:spPr>
          <a:xfrm>
            <a:off x="2540457" y="1836093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8A8A8A"/>
                </a:solidFill>
                <a:latin typeface="맑은 고딕"/>
                <a:ea typeface="맑은 고딕"/>
              </a:rPr>
              <a:t>주문번호 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2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60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707</a:t>
            </a:r>
            <a:r>
              <a:rPr lang="ko-KR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00</a:t>
            </a:r>
            <a:r>
              <a:rPr lang="en-US" altLang="ko-KR" sz="1000" dirty="0">
                <a:solidFill>
                  <a:srgbClr val="8A8A8A"/>
                </a:solidFill>
                <a:latin typeface="맑은 고딕"/>
                <a:ea typeface="맑은 고딕"/>
              </a:rPr>
              <a:t>0281</a:t>
            </a:r>
            <a:endParaRPr lang="ko-KR" altLang="en-US" sz="10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84" name="Rounded Rectangle 27">
            <a:extLst>
              <a:ext uri="{FF2B5EF4-FFF2-40B4-BE49-F238E27FC236}">
                <a16:creationId xmlns:a16="http://schemas.microsoft.com/office/drawing/2014/main" id="{922990B9-220C-FA92-F8C1-4A1F07255ABB}"/>
              </a:ext>
            </a:extLst>
          </p:cNvPr>
          <p:cNvSpPr/>
          <p:nvPr/>
        </p:nvSpPr>
        <p:spPr>
          <a:xfrm>
            <a:off x="8167133" y="1866581"/>
            <a:ext cx="1080000" cy="18042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2026-0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</a:t>
            </a:r>
            <a:r>
              <a:rPr lang="ko-KR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-0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7 14:29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요청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2A3B2FE-E5B5-88AA-3348-B054B438720C}"/>
              </a:ext>
            </a:extLst>
          </p:cNvPr>
          <p:cNvSpPr txBox="1"/>
          <p:nvPr/>
        </p:nvSpPr>
        <p:spPr>
          <a:xfrm>
            <a:off x="4293904" y="118100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상세내역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410EB173-2721-D6FC-AA59-50AB1CC5D751}"/>
              </a:ext>
            </a:extLst>
          </p:cNvPr>
          <p:cNvGrpSpPr/>
          <p:nvPr/>
        </p:nvGrpSpPr>
        <p:grpSpPr>
          <a:xfrm>
            <a:off x="2594095" y="2194051"/>
            <a:ext cx="6615438" cy="1164222"/>
            <a:chOff x="2594095" y="2194051"/>
            <a:chExt cx="6615438" cy="1164222"/>
          </a:xfrm>
        </p:grpSpPr>
        <p:sp>
          <p:nvSpPr>
            <p:cNvPr id="90" name="Rounded Rectangle 17">
              <a:extLst>
                <a:ext uri="{FF2B5EF4-FFF2-40B4-BE49-F238E27FC236}">
                  <a16:creationId xmlns:a16="http://schemas.microsoft.com/office/drawing/2014/main" id="{E8296DE6-0AF5-CBBF-7997-016573F93E08}"/>
                </a:ext>
              </a:extLst>
            </p:cNvPr>
            <p:cNvSpPr/>
            <p:nvPr/>
          </p:nvSpPr>
          <p:spPr>
            <a:xfrm>
              <a:off x="2594095" y="2194051"/>
              <a:ext cx="6615438" cy="1164222"/>
            </a:xfrm>
            <a:prstGeom prst="roundRect">
              <a:avLst>
                <a:gd name="adj" fmla="val 5302"/>
              </a:avLst>
            </a:prstGeom>
            <a:solidFill>
              <a:srgbClr val="FFFFFF"/>
            </a:solidFill>
            <a:ln w="6350">
              <a:solidFill>
                <a:srgbClr val="6E6E6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B598E305-BB67-D9E1-566C-6B64E7D57D07}"/>
                </a:ext>
              </a:extLst>
            </p:cNvPr>
            <p:cNvSpPr/>
            <p:nvPr/>
          </p:nvSpPr>
          <p:spPr>
            <a:xfrm>
              <a:off x="2772289" y="2361756"/>
              <a:ext cx="782216" cy="803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2" name="Rounded Rectangle 27">
              <a:extLst>
                <a:ext uri="{FF2B5EF4-FFF2-40B4-BE49-F238E27FC236}">
                  <a16:creationId xmlns:a16="http://schemas.microsoft.com/office/drawing/2014/main" id="{35AC1797-B28D-CC2C-1328-CF20000A24D2}"/>
                </a:ext>
              </a:extLst>
            </p:cNvPr>
            <p:cNvSpPr/>
            <p:nvPr/>
          </p:nvSpPr>
          <p:spPr>
            <a:xfrm>
              <a:off x="4812151" y="2941668"/>
              <a:ext cx="822901" cy="173017"/>
            </a:xfrm>
            <a:prstGeom prst="roundRect">
              <a:avLst>
                <a:gd name="adj" fmla="val 3097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6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6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1D68B62A-9530-D6C4-9A93-8216E2128639}"/>
                </a:ext>
              </a:extLst>
            </p:cNvPr>
            <p:cNvSpPr txBox="1"/>
            <p:nvPr/>
          </p:nvSpPr>
          <p:spPr>
            <a:xfrm>
              <a:off x="3648479" y="2626309"/>
              <a:ext cx="484871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썸머러버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하기스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</a:t>
              </a:r>
              <a:r>
                <a:rPr lang="ko-KR" altLang="en-US" sz="900" b="1" dirty="0" err="1">
                  <a:solidFill>
                    <a:srgbClr val="404040"/>
                  </a:solidFill>
                  <a:ea typeface="맑은 고딕"/>
                </a:rPr>
                <a:t>맥스드라이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 에어 밴드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/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팬티형 통기성 기저귀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[3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박스 구성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] 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총 </a:t>
              </a:r>
              <a:r>
                <a:rPr lang="en-US" altLang="ko-KR" sz="900" b="1" dirty="0">
                  <a:solidFill>
                    <a:srgbClr val="404040"/>
                  </a:solidFill>
                  <a:ea typeface="맑은 고딕"/>
                </a:rPr>
                <a:t>24</a:t>
              </a:r>
              <a:r>
                <a:rPr lang="ko-KR" altLang="en-US" sz="900" b="1" dirty="0">
                  <a:solidFill>
                    <a:srgbClr val="404040"/>
                  </a:solidFill>
                  <a:ea typeface="맑은 고딕"/>
                </a:rPr>
                <a:t>개</a:t>
              </a:r>
              <a:endParaRPr lang="en-US" altLang="ko-KR" sz="9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94" name="Rounded Rectangle 27">
              <a:extLst>
                <a:ext uri="{FF2B5EF4-FFF2-40B4-BE49-F238E27FC236}">
                  <a16:creationId xmlns:a16="http://schemas.microsoft.com/office/drawing/2014/main" id="{BD214B3D-7153-2C66-1595-B3FB3A5D2328}"/>
                </a:ext>
              </a:extLst>
            </p:cNvPr>
            <p:cNvSpPr/>
            <p:nvPr/>
          </p:nvSpPr>
          <p:spPr>
            <a:xfrm>
              <a:off x="3627722" y="2417021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b="1" dirty="0" err="1">
                  <a:solidFill>
                    <a:srgbClr val="FF0000"/>
                  </a:solidFill>
                  <a:ea typeface="맑은 고딕"/>
                </a:rPr>
                <a:t>교환반려</a:t>
              </a:r>
              <a:endParaRPr lang="ko-KR" altLang="en-US" sz="700" b="1" dirty="0">
                <a:solidFill>
                  <a:srgbClr val="FF0000"/>
                </a:solidFill>
                <a:ea typeface="맑은 고딕"/>
              </a:endParaRPr>
            </a:p>
          </p:txBody>
        </p:sp>
        <p:sp>
          <p:nvSpPr>
            <p:cNvPr id="95" name="Rounded Rectangle 27">
              <a:extLst>
                <a:ext uri="{FF2B5EF4-FFF2-40B4-BE49-F238E27FC236}">
                  <a16:creationId xmlns:a16="http://schemas.microsoft.com/office/drawing/2014/main" id="{D96691BB-85CA-AC01-02D0-549906962B26}"/>
                </a:ext>
              </a:extLst>
            </p:cNvPr>
            <p:cNvSpPr/>
            <p:nvPr/>
          </p:nvSpPr>
          <p:spPr>
            <a:xfrm>
              <a:off x="3636490" y="2921236"/>
              <a:ext cx="1260303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1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개 </a:t>
              </a:r>
              <a:r>
                <a:rPr lang="en-US" altLang="ko-KR" sz="600" dirty="0">
                  <a:solidFill>
                    <a:schemeClr val="tx1"/>
                  </a:solidFill>
                  <a:ea typeface="맑은 고딕"/>
                </a:rPr>
                <a:t>/ </a:t>
              </a:r>
              <a:r>
                <a:rPr lang="en-US" altLang="ko-KR" sz="800" b="1" dirty="0">
                  <a:solidFill>
                    <a:schemeClr val="tx1"/>
                  </a:solidFill>
                  <a:ea typeface="맑은 고딕"/>
                </a:rPr>
                <a:t>113,800</a:t>
              </a:r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원</a:t>
              </a:r>
              <a:r>
                <a:rPr lang="ko-KR" altLang="en-US" sz="6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600" strike="sngStrike" dirty="0">
                  <a:solidFill>
                    <a:schemeClr val="tx1"/>
                  </a:solidFill>
                  <a:ea typeface="맑은 고딕"/>
                </a:rPr>
                <a:t>150,000</a:t>
              </a:r>
              <a:r>
                <a:rPr lang="ko-KR" altLang="en-US" sz="600" strike="sngStrike" dirty="0">
                  <a:solidFill>
                    <a:schemeClr val="tx1"/>
                  </a:solidFill>
                  <a:ea typeface="맑은 고딕"/>
                </a:rPr>
                <a:t>원 </a:t>
              </a:r>
            </a:p>
          </p:txBody>
        </p:sp>
        <p:sp>
          <p:nvSpPr>
            <p:cNvPr id="96" name="Rounded Rectangle 27">
              <a:extLst>
                <a:ext uri="{FF2B5EF4-FFF2-40B4-BE49-F238E27FC236}">
                  <a16:creationId xmlns:a16="http://schemas.microsoft.com/office/drawing/2014/main" id="{C753DFD7-2927-A38D-8080-FAC3A992EAB8}"/>
                </a:ext>
              </a:extLst>
            </p:cNvPr>
            <p:cNvSpPr/>
            <p:nvPr/>
          </p:nvSpPr>
          <p:spPr>
            <a:xfrm>
              <a:off x="3627722" y="2771376"/>
              <a:ext cx="2007330" cy="189150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1) (26년형) 1단계 밴드형 공용 60매 </a:t>
              </a:r>
              <a:r>
                <a:rPr lang="ko-KR" altLang="ko-KR" sz="700" dirty="0" err="1">
                  <a:solidFill>
                    <a:schemeClr val="tx1"/>
                  </a:solidFill>
                  <a:ea typeface="맑은 고딕"/>
                </a:rPr>
                <a:t>x</a:t>
              </a:r>
              <a:r>
                <a:rPr lang="ko-KR" altLang="ko-KR" sz="700" dirty="0">
                  <a:solidFill>
                    <a:schemeClr val="tx1"/>
                  </a:solidFill>
                  <a:ea typeface="맑은 고딕"/>
                </a:rPr>
                <a:t> 9팩 NS61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93EE492E-D233-027E-EC37-A50E7EDDB96E}"/>
              </a:ext>
            </a:extLst>
          </p:cNvPr>
          <p:cNvSpPr/>
          <p:nvPr/>
        </p:nvSpPr>
        <p:spPr>
          <a:xfrm>
            <a:off x="69715" y="66585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GNB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17C1C13-6BF5-D1CD-CC4E-01D9D08A500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0B0C45D-57EC-758E-6AA2-9962AF289751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7D2EF239-2CE7-4B1A-5348-C4E38382FD45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0A8B0794-1F0F-49BC-3F61-D12F65EC1E2A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D62A3BFA-676A-9D6A-537B-8747699FC0E1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E7353870-AC8C-D3BC-0B05-688654484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373471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19598DB7-0F4F-A6B4-8088-CA88E86FE7F6}"/>
              </a:ext>
            </a:extLst>
          </p:cNvPr>
          <p:cNvSpPr/>
          <p:nvPr/>
        </p:nvSpPr>
        <p:spPr>
          <a:xfrm>
            <a:off x="2577850" y="347001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교환수량</a:t>
            </a:r>
          </a:p>
        </p:txBody>
      </p:sp>
      <p:sp>
        <p:nvSpPr>
          <p:cNvPr id="11" name="Rounded Rectangle 35">
            <a:extLst>
              <a:ext uri="{FF2B5EF4-FFF2-40B4-BE49-F238E27FC236}">
                <a16:creationId xmlns:a16="http://schemas.microsoft.com/office/drawing/2014/main" id="{91EB715F-A7BD-4D18-CA99-9CFE665DFA26}"/>
              </a:ext>
            </a:extLst>
          </p:cNvPr>
          <p:cNvSpPr/>
          <p:nvPr/>
        </p:nvSpPr>
        <p:spPr>
          <a:xfrm>
            <a:off x="3096593" y="3782223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용량</a:t>
            </a:r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사이즈 변경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                                                       </a:t>
            </a: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1912A41B-6435-784E-C697-E1CFC379F357}"/>
              </a:ext>
            </a:extLst>
          </p:cNvPr>
          <p:cNvSpPr/>
          <p:nvPr/>
        </p:nvSpPr>
        <p:spPr>
          <a:xfrm>
            <a:off x="3096593" y="395503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사이즈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에서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으로 교환 요청합니다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.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5" name="Rounded Rectangle 27">
            <a:extLst>
              <a:ext uri="{FF2B5EF4-FFF2-40B4-BE49-F238E27FC236}">
                <a16:creationId xmlns:a16="http://schemas.microsoft.com/office/drawing/2014/main" id="{4EE0C58D-32F8-2A30-4432-4C604100E1CD}"/>
              </a:ext>
            </a:extLst>
          </p:cNvPr>
          <p:cNvSpPr/>
          <p:nvPr/>
        </p:nvSpPr>
        <p:spPr>
          <a:xfrm>
            <a:off x="2577850" y="3787030"/>
            <a:ext cx="1000054" cy="205283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교환사유</a:t>
            </a: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2CE67682-6AE0-6BA9-EBEB-3AF7E7872E60}"/>
              </a:ext>
            </a:extLst>
          </p:cNvPr>
          <p:cNvSpPr/>
          <p:nvPr/>
        </p:nvSpPr>
        <p:spPr>
          <a:xfrm>
            <a:off x="3096593" y="3449698"/>
            <a:ext cx="195049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ea typeface="맑은 고딕"/>
              </a:rPr>
              <a:t>1</a:t>
            </a:r>
            <a:endParaRPr lang="ko-KR" altLang="en-US" sz="800" dirty="0">
              <a:solidFill>
                <a:schemeClr val="tx1"/>
              </a:solidFill>
              <a:ea typeface="맑은 고딕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397786C-2649-B213-FB9F-C077EFBC6FAE}"/>
              </a:ext>
            </a:extLst>
          </p:cNvPr>
          <p:cNvCxnSpPr>
            <a:cxnSpLocks/>
          </p:cNvCxnSpPr>
          <p:nvPr/>
        </p:nvCxnSpPr>
        <p:spPr>
          <a:xfrm>
            <a:off x="2560980" y="3715074"/>
            <a:ext cx="668615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35">
            <a:extLst>
              <a:ext uri="{FF2B5EF4-FFF2-40B4-BE49-F238E27FC236}">
                <a16:creationId xmlns:a16="http://schemas.microsoft.com/office/drawing/2014/main" id="{7E7266CB-93CD-B5DF-894E-54EF750B6811}"/>
              </a:ext>
            </a:extLst>
          </p:cNvPr>
          <p:cNvSpPr/>
          <p:nvPr/>
        </p:nvSpPr>
        <p:spPr>
          <a:xfrm>
            <a:off x="4138072" y="5917520"/>
            <a:ext cx="319377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974484B-2F94-E5E8-3B8D-8C3DE0540F3A}"/>
              </a:ext>
            </a:extLst>
          </p:cNvPr>
          <p:cNvGrpSpPr/>
          <p:nvPr/>
        </p:nvGrpSpPr>
        <p:grpSpPr>
          <a:xfrm>
            <a:off x="2597940" y="4476158"/>
            <a:ext cx="6611593" cy="762948"/>
            <a:chOff x="324312" y="3015239"/>
            <a:chExt cx="6611593" cy="762948"/>
          </a:xfrm>
        </p:grpSpPr>
        <p:sp>
          <p:nvSpPr>
            <p:cNvPr id="7" name="Rounded Rectangle 35">
              <a:extLst>
                <a:ext uri="{FF2B5EF4-FFF2-40B4-BE49-F238E27FC236}">
                  <a16:creationId xmlns:a16="http://schemas.microsoft.com/office/drawing/2014/main" id="{C92DC2E1-271E-2774-46C7-E6A28E0171D2}"/>
                </a:ext>
              </a:extLst>
            </p:cNvPr>
            <p:cNvSpPr/>
            <p:nvPr/>
          </p:nvSpPr>
          <p:spPr>
            <a:xfrm>
              <a:off x="324312" y="3015239"/>
              <a:ext cx="6611593" cy="76294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반품 불가 사유 작성 공간입니다</a:t>
              </a:r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8" name="Rounded Rectangle 27">
              <a:extLst>
                <a:ext uri="{FF2B5EF4-FFF2-40B4-BE49-F238E27FC236}">
                  <a16:creationId xmlns:a16="http://schemas.microsoft.com/office/drawing/2014/main" id="{39566ED0-1611-8B5D-06E0-22691ABBC9A6}"/>
                </a:ext>
              </a:extLst>
            </p:cNvPr>
            <p:cNvSpPr/>
            <p:nvPr/>
          </p:nvSpPr>
          <p:spPr>
            <a:xfrm>
              <a:off x="374375" y="3071372"/>
              <a:ext cx="1000054" cy="221415"/>
            </a:xfrm>
            <a:prstGeom prst="roundRect">
              <a:avLst>
                <a:gd name="adj" fmla="val 800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t">
              <a:spAutoFit/>
            </a:bodyPr>
            <a:lstStyle/>
            <a:p>
              <a:r>
                <a:rPr lang="ko-KR" altLang="en-US" sz="900" b="1" dirty="0">
                  <a:solidFill>
                    <a:srgbClr val="FF0000"/>
                  </a:solidFill>
                  <a:ea typeface="맑은 고딕"/>
                </a:rPr>
                <a:t>반려사유</a:t>
              </a:r>
            </a:p>
          </p:txBody>
        </p:sp>
        <p:sp>
          <p:nvSpPr>
            <p:cNvPr id="10" name="Rounded Rectangle 27">
              <a:extLst>
                <a:ext uri="{FF2B5EF4-FFF2-40B4-BE49-F238E27FC236}">
                  <a16:creationId xmlns:a16="http://schemas.microsoft.com/office/drawing/2014/main" id="{5E214472-0F4E-AAEC-00A1-1C99E87B252A}"/>
                </a:ext>
              </a:extLst>
            </p:cNvPr>
            <p:cNvSpPr/>
            <p:nvPr/>
          </p:nvSpPr>
          <p:spPr>
            <a:xfrm>
              <a:off x="5855905" y="3069110"/>
              <a:ext cx="1080000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2026-0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7</a:t>
              </a:r>
              <a:r>
                <a:rPr lang="ko-KR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-</a:t>
              </a:r>
              <a:r>
                <a:rPr lang="en-US" altLang="ko-KR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10 11:25 </a:t>
              </a:r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반려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90189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F77F8F-8A78-2E14-7BA7-471807D1CB56}"/>
              </a:ext>
            </a:extLst>
          </p:cNvPr>
          <p:cNvSpPr txBox="1"/>
          <p:nvPr/>
        </p:nvSpPr>
        <p:spPr>
          <a:xfrm>
            <a:off x="1307907" y="78285"/>
            <a:ext cx="899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배송지 관리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991D44-A471-E001-0C19-17CB00DA915D}"/>
              </a:ext>
            </a:extLst>
          </p:cNvPr>
          <p:cNvSpPr txBox="1"/>
          <p:nvPr/>
        </p:nvSpPr>
        <p:spPr>
          <a:xfrm>
            <a:off x="1302717" y="330494"/>
            <a:ext cx="18870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배송지관리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9D5860-3D26-A2FD-172B-3FA4B79F9319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CH-U-MY-02-03-01</a:t>
            </a:r>
            <a:endParaRPr lang="ko-KR" altLang="en-US" sz="1000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05C12E8-08C3-9F3E-50C4-51C3DCECF11E}"/>
              </a:ext>
            </a:extLst>
          </p:cNvPr>
          <p:cNvGrpSpPr/>
          <p:nvPr/>
        </p:nvGrpSpPr>
        <p:grpSpPr>
          <a:xfrm>
            <a:off x="3096593" y="2682190"/>
            <a:ext cx="5675696" cy="856547"/>
            <a:chOff x="335141" y="1839167"/>
            <a:chExt cx="5675696" cy="856547"/>
          </a:xfrm>
        </p:grpSpPr>
        <p:sp>
          <p:nvSpPr>
            <p:cNvPr id="13" name="Rounded Rectangle 22">
              <a:extLst>
                <a:ext uri="{FF2B5EF4-FFF2-40B4-BE49-F238E27FC236}">
                  <a16:creationId xmlns:a16="http://schemas.microsoft.com/office/drawing/2014/main" id="{7529FEAF-5539-E566-1272-CCF3E3C4EAD3}"/>
                </a:ext>
              </a:extLst>
            </p:cNvPr>
            <p:cNvSpPr/>
            <p:nvPr/>
          </p:nvSpPr>
          <p:spPr>
            <a:xfrm>
              <a:off x="335141" y="1839167"/>
              <a:ext cx="5675696" cy="856547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14" name="Rounded Rectangle 27">
              <a:extLst>
                <a:ext uri="{FF2B5EF4-FFF2-40B4-BE49-F238E27FC236}">
                  <a16:creationId xmlns:a16="http://schemas.microsoft.com/office/drawing/2014/main" id="{96095BED-BD99-4513-4C5A-D074F6A919FF}"/>
                </a:ext>
              </a:extLst>
            </p:cNvPr>
            <p:cNvSpPr/>
            <p:nvPr/>
          </p:nvSpPr>
          <p:spPr>
            <a:xfrm>
              <a:off x="665363" y="1940574"/>
              <a:ext cx="593880" cy="23207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기본배송지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0A626BD-E0F0-3088-5D5E-7AE31AE33A0E}"/>
                </a:ext>
              </a:extLst>
            </p:cNvPr>
            <p:cNvSpPr txBox="1"/>
            <p:nvPr/>
          </p:nvSpPr>
          <p:spPr>
            <a:xfrm>
              <a:off x="444293" y="2350605"/>
              <a:ext cx="235965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ko-KR" sz="700" dirty="0">
                  <a:solidFill>
                    <a:schemeClr val="bg1">
                      <a:lumMod val="50000"/>
                    </a:schemeClr>
                  </a:solidFill>
                </a:rPr>
                <a:t>(06052) 서울특별시 강남구 논현로132길 12 (논현동)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층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B1BD829-3E85-1566-5DF1-32D4A8BFDE2E}"/>
                </a:ext>
              </a:extLst>
            </p:cNvPr>
            <p:cNvSpPr txBox="1"/>
            <p:nvPr/>
          </p:nvSpPr>
          <p:spPr>
            <a:xfrm>
              <a:off x="394612" y="1942629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/>
                  <a:ea typeface="맑은 고딕"/>
                </a:rPr>
                <a:t>집</a:t>
              </a:r>
              <a:endParaRPr lang="ko-KR" altLang="en-US" sz="9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7" name="Rounded Rectangle 27">
              <a:extLst>
                <a:ext uri="{FF2B5EF4-FFF2-40B4-BE49-F238E27FC236}">
                  <a16:creationId xmlns:a16="http://schemas.microsoft.com/office/drawing/2014/main" id="{5018EA02-9F3D-C65E-0F25-626C05E2E25B}"/>
                </a:ext>
              </a:extLst>
            </p:cNvPr>
            <p:cNvSpPr/>
            <p:nvPr/>
          </p:nvSpPr>
          <p:spPr>
            <a:xfrm>
              <a:off x="444293" y="2208882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010-1234-5678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9" name="Rounded Rectangle 35">
            <a:extLst>
              <a:ext uri="{FF2B5EF4-FFF2-40B4-BE49-F238E27FC236}">
                <a16:creationId xmlns:a16="http://schemas.microsoft.com/office/drawing/2014/main" id="{D5096749-F7C3-D7B5-067A-1F3B634862E0}"/>
              </a:ext>
            </a:extLst>
          </p:cNvPr>
          <p:cNvSpPr/>
          <p:nvPr/>
        </p:nvSpPr>
        <p:spPr>
          <a:xfrm>
            <a:off x="7455179" y="2351896"/>
            <a:ext cx="13227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새 배송지 추가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2A70ABA5-744B-7BA2-DE8E-DD869E6B02A4}"/>
              </a:ext>
            </a:extLst>
          </p:cNvPr>
          <p:cNvSpPr/>
          <p:nvPr/>
        </p:nvSpPr>
        <p:spPr>
          <a:xfrm>
            <a:off x="8089083" y="2988987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ysClr val="windowText" lastClr="000000"/>
                </a:solidFill>
                <a:ea typeface="맑은 고딕"/>
              </a:rPr>
              <a:t>수정</a:t>
            </a:r>
            <a:endParaRPr lang="ko-KR" altLang="en-US" sz="7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5060AA-3900-B670-A9F8-6400F6306B8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AB8C12-5E01-065B-B93B-6E2B4204EEA1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C064CF-42FA-9E5B-20BD-6397E540C0CC}"/>
              </a:ext>
            </a:extLst>
          </p:cNvPr>
          <p:cNvSpPr txBox="1"/>
          <p:nvPr/>
        </p:nvSpPr>
        <p:spPr>
          <a:xfrm>
            <a:off x="4430961" y="1181007"/>
            <a:ext cx="1242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배송지관리</a:t>
            </a:r>
            <a:endParaRPr lang="ko-KR" altLang="en-US" sz="1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9B96D16-FE8E-70A9-D1D0-BDAF95232BA8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DD129565-16B1-E585-FB40-437C23F1884F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0B02258-6759-D36C-7EED-3482A15E47C8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304E1DA-6191-0850-56C0-36445CBB15A8}"/>
              </a:ext>
            </a:extLst>
          </p:cNvPr>
          <p:cNvGrpSpPr/>
          <p:nvPr/>
        </p:nvGrpSpPr>
        <p:grpSpPr>
          <a:xfrm>
            <a:off x="4320729" y="1836093"/>
            <a:ext cx="3142476" cy="256384"/>
            <a:chOff x="258975" y="1064288"/>
            <a:chExt cx="3099344" cy="219456"/>
          </a:xfrm>
        </p:grpSpPr>
        <p:sp>
          <p:nvSpPr>
            <p:cNvPr id="41" name="Rounded Rectangle 35">
              <a:extLst>
                <a:ext uri="{FF2B5EF4-FFF2-40B4-BE49-F238E27FC236}">
                  <a16:creationId xmlns:a16="http://schemas.microsoft.com/office/drawing/2014/main" id="{3A85FAF7-33EE-CC71-0095-968391ED6765}"/>
                </a:ext>
              </a:extLst>
            </p:cNvPr>
            <p:cNvSpPr/>
            <p:nvPr/>
          </p:nvSpPr>
          <p:spPr>
            <a:xfrm>
              <a:off x="1523144" y="1064288"/>
              <a:ext cx="183517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결제수단관리</a:t>
              </a:r>
            </a:p>
          </p:txBody>
        </p:sp>
        <p:sp>
          <p:nvSpPr>
            <p:cNvPr id="42" name="Rounded Rectangle 35">
              <a:extLst>
                <a:ext uri="{FF2B5EF4-FFF2-40B4-BE49-F238E27FC236}">
                  <a16:creationId xmlns:a16="http://schemas.microsoft.com/office/drawing/2014/main" id="{E52DBD1C-DC00-47F8-875A-713FDB5292BC}"/>
                </a:ext>
              </a:extLst>
            </p:cNvPr>
            <p:cNvSpPr/>
            <p:nvPr/>
          </p:nvSpPr>
          <p:spPr>
            <a:xfrm>
              <a:off x="258975" y="1064288"/>
              <a:ext cx="1619267" cy="2194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chemeClr val="bg1"/>
                  </a:solidFill>
                  <a:ea typeface="맑은 고딕"/>
                </a:rPr>
                <a:t>배송지관리</a:t>
              </a:r>
              <a:endParaRPr lang="ko-KR" altLang="en-US" sz="800" dirty="0">
                <a:solidFill>
                  <a:schemeClr val="bg1"/>
                </a:solidFill>
                <a:ea typeface="맑은 고딕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2F5EC19-51B4-E311-333B-CB2F12D09364}"/>
              </a:ext>
            </a:extLst>
          </p:cNvPr>
          <p:cNvGrpSpPr/>
          <p:nvPr/>
        </p:nvGrpSpPr>
        <p:grpSpPr>
          <a:xfrm>
            <a:off x="3096593" y="3632096"/>
            <a:ext cx="5675696" cy="856547"/>
            <a:chOff x="335141" y="1839167"/>
            <a:chExt cx="5675696" cy="856547"/>
          </a:xfrm>
        </p:grpSpPr>
        <p:sp>
          <p:nvSpPr>
            <p:cNvPr id="44" name="Rounded Rectangle 22">
              <a:extLst>
                <a:ext uri="{FF2B5EF4-FFF2-40B4-BE49-F238E27FC236}">
                  <a16:creationId xmlns:a16="http://schemas.microsoft.com/office/drawing/2014/main" id="{B096EB3E-82AD-A7B7-8304-7376E596EB48}"/>
                </a:ext>
              </a:extLst>
            </p:cNvPr>
            <p:cNvSpPr/>
            <p:nvPr/>
          </p:nvSpPr>
          <p:spPr>
            <a:xfrm>
              <a:off x="335141" y="1839167"/>
              <a:ext cx="5675696" cy="856547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A63263E-0D45-1857-4157-875AAF3F3D11}"/>
                </a:ext>
              </a:extLst>
            </p:cNvPr>
            <p:cNvSpPr txBox="1"/>
            <p:nvPr/>
          </p:nvSpPr>
          <p:spPr>
            <a:xfrm>
              <a:off x="444293" y="2350605"/>
              <a:ext cx="235965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ko-KR" sz="700" dirty="0">
                  <a:solidFill>
                    <a:schemeClr val="bg1">
                      <a:lumMod val="50000"/>
                    </a:schemeClr>
                  </a:solidFill>
                </a:rPr>
                <a:t>(06052) 서울특별시 강남구 논현로132길 12 (논현동)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층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86132A3-EE4B-C4AE-020C-9FCD3721E91E}"/>
                </a:ext>
              </a:extLst>
            </p:cNvPr>
            <p:cNvSpPr txBox="1"/>
            <p:nvPr/>
          </p:nvSpPr>
          <p:spPr>
            <a:xfrm>
              <a:off x="394612" y="1942629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ea typeface="맑은 고딕"/>
                </a:rPr>
                <a:t>회사</a:t>
              </a:r>
              <a:endParaRPr lang="ko-KR" altLang="en-US" sz="9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48" name="Rounded Rectangle 27">
              <a:extLst>
                <a:ext uri="{FF2B5EF4-FFF2-40B4-BE49-F238E27FC236}">
                  <a16:creationId xmlns:a16="http://schemas.microsoft.com/office/drawing/2014/main" id="{7B298D43-F02D-CD77-9178-C693BFCC305A}"/>
                </a:ext>
              </a:extLst>
            </p:cNvPr>
            <p:cNvSpPr/>
            <p:nvPr/>
          </p:nvSpPr>
          <p:spPr>
            <a:xfrm>
              <a:off x="444293" y="2208882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010-1234-5678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49" name="Rounded Rectangle 35">
            <a:extLst>
              <a:ext uri="{FF2B5EF4-FFF2-40B4-BE49-F238E27FC236}">
                <a16:creationId xmlns:a16="http://schemas.microsoft.com/office/drawing/2014/main" id="{7D053102-35BC-2EBB-3F9F-636CA3F7DB4A}"/>
              </a:ext>
            </a:extLst>
          </p:cNvPr>
          <p:cNvSpPr/>
          <p:nvPr/>
        </p:nvSpPr>
        <p:spPr>
          <a:xfrm>
            <a:off x="7483730" y="3938893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28" name="Rounded Rectangle 35">
            <a:extLst>
              <a:ext uri="{FF2B5EF4-FFF2-40B4-BE49-F238E27FC236}">
                <a16:creationId xmlns:a16="http://schemas.microsoft.com/office/drawing/2014/main" id="{6F8F0D51-78F1-9EA8-4BDE-3AD8267C5FAB}"/>
              </a:ext>
            </a:extLst>
          </p:cNvPr>
          <p:cNvSpPr/>
          <p:nvPr/>
        </p:nvSpPr>
        <p:spPr>
          <a:xfrm>
            <a:off x="8089083" y="3938893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ea typeface="맑은 고딕"/>
              </a:rPr>
              <a:t>삭제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8418C17-8E19-0C19-361D-9BCC94704629}"/>
              </a:ext>
            </a:extLst>
          </p:cNvPr>
          <p:cNvSpPr txBox="1"/>
          <p:nvPr/>
        </p:nvSpPr>
        <p:spPr>
          <a:xfrm>
            <a:off x="2991114" y="2359125"/>
            <a:ext cx="10326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맑은 고딕"/>
                <a:ea typeface="맑은 고딕"/>
              </a:rPr>
              <a:t>등록된 배송지 </a:t>
            </a:r>
            <a:r>
              <a:rPr lang="en-US" altLang="ko-KR" sz="800" dirty="0">
                <a:latin typeface="맑은 고딕"/>
                <a:ea typeface="맑은 고딕"/>
              </a:rPr>
              <a:t>2</a:t>
            </a:r>
            <a:r>
              <a:rPr lang="ko-KR" altLang="en-US" sz="800" dirty="0">
                <a:latin typeface="맑은 고딕"/>
                <a:ea typeface="맑은 고딕"/>
              </a:rPr>
              <a:t>건</a:t>
            </a: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8E03A3EE-AACC-78EA-EAA2-940B0653B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26350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4625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941EF-D8CB-D42B-4F8C-26101DC8E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187C09-30E4-1956-0572-5E336AE4126D}"/>
              </a:ext>
            </a:extLst>
          </p:cNvPr>
          <p:cNvSpPr txBox="1"/>
          <p:nvPr/>
        </p:nvSpPr>
        <p:spPr>
          <a:xfrm>
            <a:off x="1307907" y="78285"/>
            <a:ext cx="1188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배송지 추가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레이어팝업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CA37F-9099-089E-7693-578CFB83CFDC}"/>
              </a:ext>
            </a:extLst>
          </p:cNvPr>
          <p:cNvSpPr txBox="1"/>
          <p:nvPr/>
        </p:nvSpPr>
        <p:spPr>
          <a:xfrm>
            <a:off x="1302717" y="330494"/>
            <a:ext cx="18870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배송지관리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4B390A-00BB-A4A2-9D3B-014DE34E867C}"/>
              </a:ext>
            </a:extLst>
          </p:cNvPr>
          <p:cNvSpPr/>
          <p:nvPr/>
        </p:nvSpPr>
        <p:spPr>
          <a:xfrm>
            <a:off x="7921129" y="58428"/>
            <a:ext cx="14029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CH-U-MY-02-04-01p</a:t>
            </a:r>
            <a:endParaRPr lang="ko-KR" altLang="en-US" sz="1000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9BEFE06-933E-38A9-85E6-0BCF9AF02449}"/>
              </a:ext>
            </a:extLst>
          </p:cNvPr>
          <p:cNvGrpSpPr/>
          <p:nvPr/>
        </p:nvGrpSpPr>
        <p:grpSpPr>
          <a:xfrm>
            <a:off x="3096593" y="2682190"/>
            <a:ext cx="5675696" cy="856547"/>
            <a:chOff x="335141" y="1839167"/>
            <a:chExt cx="5675696" cy="856547"/>
          </a:xfrm>
        </p:grpSpPr>
        <p:sp>
          <p:nvSpPr>
            <p:cNvPr id="13" name="Rounded Rectangle 22">
              <a:extLst>
                <a:ext uri="{FF2B5EF4-FFF2-40B4-BE49-F238E27FC236}">
                  <a16:creationId xmlns:a16="http://schemas.microsoft.com/office/drawing/2014/main" id="{B30DC321-BEDB-43FD-8AFE-6EEF382C2023}"/>
                </a:ext>
              </a:extLst>
            </p:cNvPr>
            <p:cNvSpPr/>
            <p:nvPr/>
          </p:nvSpPr>
          <p:spPr>
            <a:xfrm>
              <a:off x="335141" y="1839167"/>
              <a:ext cx="5675696" cy="856547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14" name="Rounded Rectangle 27">
              <a:extLst>
                <a:ext uri="{FF2B5EF4-FFF2-40B4-BE49-F238E27FC236}">
                  <a16:creationId xmlns:a16="http://schemas.microsoft.com/office/drawing/2014/main" id="{6B28B861-701F-8F47-4A4F-8CDCA82CCC2E}"/>
                </a:ext>
              </a:extLst>
            </p:cNvPr>
            <p:cNvSpPr/>
            <p:nvPr/>
          </p:nvSpPr>
          <p:spPr>
            <a:xfrm>
              <a:off x="665363" y="1940574"/>
              <a:ext cx="593880" cy="23207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기본배송지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AECB0B3-D80A-96B5-0367-079B01909FBD}"/>
                </a:ext>
              </a:extLst>
            </p:cNvPr>
            <p:cNvSpPr txBox="1"/>
            <p:nvPr/>
          </p:nvSpPr>
          <p:spPr>
            <a:xfrm>
              <a:off x="444293" y="2350605"/>
              <a:ext cx="235965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ko-KR" sz="700" dirty="0">
                  <a:solidFill>
                    <a:schemeClr val="bg1">
                      <a:lumMod val="50000"/>
                    </a:schemeClr>
                  </a:solidFill>
                </a:rPr>
                <a:t>(06052) 서울특별시 강남구 논현로132길 12 (논현동)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층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C6DF283-D30A-2D8E-69FB-E50CB7FF53DB}"/>
                </a:ext>
              </a:extLst>
            </p:cNvPr>
            <p:cNvSpPr txBox="1"/>
            <p:nvPr/>
          </p:nvSpPr>
          <p:spPr>
            <a:xfrm>
              <a:off x="394612" y="1942629"/>
              <a:ext cx="3000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latin typeface="맑은 고딕"/>
                  <a:ea typeface="맑은 고딕"/>
                </a:rPr>
                <a:t>집</a:t>
              </a:r>
              <a:endParaRPr lang="ko-KR" altLang="en-US" sz="9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7" name="Rounded Rectangle 27">
              <a:extLst>
                <a:ext uri="{FF2B5EF4-FFF2-40B4-BE49-F238E27FC236}">
                  <a16:creationId xmlns:a16="http://schemas.microsoft.com/office/drawing/2014/main" id="{E407D2C3-2DD0-E111-A960-AA266F45056B}"/>
                </a:ext>
              </a:extLst>
            </p:cNvPr>
            <p:cNvSpPr/>
            <p:nvPr/>
          </p:nvSpPr>
          <p:spPr>
            <a:xfrm>
              <a:off x="444293" y="2208882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010-1234-5678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19" name="Rounded Rectangle 35">
            <a:extLst>
              <a:ext uri="{FF2B5EF4-FFF2-40B4-BE49-F238E27FC236}">
                <a16:creationId xmlns:a16="http://schemas.microsoft.com/office/drawing/2014/main" id="{6837E1C5-61C7-5136-7262-F0080215A571}"/>
              </a:ext>
            </a:extLst>
          </p:cNvPr>
          <p:cNvSpPr/>
          <p:nvPr/>
        </p:nvSpPr>
        <p:spPr>
          <a:xfrm>
            <a:off x="7455179" y="2351896"/>
            <a:ext cx="13227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새 배송지 추가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FA77C5E1-3E5A-963D-A017-CEA1DD77106B}"/>
              </a:ext>
            </a:extLst>
          </p:cNvPr>
          <p:cNvSpPr/>
          <p:nvPr/>
        </p:nvSpPr>
        <p:spPr>
          <a:xfrm>
            <a:off x="8089083" y="2988987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ysClr val="windowText" lastClr="000000"/>
                </a:solidFill>
                <a:ea typeface="맑은 고딕"/>
              </a:rPr>
              <a:t>수정</a:t>
            </a:r>
            <a:endParaRPr lang="ko-KR" altLang="en-US" sz="7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FA06A0-2028-1646-5F34-E0E17E1651CD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7F9E1C-46F2-3816-FD21-8B348B49917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B5123C-9C4B-93B8-3188-9089FF146C76}"/>
              </a:ext>
            </a:extLst>
          </p:cNvPr>
          <p:cNvSpPr txBox="1"/>
          <p:nvPr/>
        </p:nvSpPr>
        <p:spPr>
          <a:xfrm>
            <a:off x="4430961" y="1181007"/>
            <a:ext cx="1242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배송지관리</a:t>
            </a:r>
            <a:endParaRPr lang="ko-KR" altLang="en-US" sz="1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811B24C-64B5-3838-F090-6B1D791E8E74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39EAC841-3140-DF8E-5D2D-F477205D5996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67E6339-A494-1E79-D3E3-352FE86404A4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8A5FA2B-B401-7B57-84AA-C8E3147F6BBD}"/>
              </a:ext>
            </a:extLst>
          </p:cNvPr>
          <p:cNvGrpSpPr/>
          <p:nvPr/>
        </p:nvGrpSpPr>
        <p:grpSpPr>
          <a:xfrm>
            <a:off x="4320729" y="1836093"/>
            <a:ext cx="3142476" cy="256384"/>
            <a:chOff x="258975" y="1064288"/>
            <a:chExt cx="3099344" cy="219456"/>
          </a:xfrm>
        </p:grpSpPr>
        <p:sp>
          <p:nvSpPr>
            <p:cNvPr id="41" name="Rounded Rectangle 35">
              <a:extLst>
                <a:ext uri="{FF2B5EF4-FFF2-40B4-BE49-F238E27FC236}">
                  <a16:creationId xmlns:a16="http://schemas.microsoft.com/office/drawing/2014/main" id="{E70F43E3-39E2-2EE3-2BDF-7B03113D8234}"/>
                </a:ext>
              </a:extLst>
            </p:cNvPr>
            <p:cNvSpPr/>
            <p:nvPr/>
          </p:nvSpPr>
          <p:spPr>
            <a:xfrm>
              <a:off x="1523144" y="1064288"/>
              <a:ext cx="183517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결제수단관리</a:t>
              </a:r>
            </a:p>
          </p:txBody>
        </p:sp>
        <p:sp>
          <p:nvSpPr>
            <p:cNvPr id="42" name="Rounded Rectangle 35">
              <a:extLst>
                <a:ext uri="{FF2B5EF4-FFF2-40B4-BE49-F238E27FC236}">
                  <a16:creationId xmlns:a16="http://schemas.microsoft.com/office/drawing/2014/main" id="{9B9BFAC7-67E8-3DDB-92A0-5FF4B4C66678}"/>
                </a:ext>
              </a:extLst>
            </p:cNvPr>
            <p:cNvSpPr/>
            <p:nvPr/>
          </p:nvSpPr>
          <p:spPr>
            <a:xfrm>
              <a:off x="258975" y="1064288"/>
              <a:ext cx="1619267" cy="2194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chemeClr val="bg1"/>
                  </a:solidFill>
                  <a:ea typeface="맑은 고딕"/>
                </a:rPr>
                <a:t>배송지관리</a:t>
              </a:r>
              <a:endParaRPr lang="ko-KR" altLang="en-US" sz="800" dirty="0">
                <a:solidFill>
                  <a:schemeClr val="bg1"/>
                </a:solidFill>
                <a:ea typeface="맑은 고딕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3C7CFB26-4D0F-20C0-D047-5BFA2829237A}"/>
              </a:ext>
            </a:extLst>
          </p:cNvPr>
          <p:cNvGrpSpPr/>
          <p:nvPr/>
        </p:nvGrpSpPr>
        <p:grpSpPr>
          <a:xfrm>
            <a:off x="3096593" y="3632096"/>
            <a:ext cx="5675696" cy="856547"/>
            <a:chOff x="335141" y="1839167"/>
            <a:chExt cx="5675696" cy="856547"/>
          </a:xfrm>
        </p:grpSpPr>
        <p:sp>
          <p:nvSpPr>
            <p:cNvPr id="44" name="Rounded Rectangle 22">
              <a:extLst>
                <a:ext uri="{FF2B5EF4-FFF2-40B4-BE49-F238E27FC236}">
                  <a16:creationId xmlns:a16="http://schemas.microsoft.com/office/drawing/2014/main" id="{51B14562-BFB0-A1E8-B2AB-920CC816381B}"/>
                </a:ext>
              </a:extLst>
            </p:cNvPr>
            <p:cNvSpPr/>
            <p:nvPr/>
          </p:nvSpPr>
          <p:spPr>
            <a:xfrm>
              <a:off x="335141" y="1839167"/>
              <a:ext cx="5675696" cy="856547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49D6CDC-3B81-9D22-A544-759F6A9B32C0}"/>
                </a:ext>
              </a:extLst>
            </p:cNvPr>
            <p:cNvSpPr txBox="1"/>
            <p:nvPr/>
          </p:nvSpPr>
          <p:spPr>
            <a:xfrm>
              <a:off x="444293" y="2350605"/>
              <a:ext cx="2359657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ko-KR" sz="700" dirty="0">
                  <a:solidFill>
                    <a:schemeClr val="bg1">
                      <a:lumMod val="50000"/>
                    </a:schemeClr>
                  </a:solidFill>
                </a:rPr>
                <a:t>(06052) 서울특별시 강남구 논현로132길 12 (논현동)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 5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층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432BAE9-70BA-4261-04AE-D29FF5ADDDFF}"/>
                </a:ext>
              </a:extLst>
            </p:cNvPr>
            <p:cNvSpPr txBox="1"/>
            <p:nvPr/>
          </p:nvSpPr>
          <p:spPr>
            <a:xfrm>
              <a:off x="394612" y="1942629"/>
              <a:ext cx="4154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b="1" dirty="0">
                  <a:ea typeface="맑은 고딕"/>
                </a:rPr>
                <a:t>회사</a:t>
              </a:r>
              <a:endParaRPr lang="ko-KR" altLang="en-US" sz="9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48" name="Rounded Rectangle 27">
              <a:extLst>
                <a:ext uri="{FF2B5EF4-FFF2-40B4-BE49-F238E27FC236}">
                  <a16:creationId xmlns:a16="http://schemas.microsoft.com/office/drawing/2014/main" id="{E38BC6E3-605A-5ED9-3AA7-3E484D73B747}"/>
                </a:ext>
              </a:extLst>
            </p:cNvPr>
            <p:cNvSpPr/>
            <p:nvPr/>
          </p:nvSpPr>
          <p:spPr>
            <a:xfrm>
              <a:off x="444293" y="2208882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김행복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010-1234-5678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sp>
        <p:nvSpPr>
          <p:cNvPr id="49" name="Rounded Rectangle 35">
            <a:extLst>
              <a:ext uri="{FF2B5EF4-FFF2-40B4-BE49-F238E27FC236}">
                <a16:creationId xmlns:a16="http://schemas.microsoft.com/office/drawing/2014/main" id="{DDA3E887-A36A-680F-482C-7B4DC6A6A84E}"/>
              </a:ext>
            </a:extLst>
          </p:cNvPr>
          <p:cNvSpPr/>
          <p:nvPr/>
        </p:nvSpPr>
        <p:spPr>
          <a:xfrm>
            <a:off x="7483730" y="3938893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ea typeface="맑은 고딕"/>
              </a:rPr>
              <a:t>수정</a:t>
            </a:r>
          </a:p>
        </p:txBody>
      </p:sp>
      <p:sp>
        <p:nvSpPr>
          <p:cNvPr id="28" name="Rounded Rectangle 35">
            <a:extLst>
              <a:ext uri="{FF2B5EF4-FFF2-40B4-BE49-F238E27FC236}">
                <a16:creationId xmlns:a16="http://schemas.microsoft.com/office/drawing/2014/main" id="{37DBD23F-5BBA-7FF1-0FF6-8EF3BD9D9FED}"/>
              </a:ext>
            </a:extLst>
          </p:cNvPr>
          <p:cNvSpPr/>
          <p:nvPr/>
        </p:nvSpPr>
        <p:spPr>
          <a:xfrm>
            <a:off x="8089083" y="3938893"/>
            <a:ext cx="516808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ysClr val="windowText" lastClr="000000"/>
                </a:solidFill>
                <a:ea typeface="맑은 고딕"/>
              </a:rPr>
              <a:t>삭제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597E64-E286-654A-064E-88039285DBEC}"/>
              </a:ext>
            </a:extLst>
          </p:cNvPr>
          <p:cNvSpPr txBox="1"/>
          <p:nvPr/>
        </p:nvSpPr>
        <p:spPr>
          <a:xfrm>
            <a:off x="2991114" y="2359125"/>
            <a:ext cx="10326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맑은 고딕"/>
                <a:ea typeface="맑은 고딕"/>
              </a:rPr>
              <a:t>등록된 배송지 </a:t>
            </a:r>
            <a:r>
              <a:rPr lang="en-US" altLang="ko-KR" sz="800" dirty="0">
                <a:latin typeface="맑은 고딕"/>
                <a:ea typeface="맑은 고딕"/>
              </a:rPr>
              <a:t>2</a:t>
            </a:r>
            <a:r>
              <a:rPr lang="ko-KR" altLang="en-US" sz="800" dirty="0">
                <a:latin typeface="맑은 고딕"/>
                <a:ea typeface="맑은 고딕"/>
              </a:rPr>
              <a:t>건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6D87CBA-CC96-618A-136B-9FDDA1B1A0F8}"/>
              </a:ext>
            </a:extLst>
          </p:cNvPr>
          <p:cNvSpPr/>
          <p:nvPr/>
        </p:nvSpPr>
        <p:spPr>
          <a:xfrm>
            <a:off x="72257" y="641839"/>
            <a:ext cx="9968099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1571843-9E01-4C57-A0CB-8210F9CC0EB9}"/>
              </a:ext>
            </a:extLst>
          </p:cNvPr>
          <p:cNvGrpSpPr/>
          <p:nvPr/>
        </p:nvGrpSpPr>
        <p:grpSpPr>
          <a:xfrm>
            <a:off x="2723995" y="1476054"/>
            <a:ext cx="4671190" cy="4372032"/>
            <a:chOff x="3110213" y="2209733"/>
            <a:chExt cx="4671190" cy="437203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E434756-29AB-5F38-ABA6-D0E65254F8B8}"/>
                </a:ext>
              </a:extLst>
            </p:cNvPr>
            <p:cNvSpPr/>
            <p:nvPr/>
          </p:nvSpPr>
          <p:spPr>
            <a:xfrm>
              <a:off x="3110213" y="2209733"/>
              <a:ext cx="4671190" cy="43720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" name="Rounded Rectangle 35">
              <a:extLst>
                <a:ext uri="{FF2B5EF4-FFF2-40B4-BE49-F238E27FC236}">
                  <a16:creationId xmlns:a16="http://schemas.microsoft.com/office/drawing/2014/main" id="{33EABEE0-AB0E-F28B-AADF-A115FE97A9C6}"/>
                </a:ext>
              </a:extLst>
            </p:cNvPr>
            <p:cNvSpPr/>
            <p:nvPr/>
          </p:nvSpPr>
          <p:spPr>
            <a:xfrm>
              <a:off x="3924201" y="6082557"/>
              <a:ext cx="149724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취소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3BE0530-FD89-D519-981A-82E0EFE3B635}"/>
                </a:ext>
              </a:extLst>
            </p:cNvPr>
            <p:cNvSpPr txBox="1"/>
            <p:nvPr/>
          </p:nvSpPr>
          <p:spPr>
            <a:xfrm>
              <a:off x="5006289" y="2459904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배송지 추가</a:t>
              </a:r>
              <a:endParaRPr sz="12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8256BCE9-50FA-C05D-E465-5F4EE0206D5F}"/>
                </a:ext>
              </a:extLst>
            </p:cNvPr>
            <p:cNvGrpSpPr/>
            <p:nvPr/>
          </p:nvGrpSpPr>
          <p:grpSpPr>
            <a:xfrm>
              <a:off x="3916004" y="2756216"/>
              <a:ext cx="3059608" cy="453288"/>
              <a:chOff x="336505" y="3746208"/>
              <a:chExt cx="3059608" cy="453288"/>
            </a:xfrm>
          </p:grpSpPr>
          <p:sp>
            <p:nvSpPr>
              <p:cNvPr id="52" name="Rounded Rectangle 35">
                <a:extLst>
                  <a:ext uri="{FF2B5EF4-FFF2-40B4-BE49-F238E27FC236}">
                    <a16:creationId xmlns:a16="http://schemas.microsoft.com/office/drawing/2014/main" id="{4272BB62-EBD1-6A59-7D77-A6B23BECB057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4175C20-0E56-0944-42B9-B5C5C02AC9DB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배송지명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sp>
          <p:nvSpPr>
            <p:cNvPr id="11" name="Rounded Rectangle 35">
              <a:extLst>
                <a:ext uri="{FF2B5EF4-FFF2-40B4-BE49-F238E27FC236}">
                  <a16:creationId xmlns:a16="http://schemas.microsoft.com/office/drawing/2014/main" id="{B72E6083-F24F-DBC9-BE46-799C5E529040}"/>
                </a:ext>
              </a:extLst>
            </p:cNvPr>
            <p:cNvSpPr/>
            <p:nvPr/>
          </p:nvSpPr>
          <p:spPr>
            <a:xfrm>
              <a:off x="5463829" y="6082557"/>
              <a:ext cx="149724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저장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EFCEA4D0-1B5C-772B-2EAF-20AFFB6587CA}"/>
                </a:ext>
              </a:extLst>
            </p:cNvPr>
            <p:cNvGrpSpPr/>
            <p:nvPr/>
          </p:nvGrpSpPr>
          <p:grpSpPr>
            <a:xfrm>
              <a:off x="3916004" y="3327002"/>
              <a:ext cx="3059608" cy="453288"/>
              <a:chOff x="336505" y="3746208"/>
              <a:chExt cx="3059608" cy="453288"/>
            </a:xfrm>
          </p:grpSpPr>
          <p:sp>
            <p:nvSpPr>
              <p:cNvPr id="45" name="Rounded Rectangle 35">
                <a:extLst>
                  <a:ext uri="{FF2B5EF4-FFF2-40B4-BE49-F238E27FC236}">
                    <a16:creationId xmlns:a16="http://schemas.microsoft.com/office/drawing/2014/main" id="{F0859CA1-8C0A-CE1D-0045-D783A831C6B6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CF515A7-9D68-AA6E-BE61-0A6B3D671832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 err="1">
                    <a:solidFill>
                      <a:srgbClr val="404040"/>
                    </a:solidFill>
                    <a:ea typeface="맑은 고딕"/>
                  </a:rPr>
                  <a:t>받는분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A712DA3-A7CA-74CE-1E45-0A729097C207}"/>
                </a:ext>
              </a:extLst>
            </p:cNvPr>
            <p:cNvGrpSpPr/>
            <p:nvPr/>
          </p:nvGrpSpPr>
          <p:grpSpPr>
            <a:xfrm>
              <a:off x="3916004" y="3897788"/>
              <a:ext cx="3059608" cy="453288"/>
              <a:chOff x="336505" y="3746208"/>
              <a:chExt cx="3059608" cy="453288"/>
            </a:xfrm>
          </p:grpSpPr>
          <p:sp>
            <p:nvSpPr>
              <p:cNvPr id="33" name="Rounded Rectangle 35">
                <a:extLst>
                  <a:ext uri="{FF2B5EF4-FFF2-40B4-BE49-F238E27FC236}">
                    <a16:creationId xmlns:a16="http://schemas.microsoft.com/office/drawing/2014/main" id="{8080DD5A-A74B-9D23-5E02-1637D197C4C8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FA0E334-1EDE-BCB0-DF22-60B3EBA38E67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핸드폰 번호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8EA8658-E814-BB04-4E30-E84CA966AD5B}"/>
                </a:ext>
              </a:extLst>
            </p:cNvPr>
            <p:cNvGrpSpPr/>
            <p:nvPr/>
          </p:nvGrpSpPr>
          <p:grpSpPr>
            <a:xfrm>
              <a:off x="3916004" y="4468574"/>
              <a:ext cx="3066631" cy="1135949"/>
              <a:chOff x="3916004" y="4718555"/>
              <a:chExt cx="3066631" cy="1135949"/>
            </a:xfrm>
          </p:grpSpPr>
          <p:sp>
            <p:nvSpPr>
              <p:cNvPr id="26" name="Rounded Rectangle 33">
                <a:extLst>
                  <a:ext uri="{FF2B5EF4-FFF2-40B4-BE49-F238E27FC236}">
                    <a16:creationId xmlns:a16="http://schemas.microsoft.com/office/drawing/2014/main" id="{BC60FA29-FC38-A3AE-29EC-84F13EE7DB2A}"/>
                  </a:ext>
                </a:extLst>
              </p:cNvPr>
              <p:cNvSpPr/>
              <p:nvPr/>
            </p:nvSpPr>
            <p:spPr>
              <a:xfrm>
                <a:off x="6102102" y="4952387"/>
                <a:ext cx="880533" cy="219456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6350">
                <a:solidFill>
                  <a:srgbClr val="9A9A9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우편번호 검색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27" name="Rounded Rectangle 35">
                <a:extLst>
                  <a:ext uri="{FF2B5EF4-FFF2-40B4-BE49-F238E27FC236}">
                    <a16:creationId xmlns:a16="http://schemas.microsoft.com/office/drawing/2014/main" id="{E6734E81-506A-5A56-1D5C-97055592082A}"/>
                  </a:ext>
                </a:extLst>
              </p:cNvPr>
              <p:cNvSpPr/>
              <p:nvPr/>
            </p:nvSpPr>
            <p:spPr>
              <a:xfrm>
                <a:off x="3916004" y="4952387"/>
                <a:ext cx="2054387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25A0979-8B6A-52AB-B2CD-E004BAF06348}"/>
                  </a:ext>
                </a:extLst>
              </p:cNvPr>
              <p:cNvSpPr txBox="1"/>
              <p:nvPr/>
            </p:nvSpPr>
            <p:spPr>
              <a:xfrm>
                <a:off x="3925387" y="4718555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주소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  <p:sp>
            <p:nvSpPr>
              <p:cNvPr id="30" name="Rounded Rectangle 35">
                <a:extLst>
                  <a:ext uri="{FF2B5EF4-FFF2-40B4-BE49-F238E27FC236}">
                    <a16:creationId xmlns:a16="http://schemas.microsoft.com/office/drawing/2014/main" id="{FC2F209F-A47E-E72B-6156-F8EB6299A512}"/>
                  </a:ext>
                </a:extLst>
              </p:cNvPr>
              <p:cNvSpPr/>
              <p:nvPr/>
            </p:nvSpPr>
            <p:spPr>
              <a:xfrm>
                <a:off x="3916004" y="5215274"/>
                <a:ext cx="3066631" cy="376342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31" name="Rounded Rectangle 35">
                <a:extLst>
                  <a:ext uri="{FF2B5EF4-FFF2-40B4-BE49-F238E27FC236}">
                    <a16:creationId xmlns:a16="http://schemas.microsoft.com/office/drawing/2014/main" id="{7CC998D9-8A7B-52C9-16F7-9492A6433EB2}"/>
                  </a:ext>
                </a:extLst>
              </p:cNvPr>
              <p:cNvSpPr/>
              <p:nvPr/>
            </p:nvSpPr>
            <p:spPr>
              <a:xfrm>
                <a:off x="3916004" y="5635048"/>
                <a:ext cx="3066631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3E5DC3C1-080E-3E2A-138D-181ED0BD244D}"/>
                </a:ext>
              </a:extLst>
            </p:cNvPr>
            <p:cNvGrpSpPr/>
            <p:nvPr/>
          </p:nvGrpSpPr>
          <p:grpSpPr>
            <a:xfrm>
              <a:off x="3933176" y="5722020"/>
              <a:ext cx="2419453" cy="205283"/>
              <a:chOff x="3933176" y="5802525"/>
              <a:chExt cx="2419453" cy="205283"/>
            </a:xfrm>
          </p:grpSpPr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045686BD-5CBD-F172-1621-C48BE6BC7A71}"/>
                  </a:ext>
                </a:extLst>
              </p:cNvPr>
              <p:cNvSpPr/>
              <p:nvPr/>
            </p:nvSpPr>
            <p:spPr>
              <a:xfrm>
                <a:off x="3933176" y="5828520"/>
                <a:ext cx="137160" cy="13716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>
                    <a:solidFill>
                      <a:srgbClr val="FFFFFF"/>
                    </a:solidFill>
                    <a:ea typeface="맑은 고딕"/>
                  </a:rPr>
                  <a:t>✓</a:t>
                </a:r>
              </a:p>
            </p:txBody>
          </p:sp>
          <p:sp>
            <p:nvSpPr>
              <p:cNvPr id="25" name="Rounded Rectangle 27">
                <a:extLst>
                  <a:ext uri="{FF2B5EF4-FFF2-40B4-BE49-F238E27FC236}">
                    <a16:creationId xmlns:a16="http://schemas.microsoft.com/office/drawing/2014/main" id="{25B20B9E-B23F-BAAA-1528-50DDF72CD93E}"/>
                  </a:ext>
                </a:extLst>
              </p:cNvPr>
              <p:cNvSpPr/>
              <p:nvPr/>
            </p:nvSpPr>
            <p:spPr>
              <a:xfrm>
                <a:off x="4083495" y="5802525"/>
                <a:ext cx="2269134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ea typeface="맑은 고딕"/>
                  </a:rPr>
                  <a:t>기본 배송지로 저장</a:t>
                </a:r>
              </a:p>
            </p:txBody>
          </p: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2DB4B39C-33A0-1A5C-F835-B036B7DFE371}"/>
              </a:ext>
            </a:extLst>
          </p:cNvPr>
          <p:cNvSpPr txBox="1"/>
          <p:nvPr/>
        </p:nvSpPr>
        <p:spPr>
          <a:xfrm>
            <a:off x="7036870" y="1517058"/>
            <a:ext cx="258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4" name="Group 59">
            <a:extLst>
              <a:ext uri="{FF2B5EF4-FFF2-40B4-BE49-F238E27FC236}">
                <a16:creationId xmlns:a16="http://schemas.microsoft.com/office/drawing/2014/main" id="{AEA137D8-EE01-43FE-9D31-84F068ED2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450246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9723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04427-C189-E534-23AB-2158F3623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E40646-D44E-7655-4EF6-5E36DF91C78B}"/>
              </a:ext>
            </a:extLst>
          </p:cNvPr>
          <p:cNvSpPr txBox="1"/>
          <p:nvPr/>
        </p:nvSpPr>
        <p:spPr>
          <a:xfrm>
            <a:off x="1307907" y="78285"/>
            <a:ext cx="9957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결제수단 관리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2DB0C-7DEA-EAB5-3F1E-89426B054E31}"/>
              </a:ext>
            </a:extLst>
          </p:cNvPr>
          <p:cNvSpPr txBox="1"/>
          <p:nvPr/>
        </p:nvSpPr>
        <p:spPr>
          <a:xfrm>
            <a:off x="1302717" y="330494"/>
            <a:ext cx="19559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결제수단관리</a:t>
            </a:r>
          </a:p>
        </p:txBody>
      </p:sp>
      <p:sp>
        <p:nvSpPr>
          <p:cNvPr id="19" name="Rounded Rectangle 35">
            <a:extLst>
              <a:ext uri="{FF2B5EF4-FFF2-40B4-BE49-F238E27FC236}">
                <a16:creationId xmlns:a16="http://schemas.microsoft.com/office/drawing/2014/main" id="{2AF78099-0594-ACED-1C87-ABDCE797343D}"/>
              </a:ext>
            </a:extLst>
          </p:cNvPr>
          <p:cNvSpPr/>
          <p:nvPr/>
        </p:nvSpPr>
        <p:spPr>
          <a:xfrm>
            <a:off x="7455179" y="2351896"/>
            <a:ext cx="13227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결제수단 추가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43F87C-D1D9-4BEB-3A4D-E03CADFB15E8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209FFA-8AD0-BA4D-CEB5-18F48A7C2617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6E0D4A-9DFD-2173-BB8F-5E43613C132A}"/>
              </a:ext>
            </a:extLst>
          </p:cNvPr>
          <p:cNvSpPr txBox="1"/>
          <p:nvPr/>
        </p:nvSpPr>
        <p:spPr>
          <a:xfrm>
            <a:off x="4325164" y="1181007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결제수단관리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B6F1B22-E993-FB87-878C-06DFAF8D0D4F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8779C928-56B8-5E80-7A3D-5A0EDA651D7F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86D1B1A-4FA4-439D-D832-B2A206EBD1B3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985C13D-DDC7-E649-5EFA-CED1BF0E9F57}"/>
              </a:ext>
            </a:extLst>
          </p:cNvPr>
          <p:cNvSpPr txBox="1"/>
          <p:nvPr/>
        </p:nvSpPr>
        <p:spPr>
          <a:xfrm>
            <a:off x="2991114" y="2359125"/>
            <a:ext cx="9300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맑은 고딕"/>
                <a:ea typeface="맑은 고딕"/>
              </a:rPr>
              <a:t>등록된 카드 </a:t>
            </a:r>
            <a:r>
              <a:rPr lang="en-US" altLang="ko-KR" sz="800" dirty="0">
                <a:latin typeface="맑은 고딕"/>
                <a:ea typeface="맑은 고딕"/>
              </a:rPr>
              <a:t>2</a:t>
            </a:r>
            <a:r>
              <a:rPr lang="ko-KR" altLang="en-US" sz="800" dirty="0">
                <a:latin typeface="맑은 고딕"/>
                <a:ea typeface="맑은 고딕"/>
              </a:rPr>
              <a:t>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395888-0D6D-CF40-2E2D-087431094DF6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CH-U-MY-02-05-01</a:t>
            </a:r>
            <a:endParaRPr lang="ko-KR" altLang="en-US" sz="10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4F8AC77-0B96-F8D3-55A8-1DCBE432F009}"/>
              </a:ext>
            </a:extLst>
          </p:cNvPr>
          <p:cNvGrpSpPr/>
          <p:nvPr/>
        </p:nvGrpSpPr>
        <p:grpSpPr>
          <a:xfrm>
            <a:off x="3082563" y="2737549"/>
            <a:ext cx="2769775" cy="682720"/>
            <a:chOff x="335141" y="1391178"/>
            <a:chExt cx="2769775" cy="682720"/>
          </a:xfrm>
        </p:grpSpPr>
        <p:sp>
          <p:nvSpPr>
            <p:cNvPr id="9" name="Rounded Rectangle 22">
              <a:extLst>
                <a:ext uri="{FF2B5EF4-FFF2-40B4-BE49-F238E27FC236}">
                  <a16:creationId xmlns:a16="http://schemas.microsoft.com/office/drawing/2014/main" id="{BD528F58-615E-B880-D1E4-D96FD178D20B}"/>
                </a:ext>
              </a:extLst>
            </p:cNvPr>
            <p:cNvSpPr/>
            <p:nvPr/>
          </p:nvSpPr>
          <p:spPr>
            <a:xfrm>
              <a:off x="335141" y="1391178"/>
              <a:ext cx="2769775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182B95E-D29D-6CE5-85C4-9A7F81E797D6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1" name="Rounded Rectangle 27">
              <a:extLst>
                <a:ext uri="{FF2B5EF4-FFF2-40B4-BE49-F238E27FC236}">
                  <a16:creationId xmlns:a16="http://schemas.microsoft.com/office/drawing/2014/main" id="{78EC7A1E-36B9-F7EF-34C3-148B7366D78B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국민행복카드</a:t>
              </a:r>
            </a:p>
          </p:txBody>
        </p:sp>
        <p:sp>
          <p:nvSpPr>
            <p:cNvPr id="18" name="Rounded Rectangle 35">
              <a:extLst>
                <a:ext uri="{FF2B5EF4-FFF2-40B4-BE49-F238E27FC236}">
                  <a16:creationId xmlns:a16="http://schemas.microsoft.com/office/drawing/2014/main" id="{9A9BEE5E-9669-70E3-7D77-FE5F7A96C02F}"/>
                </a:ext>
              </a:extLst>
            </p:cNvPr>
            <p:cNvSpPr/>
            <p:nvPr/>
          </p:nvSpPr>
          <p:spPr>
            <a:xfrm>
              <a:off x="2463582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CECCEA0-F186-7F77-14BA-A1220C9AD7C6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BBCE599-0170-AAC1-102E-EB29FE612462}"/>
              </a:ext>
            </a:extLst>
          </p:cNvPr>
          <p:cNvGrpSpPr/>
          <p:nvPr/>
        </p:nvGrpSpPr>
        <p:grpSpPr>
          <a:xfrm>
            <a:off x="6007876" y="2737549"/>
            <a:ext cx="2769775" cy="682720"/>
            <a:chOff x="335141" y="1391178"/>
            <a:chExt cx="2769775" cy="68272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A9A026DF-808A-3A16-9931-71CC4A56CE04}"/>
                </a:ext>
              </a:extLst>
            </p:cNvPr>
            <p:cNvSpPr/>
            <p:nvPr/>
          </p:nvSpPr>
          <p:spPr>
            <a:xfrm>
              <a:off x="335141" y="1391178"/>
              <a:ext cx="2769775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9080B29-E35A-723A-25CA-B3A7E3A956F8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B88130DD-0F83-25FA-5A70-DBA72D1E56F9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신한카드</a:t>
              </a:r>
            </a:p>
          </p:txBody>
        </p:sp>
        <p:sp>
          <p:nvSpPr>
            <p:cNvPr id="26" name="Rounded Rectangle 35">
              <a:extLst>
                <a:ext uri="{FF2B5EF4-FFF2-40B4-BE49-F238E27FC236}">
                  <a16:creationId xmlns:a16="http://schemas.microsoft.com/office/drawing/2014/main" id="{CFE1F305-C3DD-D480-C3A3-83CE5CD24268}"/>
                </a:ext>
              </a:extLst>
            </p:cNvPr>
            <p:cNvSpPr/>
            <p:nvPr/>
          </p:nvSpPr>
          <p:spPr>
            <a:xfrm>
              <a:off x="2468153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90682489-C34F-D800-7963-5D399398EB7A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8C09B0F-9E3A-CC12-341C-3DE87545B038}"/>
              </a:ext>
            </a:extLst>
          </p:cNvPr>
          <p:cNvGrpSpPr/>
          <p:nvPr/>
        </p:nvGrpSpPr>
        <p:grpSpPr>
          <a:xfrm>
            <a:off x="4315881" y="1834266"/>
            <a:ext cx="3137885" cy="256384"/>
            <a:chOff x="9429601" y="1294782"/>
            <a:chExt cx="3137885" cy="256384"/>
          </a:xfrm>
        </p:grpSpPr>
        <p:sp>
          <p:nvSpPr>
            <p:cNvPr id="30" name="Rounded Rectangle 35">
              <a:extLst>
                <a:ext uri="{FF2B5EF4-FFF2-40B4-BE49-F238E27FC236}">
                  <a16:creationId xmlns:a16="http://schemas.microsoft.com/office/drawing/2014/main" id="{13082485-C096-650B-51C0-F53A424AC448}"/>
                </a:ext>
              </a:extLst>
            </p:cNvPr>
            <p:cNvSpPr/>
            <p:nvPr/>
          </p:nvSpPr>
          <p:spPr>
            <a:xfrm>
              <a:off x="9429601" y="1294782"/>
              <a:ext cx="1756531" cy="2563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결제수단관리</a:t>
              </a:r>
            </a:p>
          </p:txBody>
        </p:sp>
        <p:sp>
          <p:nvSpPr>
            <p:cNvPr id="31" name="Rounded Rectangle 35">
              <a:extLst>
                <a:ext uri="{FF2B5EF4-FFF2-40B4-BE49-F238E27FC236}">
                  <a16:creationId xmlns:a16="http://schemas.microsoft.com/office/drawing/2014/main" id="{A14FB24E-C876-8497-A0F0-77BCD403C0F9}"/>
                </a:ext>
              </a:extLst>
            </p:cNvPr>
            <p:cNvSpPr/>
            <p:nvPr/>
          </p:nvSpPr>
          <p:spPr>
            <a:xfrm>
              <a:off x="10925684" y="1294782"/>
              <a:ext cx="1641802" cy="25638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chemeClr val="bg1"/>
                  </a:solidFill>
                  <a:ea typeface="맑은 고딕"/>
                </a:rPr>
                <a:t>배송지관리</a:t>
              </a:r>
              <a:endParaRPr lang="ko-KR" altLang="en-US" sz="800" dirty="0">
                <a:solidFill>
                  <a:schemeClr val="bg1"/>
                </a:solidFill>
                <a:ea typeface="맑은 고딕"/>
              </a:endParaRPr>
            </a:p>
          </p:txBody>
        </p:sp>
      </p:grpSp>
      <p:graphicFrame>
        <p:nvGraphicFramePr>
          <p:cNvPr id="7" name="Group 59">
            <a:extLst>
              <a:ext uri="{FF2B5EF4-FFF2-40B4-BE49-F238E27FC236}">
                <a16:creationId xmlns:a16="http://schemas.microsoft.com/office/drawing/2014/main" id="{317A693D-720C-8143-4785-C53D0CCE0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931954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1708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4649D-71F1-3362-01F6-72ADDE3C1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14B2F3-9D55-D826-2A50-614FF8C12D62}"/>
              </a:ext>
            </a:extLst>
          </p:cNvPr>
          <p:cNvSpPr txBox="1"/>
          <p:nvPr/>
        </p:nvSpPr>
        <p:spPr>
          <a:xfrm>
            <a:off x="1302717" y="330494"/>
            <a:ext cx="195598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쇼핑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결제수단관리</a:t>
            </a:r>
          </a:p>
        </p:txBody>
      </p:sp>
      <p:sp>
        <p:nvSpPr>
          <p:cNvPr id="19" name="Rounded Rectangle 35">
            <a:extLst>
              <a:ext uri="{FF2B5EF4-FFF2-40B4-BE49-F238E27FC236}">
                <a16:creationId xmlns:a16="http://schemas.microsoft.com/office/drawing/2014/main" id="{2C1A65D7-A993-1549-9950-E4763C90B7A5}"/>
              </a:ext>
            </a:extLst>
          </p:cNvPr>
          <p:cNvSpPr/>
          <p:nvPr/>
        </p:nvSpPr>
        <p:spPr>
          <a:xfrm>
            <a:off x="7455179" y="2351896"/>
            <a:ext cx="1322726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ysClr val="windowText" lastClr="000000"/>
                </a:solidFill>
                <a:ea typeface="맑은 고딕"/>
              </a:rPr>
              <a:t>+ </a:t>
            </a:r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결제수단 추가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979B34-4E34-B373-1CDB-607F963FBBC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3FFB5B-DE96-D0C1-3501-CFB5DD1CDFB5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FF5F82-2EA3-A1FC-D67E-0F4A52817AFC}"/>
              </a:ext>
            </a:extLst>
          </p:cNvPr>
          <p:cNvSpPr txBox="1"/>
          <p:nvPr/>
        </p:nvSpPr>
        <p:spPr>
          <a:xfrm>
            <a:off x="4325164" y="1181007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결제수단관리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DC1DB0B-2F98-FCCE-9DDD-090E5760FFD5}"/>
              </a:ext>
            </a:extLst>
          </p:cNvPr>
          <p:cNvGrpSpPr/>
          <p:nvPr/>
        </p:nvGrpSpPr>
        <p:grpSpPr>
          <a:xfrm>
            <a:off x="718641" y="1836093"/>
            <a:ext cx="1497616" cy="1656184"/>
            <a:chOff x="379459" y="1836093"/>
            <a:chExt cx="1497616" cy="165618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4454F028-4B1B-FF26-360D-D99AAF73433C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C211DB8-ED42-1968-20ED-D5C5024FD5CF}"/>
                </a:ext>
              </a:extLst>
            </p:cNvPr>
            <p:cNvSpPr txBox="1"/>
            <p:nvPr/>
          </p:nvSpPr>
          <p:spPr>
            <a:xfrm>
              <a:off x="453350" y="1925378"/>
              <a:ext cx="973343" cy="1038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쇼핑 정보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배송조회</a:t>
              </a:r>
              <a:endPara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취소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반품</a:t>
              </a:r>
              <a:r>
                <a: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교환 내역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배송지</a:t>
              </a:r>
              <a:r>
                <a:rPr lang="en-US" altLang="ko-KR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 관리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9AAAB23-C4BC-0E68-5C62-AB8BDE6EEF65}"/>
              </a:ext>
            </a:extLst>
          </p:cNvPr>
          <p:cNvSpPr txBox="1"/>
          <p:nvPr/>
        </p:nvSpPr>
        <p:spPr>
          <a:xfrm>
            <a:off x="2991114" y="2359125"/>
            <a:ext cx="9300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맑은 고딕"/>
                <a:ea typeface="맑은 고딕"/>
              </a:rPr>
              <a:t>등록된 카드 </a:t>
            </a:r>
            <a:r>
              <a:rPr lang="en-US" altLang="ko-KR" sz="800" dirty="0">
                <a:latin typeface="맑은 고딕"/>
                <a:ea typeface="맑은 고딕"/>
              </a:rPr>
              <a:t>2</a:t>
            </a:r>
            <a:r>
              <a:rPr lang="ko-KR" altLang="en-US" sz="800" dirty="0">
                <a:latin typeface="맑은 고딕"/>
                <a:ea typeface="맑은 고딕"/>
              </a:rPr>
              <a:t>건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6C77B98-6740-33F9-0030-D17CC6A1E403}"/>
              </a:ext>
            </a:extLst>
          </p:cNvPr>
          <p:cNvGrpSpPr/>
          <p:nvPr/>
        </p:nvGrpSpPr>
        <p:grpSpPr>
          <a:xfrm>
            <a:off x="3082563" y="2737549"/>
            <a:ext cx="2769775" cy="682720"/>
            <a:chOff x="335141" y="1391178"/>
            <a:chExt cx="2769775" cy="682720"/>
          </a:xfrm>
        </p:grpSpPr>
        <p:sp>
          <p:nvSpPr>
            <p:cNvPr id="9" name="Rounded Rectangle 22">
              <a:extLst>
                <a:ext uri="{FF2B5EF4-FFF2-40B4-BE49-F238E27FC236}">
                  <a16:creationId xmlns:a16="http://schemas.microsoft.com/office/drawing/2014/main" id="{E0022249-1DD1-560D-06AC-3696671A0D30}"/>
                </a:ext>
              </a:extLst>
            </p:cNvPr>
            <p:cNvSpPr/>
            <p:nvPr/>
          </p:nvSpPr>
          <p:spPr>
            <a:xfrm>
              <a:off x="335141" y="1391178"/>
              <a:ext cx="2769775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EB8CFFE-EF89-E13D-A26C-6E069138389E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1" name="Rounded Rectangle 27">
              <a:extLst>
                <a:ext uri="{FF2B5EF4-FFF2-40B4-BE49-F238E27FC236}">
                  <a16:creationId xmlns:a16="http://schemas.microsoft.com/office/drawing/2014/main" id="{BC037920-B85D-2F64-F7FA-B5839048170A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국민행복카드</a:t>
              </a:r>
            </a:p>
          </p:txBody>
        </p:sp>
        <p:sp>
          <p:nvSpPr>
            <p:cNvPr id="18" name="Rounded Rectangle 35">
              <a:extLst>
                <a:ext uri="{FF2B5EF4-FFF2-40B4-BE49-F238E27FC236}">
                  <a16:creationId xmlns:a16="http://schemas.microsoft.com/office/drawing/2014/main" id="{9DC52A65-9A83-12F7-BE1C-759689D2B412}"/>
                </a:ext>
              </a:extLst>
            </p:cNvPr>
            <p:cNvSpPr/>
            <p:nvPr/>
          </p:nvSpPr>
          <p:spPr>
            <a:xfrm>
              <a:off x="2463582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1195AEA-3E32-5FED-34A1-9B5A7A610360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7723167-AE5F-2AF9-D621-ABEB935E100C}"/>
              </a:ext>
            </a:extLst>
          </p:cNvPr>
          <p:cNvGrpSpPr/>
          <p:nvPr/>
        </p:nvGrpSpPr>
        <p:grpSpPr>
          <a:xfrm>
            <a:off x="6007876" y="2737549"/>
            <a:ext cx="2769775" cy="682720"/>
            <a:chOff x="335141" y="1391178"/>
            <a:chExt cx="2769775" cy="68272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F1C4D1B6-0F0E-D677-9FD4-AC12A871D460}"/>
                </a:ext>
              </a:extLst>
            </p:cNvPr>
            <p:cNvSpPr/>
            <p:nvPr/>
          </p:nvSpPr>
          <p:spPr>
            <a:xfrm>
              <a:off x="335141" y="1391178"/>
              <a:ext cx="2769775" cy="682720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5FB0801-135A-9B12-A984-C42FA3DBE7DF}"/>
                </a:ext>
              </a:extLst>
            </p:cNvPr>
            <p:cNvSpPr txBox="1"/>
            <p:nvPr/>
          </p:nvSpPr>
          <p:spPr>
            <a:xfrm>
              <a:off x="1201448" y="1721824"/>
              <a:ext cx="1284148" cy="180425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9300-****-****-5637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5" name="Rounded Rectangle 27">
              <a:extLst>
                <a:ext uri="{FF2B5EF4-FFF2-40B4-BE49-F238E27FC236}">
                  <a16:creationId xmlns:a16="http://schemas.microsoft.com/office/drawing/2014/main" id="{D20E6881-BB91-5218-D06C-1EC2B6620801}"/>
                </a:ext>
              </a:extLst>
            </p:cNvPr>
            <p:cNvSpPr/>
            <p:nvPr/>
          </p:nvSpPr>
          <p:spPr>
            <a:xfrm>
              <a:off x="1201447" y="1526010"/>
              <a:ext cx="1248625" cy="195814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ko-KR" altLang="en-US" sz="800" b="1" dirty="0">
                  <a:solidFill>
                    <a:schemeClr val="tx1"/>
                  </a:solidFill>
                  <a:ea typeface="맑은 고딕"/>
                </a:rPr>
                <a:t>신한카드</a:t>
              </a:r>
            </a:p>
          </p:txBody>
        </p:sp>
        <p:sp>
          <p:nvSpPr>
            <p:cNvPr id="26" name="Rounded Rectangle 35">
              <a:extLst>
                <a:ext uri="{FF2B5EF4-FFF2-40B4-BE49-F238E27FC236}">
                  <a16:creationId xmlns:a16="http://schemas.microsoft.com/office/drawing/2014/main" id="{5A4FB60E-83D5-83CF-7408-912A41FBC766}"/>
                </a:ext>
              </a:extLst>
            </p:cNvPr>
            <p:cNvSpPr/>
            <p:nvPr/>
          </p:nvSpPr>
          <p:spPr>
            <a:xfrm>
              <a:off x="2468153" y="1623917"/>
              <a:ext cx="516808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ysClr val="windowText" lastClr="000000"/>
                  </a:solidFill>
                  <a:ea typeface="맑은 고딕"/>
                </a:rPr>
                <a:t>삭제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9C44929-2CFD-6CF7-2605-FDE88CDA65B6}"/>
                </a:ext>
              </a:extLst>
            </p:cNvPr>
            <p:cNvSpPr/>
            <p:nvPr/>
          </p:nvSpPr>
          <p:spPr>
            <a:xfrm>
              <a:off x="502640" y="1549897"/>
              <a:ext cx="585772" cy="3285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35B8920-653C-55ED-2514-9C7842B2B4F3}"/>
              </a:ext>
            </a:extLst>
          </p:cNvPr>
          <p:cNvGrpSpPr/>
          <p:nvPr/>
        </p:nvGrpSpPr>
        <p:grpSpPr>
          <a:xfrm>
            <a:off x="4315881" y="1834266"/>
            <a:ext cx="3137885" cy="256384"/>
            <a:chOff x="9429601" y="1294782"/>
            <a:chExt cx="3137885" cy="256384"/>
          </a:xfrm>
        </p:grpSpPr>
        <p:sp>
          <p:nvSpPr>
            <p:cNvPr id="30" name="Rounded Rectangle 35">
              <a:extLst>
                <a:ext uri="{FF2B5EF4-FFF2-40B4-BE49-F238E27FC236}">
                  <a16:creationId xmlns:a16="http://schemas.microsoft.com/office/drawing/2014/main" id="{08E1FAA7-F1F8-9284-BD9D-004B68ED4EFA}"/>
                </a:ext>
              </a:extLst>
            </p:cNvPr>
            <p:cNvSpPr/>
            <p:nvPr/>
          </p:nvSpPr>
          <p:spPr>
            <a:xfrm>
              <a:off x="9429601" y="1294782"/>
              <a:ext cx="1756531" cy="2563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결제수단관리</a:t>
              </a:r>
            </a:p>
          </p:txBody>
        </p:sp>
        <p:sp>
          <p:nvSpPr>
            <p:cNvPr id="31" name="Rounded Rectangle 35">
              <a:extLst>
                <a:ext uri="{FF2B5EF4-FFF2-40B4-BE49-F238E27FC236}">
                  <a16:creationId xmlns:a16="http://schemas.microsoft.com/office/drawing/2014/main" id="{8FC12F68-571A-B86C-E3BC-B8AE94526AB5}"/>
                </a:ext>
              </a:extLst>
            </p:cNvPr>
            <p:cNvSpPr/>
            <p:nvPr/>
          </p:nvSpPr>
          <p:spPr>
            <a:xfrm>
              <a:off x="10925684" y="1294782"/>
              <a:ext cx="1641802" cy="25638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chemeClr val="bg1"/>
                  </a:solidFill>
                  <a:ea typeface="맑은 고딕"/>
                </a:rPr>
                <a:t>배송지관리</a:t>
              </a:r>
              <a:endParaRPr lang="ko-KR" altLang="en-US" sz="800" dirty="0">
                <a:solidFill>
                  <a:schemeClr val="bg1"/>
                </a:solidFill>
                <a:ea typeface="맑은 고딕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46BEE1-B9A1-223D-F5A1-E67774819B8C}"/>
              </a:ext>
            </a:extLst>
          </p:cNvPr>
          <p:cNvSpPr/>
          <p:nvPr/>
        </p:nvSpPr>
        <p:spPr>
          <a:xfrm>
            <a:off x="72257" y="641839"/>
            <a:ext cx="9968099" cy="5814274"/>
          </a:xfrm>
          <a:prstGeom prst="rect">
            <a:avLst/>
          </a:prstGeom>
          <a:solidFill>
            <a:srgbClr val="000000">
              <a:alpha val="5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C14CDB-F753-37BB-A332-533D58592DBC}"/>
              </a:ext>
            </a:extLst>
          </p:cNvPr>
          <p:cNvSpPr txBox="1"/>
          <p:nvPr/>
        </p:nvSpPr>
        <p:spPr>
          <a:xfrm>
            <a:off x="1307907" y="78285"/>
            <a:ext cx="10919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카드 추가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레이어팝업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32944C3-F828-76EC-1869-64403F3C57E5}"/>
              </a:ext>
            </a:extLst>
          </p:cNvPr>
          <p:cNvSpPr/>
          <p:nvPr/>
        </p:nvSpPr>
        <p:spPr>
          <a:xfrm>
            <a:off x="7921129" y="58428"/>
            <a:ext cx="14029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CH-U-MY-02-06-01p</a:t>
            </a:r>
            <a:endParaRPr lang="ko-KR" altLang="en-US" sz="1000" dirty="0"/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EA18B1BC-C11D-E4CB-A492-C29DAFAA42D1}"/>
              </a:ext>
            </a:extLst>
          </p:cNvPr>
          <p:cNvGrpSpPr/>
          <p:nvPr/>
        </p:nvGrpSpPr>
        <p:grpSpPr>
          <a:xfrm>
            <a:off x="2723995" y="1476054"/>
            <a:ext cx="4671190" cy="4372032"/>
            <a:chOff x="2723995" y="1476054"/>
            <a:chExt cx="4671190" cy="437203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4E3FA86-857C-7E1B-988E-E63C07B45B81}"/>
                </a:ext>
              </a:extLst>
            </p:cNvPr>
            <p:cNvSpPr/>
            <p:nvPr/>
          </p:nvSpPr>
          <p:spPr>
            <a:xfrm>
              <a:off x="2723995" y="1476054"/>
              <a:ext cx="4671190" cy="43720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5F239DB-6AB6-5418-8036-6271443013B4}"/>
                </a:ext>
              </a:extLst>
            </p:cNvPr>
            <p:cNvSpPr txBox="1"/>
            <p:nvPr/>
          </p:nvSpPr>
          <p:spPr>
            <a:xfrm>
              <a:off x="4620071" y="1726225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/>
              <a:r>
                <a:rPr lang="ko-KR" altLang="en-US" sz="12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카드 추가</a:t>
              </a:r>
              <a:endParaRPr sz="12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7" name="Rounded Rectangle 35">
              <a:extLst>
                <a:ext uri="{FF2B5EF4-FFF2-40B4-BE49-F238E27FC236}">
                  <a16:creationId xmlns:a16="http://schemas.microsoft.com/office/drawing/2014/main" id="{C51A4AD6-A317-F74B-E9D4-EF9ABB953CDB}"/>
                </a:ext>
              </a:extLst>
            </p:cNvPr>
            <p:cNvSpPr/>
            <p:nvPr/>
          </p:nvSpPr>
          <p:spPr>
            <a:xfrm>
              <a:off x="4278178" y="5173222"/>
              <a:ext cx="1497241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저장</a:t>
              </a:r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5C8A273A-E587-CDB6-C704-DF73B8754EA4}"/>
                </a:ext>
              </a:extLst>
            </p:cNvPr>
            <p:cNvGrpSpPr/>
            <p:nvPr/>
          </p:nvGrpSpPr>
          <p:grpSpPr>
            <a:xfrm>
              <a:off x="3583545" y="3133441"/>
              <a:ext cx="3059608" cy="444878"/>
              <a:chOff x="336505" y="4640244"/>
              <a:chExt cx="3059608" cy="444878"/>
            </a:xfrm>
          </p:grpSpPr>
          <p:sp>
            <p:nvSpPr>
              <p:cNvPr id="71" name="Rounded Rectangle 35">
                <a:extLst>
                  <a:ext uri="{FF2B5EF4-FFF2-40B4-BE49-F238E27FC236}">
                    <a16:creationId xmlns:a16="http://schemas.microsoft.com/office/drawing/2014/main" id="{1F0B3DDB-C81A-DCE1-12AF-788EC78FE977}"/>
                  </a:ext>
                </a:extLst>
              </p:cNvPr>
              <p:cNvSpPr/>
              <p:nvPr/>
            </p:nvSpPr>
            <p:spPr>
              <a:xfrm>
                <a:off x="336505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72" name="Rounded Rectangle 35">
                <a:extLst>
                  <a:ext uri="{FF2B5EF4-FFF2-40B4-BE49-F238E27FC236}">
                    <a16:creationId xmlns:a16="http://schemas.microsoft.com/office/drawing/2014/main" id="{FAC5BE14-7B69-0D22-5838-3C6D2DD6F5A0}"/>
                  </a:ext>
                </a:extLst>
              </p:cNvPr>
              <p:cNvSpPr/>
              <p:nvPr/>
            </p:nvSpPr>
            <p:spPr>
              <a:xfrm>
                <a:off x="1126802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73" name="Rounded Rectangle 35">
                <a:extLst>
                  <a:ext uri="{FF2B5EF4-FFF2-40B4-BE49-F238E27FC236}">
                    <a16:creationId xmlns:a16="http://schemas.microsoft.com/office/drawing/2014/main" id="{6C11D5D8-C229-2A6B-28B6-7843F8B3D626}"/>
                  </a:ext>
                </a:extLst>
              </p:cNvPr>
              <p:cNvSpPr/>
              <p:nvPr/>
            </p:nvSpPr>
            <p:spPr>
              <a:xfrm>
                <a:off x="1913590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74" name="Rounded Rectangle 35">
                <a:extLst>
                  <a:ext uri="{FF2B5EF4-FFF2-40B4-BE49-F238E27FC236}">
                    <a16:creationId xmlns:a16="http://schemas.microsoft.com/office/drawing/2014/main" id="{447E11EF-9297-8BDE-C32A-08BEAA28AD31}"/>
                  </a:ext>
                </a:extLst>
              </p:cNvPr>
              <p:cNvSpPr/>
              <p:nvPr/>
            </p:nvSpPr>
            <p:spPr>
              <a:xfrm>
                <a:off x="2703887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8BEAD8B-F644-4A77-064C-4C22511C788F}"/>
                  </a:ext>
                </a:extLst>
              </p:cNvPr>
              <p:cNvSpPr txBox="1"/>
              <p:nvPr/>
            </p:nvSpPr>
            <p:spPr>
              <a:xfrm>
                <a:off x="345888" y="4640244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카드번호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1D4EA02D-6127-E9D3-8E81-236C034BF61E}"/>
                </a:ext>
              </a:extLst>
            </p:cNvPr>
            <p:cNvGrpSpPr/>
            <p:nvPr/>
          </p:nvGrpSpPr>
          <p:grpSpPr>
            <a:xfrm>
              <a:off x="3560904" y="2218869"/>
              <a:ext cx="3082249" cy="706363"/>
              <a:chOff x="313864" y="3746208"/>
              <a:chExt cx="3082249" cy="706363"/>
            </a:xfrm>
          </p:grpSpPr>
          <p:sp>
            <p:nvSpPr>
              <p:cNvPr id="68" name="Rounded Rectangle 35">
                <a:extLst>
                  <a:ext uri="{FF2B5EF4-FFF2-40B4-BE49-F238E27FC236}">
                    <a16:creationId xmlns:a16="http://schemas.microsoft.com/office/drawing/2014/main" id="{C3FFCFE3-CCDD-018E-60B3-96AF4949F7ED}"/>
                  </a:ext>
                </a:extLst>
              </p:cNvPr>
              <p:cNvSpPr/>
              <p:nvPr/>
            </p:nvSpPr>
            <p:spPr>
              <a:xfrm>
                <a:off x="336505" y="3980040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카드사를 선택하여 주십시오                                        ▼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69" name="Rounded Rectangle 27">
                <a:extLst>
                  <a:ext uri="{FF2B5EF4-FFF2-40B4-BE49-F238E27FC236}">
                    <a16:creationId xmlns:a16="http://schemas.microsoft.com/office/drawing/2014/main" id="{E03D8606-8571-F443-469D-82D942973864}"/>
                  </a:ext>
                </a:extLst>
              </p:cNvPr>
              <p:cNvSpPr/>
              <p:nvPr/>
            </p:nvSpPr>
            <p:spPr>
              <a:xfrm>
                <a:off x="313864" y="4247288"/>
                <a:ext cx="2977581" cy="205283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t">
                <a:spAutoFit/>
              </a:bodyPr>
              <a:lstStyle/>
              <a:p>
                <a:r>
                  <a:rPr lang="ko-KR" altLang="ko-KR" sz="800" dirty="0">
                    <a:solidFill>
                      <a:schemeClr val="tx1"/>
                    </a:solidFill>
                    <a:ea typeface="맑은 고딕"/>
                  </a:rPr>
                  <a:t>※빠른 시일 내에 롯데도 서비스 가능하도록 준비하겠습니다.</a:t>
                </a:r>
                <a:endParaRPr lang="ko-KR" altLang="en-US" sz="800" dirty="0">
                  <a:solidFill>
                    <a:schemeClr val="tx1"/>
                  </a:solidFill>
                  <a:ea typeface="맑은 고딕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74285DC-0D5E-85F0-2205-81248976F1A4}"/>
                  </a:ext>
                </a:extLst>
              </p:cNvPr>
              <p:cNvSpPr txBox="1"/>
              <p:nvPr/>
            </p:nvSpPr>
            <p:spPr>
              <a:xfrm>
                <a:off x="345888" y="3746208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카드사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FF0000"/>
                  </a:solidFill>
                  <a:ea typeface="맑은 고딕"/>
                </a:endParaRPr>
              </a:p>
            </p:txBody>
          </p:sp>
        </p:grp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C8E68AC8-F218-30C5-0011-61B29C31171A}"/>
                </a:ext>
              </a:extLst>
            </p:cNvPr>
            <p:cNvGrpSpPr/>
            <p:nvPr/>
          </p:nvGrpSpPr>
          <p:grpSpPr>
            <a:xfrm>
              <a:off x="3583545" y="3786528"/>
              <a:ext cx="1482523" cy="444878"/>
              <a:chOff x="336505" y="4640244"/>
              <a:chExt cx="1482523" cy="444878"/>
            </a:xfrm>
          </p:grpSpPr>
          <p:sp>
            <p:nvSpPr>
              <p:cNvPr id="65" name="Rounded Rectangle 35">
                <a:extLst>
                  <a:ext uri="{FF2B5EF4-FFF2-40B4-BE49-F238E27FC236}">
                    <a16:creationId xmlns:a16="http://schemas.microsoft.com/office/drawing/2014/main" id="{70888331-AC27-0508-046B-DB916DB8149B}"/>
                  </a:ext>
                </a:extLst>
              </p:cNvPr>
              <p:cNvSpPr/>
              <p:nvPr/>
            </p:nvSpPr>
            <p:spPr>
              <a:xfrm>
                <a:off x="336505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월</a:t>
                </a:r>
                <a:r>
                  <a:rPr lang="en-US" altLang="ko-KR" sz="800" dirty="0">
                    <a:solidFill>
                      <a:srgbClr val="595959"/>
                    </a:solidFill>
                    <a:ea typeface="맑은 고딕"/>
                  </a:rPr>
                  <a:t>(MM)</a:t>
                </a:r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 ▼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66" name="Rounded Rectangle 35">
                <a:extLst>
                  <a:ext uri="{FF2B5EF4-FFF2-40B4-BE49-F238E27FC236}">
                    <a16:creationId xmlns:a16="http://schemas.microsoft.com/office/drawing/2014/main" id="{8CC36944-3E30-5BBD-1DD5-3D1382CDAD4E}"/>
                  </a:ext>
                </a:extLst>
              </p:cNvPr>
              <p:cNvSpPr/>
              <p:nvPr/>
            </p:nvSpPr>
            <p:spPr>
              <a:xfrm>
                <a:off x="1126802" y="4865666"/>
                <a:ext cx="692226" cy="219456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년</a:t>
                </a:r>
                <a:r>
                  <a:rPr lang="en-US" altLang="ko-KR" sz="800" dirty="0">
                    <a:solidFill>
                      <a:srgbClr val="595959"/>
                    </a:solidFill>
                    <a:ea typeface="맑은 고딕"/>
                  </a:rPr>
                  <a:t>(YY)</a:t>
                </a:r>
                <a:r>
                  <a:rPr lang="ko-KR" altLang="en-US" sz="800" dirty="0">
                    <a:solidFill>
                      <a:srgbClr val="595959"/>
                    </a:solidFill>
                    <a:ea typeface="맑은 고딕"/>
                  </a:rPr>
                  <a:t>   ▼</a:t>
                </a:r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A7214E2-2975-2BEB-2AD2-C3F959CCE10E}"/>
                  </a:ext>
                </a:extLst>
              </p:cNvPr>
              <p:cNvSpPr txBox="1"/>
              <p:nvPr/>
            </p:nvSpPr>
            <p:spPr>
              <a:xfrm>
                <a:off x="345888" y="4640244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유효기간</a:t>
                </a:r>
                <a:r>
                  <a:rPr lang="en-US" altLang="ko-KR" sz="800" b="1" dirty="0">
                    <a:solidFill>
                      <a:srgbClr val="FF0000"/>
                    </a:solidFill>
                    <a:ea typeface="맑은 고딕"/>
                  </a:rPr>
                  <a:t>*</a:t>
                </a:r>
                <a:endParaRPr sz="800" b="1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4EAFEF5E-85BE-97E6-1CB8-8B5F9B620FD3}"/>
                </a:ext>
              </a:extLst>
            </p:cNvPr>
            <p:cNvGrpSpPr/>
            <p:nvPr/>
          </p:nvGrpSpPr>
          <p:grpSpPr>
            <a:xfrm>
              <a:off x="3583545" y="4439616"/>
              <a:ext cx="3059608" cy="444878"/>
              <a:chOff x="336505" y="4640244"/>
              <a:chExt cx="3059608" cy="444878"/>
            </a:xfrm>
          </p:grpSpPr>
          <p:sp>
            <p:nvSpPr>
              <p:cNvPr id="63" name="Rounded Rectangle 35">
                <a:extLst>
                  <a:ext uri="{FF2B5EF4-FFF2-40B4-BE49-F238E27FC236}">
                    <a16:creationId xmlns:a16="http://schemas.microsoft.com/office/drawing/2014/main" id="{82F0E351-23AA-D86D-14DE-8DA7B0072946}"/>
                  </a:ext>
                </a:extLst>
              </p:cNvPr>
              <p:cNvSpPr/>
              <p:nvPr/>
            </p:nvSpPr>
            <p:spPr>
              <a:xfrm>
                <a:off x="336505" y="4865666"/>
                <a:ext cx="3059608" cy="219456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dirty="0">
                  <a:solidFill>
                    <a:srgbClr val="595959"/>
                  </a:solidFill>
                  <a:ea typeface="맑은 고딕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6B69B11-1E73-54FA-3CF7-793197105678}"/>
                  </a:ext>
                </a:extLst>
              </p:cNvPr>
              <p:cNvSpPr txBox="1"/>
              <p:nvPr/>
            </p:nvSpPr>
            <p:spPr>
              <a:xfrm>
                <a:off x="345888" y="4640244"/>
                <a:ext cx="914400" cy="1828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r>
                  <a:rPr lang="ko-KR" altLang="en-US" sz="800" b="1" dirty="0">
                    <a:solidFill>
                      <a:srgbClr val="404040"/>
                    </a:solidFill>
                    <a:ea typeface="맑은 고딕"/>
                  </a:rPr>
                  <a:t>카드이름</a:t>
                </a:r>
                <a:endParaRPr sz="800" b="1" dirty="0">
                  <a:solidFill>
                    <a:srgbClr val="404040"/>
                  </a:solidFill>
                  <a:ea typeface="맑은 고딕"/>
                </a:endParaRPr>
              </a:p>
            </p:txBody>
          </p:sp>
        </p:grp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21423B1E-448F-4EAF-15AE-F7FE8AB5AAF5}"/>
              </a:ext>
            </a:extLst>
          </p:cNvPr>
          <p:cNvSpPr txBox="1"/>
          <p:nvPr/>
        </p:nvSpPr>
        <p:spPr>
          <a:xfrm>
            <a:off x="7036870" y="1517058"/>
            <a:ext cx="258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Group 59">
            <a:extLst>
              <a:ext uri="{FF2B5EF4-FFF2-40B4-BE49-F238E27FC236}">
                <a16:creationId xmlns:a16="http://schemas.microsoft.com/office/drawing/2014/main" id="{352AA517-254F-6E26-A17F-F5B360E5E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630854"/>
              </p:ext>
            </p:extLst>
          </p:nvPr>
        </p:nvGraphicFramePr>
        <p:xfrm>
          <a:off x="10128399" y="623854"/>
          <a:ext cx="2850436" cy="242449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43916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100F3-3B5E-5D23-D86F-4B7D8CE1B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ADF431E-EEFF-D644-39AD-423E72AB499E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719636-3E33-B3AF-2784-D9FFEE322E4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7F8E2C-EAC5-B2EB-24E8-08E641B85EF4}"/>
              </a:ext>
            </a:extLst>
          </p:cNvPr>
          <p:cNvSpPr txBox="1"/>
          <p:nvPr/>
        </p:nvSpPr>
        <p:spPr>
          <a:xfrm>
            <a:off x="1307907" y="78285"/>
            <a:ext cx="7072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찜 목록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C5F83-92F7-8D33-C3B2-59FD7D4D32C1}"/>
              </a:ext>
            </a:extLst>
          </p:cNvPr>
          <p:cNvSpPr txBox="1"/>
          <p:nvPr/>
        </p:nvSpPr>
        <p:spPr>
          <a:xfrm>
            <a:off x="1302717" y="330494"/>
            <a:ext cx="10422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찜목록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9C2912-58E8-FEDA-4475-4BB167F2CBB5}"/>
              </a:ext>
            </a:extLst>
          </p:cNvPr>
          <p:cNvSpPr/>
          <p:nvPr/>
        </p:nvSpPr>
        <p:spPr>
          <a:xfrm>
            <a:off x="7921129" y="58428"/>
            <a:ext cx="132600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CH-U-MY-03-01-01</a:t>
            </a:r>
          </a:p>
        </p:txBody>
      </p:sp>
      <p:sp>
        <p:nvSpPr>
          <p:cNvPr id="77" name="TextBox 114">
            <a:extLst>
              <a:ext uri="{FF2B5EF4-FFF2-40B4-BE49-F238E27FC236}">
                <a16:creationId xmlns:a16="http://schemas.microsoft.com/office/drawing/2014/main" id="{EE2175C0-5373-34E4-277B-AD492D1CEE2E}"/>
              </a:ext>
            </a:extLst>
          </p:cNvPr>
          <p:cNvSpPr txBox="1"/>
          <p:nvPr/>
        </p:nvSpPr>
        <p:spPr>
          <a:xfrm>
            <a:off x="417401" y="2570438"/>
            <a:ext cx="5261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4F283E66-143E-9913-90B8-9656605C50C1}"/>
              </a:ext>
            </a:extLst>
          </p:cNvPr>
          <p:cNvGrpSpPr/>
          <p:nvPr/>
        </p:nvGrpSpPr>
        <p:grpSpPr>
          <a:xfrm>
            <a:off x="466415" y="2844205"/>
            <a:ext cx="1719436" cy="3029399"/>
            <a:chOff x="185733" y="1404045"/>
            <a:chExt cx="1719436" cy="3029399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FECDB7F7-1816-985F-74E1-D07C17832F91}"/>
                </a:ext>
              </a:extLst>
            </p:cNvPr>
            <p:cNvSpPr/>
            <p:nvPr/>
          </p:nvSpPr>
          <p:spPr>
            <a:xfrm>
              <a:off x="253268" y="1404045"/>
              <a:ext cx="1503784" cy="12818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61BD749-5319-B9D6-252B-6DA6CB26CB27}"/>
                </a:ext>
              </a:extLst>
            </p:cNvPr>
            <p:cNvSpPr txBox="1"/>
            <p:nvPr/>
          </p:nvSpPr>
          <p:spPr>
            <a:xfrm>
              <a:off x="244274" y="4233389"/>
              <a:ext cx="786556" cy="200055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spc="-15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</a:lstStyle>
            <a:p>
              <a:pPr algn="ctr"/>
              <a:r>
                <a:rPr lang="ko-KR" altLang="en-US" spc="-120" dirty="0"/>
                <a:t>기저귀</a:t>
              </a:r>
              <a:r>
                <a:rPr lang="en-US" altLang="ko-KR" spc="-120" dirty="0"/>
                <a:t>/</a:t>
              </a:r>
              <a:r>
                <a:rPr lang="ko-KR" altLang="en-US" spc="-120" dirty="0"/>
                <a:t>분유 </a:t>
              </a:r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9733CCCA-7510-5A0B-6E24-FA7FE4AF673B}"/>
                </a:ext>
              </a:extLst>
            </p:cNvPr>
            <p:cNvGrpSpPr/>
            <p:nvPr/>
          </p:nvGrpSpPr>
          <p:grpSpPr>
            <a:xfrm>
              <a:off x="185733" y="2885324"/>
              <a:ext cx="1719436" cy="1189218"/>
              <a:chOff x="2191413" y="1613537"/>
              <a:chExt cx="1719436" cy="1189218"/>
            </a:xfrm>
          </p:grpSpPr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50ED869-4737-1611-6484-97168EBD6E5D}"/>
                  </a:ext>
                </a:extLst>
              </p:cNvPr>
              <p:cNvSpPr txBox="1"/>
              <p:nvPr/>
            </p:nvSpPr>
            <p:spPr>
              <a:xfrm>
                <a:off x="2201837" y="1613537"/>
                <a:ext cx="1709012" cy="680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t">
                  <a:lnSpc>
                    <a:spcPct val="150000"/>
                  </a:lnSpc>
                  <a:buNone/>
                </a:pP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r>
                  <a:rPr lang="ko-KR" altLang="en-US" sz="750" spc="-150" dirty="0">
                    <a:solidFill>
                      <a:srgbClr val="333333"/>
                    </a:solidFill>
                    <a:latin typeface="+mn-ea"/>
                  </a:rPr>
                  <a:t>브랜드명</a:t>
                </a: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750" b="1" i="0" spc="-150" dirty="0">
                  <a:solidFill>
                    <a:srgbClr val="34A44E"/>
                  </a:solidFill>
                  <a:effectLst/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ko-KR" altLang="en-US" sz="800" spc="-150" dirty="0" err="1">
                    <a:solidFill>
                      <a:srgbClr val="333333"/>
                    </a:solidFill>
                    <a:latin typeface="+mn-ea"/>
                  </a:rPr>
                  <a:t>상품명상품명상품명상품명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………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endParaRPr lang="en-US" altLang="ko-KR" sz="800" spc="-150" dirty="0">
                  <a:solidFill>
                    <a:srgbClr val="333333"/>
                  </a:solidFill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최대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2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줄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..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길어지면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처리입니다</a:t>
                </a:r>
                <a:r>
                  <a:rPr lang="en-US" altLang="ko-KR" sz="90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5BE6E3A-3104-C5D9-5186-07891FC62FFD}"/>
                  </a:ext>
                </a:extLst>
              </p:cNvPr>
              <p:cNvSpPr txBox="1"/>
              <p:nvPr/>
            </p:nvSpPr>
            <p:spPr>
              <a:xfrm>
                <a:off x="2458146" y="2441118"/>
                <a:ext cx="1340064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t">
                  <a:buNone/>
                </a:pP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rPr>
                  <a:t>75</a:t>
                </a:r>
                <a:r>
                  <a:rPr lang="en-US" altLang="ko-KR" sz="850" b="1" dirty="0">
                    <a:solidFill>
                      <a:srgbClr val="333333"/>
                    </a:solidFill>
                    <a:latin typeface="+mn-ea"/>
                  </a:rPr>
                  <a:t>,800</a:t>
                </a: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endParaRPr lang="en-US" altLang="ko-KR" sz="850" b="1" i="0" dirty="0">
                  <a:solidFill>
                    <a:srgbClr val="333333"/>
                  </a:solidFill>
                  <a:effectLst/>
                  <a:latin typeface="+mn-ea"/>
                </a:endParaRPr>
              </a:p>
              <a:p>
                <a:pPr algn="r" fontAlgn="t">
                  <a:buNone/>
                </a:pPr>
                <a:endParaRPr lang="ko-KR" altLang="ko-KR" sz="900" b="1" i="0" spc="-150" dirty="0">
                  <a:solidFill>
                    <a:srgbClr val="333333"/>
                  </a:solidFill>
                  <a:effectLst/>
                  <a:latin typeface="+mn-ea"/>
                </a:endParaRP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696D5BD-5A7E-E235-FB47-87AA40A255D0}"/>
                  </a:ext>
                </a:extLst>
              </p:cNvPr>
              <p:cNvSpPr txBox="1"/>
              <p:nvPr/>
            </p:nvSpPr>
            <p:spPr>
              <a:xfrm>
                <a:off x="2191413" y="2340875"/>
                <a:ext cx="82331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196401" rtl="0" eaLnBrk="1" fontAlgn="t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$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용량</a:t>
                </a: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수량</a:t>
                </a:r>
                <a:r>
                  <a:rPr lang="en-US" altLang="ko-KR" sz="800" spc="-150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$</a:t>
                </a:r>
                <a:endParaRPr kumimoji="0" lang="ko-KR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9501A9CE-7164-AF4C-3225-C7171C194235}"/>
                </a:ext>
              </a:extLst>
            </p:cNvPr>
            <p:cNvGrpSpPr/>
            <p:nvPr/>
          </p:nvGrpSpPr>
          <p:grpSpPr>
            <a:xfrm>
              <a:off x="247703" y="2726438"/>
              <a:ext cx="482570" cy="207749"/>
              <a:chOff x="5613970" y="995901"/>
              <a:chExt cx="482570" cy="207749"/>
            </a:xfrm>
          </p:grpSpPr>
          <p:sp>
            <p:nvSpPr>
              <p:cNvPr id="88" name="사각형: 둥근 모서리 87">
                <a:extLst>
                  <a:ext uri="{FF2B5EF4-FFF2-40B4-BE49-F238E27FC236}">
                    <a16:creationId xmlns:a16="http://schemas.microsoft.com/office/drawing/2014/main" id="{0B1D5ADE-4D45-3941-C744-72D919DE650A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8634462-A3BA-16AF-C05D-3F0E5BB0A02B}"/>
                  </a:ext>
                </a:extLst>
              </p:cNvPr>
              <p:cNvSpPr txBox="1"/>
              <p:nvPr/>
            </p:nvSpPr>
            <p:spPr>
              <a:xfrm>
                <a:off x="5613970" y="995901"/>
                <a:ext cx="482570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할인</a:t>
                </a: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99507B47-6AFE-4411-CF91-E027612A1D70}"/>
                </a:ext>
              </a:extLst>
            </p:cNvPr>
            <p:cNvGrpSpPr/>
            <p:nvPr/>
          </p:nvGrpSpPr>
          <p:grpSpPr>
            <a:xfrm>
              <a:off x="589452" y="2726438"/>
              <a:ext cx="415498" cy="207749"/>
              <a:chOff x="5585876" y="994409"/>
              <a:chExt cx="415498" cy="207749"/>
            </a:xfrm>
          </p:grpSpPr>
          <p:sp>
            <p:nvSpPr>
              <p:cNvPr id="86" name="사각형: 둥근 모서리 85">
                <a:extLst>
                  <a:ext uri="{FF2B5EF4-FFF2-40B4-BE49-F238E27FC236}">
                    <a16:creationId xmlns:a16="http://schemas.microsoft.com/office/drawing/2014/main" id="{DDA182C8-4176-6164-EFA0-1F2AC5C39CE9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B492877-D051-A2FF-F728-6A901431FA97}"/>
                  </a:ext>
                </a:extLst>
              </p:cNvPr>
              <p:cNvSpPr txBox="1"/>
              <p:nvPr/>
            </p:nvSpPr>
            <p:spPr>
              <a:xfrm>
                <a:off x="5585876" y="994409"/>
                <a:ext cx="41549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사은품</a:t>
                </a:r>
              </a:p>
            </p:txBody>
          </p:sp>
        </p:grpSp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039A30DB-F7E7-2E8E-BE93-4EC087DBA4D9}"/>
                </a:ext>
              </a:extLst>
            </p:cNvPr>
            <p:cNvSpPr/>
            <p:nvPr/>
          </p:nvSpPr>
          <p:spPr>
            <a:xfrm>
              <a:off x="252327" y="3974702"/>
              <a:ext cx="1560387" cy="21307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85" name="하트 84">
              <a:extLst>
                <a:ext uri="{FF2B5EF4-FFF2-40B4-BE49-F238E27FC236}">
                  <a16:creationId xmlns:a16="http://schemas.microsoft.com/office/drawing/2014/main" id="{30D660A5-9D69-96E4-C3D5-A370E6A8A99A}"/>
                </a:ext>
              </a:extLst>
            </p:cNvPr>
            <p:cNvSpPr/>
            <p:nvPr/>
          </p:nvSpPr>
          <p:spPr>
            <a:xfrm>
              <a:off x="1527315" y="1467380"/>
              <a:ext cx="163855" cy="145402"/>
            </a:xfrm>
            <a:prstGeom prst="heart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2249530E-3AF9-0C71-8F3E-6F5D5400C7F0}"/>
              </a:ext>
            </a:extLst>
          </p:cNvPr>
          <p:cNvGrpSpPr/>
          <p:nvPr/>
        </p:nvGrpSpPr>
        <p:grpSpPr>
          <a:xfrm>
            <a:off x="2808561" y="2844205"/>
            <a:ext cx="1719436" cy="3029399"/>
            <a:chOff x="185733" y="1404045"/>
            <a:chExt cx="1719436" cy="3029399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BF0BEC8A-9CFB-EAAB-6636-8CC14B1AE661}"/>
                </a:ext>
              </a:extLst>
            </p:cNvPr>
            <p:cNvSpPr/>
            <p:nvPr/>
          </p:nvSpPr>
          <p:spPr>
            <a:xfrm>
              <a:off x="253268" y="1404045"/>
              <a:ext cx="1503784" cy="12818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7C53DAF-CCCC-8CEB-0D66-AC1207826B53}"/>
                </a:ext>
              </a:extLst>
            </p:cNvPr>
            <p:cNvSpPr txBox="1"/>
            <p:nvPr/>
          </p:nvSpPr>
          <p:spPr>
            <a:xfrm>
              <a:off x="244274" y="4233389"/>
              <a:ext cx="786556" cy="200055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spc="-15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</a:lstStyle>
            <a:p>
              <a:pPr algn="ctr"/>
              <a:r>
                <a:rPr lang="ko-KR" altLang="en-US" spc="-120" dirty="0"/>
                <a:t>기저귀</a:t>
              </a:r>
              <a:r>
                <a:rPr lang="en-US" altLang="ko-KR" spc="-120" dirty="0"/>
                <a:t>/</a:t>
              </a:r>
              <a:r>
                <a:rPr lang="ko-KR" altLang="en-US" spc="-120" dirty="0"/>
                <a:t>분유 </a:t>
              </a:r>
            </a:p>
          </p:txBody>
        </p: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9976F35C-3DD5-EB30-D5AC-8DA4961F0346}"/>
                </a:ext>
              </a:extLst>
            </p:cNvPr>
            <p:cNvGrpSpPr/>
            <p:nvPr/>
          </p:nvGrpSpPr>
          <p:grpSpPr>
            <a:xfrm>
              <a:off x="185733" y="2885324"/>
              <a:ext cx="1719436" cy="1189218"/>
              <a:chOff x="2191413" y="1613537"/>
              <a:chExt cx="1719436" cy="1189218"/>
            </a:xfrm>
          </p:grpSpPr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B26C3581-3501-AECD-6DC8-C88898E9C9DE}"/>
                  </a:ext>
                </a:extLst>
              </p:cNvPr>
              <p:cNvSpPr txBox="1"/>
              <p:nvPr/>
            </p:nvSpPr>
            <p:spPr>
              <a:xfrm>
                <a:off x="2201837" y="1613537"/>
                <a:ext cx="1709012" cy="680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t">
                  <a:lnSpc>
                    <a:spcPct val="150000"/>
                  </a:lnSpc>
                  <a:buNone/>
                </a:pP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r>
                  <a:rPr lang="ko-KR" altLang="en-US" sz="750" spc="-150" dirty="0">
                    <a:solidFill>
                      <a:srgbClr val="333333"/>
                    </a:solidFill>
                    <a:latin typeface="+mn-ea"/>
                  </a:rPr>
                  <a:t>브랜드명</a:t>
                </a: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750" b="1" i="0" spc="-150" dirty="0">
                  <a:solidFill>
                    <a:srgbClr val="34A44E"/>
                  </a:solidFill>
                  <a:effectLst/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ko-KR" altLang="en-US" sz="800" spc="-150" dirty="0" err="1">
                    <a:solidFill>
                      <a:srgbClr val="333333"/>
                    </a:solidFill>
                    <a:latin typeface="+mn-ea"/>
                  </a:rPr>
                  <a:t>상품명상품명상품명상품명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………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endParaRPr lang="en-US" altLang="ko-KR" sz="800" spc="-150" dirty="0">
                  <a:solidFill>
                    <a:srgbClr val="333333"/>
                  </a:solidFill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최대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2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줄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..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길어지면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처리입니다</a:t>
                </a:r>
                <a:r>
                  <a:rPr lang="en-US" altLang="ko-KR" sz="90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endParaRP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C93CCC4-A0D5-E6CE-05DC-66268043BF57}"/>
                  </a:ext>
                </a:extLst>
              </p:cNvPr>
              <p:cNvSpPr txBox="1"/>
              <p:nvPr/>
            </p:nvSpPr>
            <p:spPr>
              <a:xfrm>
                <a:off x="2458146" y="2441118"/>
                <a:ext cx="1340064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t">
                  <a:buNone/>
                </a:pP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rPr>
                  <a:t>75</a:t>
                </a:r>
                <a:r>
                  <a:rPr lang="en-US" altLang="ko-KR" sz="850" b="1" dirty="0">
                    <a:solidFill>
                      <a:srgbClr val="333333"/>
                    </a:solidFill>
                    <a:latin typeface="+mn-ea"/>
                  </a:rPr>
                  <a:t>,800</a:t>
                </a: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endParaRPr lang="en-US" altLang="ko-KR" sz="850" b="1" i="0" dirty="0">
                  <a:solidFill>
                    <a:srgbClr val="333333"/>
                  </a:solidFill>
                  <a:effectLst/>
                  <a:latin typeface="+mn-ea"/>
                </a:endParaRPr>
              </a:p>
              <a:p>
                <a:pPr algn="r" fontAlgn="t">
                  <a:buNone/>
                </a:pPr>
                <a:endParaRPr lang="ko-KR" altLang="ko-KR" sz="900" b="1" i="0" spc="-150" dirty="0">
                  <a:solidFill>
                    <a:srgbClr val="333333"/>
                  </a:solidFill>
                  <a:effectLst/>
                  <a:latin typeface="+mn-ea"/>
                </a:endParaRP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B41DF0DF-D900-CF5F-6677-3F6BDD27F77F}"/>
                  </a:ext>
                </a:extLst>
              </p:cNvPr>
              <p:cNvSpPr txBox="1"/>
              <p:nvPr/>
            </p:nvSpPr>
            <p:spPr>
              <a:xfrm>
                <a:off x="2191413" y="2340875"/>
                <a:ext cx="82331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196401" rtl="0" eaLnBrk="1" fontAlgn="t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$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용량</a:t>
                </a: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수량</a:t>
                </a:r>
                <a:r>
                  <a:rPr lang="en-US" altLang="ko-KR" sz="800" spc="-150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$</a:t>
                </a:r>
                <a:endParaRPr kumimoji="0" lang="ko-KR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3C1BA1A2-98D8-C1A8-E2CE-4656591C6E1D}"/>
                </a:ext>
              </a:extLst>
            </p:cNvPr>
            <p:cNvGrpSpPr/>
            <p:nvPr/>
          </p:nvGrpSpPr>
          <p:grpSpPr>
            <a:xfrm>
              <a:off x="247703" y="2726438"/>
              <a:ext cx="482570" cy="207749"/>
              <a:chOff x="5613970" y="995901"/>
              <a:chExt cx="482570" cy="207749"/>
            </a:xfrm>
          </p:grpSpPr>
          <p:sp>
            <p:nvSpPr>
              <p:cNvPr id="103" name="사각형: 둥근 모서리 102">
                <a:extLst>
                  <a:ext uri="{FF2B5EF4-FFF2-40B4-BE49-F238E27FC236}">
                    <a16:creationId xmlns:a16="http://schemas.microsoft.com/office/drawing/2014/main" id="{F3C2C09A-BD30-9D1D-8273-0BC11AA576A3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91096DE-DA3E-7E4D-522D-374FE8D92224}"/>
                  </a:ext>
                </a:extLst>
              </p:cNvPr>
              <p:cNvSpPr txBox="1"/>
              <p:nvPr/>
            </p:nvSpPr>
            <p:spPr>
              <a:xfrm>
                <a:off x="5613970" y="995901"/>
                <a:ext cx="482570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할인</a:t>
                </a:r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EB2BDE5C-1AE7-9C02-DE4B-FE9F109888F8}"/>
                </a:ext>
              </a:extLst>
            </p:cNvPr>
            <p:cNvGrpSpPr/>
            <p:nvPr/>
          </p:nvGrpSpPr>
          <p:grpSpPr>
            <a:xfrm>
              <a:off x="589452" y="2726438"/>
              <a:ext cx="415498" cy="207749"/>
              <a:chOff x="5585876" y="994409"/>
              <a:chExt cx="415498" cy="207749"/>
            </a:xfrm>
          </p:grpSpPr>
          <p:sp>
            <p:nvSpPr>
              <p:cNvPr id="101" name="사각형: 둥근 모서리 100">
                <a:extLst>
                  <a:ext uri="{FF2B5EF4-FFF2-40B4-BE49-F238E27FC236}">
                    <a16:creationId xmlns:a16="http://schemas.microsoft.com/office/drawing/2014/main" id="{A777A22B-37E5-D0CE-3982-97DCBEB1270E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AD0EE2B1-806D-8B5E-DB63-FD8E2B1DEEBB}"/>
                  </a:ext>
                </a:extLst>
              </p:cNvPr>
              <p:cNvSpPr txBox="1"/>
              <p:nvPr/>
            </p:nvSpPr>
            <p:spPr>
              <a:xfrm>
                <a:off x="5585876" y="994409"/>
                <a:ext cx="41549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사은품</a:t>
                </a:r>
              </a:p>
            </p:txBody>
          </p:sp>
        </p:grpSp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811E2D9F-84FF-B11E-E7B8-39065F7FD9C4}"/>
                </a:ext>
              </a:extLst>
            </p:cNvPr>
            <p:cNvSpPr/>
            <p:nvPr/>
          </p:nvSpPr>
          <p:spPr>
            <a:xfrm>
              <a:off x="252327" y="3974702"/>
              <a:ext cx="1560387" cy="21307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>
                      <a:lumMod val="75000"/>
                    </a:schemeClr>
                  </a:solidFill>
                </a:rPr>
                <a:t>품절</a:t>
              </a:r>
            </a:p>
          </p:txBody>
        </p:sp>
        <p:sp>
          <p:nvSpPr>
            <p:cNvPr id="100" name="하트 99">
              <a:extLst>
                <a:ext uri="{FF2B5EF4-FFF2-40B4-BE49-F238E27FC236}">
                  <a16:creationId xmlns:a16="http://schemas.microsoft.com/office/drawing/2014/main" id="{E3E92B78-F317-EB58-1746-17E1FB24782A}"/>
                </a:ext>
              </a:extLst>
            </p:cNvPr>
            <p:cNvSpPr/>
            <p:nvPr/>
          </p:nvSpPr>
          <p:spPr>
            <a:xfrm>
              <a:off x="1527315" y="1467380"/>
              <a:ext cx="163855" cy="145402"/>
            </a:xfrm>
            <a:prstGeom prst="heart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125A3567-2EE9-F52B-DCA0-F7ADCC88D3CF}"/>
              </a:ext>
            </a:extLst>
          </p:cNvPr>
          <p:cNvSpPr txBox="1"/>
          <p:nvPr/>
        </p:nvSpPr>
        <p:spPr>
          <a:xfrm>
            <a:off x="454571" y="1767020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8186E871-58EA-B182-A864-962A1740B175}"/>
              </a:ext>
            </a:extLst>
          </p:cNvPr>
          <p:cNvSpPr/>
          <p:nvPr/>
        </p:nvSpPr>
        <p:spPr>
          <a:xfrm>
            <a:off x="521756" y="1900527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1050C6E9-C753-E0A9-A225-6972E7BCC1DB}"/>
              </a:ext>
            </a:extLst>
          </p:cNvPr>
          <p:cNvGrpSpPr/>
          <p:nvPr/>
        </p:nvGrpSpPr>
        <p:grpSpPr>
          <a:xfrm>
            <a:off x="5159735" y="2844205"/>
            <a:ext cx="1719436" cy="3029399"/>
            <a:chOff x="185733" y="1404045"/>
            <a:chExt cx="1719436" cy="3029399"/>
          </a:xfrm>
        </p:grpSpPr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C788B8B3-B30D-9405-DCA1-389E1B06A44E}"/>
                </a:ext>
              </a:extLst>
            </p:cNvPr>
            <p:cNvSpPr/>
            <p:nvPr/>
          </p:nvSpPr>
          <p:spPr>
            <a:xfrm>
              <a:off x="253268" y="1404045"/>
              <a:ext cx="1503784" cy="12818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46AF7E8-E91F-70E2-AA61-A402139728DC}"/>
                </a:ext>
              </a:extLst>
            </p:cNvPr>
            <p:cNvSpPr txBox="1"/>
            <p:nvPr/>
          </p:nvSpPr>
          <p:spPr>
            <a:xfrm>
              <a:off x="244274" y="4233389"/>
              <a:ext cx="786556" cy="200055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spc="-15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</a:lstStyle>
            <a:p>
              <a:pPr algn="ctr"/>
              <a:r>
                <a:rPr lang="ko-KR" altLang="en-US" spc="-120" dirty="0"/>
                <a:t>기저귀</a:t>
              </a:r>
              <a:r>
                <a:rPr lang="en-US" altLang="ko-KR" spc="-120" dirty="0"/>
                <a:t>/</a:t>
              </a:r>
              <a:r>
                <a:rPr lang="ko-KR" altLang="en-US" spc="-120" dirty="0"/>
                <a:t>분유 </a:t>
              </a:r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4DAB7351-4220-76B9-04EB-391301535111}"/>
                </a:ext>
              </a:extLst>
            </p:cNvPr>
            <p:cNvGrpSpPr/>
            <p:nvPr/>
          </p:nvGrpSpPr>
          <p:grpSpPr>
            <a:xfrm>
              <a:off x="185733" y="2885324"/>
              <a:ext cx="1719436" cy="1189218"/>
              <a:chOff x="2191413" y="1613537"/>
              <a:chExt cx="1719436" cy="1189218"/>
            </a:xfrm>
          </p:grpSpPr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7C5438D-E65A-3F42-8A0F-566621DA1FE8}"/>
                  </a:ext>
                </a:extLst>
              </p:cNvPr>
              <p:cNvSpPr txBox="1"/>
              <p:nvPr/>
            </p:nvSpPr>
            <p:spPr>
              <a:xfrm>
                <a:off x="2201837" y="1613537"/>
                <a:ext cx="1709012" cy="680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t">
                  <a:lnSpc>
                    <a:spcPct val="150000"/>
                  </a:lnSpc>
                  <a:buNone/>
                </a:pP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r>
                  <a:rPr lang="ko-KR" altLang="en-US" sz="750" spc="-150" dirty="0">
                    <a:solidFill>
                      <a:srgbClr val="333333"/>
                    </a:solidFill>
                    <a:latin typeface="+mn-ea"/>
                  </a:rPr>
                  <a:t>브랜드명</a:t>
                </a: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750" b="1" i="0" spc="-150" dirty="0">
                  <a:solidFill>
                    <a:srgbClr val="34A44E"/>
                  </a:solidFill>
                  <a:effectLst/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ko-KR" altLang="en-US" sz="800" spc="-150" dirty="0" err="1">
                    <a:solidFill>
                      <a:srgbClr val="333333"/>
                    </a:solidFill>
                    <a:latin typeface="+mn-ea"/>
                  </a:rPr>
                  <a:t>상품명상품명상품명상품명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………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endParaRPr lang="en-US" altLang="ko-KR" sz="800" spc="-150" dirty="0">
                  <a:solidFill>
                    <a:srgbClr val="333333"/>
                  </a:solidFill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최대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2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줄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..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길어지면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처리입니다</a:t>
                </a:r>
                <a:r>
                  <a:rPr lang="en-US" altLang="ko-KR" sz="90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endParaRP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2F50E05-61A0-FFA4-9504-F2A5502B64FD}"/>
                  </a:ext>
                </a:extLst>
              </p:cNvPr>
              <p:cNvSpPr txBox="1"/>
              <p:nvPr/>
            </p:nvSpPr>
            <p:spPr>
              <a:xfrm>
                <a:off x="2458146" y="2441118"/>
                <a:ext cx="1340064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t">
                  <a:buNone/>
                </a:pP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rPr>
                  <a:t>75</a:t>
                </a:r>
                <a:r>
                  <a:rPr lang="en-US" altLang="ko-KR" sz="850" b="1" dirty="0">
                    <a:solidFill>
                      <a:srgbClr val="333333"/>
                    </a:solidFill>
                    <a:latin typeface="+mn-ea"/>
                  </a:rPr>
                  <a:t>,800</a:t>
                </a: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endParaRPr lang="en-US" altLang="ko-KR" sz="850" b="1" i="0" dirty="0">
                  <a:solidFill>
                    <a:srgbClr val="333333"/>
                  </a:solidFill>
                  <a:effectLst/>
                  <a:latin typeface="+mn-ea"/>
                </a:endParaRPr>
              </a:p>
              <a:p>
                <a:pPr algn="r" fontAlgn="t">
                  <a:buNone/>
                </a:pPr>
                <a:endParaRPr lang="ko-KR" altLang="ko-KR" sz="900" b="1" i="0" spc="-150" dirty="0">
                  <a:solidFill>
                    <a:srgbClr val="333333"/>
                  </a:solidFill>
                  <a:effectLst/>
                  <a:latin typeface="+mn-ea"/>
                </a:endParaRP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3C1B69BD-9509-3680-4B2A-7E93EC3BF2A7}"/>
                  </a:ext>
                </a:extLst>
              </p:cNvPr>
              <p:cNvSpPr txBox="1"/>
              <p:nvPr/>
            </p:nvSpPr>
            <p:spPr>
              <a:xfrm>
                <a:off x="2191413" y="2340875"/>
                <a:ext cx="82331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196401" rtl="0" eaLnBrk="1" fontAlgn="t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$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용량</a:t>
                </a: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수량</a:t>
                </a:r>
                <a:r>
                  <a:rPr lang="en-US" altLang="ko-KR" sz="800" spc="-150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$</a:t>
                </a:r>
                <a:endParaRPr kumimoji="0" lang="ko-KR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538A0A49-E980-7A35-642A-573BA2C80A21}"/>
                </a:ext>
              </a:extLst>
            </p:cNvPr>
            <p:cNvGrpSpPr/>
            <p:nvPr/>
          </p:nvGrpSpPr>
          <p:grpSpPr>
            <a:xfrm>
              <a:off x="247703" y="2726438"/>
              <a:ext cx="482570" cy="207749"/>
              <a:chOff x="5613970" y="995901"/>
              <a:chExt cx="482570" cy="207749"/>
            </a:xfrm>
          </p:grpSpPr>
          <p:sp>
            <p:nvSpPr>
              <p:cNvPr id="120" name="사각형: 둥근 모서리 119">
                <a:extLst>
                  <a:ext uri="{FF2B5EF4-FFF2-40B4-BE49-F238E27FC236}">
                    <a16:creationId xmlns:a16="http://schemas.microsoft.com/office/drawing/2014/main" id="{73CBB91B-8B81-5F45-9477-0036451FA6AA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F5ECF5A5-C4BA-C6DE-3D2B-53B6D15F3558}"/>
                  </a:ext>
                </a:extLst>
              </p:cNvPr>
              <p:cNvSpPr txBox="1"/>
              <p:nvPr/>
            </p:nvSpPr>
            <p:spPr>
              <a:xfrm>
                <a:off x="5613970" y="995901"/>
                <a:ext cx="482570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할인</a:t>
                </a:r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24F6EC04-3FAE-56AE-8725-15A4DB4C5C84}"/>
                </a:ext>
              </a:extLst>
            </p:cNvPr>
            <p:cNvGrpSpPr/>
            <p:nvPr/>
          </p:nvGrpSpPr>
          <p:grpSpPr>
            <a:xfrm>
              <a:off x="589452" y="2726438"/>
              <a:ext cx="415498" cy="207749"/>
              <a:chOff x="5585876" y="994409"/>
              <a:chExt cx="415498" cy="207749"/>
            </a:xfrm>
          </p:grpSpPr>
          <p:sp>
            <p:nvSpPr>
              <p:cNvPr id="118" name="사각형: 둥근 모서리 117">
                <a:extLst>
                  <a:ext uri="{FF2B5EF4-FFF2-40B4-BE49-F238E27FC236}">
                    <a16:creationId xmlns:a16="http://schemas.microsoft.com/office/drawing/2014/main" id="{3D347920-58B1-F3BF-802C-636FE4C442BD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8CE54CDB-22F9-3834-7E6C-FAC0EF72B3D4}"/>
                  </a:ext>
                </a:extLst>
              </p:cNvPr>
              <p:cNvSpPr txBox="1"/>
              <p:nvPr/>
            </p:nvSpPr>
            <p:spPr>
              <a:xfrm>
                <a:off x="5585876" y="994409"/>
                <a:ext cx="41549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사은품</a:t>
                </a:r>
              </a:p>
            </p:txBody>
          </p:sp>
        </p:grpSp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386299D4-8E68-5208-8C15-FC7228E2DCAE}"/>
                </a:ext>
              </a:extLst>
            </p:cNvPr>
            <p:cNvSpPr/>
            <p:nvPr/>
          </p:nvSpPr>
          <p:spPr>
            <a:xfrm>
              <a:off x="252327" y="3974702"/>
              <a:ext cx="1560387" cy="21307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117" name="하트 116">
              <a:extLst>
                <a:ext uri="{FF2B5EF4-FFF2-40B4-BE49-F238E27FC236}">
                  <a16:creationId xmlns:a16="http://schemas.microsoft.com/office/drawing/2014/main" id="{E4CD6725-9455-773F-0708-085ACDDC1EC7}"/>
                </a:ext>
              </a:extLst>
            </p:cNvPr>
            <p:cNvSpPr/>
            <p:nvPr/>
          </p:nvSpPr>
          <p:spPr>
            <a:xfrm>
              <a:off x="1527315" y="1467380"/>
              <a:ext cx="163855" cy="145402"/>
            </a:xfrm>
            <a:prstGeom prst="heart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D789A667-F54F-A802-8C45-902F54FBDC0C}"/>
              </a:ext>
            </a:extLst>
          </p:cNvPr>
          <p:cNvGrpSpPr/>
          <p:nvPr/>
        </p:nvGrpSpPr>
        <p:grpSpPr>
          <a:xfrm>
            <a:off x="7501881" y="2844205"/>
            <a:ext cx="1719436" cy="3029399"/>
            <a:chOff x="185733" y="1404045"/>
            <a:chExt cx="1719436" cy="3029399"/>
          </a:xfrm>
        </p:grpSpPr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63AFDA10-D446-6DFF-4E1C-28608B2A4F61}"/>
                </a:ext>
              </a:extLst>
            </p:cNvPr>
            <p:cNvSpPr/>
            <p:nvPr/>
          </p:nvSpPr>
          <p:spPr>
            <a:xfrm>
              <a:off x="253268" y="1404045"/>
              <a:ext cx="1503784" cy="128183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905D3ABE-F438-10C2-F35A-EEF6F460FA02}"/>
                </a:ext>
              </a:extLst>
            </p:cNvPr>
            <p:cNvSpPr txBox="1"/>
            <p:nvPr/>
          </p:nvSpPr>
          <p:spPr>
            <a:xfrm>
              <a:off x="244274" y="4233389"/>
              <a:ext cx="786556" cy="200055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700" spc="-150"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</a:lstStyle>
            <a:p>
              <a:pPr algn="ctr"/>
              <a:r>
                <a:rPr lang="ko-KR" altLang="en-US" spc="-120" dirty="0"/>
                <a:t>기저귀</a:t>
              </a:r>
              <a:r>
                <a:rPr lang="en-US" altLang="ko-KR" spc="-120" dirty="0"/>
                <a:t>/</a:t>
              </a:r>
              <a:r>
                <a:rPr lang="ko-KR" altLang="en-US" spc="-120" dirty="0"/>
                <a:t>분유 </a:t>
              </a:r>
            </a:p>
          </p:txBody>
        </p: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D6D0F47B-91FA-79DC-5725-741F0FE2CD6A}"/>
                </a:ext>
              </a:extLst>
            </p:cNvPr>
            <p:cNvGrpSpPr/>
            <p:nvPr/>
          </p:nvGrpSpPr>
          <p:grpSpPr>
            <a:xfrm>
              <a:off x="185733" y="2885324"/>
              <a:ext cx="1719436" cy="1189218"/>
              <a:chOff x="2191413" y="1613537"/>
              <a:chExt cx="1719436" cy="1189218"/>
            </a:xfrm>
          </p:grpSpPr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BD3B904E-34C8-6265-56E0-2F704D1959F5}"/>
                  </a:ext>
                </a:extLst>
              </p:cNvPr>
              <p:cNvSpPr txBox="1"/>
              <p:nvPr/>
            </p:nvSpPr>
            <p:spPr>
              <a:xfrm>
                <a:off x="2201837" y="1613537"/>
                <a:ext cx="1709012" cy="680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fontAlgn="t">
                  <a:lnSpc>
                    <a:spcPct val="150000"/>
                  </a:lnSpc>
                  <a:buNone/>
                </a:pP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r>
                  <a:rPr lang="ko-KR" altLang="en-US" sz="750" spc="-150" dirty="0">
                    <a:solidFill>
                      <a:srgbClr val="333333"/>
                    </a:solidFill>
                    <a:latin typeface="+mn-ea"/>
                  </a:rPr>
                  <a:t>브랜드명</a:t>
                </a:r>
                <a:r>
                  <a:rPr lang="en-US" altLang="ko-KR" sz="75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750" b="1" i="0" spc="-150" dirty="0">
                  <a:solidFill>
                    <a:srgbClr val="34A44E"/>
                  </a:solidFill>
                  <a:effectLst/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en-US" altLang="ko-KR" sz="900" i="0" spc="-15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ko-KR" altLang="en-US" sz="800" spc="-150" dirty="0" err="1">
                    <a:solidFill>
                      <a:srgbClr val="333333"/>
                    </a:solidFill>
                    <a:latin typeface="+mn-ea"/>
                  </a:rPr>
                  <a:t>상품명상품명상품명상품명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………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endParaRPr lang="en-US" altLang="ko-KR" sz="800" spc="-150" dirty="0">
                  <a:solidFill>
                    <a:srgbClr val="333333"/>
                  </a:solidFill>
                  <a:latin typeface="+mn-ea"/>
                </a:endParaRPr>
              </a:p>
              <a:p>
                <a:pPr fontAlgn="t">
                  <a:lnSpc>
                    <a:spcPct val="150000"/>
                  </a:lnSpc>
                </a:pP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상품명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최대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2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줄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..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길어지면</a:t>
                </a:r>
                <a:r>
                  <a:rPr lang="en-US" altLang="ko-KR" sz="800" spc="-150" dirty="0">
                    <a:solidFill>
                      <a:srgbClr val="333333"/>
                    </a:solidFill>
                    <a:latin typeface="+mn-ea"/>
                  </a:rPr>
                  <a:t>…</a:t>
                </a:r>
                <a:r>
                  <a:rPr lang="ko-KR" altLang="en-US" sz="800" spc="-150" dirty="0">
                    <a:solidFill>
                      <a:srgbClr val="333333"/>
                    </a:solidFill>
                    <a:latin typeface="+mn-ea"/>
                  </a:rPr>
                  <a:t>처리입니다</a:t>
                </a:r>
                <a:r>
                  <a:rPr lang="en-US" altLang="ko-KR" sz="900" spc="-150" dirty="0">
                    <a:solidFill>
                      <a:schemeClr val="accent5">
                        <a:lumMod val="75000"/>
                      </a:schemeClr>
                    </a:solidFill>
                    <a:latin typeface="+mn-ea"/>
                  </a:rPr>
                  <a:t>$</a:t>
                </a:r>
                <a:endPara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A9DE9138-9E4E-43E7-F59D-E487C0F774E2}"/>
                  </a:ext>
                </a:extLst>
              </p:cNvPr>
              <p:cNvSpPr txBox="1"/>
              <p:nvPr/>
            </p:nvSpPr>
            <p:spPr>
              <a:xfrm>
                <a:off x="2458146" y="2441118"/>
                <a:ext cx="1340064" cy="361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fontAlgn="t">
                  <a:buNone/>
                </a:pP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r>
                  <a:rPr lang="en-US" altLang="ko-KR" sz="850" b="1" i="0" dirty="0">
                    <a:solidFill>
                      <a:srgbClr val="333333"/>
                    </a:solidFill>
                    <a:effectLst/>
                    <a:latin typeface="+mn-ea"/>
                  </a:rPr>
                  <a:t>75</a:t>
                </a:r>
                <a:r>
                  <a:rPr lang="en-US" altLang="ko-KR" sz="850" b="1" dirty="0">
                    <a:solidFill>
                      <a:srgbClr val="333333"/>
                    </a:solidFill>
                    <a:latin typeface="+mn-ea"/>
                  </a:rPr>
                  <a:t>,800</a:t>
                </a:r>
                <a:r>
                  <a:rPr lang="en-US" altLang="ko-KR" sz="850" b="1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+mn-ea"/>
                  </a:rPr>
                  <a:t>$</a:t>
                </a:r>
                <a:endParaRPr lang="en-US" altLang="ko-KR" sz="850" b="1" i="0" dirty="0">
                  <a:solidFill>
                    <a:srgbClr val="333333"/>
                  </a:solidFill>
                  <a:effectLst/>
                  <a:latin typeface="+mn-ea"/>
                </a:endParaRPr>
              </a:p>
              <a:p>
                <a:pPr algn="r" fontAlgn="t">
                  <a:buNone/>
                </a:pPr>
                <a:endParaRPr lang="ko-KR" altLang="ko-KR" sz="900" b="1" i="0" spc="-150" dirty="0">
                  <a:solidFill>
                    <a:srgbClr val="333333"/>
                  </a:solidFill>
                  <a:effectLst/>
                  <a:latin typeface="+mn-ea"/>
                </a:endParaRP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BE37D240-3D0E-FC1C-61E4-8078BDC70A2A}"/>
                  </a:ext>
                </a:extLst>
              </p:cNvPr>
              <p:cNvSpPr txBox="1"/>
              <p:nvPr/>
            </p:nvSpPr>
            <p:spPr>
              <a:xfrm>
                <a:off x="2191413" y="2340875"/>
                <a:ext cx="82331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1196401" rtl="0" eaLnBrk="1" fontAlgn="t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chemeClr val="accent5">
                        <a:lumMod val="75000"/>
                      </a:scheme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$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용량</a:t>
                </a:r>
                <a:r>
                  <a:rPr kumimoji="0" lang="en-US" altLang="ko-KR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800" b="0" i="0" u="none" strike="noStrike" kern="1200" cap="none" spc="-15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수량</a:t>
                </a:r>
                <a:r>
                  <a:rPr lang="en-US" altLang="ko-KR" sz="800" spc="-150" dirty="0">
                    <a:solidFill>
                      <a:schemeClr val="accent5">
                        <a:lumMod val="7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$</a:t>
                </a:r>
                <a:endParaRPr kumimoji="0" lang="ko-KR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06677F6A-0EDD-8D2E-24A9-01B4FDD3EE27}"/>
                </a:ext>
              </a:extLst>
            </p:cNvPr>
            <p:cNvGrpSpPr/>
            <p:nvPr/>
          </p:nvGrpSpPr>
          <p:grpSpPr>
            <a:xfrm>
              <a:off x="247703" y="2726438"/>
              <a:ext cx="482570" cy="207749"/>
              <a:chOff x="5613970" y="995901"/>
              <a:chExt cx="482570" cy="207749"/>
            </a:xfrm>
          </p:grpSpPr>
          <p:sp>
            <p:nvSpPr>
              <p:cNvPr id="135" name="사각형: 둥근 모서리 134">
                <a:extLst>
                  <a:ext uri="{FF2B5EF4-FFF2-40B4-BE49-F238E27FC236}">
                    <a16:creationId xmlns:a16="http://schemas.microsoft.com/office/drawing/2014/main" id="{4D45D70D-4FF3-7767-DEB7-039DEF781F7B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20F63F80-BFE3-6D8E-B5CE-76612076C7C9}"/>
                  </a:ext>
                </a:extLst>
              </p:cNvPr>
              <p:cNvSpPr txBox="1"/>
              <p:nvPr/>
            </p:nvSpPr>
            <p:spPr>
              <a:xfrm>
                <a:off x="5613970" y="995901"/>
                <a:ext cx="482570" cy="2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할인</a:t>
                </a:r>
              </a:p>
            </p:txBody>
          </p:sp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8D64D647-6DA7-1A6D-F9B7-0B97018343B6}"/>
                </a:ext>
              </a:extLst>
            </p:cNvPr>
            <p:cNvGrpSpPr/>
            <p:nvPr/>
          </p:nvGrpSpPr>
          <p:grpSpPr>
            <a:xfrm>
              <a:off x="589452" y="2726438"/>
              <a:ext cx="415498" cy="207749"/>
              <a:chOff x="5585876" y="994409"/>
              <a:chExt cx="415498" cy="207749"/>
            </a:xfrm>
          </p:grpSpPr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F481DEB0-1A77-8B8B-A541-6F1FC35B77DD}"/>
                  </a:ext>
                </a:extLst>
              </p:cNvPr>
              <p:cNvSpPr/>
              <p:nvPr/>
            </p:nvSpPr>
            <p:spPr>
              <a:xfrm>
                <a:off x="5623465" y="1020156"/>
                <a:ext cx="353448" cy="161973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1FAC975-1440-B780-9304-BB5364E8AD36}"/>
                  </a:ext>
                </a:extLst>
              </p:cNvPr>
              <p:cNvSpPr txBox="1"/>
              <p:nvPr/>
            </p:nvSpPr>
            <p:spPr>
              <a:xfrm>
                <a:off x="5585876" y="994409"/>
                <a:ext cx="415498" cy="2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75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사은품</a:t>
                </a:r>
              </a:p>
            </p:txBody>
          </p:sp>
        </p:grp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A249DB54-31D7-842D-E571-1812A42D9633}"/>
                </a:ext>
              </a:extLst>
            </p:cNvPr>
            <p:cNvSpPr/>
            <p:nvPr/>
          </p:nvSpPr>
          <p:spPr>
            <a:xfrm>
              <a:off x="252327" y="3974702"/>
              <a:ext cx="1560387" cy="21307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132" name="하트 131">
              <a:extLst>
                <a:ext uri="{FF2B5EF4-FFF2-40B4-BE49-F238E27FC236}">
                  <a16:creationId xmlns:a16="http://schemas.microsoft.com/office/drawing/2014/main" id="{B68EC71C-A5FC-FCA7-F560-DFE27D76334B}"/>
                </a:ext>
              </a:extLst>
            </p:cNvPr>
            <p:cNvSpPr/>
            <p:nvPr/>
          </p:nvSpPr>
          <p:spPr>
            <a:xfrm>
              <a:off x="1527315" y="1467380"/>
              <a:ext cx="163855" cy="145402"/>
            </a:xfrm>
            <a:prstGeom prst="heart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8BA1D3F5-7A1A-639F-B576-84FA7317548F}"/>
              </a:ext>
            </a:extLst>
          </p:cNvPr>
          <p:cNvSpPr txBox="1"/>
          <p:nvPr/>
        </p:nvSpPr>
        <p:spPr>
          <a:xfrm>
            <a:off x="4505497" y="1181007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찜한</a:t>
            </a:r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상품</a:t>
            </a:r>
          </a:p>
        </p:txBody>
      </p:sp>
      <p:graphicFrame>
        <p:nvGraphicFramePr>
          <p:cNvPr id="143" name="Group 59">
            <a:extLst>
              <a:ext uri="{FF2B5EF4-FFF2-40B4-BE49-F238E27FC236}">
                <a16:creationId xmlns:a16="http://schemas.microsoft.com/office/drawing/2014/main" id="{1B5FAC7B-3595-BD1F-7C7C-6197DA3A6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260161"/>
              </p:ext>
            </p:extLst>
          </p:nvPr>
        </p:nvGraphicFramePr>
        <p:xfrm>
          <a:off x="10128399" y="623854"/>
          <a:ext cx="2850436" cy="254641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45A6C776-98C1-8789-3E0D-C5580BF4A8D5}"/>
              </a:ext>
            </a:extLst>
          </p:cNvPr>
          <p:cNvGrpSpPr/>
          <p:nvPr/>
        </p:nvGrpSpPr>
        <p:grpSpPr>
          <a:xfrm>
            <a:off x="521756" y="2049033"/>
            <a:ext cx="2264535" cy="196457"/>
            <a:chOff x="487055" y="2725389"/>
            <a:chExt cx="2264535" cy="196457"/>
          </a:xfrm>
        </p:grpSpPr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6692087A-0F17-E731-E21D-A7A1353398E4}"/>
                </a:ext>
              </a:extLst>
            </p:cNvPr>
            <p:cNvGrpSpPr/>
            <p:nvPr/>
          </p:nvGrpSpPr>
          <p:grpSpPr>
            <a:xfrm>
              <a:off x="909973" y="2725389"/>
              <a:ext cx="519135" cy="196456"/>
              <a:chOff x="475380" y="4490631"/>
              <a:chExt cx="519135" cy="256576"/>
            </a:xfrm>
          </p:grpSpPr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4CF9852D-54DD-3DFE-5FB8-32DB53EE49C3}"/>
                  </a:ext>
                </a:extLst>
              </p:cNvPr>
              <p:cNvSpPr txBox="1"/>
              <p:nvPr/>
            </p:nvSpPr>
            <p:spPr>
              <a:xfrm>
                <a:off x="615206" y="4490631"/>
                <a:ext cx="35137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분유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pic>
            <p:nvPicPr>
              <p:cNvPr id="158" name="그림 157">
                <a:extLst>
                  <a:ext uri="{FF2B5EF4-FFF2-40B4-BE49-F238E27FC236}">
                    <a16:creationId xmlns:a16="http://schemas.microsoft.com/office/drawing/2014/main" id="{1FE9CC12-3CE3-706A-6DEF-76F0D3AFD5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3462" y="4549695"/>
                <a:ext cx="128511" cy="159410"/>
              </a:xfrm>
              <a:prstGeom prst="rect">
                <a:avLst/>
              </a:prstGeom>
            </p:spPr>
          </p:pic>
          <p:sp>
            <p:nvSpPr>
              <p:cNvPr id="159" name="사각형: 둥근 모서리 158">
                <a:extLst>
                  <a:ext uri="{FF2B5EF4-FFF2-40B4-BE49-F238E27FC236}">
                    <a16:creationId xmlns:a16="http://schemas.microsoft.com/office/drawing/2014/main" id="{8E77D68F-768D-0071-B7F5-C081F4060C6A}"/>
                  </a:ext>
                </a:extLst>
              </p:cNvPr>
              <p:cNvSpPr/>
              <p:nvPr/>
            </p:nvSpPr>
            <p:spPr>
              <a:xfrm>
                <a:off x="475380" y="4506768"/>
                <a:ext cx="519135" cy="240439"/>
              </a:xfrm>
              <a:prstGeom prst="roundRect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DB3C8FBB-1D75-597B-8041-EDD1207EC20F}"/>
                </a:ext>
              </a:extLst>
            </p:cNvPr>
            <p:cNvGrpSpPr/>
            <p:nvPr/>
          </p:nvGrpSpPr>
          <p:grpSpPr>
            <a:xfrm>
              <a:off x="1455445" y="2726952"/>
              <a:ext cx="615315" cy="194890"/>
              <a:chOff x="475380" y="4492676"/>
              <a:chExt cx="615315" cy="254531"/>
            </a:xfrm>
          </p:grpSpPr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A38CF97D-214D-E68C-7F2F-ED5D12B9146D}"/>
                  </a:ext>
                </a:extLst>
              </p:cNvPr>
              <p:cNvSpPr txBox="1"/>
              <p:nvPr/>
            </p:nvSpPr>
            <p:spPr>
              <a:xfrm>
                <a:off x="624173" y="4492676"/>
                <a:ext cx="43473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기저귀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56" name="사각형: 둥근 모서리 155">
                <a:extLst>
                  <a:ext uri="{FF2B5EF4-FFF2-40B4-BE49-F238E27FC236}">
                    <a16:creationId xmlns:a16="http://schemas.microsoft.com/office/drawing/2014/main" id="{78FE45D0-E0A0-0899-3583-1690B0B11046}"/>
                  </a:ext>
                </a:extLst>
              </p:cNvPr>
              <p:cNvSpPr/>
              <p:nvPr/>
            </p:nvSpPr>
            <p:spPr>
              <a:xfrm>
                <a:off x="475380" y="4506768"/>
                <a:ext cx="615315" cy="240439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pic>
          <p:nvPicPr>
            <p:cNvPr id="147" name="그림 146">
              <a:extLst>
                <a:ext uri="{FF2B5EF4-FFF2-40B4-BE49-F238E27FC236}">
                  <a16:creationId xmlns:a16="http://schemas.microsoft.com/office/drawing/2014/main" id="{A4A342B4-BE77-023B-C0EC-A4B21D479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7453" y="2745098"/>
              <a:ext cx="131240" cy="175717"/>
            </a:xfrm>
            <a:prstGeom prst="rect">
              <a:avLst/>
            </a:prstGeom>
          </p:spPr>
        </p:pic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58763AC1-2C47-07F1-6BBC-F75DBA58706F}"/>
                </a:ext>
              </a:extLst>
            </p:cNvPr>
            <p:cNvGrpSpPr/>
            <p:nvPr/>
          </p:nvGrpSpPr>
          <p:grpSpPr>
            <a:xfrm>
              <a:off x="487055" y="2725393"/>
              <a:ext cx="392869" cy="196453"/>
              <a:chOff x="475380" y="4490635"/>
              <a:chExt cx="392869" cy="256572"/>
            </a:xfrm>
          </p:grpSpPr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004996EA-AA46-22B1-0DDF-EEA1038D2709}"/>
                  </a:ext>
                </a:extLst>
              </p:cNvPr>
              <p:cNvSpPr txBox="1"/>
              <p:nvPr/>
            </p:nvSpPr>
            <p:spPr>
              <a:xfrm>
                <a:off x="492652" y="4490635"/>
                <a:ext cx="35137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전체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54" name="사각형: 둥근 모서리 153">
                <a:extLst>
                  <a:ext uri="{FF2B5EF4-FFF2-40B4-BE49-F238E27FC236}">
                    <a16:creationId xmlns:a16="http://schemas.microsoft.com/office/drawing/2014/main" id="{D6DDB07F-7923-B627-4DEF-7E73A6A68E56}"/>
                  </a:ext>
                </a:extLst>
              </p:cNvPr>
              <p:cNvSpPr/>
              <p:nvPr/>
            </p:nvSpPr>
            <p:spPr>
              <a:xfrm>
                <a:off x="475380" y="4506768"/>
                <a:ext cx="392869" cy="240439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A409CA43-856D-D8EE-A1E9-B56D7A3B64F1}"/>
                </a:ext>
              </a:extLst>
            </p:cNvPr>
            <p:cNvGrpSpPr/>
            <p:nvPr/>
          </p:nvGrpSpPr>
          <p:grpSpPr>
            <a:xfrm>
              <a:off x="2106860" y="2726952"/>
              <a:ext cx="644730" cy="194890"/>
              <a:chOff x="475381" y="4492676"/>
              <a:chExt cx="644730" cy="254531"/>
            </a:xfrm>
          </p:grpSpPr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AB6235F0-175D-544A-2A53-D7B473BF70EE}"/>
                  </a:ext>
                </a:extLst>
              </p:cNvPr>
              <p:cNvSpPr txBox="1"/>
              <p:nvPr/>
            </p:nvSpPr>
            <p:spPr>
              <a:xfrm>
                <a:off x="644387" y="4492676"/>
                <a:ext cx="43473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spc="-1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물티슈</a:t>
                </a:r>
                <a:endParaRPr lang="en-US" altLang="ko-KR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52" name="사각형: 둥근 모서리 151">
                <a:extLst>
                  <a:ext uri="{FF2B5EF4-FFF2-40B4-BE49-F238E27FC236}">
                    <a16:creationId xmlns:a16="http://schemas.microsoft.com/office/drawing/2014/main" id="{F20340A2-875A-8B47-CECB-16B94519BA52}"/>
                  </a:ext>
                </a:extLst>
              </p:cNvPr>
              <p:cNvSpPr/>
              <p:nvPr/>
            </p:nvSpPr>
            <p:spPr>
              <a:xfrm>
                <a:off x="475381" y="4506768"/>
                <a:ext cx="644730" cy="240439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  <p:pic>
          <p:nvPicPr>
            <p:cNvPr id="150" name="그림 149">
              <a:extLst>
                <a:ext uri="{FF2B5EF4-FFF2-40B4-BE49-F238E27FC236}">
                  <a16:creationId xmlns:a16="http://schemas.microsoft.com/office/drawing/2014/main" id="{1E7EB0B8-5EDC-E3EC-D2E2-7203C2C85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61416" y="2762156"/>
              <a:ext cx="166365" cy="132680"/>
            </a:xfrm>
            <a:prstGeom prst="rect">
              <a:avLst/>
            </a:prstGeom>
          </p:spPr>
        </p:pic>
      </p:grpSp>
      <p:sp>
        <p:nvSpPr>
          <p:cNvPr id="161" name="TextBox 160">
            <a:extLst>
              <a:ext uri="{FF2B5EF4-FFF2-40B4-BE49-F238E27FC236}">
                <a16:creationId xmlns:a16="http://schemas.microsoft.com/office/drawing/2014/main" id="{71FFF4BD-4919-74EF-307C-AAFC3FEF3925}"/>
              </a:ext>
            </a:extLst>
          </p:cNvPr>
          <p:cNvSpPr txBox="1"/>
          <p:nvPr/>
        </p:nvSpPr>
        <p:spPr>
          <a:xfrm>
            <a:off x="3267416" y="5164106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trike="sngStrike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F9D67CB-4FDF-A991-B62F-33B61C81D1BA}"/>
              </a:ext>
            </a:extLst>
          </p:cNvPr>
          <p:cNvSpPr txBox="1"/>
          <p:nvPr/>
        </p:nvSpPr>
        <p:spPr>
          <a:xfrm>
            <a:off x="878401" y="5164106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trike="sngStrike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E8BFB8D-784E-16CD-9487-877EC836D8E6}"/>
              </a:ext>
            </a:extLst>
          </p:cNvPr>
          <p:cNvSpPr txBox="1"/>
          <p:nvPr/>
        </p:nvSpPr>
        <p:spPr>
          <a:xfrm>
            <a:off x="7925393" y="5164106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trike="sngStrike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E998E8F3-66A8-D90B-7C2D-01B774C1A23F}"/>
              </a:ext>
            </a:extLst>
          </p:cNvPr>
          <p:cNvSpPr txBox="1"/>
          <p:nvPr/>
        </p:nvSpPr>
        <p:spPr>
          <a:xfrm>
            <a:off x="5581452" y="5164106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strike="sngStrike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trike="sngStrike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71409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28629</TotalTime>
  <Words>11190</Words>
  <Application>Microsoft Office PowerPoint</Application>
  <PresentationFormat>사용자 지정</PresentationFormat>
  <Paragraphs>2992</Paragraphs>
  <Slides>65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70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한나 조</cp:lastModifiedBy>
  <cp:revision>1495</cp:revision>
  <dcterms:created xsi:type="dcterms:W3CDTF">2020-09-28T12:25:11Z</dcterms:created>
  <dcterms:modified xsi:type="dcterms:W3CDTF">2026-07-21T07:51:52Z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