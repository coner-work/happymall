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1" r:id="rId12"/>
    <p:sldId id="2072" r:id="rId13"/>
    <p:sldId id="2073" r:id="rId14"/>
    <p:sldId id="2074" r:id="rId15"/>
    <p:sldId id="2075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623F"/>
    <a:srgbClr val="234DD3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E5ACE-61F4-4EDA-A773-D7B9A88AD0E6}" v="104" dt="2026-07-22T06:14:33.242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52" d="100"/>
          <a:sy n="152" d="100"/>
        </p:scale>
        <p:origin x="246" y="15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custSel modSld">
      <pc:chgData name="한나 조" userId="65a288ce2c9026c1" providerId="LiveId" clId="{C15A6EEB-526C-46C9-82AA-A02ABBD41001}" dt="2026-07-22T06:14:41.394" v="1109" actId="1035"/>
      <pc:docMkLst>
        <pc:docMk/>
      </pc:docMkLst>
      <pc:sldChg chg="modSp mod">
        <pc:chgData name="한나 조" userId="65a288ce2c9026c1" providerId="LiveId" clId="{C15A6EEB-526C-46C9-82AA-A02ABBD41001}" dt="2026-07-22T06:14:41.394" v="1109" actId="1035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2T06:14:41.394" v="1109" actId="1035"/>
          <ac:graphicFrameMkLst>
            <pc:docMk/>
            <pc:sldMk cId="1502338924" sldId="1963"/>
            <ac:graphicFrameMk id="4" creationId="{134ADAFA-E86E-DE69-794B-48681F98638F}"/>
          </ac:graphicFrameMkLst>
        </pc:graphicFrameChg>
      </pc:sldChg>
      <pc:sldChg chg="modSp mod">
        <pc:chgData name="한나 조" userId="65a288ce2c9026c1" providerId="LiveId" clId="{C15A6EEB-526C-46C9-82AA-A02ABBD41001}" dt="2026-07-22T06:10:25.401" v="931" actId="20577"/>
        <pc:sldMkLst>
          <pc:docMk/>
          <pc:sldMk cId="712698974" sldId="1973"/>
        </pc:sldMkLst>
        <pc:graphicFrameChg chg="mod modGraphic">
          <ac:chgData name="한나 조" userId="65a288ce2c9026c1" providerId="LiveId" clId="{C15A6EEB-526C-46C9-82AA-A02ABBD41001}" dt="2026-07-22T06:10:25.401" v="931" actId="20577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22T05:48:35.875" v="677" actId="20577"/>
        <pc:sldMkLst>
          <pc:docMk/>
          <pc:sldMk cId="3638914303" sldId="2071"/>
        </pc:sldMkLst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27" creationId="{6E8E45B4-63AC-B4D0-ABDF-AD1D659CCEF0}"/>
          </ac:spMkLst>
        </pc:spChg>
        <pc:spChg chg="add mod">
          <ac:chgData name="한나 조" userId="65a288ce2c9026c1" providerId="LiveId" clId="{C15A6EEB-526C-46C9-82AA-A02ABBD41001}" dt="2026-07-22T03:42:39.115" v="47" actId="1076"/>
          <ac:spMkLst>
            <pc:docMk/>
            <pc:sldMk cId="3638914303" sldId="2071"/>
            <ac:spMk id="30" creationId="{8C4C9D6D-6658-94BB-5A8E-1F4DA26BD956}"/>
          </ac:spMkLst>
        </pc:spChg>
        <pc:spChg chg="add mod">
          <ac:chgData name="한나 조" userId="65a288ce2c9026c1" providerId="LiveId" clId="{C15A6EEB-526C-46C9-82AA-A02ABBD41001}" dt="2026-07-22T03:42:35.160" v="46" actId="1076"/>
          <ac:spMkLst>
            <pc:docMk/>
            <pc:sldMk cId="3638914303" sldId="2071"/>
            <ac:spMk id="35" creationId="{9B4EF4DA-2BA4-7A6B-1E26-BA1E43BF1373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58" creationId="{B785AC30-3D7F-03AC-C1F7-ED8056C59618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83" creationId="{FB398D39-338A-0DC0-5192-2B0D6907594D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1" creationId="{BA03F08F-1013-8498-6E18-E80DA21DFB27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2" creationId="{FE4EA89F-2E21-A7FD-351B-83CB7DC87F75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3" creationId="{536B0FB7-2EA8-8B68-5D95-1C61CD1D803A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4" creationId="{2CFB12A1-A3F3-EE77-9647-02C8438CBD46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5" creationId="{A0321840-C878-0E52-B003-B53C36C08B59}"/>
          </ac:spMkLst>
        </pc:spChg>
        <pc:spChg chg="mod">
          <ac:chgData name="한나 조" userId="65a288ce2c9026c1" providerId="LiveId" clId="{C15A6EEB-526C-46C9-82AA-A02ABBD41001}" dt="2026-07-22T03:56:15.476" v="126" actId="20577"/>
          <ac:spMkLst>
            <pc:docMk/>
            <pc:sldMk cId="3638914303" sldId="2071"/>
            <ac:spMk id="197" creationId="{1830E202-A0B0-6DE6-3021-66263CAD0A78}"/>
          </ac:spMkLst>
        </pc:spChg>
        <pc:spChg chg="del mod">
          <ac:chgData name="한나 조" userId="65a288ce2c9026c1" providerId="LiveId" clId="{C15A6EEB-526C-46C9-82AA-A02ABBD41001}" dt="2026-07-22T03:56:12.007" v="124" actId="478"/>
          <ac:spMkLst>
            <pc:docMk/>
            <pc:sldMk cId="3638914303" sldId="2071"/>
            <ac:spMk id="198" creationId="{2C98C832-96F8-B01F-63AE-5F99D6CD943F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4" creationId="{94A32FCD-2D77-99F0-9855-C27B37D2CE96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6" creationId="{0A0B0D59-7A04-230E-65B7-EAB97CCFD20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7" creationId="{DC88FB88-DACE-FDB3-74A5-EA3B2A7C45B1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8" creationId="{91D4973E-2E03-7B8A-0400-822F947C6224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9" creationId="{D1D49CAF-842F-A068-7C8C-CB5B6789B758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0" creationId="{82054B0F-44CD-6429-5598-81E4A149F70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6" creationId="{87D143DA-3271-ADE6-1F25-4994B6879ED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7" creationId="{9FD73299-59E9-033A-103D-844B63BE194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8" creationId="{E22E3689-9607-DEF2-D1C8-652871A1036D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9" creationId="{9ADC09EC-0F57-49E7-73E7-D8A5028E75A5}"/>
          </ac:spMkLst>
        </pc:s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4" creationId="{26DBA6AA-98D7-AA0C-5832-9A5289D94465}"/>
          </ac:grpSpMkLst>
        </pc:gr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7" creationId="{D986F5E5-45A1-3225-326E-AEE3B471D8CF}"/>
          </ac:grpSpMkLst>
        </pc:grpChg>
        <pc:graphicFrameChg chg="mod modGraphic">
          <ac:chgData name="한나 조" userId="65a288ce2c9026c1" providerId="LiveId" clId="{C15A6EEB-526C-46C9-82AA-A02ABBD41001}" dt="2026-07-22T05:48:35.875" v="677" actId="20577"/>
          <ac:graphicFrameMkLst>
            <pc:docMk/>
            <pc:sldMk cId="3638914303" sldId="2071"/>
            <ac:graphicFrameMk id="8" creationId="{ACC60DE9-6D9B-F79D-326C-392750D7BA16}"/>
          </ac:graphicFrameMkLst>
        </pc:graphicFrameChg>
        <pc:picChg chg="add mod">
          <ac:chgData name="한나 조" userId="65a288ce2c9026c1" providerId="LiveId" clId="{C15A6EEB-526C-46C9-82AA-A02ABBD41001}" dt="2026-07-22T03:42:39.115" v="47" actId="1076"/>
          <ac:picMkLst>
            <pc:docMk/>
            <pc:sldMk cId="3638914303" sldId="2071"/>
            <ac:picMk id="2" creationId="{B3F2B4CE-A783-FA60-8500-30E3D2F385CE}"/>
          </ac:picMkLst>
        </pc:picChg>
        <pc:cxnChg chg="add mod">
          <ac:chgData name="한나 조" userId="65a288ce2c9026c1" providerId="LiveId" clId="{C15A6EEB-526C-46C9-82AA-A02ABBD41001}" dt="2026-07-22T03:42:41.461" v="48" actId="14100"/>
          <ac:cxnSpMkLst>
            <pc:docMk/>
            <pc:sldMk cId="3638914303" sldId="2071"/>
            <ac:cxnSpMk id="34" creationId="{87C9C27E-C37A-3E1C-C2D4-F3E750642A5E}"/>
          </ac:cxnSpMkLst>
        </pc:cxnChg>
      </pc:sldChg>
      <pc:sldChg chg="delSp modSp mod">
        <pc:chgData name="한나 조" userId="65a288ce2c9026c1" providerId="LiveId" clId="{C15A6EEB-526C-46C9-82AA-A02ABBD41001}" dt="2026-07-22T06:11:06.314" v="955" actId="20577"/>
        <pc:sldMkLst>
          <pc:docMk/>
          <pc:sldMk cId="3153783423" sldId="2072"/>
        </pc:sldMkLst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2" creationId="{8DDE5553-EB46-9CA8-EB5B-97FFF7317874}"/>
          </ac:spMkLst>
        </pc:spChg>
        <pc:spChg chg="mod">
          <ac:chgData name="한나 조" userId="65a288ce2c9026c1" providerId="LiveId" clId="{C15A6EEB-526C-46C9-82AA-A02ABBD41001}" dt="2026-07-22T04:02:07.205" v="512" actId="14100"/>
          <ac:spMkLst>
            <pc:docMk/>
            <pc:sldMk cId="3153783423" sldId="2072"/>
            <ac:spMk id="10" creationId="{DD95433F-1F09-6CA5-8B86-AA9F422983E1}"/>
          </ac:spMkLst>
        </pc:spChg>
        <pc:spChg chg="mod">
          <ac:chgData name="한나 조" userId="65a288ce2c9026c1" providerId="LiveId" clId="{C15A6EEB-526C-46C9-82AA-A02ABBD41001}" dt="2026-07-22T04:01:39.345" v="504"/>
          <ac:spMkLst>
            <pc:docMk/>
            <pc:sldMk cId="3153783423" sldId="2072"/>
            <ac:spMk id="12" creationId="{8E457E1D-25AA-A03F-5178-3FA8625A4D66}"/>
          </ac:spMkLst>
        </pc:spChg>
        <pc:spChg chg="mod">
          <ac:chgData name="한나 조" userId="65a288ce2c9026c1" providerId="LiveId" clId="{C15A6EEB-526C-46C9-82AA-A02ABBD41001}" dt="2026-07-22T04:01:48.923" v="506" actId="1038"/>
          <ac:spMkLst>
            <pc:docMk/>
            <pc:sldMk cId="3153783423" sldId="2072"/>
            <ac:spMk id="15" creationId="{A793F6CC-05B9-448B-7CC7-2FB4EF92C5DE}"/>
          </ac:spMkLst>
        </pc:spChg>
        <pc:spChg chg="mod">
          <ac:chgData name="한나 조" userId="65a288ce2c9026c1" providerId="LiveId" clId="{C15A6EEB-526C-46C9-82AA-A02ABBD41001}" dt="2026-07-22T04:02:02.035" v="511" actId="1035"/>
          <ac:spMkLst>
            <pc:docMk/>
            <pc:sldMk cId="3153783423" sldId="2072"/>
            <ac:spMk id="20" creationId="{1F1EAC3A-7DE9-E769-A9CF-9990F65C525E}"/>
          </ac:spMkLst>
        </pc:spChg>
        <pc:spChg chg="mod">
          <ac:chgData name="한나 조" userId="65a288ce2c9026c1" providerId="LiveId" clId="{C15A6EEB-526C-46C9-82AA-A02ABBD41001}" dt="2026-07-22T04:01:55.318" v="508" actId="20577"/>
          <ac:spMkLst>
            <pc:docMk/>
            <pc:sldMk cId="3153783423" sldId="2072"/>
            <ac:spMk id="21" creationId="{CBD9CF21-E468-687B-9CE6-E66CC4EB9ECB}"/>
          </ac:spMkLst>
        </pc:spChg>
        <pc:spChg chg="del">
          <ac:chgData name="한나 조" userId="65a288ce2c9026c1" providerId="LiveId" clId="{C15A6EEB-526C-46C9-82AA-A02ABBD41001}" dt="2026-07-22T04:01:58.666" v="509" actId="478"/>
          <ac:spMkLst>
            <pc:docMk/>
            <pc:sldMk cId="3153783423" sldId="2072"/>
            <ac:spMk id="24" creationId="{186E2DBF-318B-B296-42AA-5DB13225C7C4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0" creationId="{F8B90E09-FCBE-E477-88CA-3B5B265560D6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2" creationId="{EC71F29D-69A1-1B26-F0BA-E591A7CDECF5}"/>
          </ac:spMkLst>
        </pc:spChg>
        <pc:spChg chg="mod">
          <ac:chgData name="한나 조" userId="65a288ce2c9026c1" providerId="LiveId" clId="{C15A6EEB-526C-46C9-82AA-A02ABBD41001}" dt="2026-07-22T04:01:45.808" v="505"/>
          <ac:spMkLst>
            <pc:docMk/>
            <pc:sldMk cId="3153783423" sldId="2072"/>
            <ac:spMk id="177" creationId="{1DB2A969-7C85-853B-3A86-051C394E2075}"/>
          </ac:spMkLst>
        </pc:spChg>
        <pc:grpChg chg="mod">
          <ac:chgData name="한나 조" userId="65a288ce2c9026c1" providerId="LiveId" clId="{C15A6EEB-526C-46C9-82AA-A02ABBD41001}" dt="2026-07-22T04:02:13.753" v="513" actId="1076"/>
          <ac:grpSpMkLst>
            <pc:docMk/>
            <pc:sldMk cId="3153783423" sldId="2072"/>
            <ac:grpSpMk id="5" creationId="{DD689D3B-1C84-5197-549C-7418D2716149}"/>
          </ac:grpSpMkLst>
        </pc:grpChg>
        <pc:graphicFrameChg chg="mod modGraphic">
          <ac:chgData name="한나 조" userId="65a288ce2c9026c1" providerId="LiveId" clId="{C15A6EEB-526C-46C9-82AA-A02ABBD41001}" dt="2026-07-22T06:11:06.314" v="955" actId="20577"/>
          <ac:graphicFrameMkLst>
            <pc:docMk/>
            <pc:sldMk cId="3153783423" sldId="2072"/>
            <ac:graphicFrameMk id="8" creationId="{E910B62F-3060-BA07-0231-40F8CBE333E1}"/>
          </ac:graphicFrameMkLst>
        </pc:graphicFrameChg>
      </pc:sldChg>
      <pc:sldChg chg="addSp modSp mod modClrScheme chgLayout">
        <pc:chgData name="한나 조" userId="65a288ce2c9026c1" providerId="LiveId" clId="{C15A6EEB-526C-46C9-82AA-A02ABBD41001}" dt="2026-07-22T06:13:35.946" v="1071" actId="20577"/>
        <pc:sldMkLst>
          <pc:docMk/>
          <pc:sldMk cId="205317361" sldId="2073"/>
        </pc:sldMkLst>
        <pc:spChg chg="mod">
          <ac:chgData name="한나 조" userId="65a288ce2c9026c1" providerId="LiveId" clId="{C15A6EEB-526C-46C9-82AA-A02ABBD41001}" dt="2026-07-22T06:10:32.325" v="932" actId="20577"/>
          <ac:spMkLst>
            <pc:docMk/>
            <pc:sldMk cId="205317361" sldId="2073"/>
            <ac:spMk id="4" creationId="{8AF113E9-B950-0BAD-6D3D-706040B3B2D8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5" creationId="{0FEF71EB-C90B-1971-A976-B79BF97CC8D3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20" creationId="{B32FD9BF-1E0D-7445-D647-CCFC3AFD17BE}"/>
          </ac:spMkLst>
        </pc:spChg>
        <pc:spChg chg="add mod">
          <ac:chgData name="한나 조" userId="65a288ce2c9026c1" providerId="LiveId" clId="{C15A6EEB-526C-46C9-82AA-A02ABBD41001}" dt="2026-07-22T06:05:00.867" v="883" actId="571"/>
          <ac:spMkLst>
            <pc:docMk/>
            <pc:sldMk cId="205317361" sldId="2073"/>
            <ac:spMk id="22" creationId="{17699B79-D5D4-2486-B90C-4C7EC31AE58D}"/>
          </ac:spMkLst>
        </pc:spChg>
        <pc:spChg chg="ord">
          <ac:chgData name="한나 조" userId="65a288ce2c9026c1" providerId="LiveId" clId="{C15A6EEB-526C-46C9-82AA-A02ABBD41001}" dt="2026-07-22T04:02:41.908" v="515" actId="167"/>
          <ac:spMkLst>
            <pc:docMk/>
            <pc:sldMk cId="205317361" sldId="2073"/>
            <ac:spMk id="242" creationId="{CC46218B-F9F1-3514-A3DC-77D2AD68D9B4}"/>
          </ac:spMkLst>
        </pc:spChg>
        <pc:grpChg chg="ord">
          <ac:chgData name="한나 조" userId="65a288ce2c9026c1" providerId="LiveId" clId="{C15A6EEB-526C-46C9-82AA-A02ABBD41001}" dt="2026-07-22T04:02:41.908" v="515" actId="167"/>
          <ac:grpSpMkLst>
            <pc:docMk/>
            <pc:sldMk cId="205317361" sldId="2073"/>
            <ac:grpSpMk id="236" creationId="{08882DE4-59AC-1FC3-0E71-0332D435CCF8}"/>
          </ac:grpSpMkLst>
        </pc:grpChg>
        <pc:graphicFrameChg chg="mod modGraphic">
          <ac:chgData name="한나 조" userId="65a288ce2c9026c1" providerId="LiveId" clId="{C15A6EEB-526C-46C9-82AA-A02ABBD41001}" dt="2026-07-22T06:13:35.946" v="1071" actId="20577"/>
          <ac:graphicFrameMkLst>
            <pc:docMk/>
            <pc:sldMk cId="205317361" sldId="2073"/>
            <ac:graphicFrameMk id="8" creationId="{30E0497F-349D-7539-7325-D169CECD7F8F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7-22T06:02:45.405" v="785"/>
        <pc:sldMkLst>
          <pc:docMk/>
          <pc:sldMk cId="4200059206" sldId="2074"/>
        </pc:sldMkLst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5" creationId="{060DF453-29D4-B69D-5ED6-0D85F24B0A65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0" creationId="{FF6AADB5-E72C-7752-B64D-F25E248627C3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2" creationId="{F99ADC54-4F4E-8DDF-0F18-A66591E2054C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5" creationId="{18C7A455-5CEE-E61C-5555-67F65F449D9F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0" creationId="{DEAB14A1-D6AA-0F7F-E0D5-8B1E605F2285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1" creationId="{8CA62F6E-7303-7180-474C-A15667806DB2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2" creationId="{B44C8CB1-EAF3-1BA6-8C40-835AEEBBEF8D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4" creationId="{4BC2F4DF-5B18-F0EB-4DF6-A1D709587739}"/>
          </ac:spMkLst>
        </pc:spChg>
        <pc:spChg chg="del">
          <ac:chgData name="한나 조" userId="65a288ce2c9026c1" providerId="LiveId" clId="{C15A6EEB-526C-46C9-82AA-A02ABBD41001}" dt="2026-07-22T06:01:15.089" v="775" actId="478"/>
          <ac:spMkLst>
            <pc:docMk/>
            <pc:sldMk cId="4200059206" sldId="2074"/>
            <ac:spMk id="27" creationId="{99BC32B9-4A0D-B31F-A863-BC5D89D039D7}"/>
          </ac:spMkLst>
        </pc:spChg>
        <pc:spChg chg="add mod">
          <ac:chgData name="한나 조" userId="65a288ce2c9026c1" providerId="LiveId" clId="{C15A6EEB-526C-46C9-82AA-A02ABBD41001}" dt="2026-07-22T06:02:45.405" v="785"/>
          <ac:spMkLst>
            <pc:docMk/>
            <pc:sldMk cId="4200059206" sldId="2074"/>
            <ac:spMk id="29" creationId="{04E6C27B-59E7-519A-ABC2-FF32C40BCE03}"/>
          </ac:spMkLst>
        </pc:spChg>
        <pc:spChg chg="add mod">
          <ac:chgData name="한나 조" userId="65a288ce2c9026c1" providerId="LiveId" clId="{C15A6EEB-526C-46C9-82AA-A02ABBD41001}" dt="2026-07-22T05:58:45.555" v="774" actId="20577"/>
          <ac:spMkLst>
            <pc:docMk/>
            <pc:sldMk cId="4200059206" sldId="2074"/>
            <ac:spMk id="31" creationId="{AF9DDA9B-A47D-57F7-D428-7943EB52F26D}"/>
          </ac:spMkLst>
        </pc:spChg>
        <pc:spChg chg="add mod ord">
          <ac:chgData name="한나 조" userId="65a288ce2c9026c1" providerId="LiveId" clId="{C15A6EEB-526C-46C9-82AA-A02ABBD41001}" dt="2026-07-22T05:58:31.180" v="770" actId="167"/>
          <ac:spMkLst>
            <pc:docMk/>
            <pc:sldMk cId="4200059206" sldId="2074"/>
            <ac:spMk id="32" creationId="{DCB84ED0-EDF7-591D-F6D9-726F375E71D5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62" creationId="{D649AD8D-735E-84FD-3D7C-7A22DC52EB6A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36" creationId="{6920879E-3CB7-E825-58A6-5D52005BBAEC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7" creationId="{BF551220-42D0-C142-58E5-2DBC0D94D94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8" creationId="{9D1FCAAB-5650-72C3-3516-7A0C9A117DE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9" creationId="{799C9EF5-3237-48D4-F2C2-F6241570C7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3" creationId="{C3EE81FC-4BD1-CEAE-10F2-C900BAFB24F7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4" creationId="{3FB812F7-A157-B5A0-0A62-D74D3305E9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5" creationId="{35E41EBC-84B4-87F8-38E6-67C0D81BE851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6" creationId="{CE888F3B-A680-8D63-859B-2C9AEDD5FF6D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1" creationId="{104B0A85-DA39-4A54-D9D1-910B05FC66CA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2" creationId="{4628896E-15B0-1E90-7D86-A2936B24FCB0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3" creationId="{A84CE472-3B55-C5F6-1714-7AFC1408C8B7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4" creationId="{81445454-A740-57A5-0267-808B468C0490}"/>
          </ac:spMkLst>
        </pc:spChg>
        <pc:spChg chg="mod">
          <ac:chgData name="한나 조" userId="65a288ce2c9026c1" providerId="LiveId" clId="{C15A6EEB-526C-46C9-82AA-A02ABBD41001}" dt="2026-07-22T05:49:36.982" v="721" actId="1076"/>
          <ac:spMkLst>
            <pc:docMk/>
            <pc:sldMk cId="4200059206" sldId="2074"/>
            <ac:spMk id="165" creationId="{EA483FEC-A65A-124E-8F01-71A253D0CCA2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69" creationId="{4AD725C2-6CF7-F033-2E2C-B76E0C016676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171" creationId="{0404E16A-FCF4-02B3-1BB1-3DA3EFBEC1A7}"/>
          </ac:spMkLst>
        </pc:spChg>
        <pc:grpChg chg="add mod">
          <ac:chgData name="한나 조" userId="65a288ce2c9026c1" providerId="LiveId" clId="{C15A6EEB-526C-46C9-82AA-A02ABBD41001}" dt="2026-07-22T06:01:31.448" v="780" actId="164"/>
          <ac:grpSpMkLst>
            <pc:docMk/>
            <pc:sldMk cId="4200059206" sldId="2074"/>
            <ac:grpSpMk id="33" creationId="{7976653A-49BE-254D-2D4B-E7FC0663D59B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4" creationId="{868DB712-BB1E-B60A-9671-C322C8A25436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5" creationId="{AD820F47-4A92-E30E-2C55-AE90375B3CD7}"/>
          </ac:grpSpMkLst>
        </pc:grpChg>
        <pc:grpChg chg="add mod">
          <ac:chgData name="한나 조" userId="65a288ce2c9026c1" providerId="LiveId" clId="{C15A6EEB-526C-46C9-82AA-A02ABBD41001}" dt="2026-07-22T06:01:39.351" v="783" actId="164"/>
          <ac:grpSpMkLst>
            <pc:docMk/>
            <pc:sldMk cId="4200059206" sldId="2074"/>
            <ac:grpSpMk id="36" creationId="{8247ABC6-A87B-F3FF-F1E1-BF762F4B203F}"/>
          </ac:grpSpMkLst>
        </pc:grpChg>
      </pc:sldChg>
      <pc:sldChg chg="modSp mod">
        <pc:chgData name="한나 조" userId="65a288ce2c9026c1" providerId="LiveId" clId="{C15A6EEB-526C-46C9-82AA-A02ABBD41001}" dt="2026-07-22T06:11:54.745" v="961" actId="1076"/>
        <pc:sldMkLst>
          <pc:docMk/>
          <pc:sldMk cId="4064297557" sldId="2075"/>
        </pc:sldMkLst>
        <pc:spChg chg="mod">
          <ac:chgData name="한나 조" userId="65a288ce2c9026c1" providerId="LiveId" clId="{C15A6EEB-526C-46C9-82AA-A02ABBD41001}" dt="2026-07-22T06:11:47.172" v="959" actId="20577"/>
          <ac:spMkLst>
            <pc:docMk/>
            <pc:sldMk cId="4064297557" sldId="2075"/>
            <ac:spMk id="3" creationId="{ACB575D3-4122-1CEF-D705-ED71863AB27F}"/>
          </ac:spMkLst>
        </pc:spChg>
        <pc:spChg chg="mod">
          <ac:chgData name="한나 조" userId="65a288ce2c9026c1" providerId="LiveId" clId="{C15A6EEB-526C-46C9-82AA-A02ABBD41001}" dt="2026-07-22T05:49:05.844" v="719"/>
          <ac:spMkLst>
            <pc:docMk/>
            <pc:sldMk cId="4064297557" sldId="2075"/>
            <ac:spMk id="17" creationId="{7D4B8565-3988-D384-3F2F-D0DE0CB8808A}"/>
          </ac:spMkLst>
        </pc:spChg>
        <pc:spChg chg="mod">
          <ac:chgData name="한나 조" userId="65a288ce2c9026c1" providerId="LiveId" clId="{C15A6EEB-526C-46C9-82AA-A02ABBD41001}" dt="2026-07-22T06:11:49.534" v="960" actId="20577"/>
          <ac:spMkLst>
            <pc:docMk/>
            <pc:sldMk cId="4064297557" sldId="2075"/>
            <ac:spMk id="24" creationId="{988E8485-D00E-9572-AB2F-BF328927FF8B}"/>
          </ac:spMkLst>
        </pc:spChg>
        <pc:spChg chg="mod">
          <ac:chgData name="한나 조" userId="65a288ce2c9026c1" providerId="LiveId" clId="{C15A6EEB-526C-46C9-82AA-A02ABBD41001}" dt="2026-07-22T06:11:54.745" v="961" actId="1076"/>
          <ac:spMkLst>
            <pc:docMk/>
            <pc:sldMk cId="4064297557" sldId="2075"/>
            <ac:spMk id="33" creationId="{51F54448-CB70-E550-2584-E2A8F64536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회원정보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743481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11549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2645346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내회원정보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675719"/>
              </p:ext>
            </p:extLst>
          </p:nvPr>
        </p:nvGraphicFramePr>
        <p:xfrm>
          <a:off x="720329" y="3348261"/>
          <a:ext cx="11521280" cy="10287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회원정보 변경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정보확인(비밀번호입력)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사용자정보 변경화면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바우처 정보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바우처 정보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layer</a:t>
                      </a:r>
                      <a:r>
                        <a:rPr lang="ko-KR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popup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 자격 조회 팝업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CH-U-MY-01-03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9374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 내역/전환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마일리지 내역/전환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14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AILET 마일리지 전환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CH-U-MY-01-05-01p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1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DF85C3-6B01-04F6-7F18-02C68F68432D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3842E0-0041-3C5A-E54B-6B685DF4F1C6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F5A09F-A51B-D071-1215-5C5B25F2B02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20169"/>
              </p:ext>
            </p:extLst>
          </p:nvPr>
        </p:nvGraphicFramePr>
        <p:xfrm>
          <a:off x="432297" y="508419"/>
          <a:ext cx="12241358" cy="586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회원정보확인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[확인]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비밀번호를 입력해 주세요.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회원정보확인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일치하지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비밀번호 </a:t>
                      </a:r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비밀번호를 입력해 주세요.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형식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영문·숫자·특수문자를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포함해 8자 이상 입력해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확인 불일치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일치하지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 비밀번호확인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포커스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비밀번호가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번호가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3862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 검증 불일치시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 형식이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올바르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 않습니다. 다시 확인해 주세요.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완료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[저장] 클릭 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이메일이</a:t>
                      </a:r>
                      <a:r>
                        <a:rPr lang="ko-KR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마케팅동의 수신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체크박스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마케팅수신을 동의하셨습니다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마케팅동의 수신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체크박스 해제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마케팅수신을 해제하셨습니다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4840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미저장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중단하시겠습니까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입력한 내용은 저장되지 않습니다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이전 화면으로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화면유지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정보 변경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CH-U-MY-01-02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탈퇴하기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탈퇴하기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회원탈퇴를 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회원탈퇴처리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미선택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바우처를 선택해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 실패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조회에 실패하였습니다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정보를 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8260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자격조회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CH-U-MY-01-03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 조회 성공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바우처가 조회되었습니다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나의 바우처에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추가하시겠습니까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나의 바우처에 추가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 내역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CH-U-MY-01-04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 잔액이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원일 경우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[AiLET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포인트로전환하기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 가능한 마일리지가 없습니다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CH-U-MY-01-05-01p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마일리지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 금액이 잔액보다 많을 경우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전환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전환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가능 금액이 부족합니다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다시 확인해 주세요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6129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정보확인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비밀번호입력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52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51316"/>
              </p:ext>
            </p:extLst>
          </p:nvPr>
        </p:nvGraphicFramePr>
        <p:xfrm>
          <a:off x="10128399" y="623854"/>
          <a:ext cx="2850436" cy="2074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box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로그인 화면 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CH-U-LO-01-01)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화면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정의와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 변경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65F867D-9AFA-8072-6B75-C429301FD069}"/>
              </a:ext>
            </a:extLst>
          </p:cNvPr>
          <p:cNvSpPr/>
          <p:nvPr/>
        </p:nvSpPr>
        <p:spPr>
          <a:xfrm>
            <a:off x="358814" y="2185818"/>
            <a:ext cx="305005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확인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2640982A-6DC4-BC5A-8BA6-3C8815177009}"/>
              </a:ext>
            </a:extLst>
          </p:cNvPr>
          <p:cNvSpPr/>
          <p:nvPr/>
        </p:nvSpPr>
        <p:spPr>
          <a:xfrm>
            <a:off x="959634" y="1736557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비밀번호를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1D6DE01-0745-2B93-FB24-92E3A6334370}"/>
              </a:ext>
            </a:extLst>
          </p:cNvPr>
          <p:cNvSpPr txBox="1"/>
          <p:nvPr/>
        </p:nvSpPr>
        <p:spPr>
          <a:xfrm>
            <a:off x="260415" y="1734864"/>
            <a:ext cx="6059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비밀번호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B0D9D38-C3DC-FCA2-22AC-F04994B8684A}"/>
              </a:ext>
            </a:extLst>
          </p:cNvPr>
          <p:cNvSpPr txBox="1"/>
          <p:nvPr/>
        </p:nvSpPr>
        <p:spPr>
          <a:xfrm>
            <a:off x="260415" y="1119537"/>
            <a:ext cx="1612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회원정보확인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8D467D5-041C-0882-5464-8CE5FDF44922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정보를 안전하게 보호하기 위해 비밀번호를 다시한번 입력해 주세요</a:t>
            </a:r>
            <a:r>
              <a:rPr lang="en-US" altLang="ko-KR" sz="700" dirty="0"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054577FC-62A3-BEC4-A7C4-50BE5426A293}"/>
              </a:ext>
            </a:extLst>
          </p:cNvPr>
          <p:cNvSpPr/>
          <p:nvPr/>
        </p:nvSpPr>
        <p:spPr>
          <a:xfrm>
            <a:off x="198902" y="16171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5AEE59-D284-6D78-84FA-6200CC894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856" y="1744407"/>
            <a:ext cx="224408" cy="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6989-0276-9A23-A5CB-DBAE494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87D143DA-3271-ADE6-1F25-4994B6879EDB}"/>
              </a:ext>
            </a:extLst>
          </p:cNvPr>
          <p:cNvSpPr/>
          <p:nvPr/>
        </p:nvSpPr>
        <p:spPr>
          <a:xfrm>
            <a:off x="3911079" y="3351823"/>
            <a:ext cx="3430800" cy="8950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7" name="Rounded Rectangle 35">
            <a:extLst>
              <a:ext uri="{FF2B5EF4-FFF2-40B4-BE49-F238E27FC236}">
                <a16:creationId xmlns:a16="http://schemas.microsoft.com/office/drawing/2014/main" id="{9FD73299-59E9-033A-103D-844B63BE194E}"/>
              </a:ext>
            </a:extLst>
          </p:cNvPr>
          <p:cNvSpPr/>
          <p:nvPr/>
        </p:nvSpPr>
        <p:spPr>
          <a:xfrm>
            <a:off x="4839880" y="3080737"/>
            <a:ext cx="1440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email123@naver.com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22E3689-9607-DEF2-D1C8-652871A1036D}"/>
              </a:ext>
            </a:extLst>
          </p:cNvPr>
          <p:cNvSpPr txBox="1"/>
          <p:nvPr/>
        </p:nvSpPr>
        <p:spPr>
          <a:xfrm>
            <a:off x="4019926" y="307904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이메일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19" name="Rounded Rectangle 35">
            <a:extLst>
              <a:ext uri="{FF2B5EF4-FFF2-40B4-BE49-F238E27FC236}">
                <a16:creationId xmlns:a16="http://schemas.microsoft.com/office/drawing/2014/main" id="{9ADC09EC-0F57-49E7-73E7-D8A5028E75A5}"/>
              </a:ext>
            </a:extLst>
          </p:cNvPr>
          <p:cNvSpPr/>
          <p:nvPr/>
        </p:nvSpPr>
        <p:spPr>
          <a:xfrm>
            <a:off x="6424056" y="3075785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79F8227-5C7C-86CE-2683-49EE3E7D7BA5}"/>
              </a:ext>
            </a:extLst>
          </p:cNvPr>
          <p:cNvSpPr/>
          <p:nvPr/>
        </p:nvSpPr>
        <p:spPr>
          <a:xfrm>
            <a:off x="3911079" y="1490475"/>
            <a:ext cx="3430800" cy="8950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07D296B-728D-E60B-3042-2B445627601F}"/>
              </a:ext>
            </a:extLst>
          </p:cNvPr>
          <p:cNvSpPr/>
          <p:nvPr/>
        </p:nvSpPr>
        <p:spPr>
          <a:xfrm>
            <a:off x="162223" y="3490924"/>
            <a:ext cx="3430800" cy="13630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E12DF5-2C8D-1D6F-4297-48C19EA9BBE9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96EA0-E880-90FE-32E8-5ECC35B86A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CC60DE9-6D9B-F79D-326C-392750D7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59465"/>
              </p:ext>
            </p:extLst>
          </p:nvPr>
        </p:nvGraphicFramePr>
        <p:xfrm>
          <a:off x="10128399" y="623854"/>
          <a:ext cx="2850436" cy="564362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수정하기 아코디언은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개만 펼칠 수 있음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노출되는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정보는 전부 수정불가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가능한 항목은 텍스트에 별도 표시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클릭하여 변경 가능함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2726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현재 비밀번호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box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설정한 비밀번호가 입력된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처리되어 있으며 보기 아이콘 클릭 시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새 비밀번호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변경하기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펼침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클릭 시 비밀번호 검증 후 정보 변경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다른 항목 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아코디언 닫힘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정보는 삭제되지 않음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클릭 시 입력 정보 초기화 및 아코디언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휴대폰번호 정보영역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입력된 정보에 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가능한 영역임을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본인인증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회원가입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(CH-U-JO-01-01p)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 정책 동일하게 반영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성공시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휴대폰번호 변경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정보영역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입력된 정보에 밑줄 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가능한 영역임을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번호입력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input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변경하기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 펼침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회원가입 화면 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spc="-80" dirty="0"/>
                        <a:t>CH-U-JO-01-04)</a:t>
                      </a:r>
                      <a:r>
                        <a:rPr kumimoji="0" lang="en-US" altLang="ko-KR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화면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정의와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클릭 시 입력 정보 초기화 및 아코디언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마케팅 수신 동의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 안내 내용은 우측 버튼으로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수정하기 아코디언과 별개로 중복으로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체크박스 선택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시 바로 반영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(toast)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회원탈퇴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탈퇴 진행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EE8FF9-7239-3104-6C83-F281A220F772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7C893-E410-84BB-C6E7-E3EDE1C897D1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변경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44FFB-A285-BAC6-4485-EF5051B8A1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F9EE55-603C-7B56-7FA5-9B24622040F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28F967-6575-0EC6-3AFC-8CCF138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D9C921-6337-42E6-BF16-AD73032A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BE428C5-4A38-EB8C-4794-9F4C1A07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B758EF-11EA-C1BA-D017-9498B06B4E87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11DB7-7DCC-5F37-60A9-F4C6BC95D70F}"/>
              </a:ext>
            </a:extLst>
          </p:cNvPr>
          <p:cNvSpPr txBox="1"/>
          <p:nvPr/>
        </p:nvSpPr>
        <p:spPr>
          <a:xfrm>
            <a:off x="1302717" y="330494"/>
            <a:ext cx="2752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확인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 변경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59081-46A9-63BB-A42E-9D0EE7347BE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2026.07.20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61F14C-1311-9162-7F17-9CCC9F355406}"/>
              </a:ext>
            </a:extLst>
          </p:cNvPr>
          <p:cNvGrpSpPr/>
          <p:nvPr/>
        </p:nvGrpSpPr>
        <p:grpSpPr>
          <a:xfrm>
            <a:off x="260415" y="1193087"/>
            <a:ext cx="3147218" cy="221149"/>
            <a:chOff x="260415" y="1193087"/>
            <a:chExt cx="3147218" cy="221149"/>
          </a:xfrm>
        </p:grpSpPr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338D8362-D421-BE2E-7DCA-F97DAA0C70D1}"/>
                </a:ext>
              </a:extLst>
            </p:cNvPr>
            <p:cNvSpPr/>
            <p:nvPr/>
          </p:nvSpPr>
          <p:spPr>
            <a:xfrm>
              <a:off x="1152376" y="1194780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happy1234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3364FF-9C6C-42D4-87BF-C26712AE86D9}"/>
                </a:ext>
              </a:extLst>
            </p:cNvPr>
            <p:cNvSpPr txBox="1"/>
            <p:nvPr/>
          </p:nvSpPr>
          <p:spPr>
            <a:xfrm>
              <a:off x="260415" y="1193087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아이디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85E6D5-B7E7-75B5-01D7-071EBF2CB210}"/>
              </a:ext>
            </a:extLst>
          </p:cNvPr>
          <p:cNvGrpSpPr/>
          <p:nvPr/>
        </p:nvGrpSpPr>
        <p:grpSpPr>
          <a:xfrm>
            <a:off x="260415" y="1427325"/>
            <a:ext cx="2332122" cy="221149"/>
            <a:chOff x="260415" y="1427325"/>
            <a:chExt cx="2332122" cy="221149"/>
          </a:xfrm>
        </p:grpSpPr>
        <p:sp>
          <p:nvSpPr>
            <p:cNvPr id="32" name="Rounded Rectangle 35">
              <a:extLst>
                <a:ext uri="{FF2B5EF4-FFF2-40B4-BE49-F238E27FC236}">
                  <a16:creationId xmlns:a16="http://schemas.microsoft.com/office/drawing/2014/main" id="{DE51646F-6EC9-EF5C-9DF7-872EEE1B8718}"/>
                </a:ext>
              </a:extLst>
            </p:cNvPr>
            <p:cNvSpPr/>
            <p:nvPr/>
          </p:nvSpPr>
          <p:spPr>
            <a:xfrm>
              <a:off x="1152376" y="1429018"/>
              <a:ext cx="1440161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************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EB9453-6ABA-4615-AC29-5B771351DDAF}"/>
                </a:ext>
              </a:extLst>
            </p:cNvPr>
            <p:cNvSpPr txBox="1"/>
            <p:nvPr/>
          </p:nvSpPr>
          <p:spPr>
            <a:xfrm>
              <a:off x="260415" y="14273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3900BB4-AA34-1C97-9DAF-AFCA95CFD65B}"/>
              </a:ext>
            </a:extLst>
          </p:cNvPr>
          <p:cNvSpPr/>
          <p:nvPr/>
        </p:nvSpPr>
        <p:spPr>
          <a:xfrm>
            <a:off x="1080369" y="1981544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김행복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670338-0E31-4FAD-C62E-4073CF05AEAD}"/>
              </a:ext>
            </a:extLst>
          </p:cNvPr>
          <p:cNvSpPr txBox="1"/>
          <p:nvPr/>
        </p:nvSpPr>
        <p:spPr>
          <a:xfrm>
            <a:off x="260415" y="197985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이름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BBD1095-2B90-DC7A-B7DD-C35FD34C3CB3}"/>
              </a:ext>
            </a:extLst>
          </p:cNvPr>
          <p:cNvCxnSpPr>
            <a:cxnSpLocks/>
          </p:cNvCxnSpPr>
          <p:nvPr/>
        </p:nvCxnSpPr>
        <p:spPr>
          <a:xfrm>
            <a:off x="227148" y="1858883"/>
            <a:ext cx="325074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8F9AC4FA-2D7F-8D9A-C614-828385396A61}"/>
              </a:ext>
            </a:extLst>
          </p:cNvPr>
          <p:cNvSpPr/>
          <p:nvPr/>
        </p:nvSpPr>
        <p:spPr>
          <a:xfrm>
            <a:off x="1080369" y="2217217"/>
            <a:ext cx="2255257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1987-06-05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7089E0-A221-DBBA-E69E-94B6DE47DC20}"/>
              </a:ext>
            </a:extLst>
          </p:cNvPr>
          <p:cNvSpPr txBox="1"/>
          <p:nvPr/>
        </p:nvSpPr>
        <p:spPr>
          <a:xfrm>
            <a:off x="260415" y="221552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생년월일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87197A3C-6CD2-8CB0-C40E-5EF33EFB3516}"/>
              </a:ext>
            </a:extLst>
          </p:cNvPr>
          <p:cNvSpPr/>
          <p:nvPr/>
        </p:nvSpPr>
        <p:spPr>
          <a:xfrm>
            <a:off x="1080370" y="2457805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010-1234-5678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3B817B-D574-4D26-613B-B1DED11B10C7}"/>
              </a:ext>
            </a:extLst>
          </p:cNvPr>
          <p:cNvSpPr txBox="1"/>
          <p:nvPr/>
        </p:nvSpPr>
        <p:spPr>
          <a:xfrm>
            <a:off x="260415" y="245611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휴대폰번호</a:t>
            </a:r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endParaRPr lang="ko-KR" altLang="en-US" sz="8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F7C260-963F-2F6D-35F8-6A57EF010F43}"/>
              </a:ext>
            </a:extLst>
          </p:cNvPr>
          <p:cNvSpPr txBox="1"/>
          <p:nvPr/>
        </p:nvSpPr>
        <p:spPr>
          <a:xfrm>
            <a:off x="260415" y="2771968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성별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6042E9A-0C0C-C97C-9D81-8090FA9AF67D}"/>
              </a:ext>
            </a:extLst>
          </p:cNvPr>
          <p:cNvSpPr txBox="1"/>
          <p:nvPr/>
        </p:nvSpPr>
        <p:spPr>
          <a:xfrm>
            <a:off x="260415" y="3087065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이메일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BA3FF22-35A7-1759-78AC-4953F0069502}"/>
              </a:ext>
            </a:extLst>
          </p:cNvPr>
          <p:cNvSpPr txBox="1"/>
          <p:nvPr/>
        </p:nvSpPr>
        <p:spPr>
          <a:xfrm>
            <a:off x="307423" y="4514770"/>
            <a:ext cx="283353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특가상품</a:t>
            </a:r>
            <a:r>
              <a:rPr lang="en-US" altLang="ko-KR" sz="800" dirty="0"/>
              <a:t>, </a:t>
            </a:r>
            <a:r>
              <a:rPr lang="ko-KR" altLang="en-US" sz="800" dirty="0"/>
              <a:t>할인쿠폰</a:t>
            </a:r>
            <a:r>
              <a:rPr lang="en-US" altLang="ko-KR" sz="800" dirty="0"/>
              <a:t>, </a:t>
            </a:r>
            <a:r>
              <a:rPr lang="ko-KR" altLang="en-US" sz="800" dirty="0"/>
              <a:t>이벤트 소식 수신 동의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D8147F2-CE43-E2DC-4A3D-3AC39B13B15F}"/>
              </a:ext>
            </a:extLst>
          </p:cNvPr>
          <p:cNvSpPr txBox="1"/>
          <p:nvPr/>
        </p:nvSpPr>
        <p:spPr>
          <a:xfrm>
            <a:off x="260415" y="3524309"/>
            <a:ext cx="15400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마케팅정보 수신 동의</a:t>
            </a:r>
            <a:r>
              <a:rPr lang="en-US" altLang="ko-KR" sz="800" b="1" dirty="0">
                <a:latin typeface="맑은 고딕"/>
                <a:ea typeface="맑은 고딕"/>
              </a:rPr>
              <a:t>(</a:t>
            </a:r>
            <a:r>
              <a:rPr lang="ko-KR" altLang="en-US" sz="800" b="1" dirty="0">
                <a:latin typeface="맑은 고딕"/>
                <a:ea typeface="맑은 고딕"/>
              </a:rPr>
              <a:t>선택</a:t>
            </a:r>
            <a:r>
              <a:rPr lang="en-US" altLang="ko-KR" sz="800" b="1" dirty="0">
                <a:latin typeface="맑은 고딕"/>
                <a:ea typeface="맑은 고딕"/>
              </a:rPr>
              <a:t>)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7" name="Rounded Rectangle 33">
            <a:extLst>
              <a:ext uri="{FF2B5EF4-FFF2-40B4-BE49-F238E27FC236}">
                <a16:creationId xmlns:a16="http://schemas.microsoft.com/office/drawing/2014/main" id="{44D19BCD-F119-1B32-F470-EAC057216A72}"/>
              </a:ext>
            </a:extLst>
          </p:cNvPr>
          <p:cNvSpPr/>
          <p:nvPr/>
        </p:nvSpPr>
        <p:spPr>
          <a:xfrm>
            <a:off x="358813" y="4932959"/>
            <a:ext cx="304882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회원탈퇴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91D8C3B-4690-FC20-4135-0BF399F23809}"/>
              </a:ext>
            </a:extLst>
          </p:cNvPr>
          <p:cNvSpPr/>
          <p:nvPr/>
        </p:nvSpPr>
        <p:spPr>
          <a:xfrm>
            <a:off x="3140962" y="3490924"/>
            <a:ext cx="266671" cy="2898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6046939C-F18C-54BD-B2A3-0DD7280FAA04}"/>
              </a:ext>
            </a:extLst>
          </p:cNvPr>
          <p:cNvSpPr/>
          <p:nvPr/>
        </p:nvSpPr>
        <p:spPr>
          <a:xfrm>
            <a:off x="198902" y="13387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Rounded Rectangle 35">
            <a:extLst>
              <a:ext uri="{FF2B5EF4-FFF2-40B4-BE49-F238E27FC236}">
                <a16:creationId xmlns:a16="http://schemas.microsoft.com/office/drawing/2014/main" id="{FD12C599-DCEB-0DAB-8B67-F1FB96972EE7}"/>
              </a:ext>
            </a:extLst>
          </p:cNvPr>
          <p:cNvSpPr/>
          <p:nvPr/>
        </p:nvSpPr>
        <p:spPr>
          <a:xfrm>
            <a:off x="2664545" y="2452853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53A28EF-428A-816E-F82D-C63C57584F7B}"/>
              </a:ext>
            </a:extLst>
          </p:cNvPr>
          <p:cNvGrpSpPr/>
          <p:nvPr/>
        </p:nvGrpSpPr>
        <p:grpSpPr>
          <a:xfrm>
            <a:off x="1152377" y="2772777"/>
            <a:ext cx="955681" cy="215444"/>
            <a:chOff x="1152377" y="2952702"/>
            <a:chExt cx="955681" cy="215444"/>
          </a:xfrm>
        </p:grpSpPr>
        <p:pic>
          <p:nvPicPr>
            <p:cNvPr id="10" name="Picture 2" descr="on, radio icon">
              <a:extLst>
                <a:ext uri="{FF2B5EF4-FFF2-40B4-BE49-F238E27FC236}">
                  <a16:creationId xmlns:a16="http://schemas.microsoft.com/office/drawing/2014/main" id="{0D231F14-CB15-0580-C5D0-7833B1CB3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377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DB5A06-FF17-DC4D-0BD2-5D570D961927}"/>
                </a:ext>
              </a:extLst>
            </p:cNvPr>
            <p:cNvSpPr txBox="1"/>
            <p:nvPr/>
          </p:nvSpPr>
          <p:spPr>
            <a:xfrm>
              <a:off x="120287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남자</a:t>
              </a:r>
            </a:p>
          </p:txBody>
        </p:sp>
        <p:pic>
          <p:nvPicPr>
            <p:cNvPr id="20" name="Picture 4" descr="off, radio icon">
              <a:extLst>
                <a:ext uri="{FF2B5EF4-FFF2-40B4-BE49-F238E27FC236}">
                  <a16:creationId xmlns:a16="http://schemas.microsoft.com/office/drawing/2014/main" id="{77349404-C078-1BF7-2883-A637B6E94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4933" y="3018803"/>
              <a:ext cx="102298" cy="102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7952A7-0434-E62D-2ABD-CFE5F44610F4}"/>
                </a:ext>
              </a:extLst>
            </p:cNvPr>
            <p:cNvSpPr txBox="1"/>
            <p:nvPr/>
          </p:nvSpPr>
          <p:spPr>
            <a:xfrm>
              <a:off x="1718208" y="2952702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여자</a:t>
              </a: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A573E3E-6E09-71C9-148C-5716B0ED0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59963"/>
              </p:ext>
            </p:extLst>
          </p:nvPr>
        </p:nvGraphicFramePr>
        <p:xfrm>
          <a:off x="333215" y="3855257"/>
          <a:ext cx="3002411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138">
                  <a:extLst>
                    <a:ext uri="{9D8B030D-6E8A-4147-A177-3AD203B41FA5}">
                      <a16:colId xmlns:a16="http://schemas.microsoft.com/office/drawing/2014/main" val="2084880979"/>
                    </a:ext>
                  </a:extLst>
                </a:gridCol>
                <a:gridCol w="2399273">
                  <a:extLst>
                    <a:ext uri="{9D8B030D-6E8A-4147-A177-3AD203B41FA5}">
                      <a16:colId xmlns:a16="http://schemas.microsoft.com/office/drawing/2014/main" val="149274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목적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맞춤형 서비스 제공 및 마케팅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79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이메일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휴대폰번호</a:t>
                      </a:r>
                      <a:r>
                        <a:rPr lang="en-US" altLang="ko-KR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서비스 이용기록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108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bg1"/>
                          </a:solidFill>
                        </a:rPr>
                        <a:t>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회원탈퇴시</a:t>
                      </a:r>
                      <a:r>
                        <a:rPr lang="ko-KR" altLang="en-US" sz="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또는 법정의무보유기간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100101"/>
                  </a:ext>
                </a:extLst>
              </a:tr>
            </a:tbl>
          </a:graphicData>
        </a:graphic>
      </p:graphicFrame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3E506B12-06D8-8782-15B6-7A80CB2E627E}"/>
              </a:ext>
            </a:extLst>
          </p:cNvPr>
          <p:cNvSpPr/>
          <p:nvPr/>
        </p:nvSpPr>
        <p:spPr>
          <a:xfrm>
            <a:off x="2664545" y="1427896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A0933AF-C2C0-204E-638D-A1946331F260}"/>
              </a:ext>
            </a:extLst>
          </p:cNvPr>
          <p:cNvGrpSpPr/>
          <p:nvPr/>
        </p:nvGrpSpPr>
        <p:grpSpPr>
          <a:xfrm>
            <a:off x="4019926" y="1190056"/>
            <a:ext cx="2332122" cy="221149"/>
            <a:chOff x="260415" y="1427325"/>
            <a:chExt cx="2332122" cy="221149"/>
          </a:xfrm>
        </p:grpSpPr>
        <p:sp>
          <p:nvSpPr>
            <p:cNvPr id="141" name="Rounded Rectangle 35">
              <a:extLst>
                <a:ext uri="{FF2B5EF4-FFF2-40B4-BE49-F238E27FC236}">
                  <a16:creationId xmlns:a16="http://schemas.microsoft.com/office/drawing/2014/main" id="{DC1EF622-44D0-2668-41E5-0054362A9667}"/>
                </a:ext>
              </a:extLst>
            </p:cNvPr>
            <p:cNvSpPr/>
            <p:nvPr/>
          </p:nvSpPr>
          <p:spPr>
            <a:xfrm>
              <a:off x="1152376" y="1429018"/>
              <a:ext cx="1440161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************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D2B133-E893-1C5A-C17B-D6455D3D2BE1}"/>
                </a:ext>
              </a:extLst>
            </p:cNvPr>
            <p:cNvSpPr txBox="1"/>
            <p:nvPr/>
          </p:nvSpPr>
          <p:spPr>
            <a:xfrm>
              <a:off x="260415" y="14273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현재비밀번호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5A0BF558-DFCA-7EA6-D001-F7A62C063772}"/>
              </a:ext>
            </a:extLst>
          </p:cNvPr>
          <p:cNvGrpSpPr/>
          <p:nvPr/>
        </p:nvGrpSpPr>
        <p:grpSpPr>
          <a:xfrm>
            <a:off x="4019926" y="1822558"/>
            <a:ext cx="3147218" cy="221149"/>
            <a:chOff x="260415" y="1901795"/>
            <a:chExt cx="3147218" cy="221149"/>
          </a:xfrm>
        </p:grpSpPr>
        <p:sp>
          <p:nvSpPr>
            <p:cNvPr id="145" name="Rounded Rectangle 35">
              <a:extLst>
                <a:ext uri="{FF2B5EF4-FFF2-40B4-BE49-F238E27FC236}">
                  <a16:creationId xmlns:a16="http://schemas.microsoft.com/office/drawing/2014/main" id="{B42BDB1B-B443-D039-534C-FC16F298F53A}"/>
                </a:ext>
              </a:extLst>
            </p:cNvPr>
            <p:cNvSpPr/>
            <p:nvPr/>
          </p:nvSpPr>
          <p:spPr>
            <a:xfrm>
              <a:off x="1152376" y="1903488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비밀번호를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B0CDFA6-C520-5E5F-1073-A722B9DD2E39}"/>
                </a:ext>
              </a:extLst>
            </p:cNvPr>
            <p:cNvSpPr txBox="1"/>
            <p:nvPr/>
          </p:nvSpPr>
          <p:spPr>
            <a:xfrm>
              <a:off x="260415" y="190179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비밀번호확인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2FD0C8C3-4E24-C649-FB55-DA24AADC9365}"/>
              </a:ext>
            </a:extLst>
          </p:cNvPr>
          <p:cNvGrpSpPr/>
          <p:nvPr/>
        </p:nvGrpSpPr>
        <p:grpSpPr>
          <a:xfrm>
            <a:off x="4019926" y="1582971"/>
            <a:ext cx="3147218" cy="221149"/>
            <a:chOff x="260415" y="1662208"/>
            <a:chExt cx="3147218" cy="221149"/>
          </a:xfrm>
        </p:grpSpPr>
        <p:sp>
          <p:nvSpPr>
            <p:cNvPr id="176" name="Rounded Rectangle 35">
              <a:extLst>
                <a:ext uri="{FF2B5EF4-FFF2-40B4-BE49-F238E27FC236}">
                  <a16:creationId xmlns:a16="http://schemas.microsoft.com/office/drawing/2014/main" id="{80ADA0F2-AA7D-4A9B-9DCA-45069A3AFC84}"/>
                </a:ext>
              </a:extLst>
            </p:cNvPr>
            <p:cNvSpPr/>
            <p:nvPr/>
          </p:nvSpPr>
          <p:spPr>
            <a:xfrm>
              <a:off x="1152376" y="1663901"/>
              <a:ext cx="2255257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비밀번호를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82A27ED-C857-29B4-98CA-A11D6E7F7457}"/>
                </a:ext>
              </a:extLst>
            </p:cNvPr>
            <p:cNvSpPr txBox="1"/>
            <p:nvPr/>
          </p:nvSpPr>
          <p:spPr>
            <a:xfrm>
              <a:off x="260415" y="166220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새 비밀번호</a:t>
              </a:r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78" name="Rounded Rectangle 35">
            <a:extLst>
              <a:ext uri="{FF2B5EF4-FFF2-40B4-BE49-F238E27FC236}">
                <a16:creationId xmlns:a16="http://schemas.microsoft.com/office/drawing/2014/main" id="{C62465A2-7910-0783-352B-B1774FE0357C}"/>
              </a:ext>
            </a:extLst>
          </p:cNvPr>
          <p:cNvSpPr/>
          <p:nvPr/>
        </p:nvSpPr>
        <p:spPr>
          <a:xfrm>
            <a:off x="6424056" y="1190627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96" name="모서리가 둥근 직사각형 114">
            <a:extLst>
              <a:ext uri="{FF2B5EF4-FFF2-40B4-BE49-F238E27FC236}">
                <a16:creationId xmlns:a16="http://schemas.microsoft.com/office/drawing/2014/main" id="{9B2209AD-2352-605C-62D0-F16465534E82}"/>
              </a:ext>
            </a:extLst>
          </p:cNvPr>
          <p:cNvSpPr/>
          <p:nvPr/>
        </p:nvSpPr>
        <p:spPr>
          <a:xfrm>
            <a:off x="3846930" y="1047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1830E202-A0B0-6DE6-3021-66263CAD0A78}"/>
              </a:ext>
            </a:extLst>
          </p:cNvPr>
          <p:cNvSpPr/>
          <p:nvPr/>
        </p:nvSpPr>
        <p:spPr>
          <a:xfrm>
            <a:off x="198902" y="2385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9" name="모서리가 둥근 직사각형 114">
            <a:extLst>
              <a:ext uri="{FF2B5EF4-FFF2-40B4-BE49-F238E27FC236}">
                <a16:creationId xmlns:a16="http://schemas.microsoft.com/office/drawing/2014/main" id="{D28EA78E-52C6-7A26-0F9D-4FED5953EFC2}"/>
              </a:ext>
            </a:extLst>
          </p:cNvPr>
          <p:cNvSpPr/>
          <p:nvPr/>
        </p:nvSpPr>
        <p:spPr>
          <a:xfrm>
            <a:off x="198902" y="29718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0" name="모서리가 둥근 직사각형 114">
            <a:extLst>
              <a:ext uri="{FF2B5EF4-FFF2-40B4-BE49-F238E27FC236}">
                <a16:creationId xmlns:a16="http://schemas.microsoft.com/office/drawing/2014/main" id="{E8D1D34D-DBE3-C1B5-E662-EE4A330DF24F}"/>
              </a:ext>
            </a:extLst>
          </p:cNvPr>
          <p:cNvSpPr/>
          <p:nvPr/>
        </p:nvSpPr>
        <p:spPr>
          <a:xfrm>
            <a:off x="198902" y="34313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1" name="모서리가 둥근 직사각형 114">
            <a:extLst>
              <a:ext uri="{FF2B5EF4-FFF2-40B4-BE49-F238E27FC236}">
                <a16:creationId xmlns:a16="http://schemas.microsoft.com/office/drawing/2014/main" id="{8951F992-CAB6-50BB-8DF6-A04D125FBB9B}"/>
              </a:ext>
            </a:extLst>
          </p:cNvPr>
          <p:cNvSpPr/>
          <p:nvPr/>
        </p:nvSpPr>
        <p:spPr>
          <a:xfrm>
            <a:off x="198902" y="4970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3" name="Rounded Rectangle 33">
            <a:extLst>
              <a:ext uri="{FF2B5EF4-FFF2-40B4-BE49-F238E27FC236}">
                <a16:creationId xmlns:a16="http://schemas.microsoft.com/office/drawing/2014/main" id="{F6082C7F-4059-96DA-8326-77BDCADA23CE}"/>
              </a:ext>
            </a:extLst>
          </p:cNvPr>
          <p:cNvSpPr/>
          <p:nvPr/>
        </p:nvSpPr>
        <p:spPr>
          <a:xfrm>
            <a:off x="4115603" y="2104962"/>
            <a:ext cx="30217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저장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94A32FCD-2D77-99F0-9855-C27B37D2CE96}"/>
              </a:ext>
            </a:extLst>
          </p:cNvPr>
          <p:cNvSpPr/>
          <p:nvPr/>
        </p:nvSpPr>
        <p:spPr>
          <a:xfrm>
            <a:off x="4907786" y="3468768"/>
            <a:ext cx="93791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A0B0D59-7A04-230E-65B7-EAB97CCFD20B}"/>
              </a:ext>
            </a:extLst>
          </p:cNvPr>
          <p:cNvSpPr/>
          <p:nvPr/>
        </p:nvSpPr>
        <p:spPr>
          <a:xfrm>
            <a:off x="6119120" y="3468768"/>
            <a:ext cx="10480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naver.com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C88FB88-DACE-FDB3-74A5-EA3B2A7C45B1}"/>
              </a:ext>
            </a:extLst>
          </p:cNvPr>
          <p:cNvSpPr txBox="1"/>
          <p:nvPr/>
        </p:nvSpPr>
        <p:spPr>
          <a:xfrm>
            <a:off x="5845641" y="3511239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1D4973E-2E03-7B8A-0400-822F947C6224}"/>
              </a:ext>
            </a:extLst>
          </p:cNvPr>
          <p:cNvSpPr txBox="1"/>
          <p:nvPr/>
        </p:nvSpPr>
        <p:spPr>
          <a:xfrm>
            <a:off x="4019146" y="350393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latin typeface="맑은 고딕"/>
                <a:ea typeface="맑은 고딕"/>
              </a:rPr>
              <a:t>이메일입력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09" name="모서리가 둥근 직사각형 114">
            <a:extLst>
              <a:ext uri="{FF2B5EF4-FFF2-40B4-BE49-F238E27FC236}">
                <a16:creationId xmlns:a16="http://schemas.microsoft.com/office/drawing/2014/main" id="{D1D49CAF-842F-A068-7C8C-CB5B6789B758}"/>
              </a:ext>
            </a:extLst>
          </p:cNvPr>
          <p:cNvSpPr/>
          <p:nvPr/>
        </p:nvSpPr>
        <p:spPr>
          <a:xfrm>
            <a:off x="3849566" y="29309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0" name="Rounded Rectangle 33">
            <a:extLst>
              <a:ext uri="{FF2B5EF4-FFF2-40B4-BE49-F238E27FC236}">
                <a16:creationId xmlns:a16="http://schemas.microsoft.com/office/drawing/2014/main" id="{82054B0F-44CD-6429-5598-81E4A149F70E}"/>
              </a:ext>
            </a:extLst>
          </p:cNvPr>
          <p:cNvSpPr/>
          <p:nvPr/>
        </p:nvSpPr>
        <p:spPr>
          <a:xfrm>
            <a:off x="4907787" y="3853113"/>
            <a:ext cx="225935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저장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14" name="Rounded Rectangle 35">
            <a:extLst>
              <a:ext uri="{FF2B5EF4-FFF2-40B4-BE49-F238E27FC236}">
                <a16:creationId xmlns:a16="http://schemas.microsoft.com/office/drawing/2014/main" id="{4F55E4DC-16D4-A0B5-220A-BD0D1A985882}"/>
              </a:ext>
            </a:extLst>
          </p:cNvPr>
          <p:cNvSpPr/>
          <p:nvPr/>
        </p:nvSpPr>
        <p:spPr>
          <a:xfrm>
            <a:off x="1080370" y="3076257"/>
            <a:ext cx="144016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rPr>
              <a:t>email123@naver.com</a:t>
            </a:r>
          </a:p>
        </p:txBody>
      </p:sp>
      <p:sp>
        <p:nvSpPr>
          <p:cNvPr id="215" name="Rounded Rectangle 35">
            <a:extLst>
              <a:ext uri="{FF2B5EF4-FFF2-40B4-BE49-F238E27FC236}">
                <a16:creationId xmlns:a16="http://schemas.microsoft.com/office/drawing/2014/main" id="{2C07B6B5-786E-4355-2283-98FC33B6FAD7}"/>
              </a:ext>
            </a:extLst>
          </p:cNvPr>
          <p:cNvSpPr/>
          <p:nvPr/>
        </p:nvSpPr>
        <p:spPr>
          <a:xfrm>
            <a:off x="2664545" y="3071305"/>
            <a:ext cx="743088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변경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9B34D5-AF30-558B-052D-84C2564D4B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1425" y="1441635"/>
            <a:ext cx="224408" cy="1963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BA35E9-8D5F-7776-9070-1977E1E9D3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545" y="1202295"/>
            <a:ext cx="224408" cy="1963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B9D4873-A861-ED95-DBFC-A8DCCE5C62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753" y="1601361"/>
            <a:ext cx="224408" cy="1963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5D9EABC-937A-EE28-275E-33302FEF0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753" y="1841271"/>
            <a:ext cx="224408" cy="19635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3F2B4CE-A783-FA60-8500-30E3D2F385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9129" y="1746247"/>
            <a:ext cx="1080120" cy="194108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C4C9D6D-6658-94BB-5A8E-1F4DA26BD956}"/>
              </a:ext>
            </a:extLst>
          </p:cNvPr>
          <p:cNvSpPr txBox="1"/>
          <p:nvPr/>
        </p:nvSpPr>
        <p:spPr>
          <a:xfrm>
            <a:off x="7961701" y="1515415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CH-U-JO-01-02-01p</a:t>
            </a:r>
            <a:endParaRPr lang="ko-KR" altLang="en-US" sz="9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7C9C27E-C37A-3E1C-C2D4-F3E750642A5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407633" y="2562581"/>
            <a:ext cx="4621496" cy="0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4EF4DA-2BA4-7A6B-1E26-BA1E43BF1373}"/>
              </a:ext>
            </a:extLst>
          </p:cNvPr>
          <p:cNvSpPr txBox="1"/>
          <p:nvPr/>
        </p:nvSpPr>
        <p:spPr>
          <a:xfrm>
            <a:off x="7462739" y="3799951"/>
            <a:ext cx="2402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 CH-U-MY-01-02 (</a:t>
            </a: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회원정보변경</a:t>
            </a:r>
            <a: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  <a:t>) </a:t>
            </a:r>
            <a:br>
              <a:rPr lang="en-US" altLang="ko-KR" sz="900" b="1" kern="0" spc="-150" dirty="0">
                <a:solidFill>
                  <a:srgbClr val="C00000"/>
                </a:solidFill>
                <a:latin typeface="+mn-ea"/>
              </a:rPr>
            </a:br>
            <a:r>
              <a:rPr lang="ko-KR" altLang="en-US" sz="900" b="1" kern="0" spc="-150" dirty="0">
                <a:solidFill>
                  <a:srgbClr val="C00000"/>
                </a:solidFill>
                <a:latin typeface="+mn-ea"/>
              </a:rPr>
              <a:t>화면으로 돌아옴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89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5747-E07F-F014-04AD-AC85F878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3BB56D-62B1-941D-B4EF-4C9EE5405862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5EF4A-2F84-0A0D-8E0D-0903505FA66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910B62F-3060-BA07-0231-40F8CBE33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97000"/>
              </p:ext>
            </p:extLst>
          </p:nvPr>
        </p:nvGraphicFramePr>
        <p:xfrm>
          <a:off x="10128399" y="623854"/>
          <a:ext cx="2850436" cy="36014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 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시각은 페이지 조회한 실시간 시각으로 반영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 카드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접힌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결제수단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펼친 상태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 확인 불가한 바우처는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잔액 확인 불가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여러 바우처 중복으로 펼치기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바우처가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바우처가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 자격 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바우처 등록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(CH-U-MY-01-03p)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사용내역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날짜별 사용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내역 리스트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 항목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사용 내역이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내역 추가 로드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개씩 추가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C09465F-43A8-195E-4940-47A70B6D5241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C58C3-A409-E5F1-1104-B5FEB82CEF39}"/>
              </a:ext>
            </a:extLst>
          </p:cNvPr>
          <p:cNvSpPr txBox="1"/>
          <p:nvPr/>
        </p:nvSpPr>
        <p:spPr>
          <a:xfrm>
            <a:off x="377783" y="720258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64F01-A367-493D-9AA3-BBDDDA262E5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21D28F9-B2FC-9B44-5720-DAA2EA1099CB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292C963-9FA2-4FFC-0F35-359D94AAE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C43189-C58B-D7E7-B257-2015DC853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CC8D390-5871-A4B0-5DC6-8D78C2D1A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4FFDBE-3329-01CC-0512-D22370EFAD6E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화면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7262E-5E85-663D-6EC8-DF23DE6E7168}"/>
              </a:ext>
            </a:extLst>
          </p:cNvPr>
          <p:cNvSpPr txBox="1"/>
          <p:nvPr/>
        </p:nvSpPr>
        <p:spPr>
          <a:xfrm>
            <a:off x="1302717" y="330494"/>
            <a:ext cx="13724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5C695A-E1C1-FADF-0299-772C3BBA70A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27678-D746-CE5B-CF04-785A944D4CCD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891E9-505A-98B1-F09A-83693311DECA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D8265-8165-0CBF-BA90-F55A8E1C5BA9}"/>
              </a:ext>
            </a:extLst>
          </p:cNvPr>
          <p:cNvSpPr/>
          <p:nvPr/>
        </p:nvSpPr>
        <p:spPr>
          <a:xfrm>
            <a:off x="3708089" y="1716528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ysClr val="windowText" lastClr="000000"/>
                </a:solidFill>
                <a:ea typeface="맑은 고딕"/>
              </a:rPr>
              <a:t>카드</a:t>
            </a:r>
            <a:endParaRPr lang="ko-KR" altLang="en-US" sz="700" b="1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3B2B58C-07E2-58F5-20E5-9290D487620D}"/>
              </a:ext>
            </a:extLst>
          </p:cNvPr>
          <p:cNvSpPr/>
          <p:nvPr/>
        </p:nvSpPr>
        <p:spPr>
          <a:xfrm>
            <a:off x="4207367" y="1716528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포인트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ABC91D0-7342-E577-FDA5-4E2120F64D4C}"/>
              </a:ext>
            </a:extLst>
          </p:cNvPr>
          <p:cNvGrpSpPr/>
          <p:nvPr/>
        </p:nvGrpSpPr>
        <p:grpSpPr>
          <a:xfrm>
            <a:off x="168443" y="1609151"/>
            <a:ext cx="3430800" cy="947500"/>
            <a:chOff x="168443" y="1792727"/>
            <a:chExt cx="3430800" cy="947500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3F0AD0A-6CB3-CB8E-C1ED-5017A93FCCE6}"/>
                </a:ext>
              </a:extLst>
            </p:cNvPr>
            <p:cNvSpPr/>
            <p:nvPr/>
          </p:nvSpPr>
          <p:spPr>
            <a:xfrm>
              <a:off x="168443" y="1792727"/>
              <a:ext cx="3430800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DB2A969-7C85-853B-3A86-051C394E2075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AB66393-06AD-CDEB-A77D-0E82F9F36E31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0A0DDF-0BF1-2B2A-4EA4-46C3A03615BA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3E4629D-699F-3E05-BBA2-B9E480332677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5D59A7D-C348-1DE0-9170-6AB3F11E46D3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DE76EE7-0F2D-1A13-C933-143527E68582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A95B14B-A58B-C1DF-AD77-460F97F13DF2}"/>
              </a:ext>
            </a:extLst>
          </p:cNvPr>
          <p:cNvGrpSpPr/>
          <p:nvPr/>
        </p:nvGrpSpPr>
        <p:grpSpPr>
          <a:xfrm>
            <a:off x="168443" y="2628660"/>
            <a:ext cx="3430800" cy="419436"/>
            <a:chOff x="168443" y="1792728"/>
            <a:chExt cx="3430800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39416EC-01D5-7F72-2420-880CF868B201}"/>
                </a:ext>
              </a:extLst>
            </p:cNvPr>
            <p:cNvSpPr/>
            <p:nvPr/>
          </p:nvSpPr>
          <p:spPr>
            <a:xfrm>
              <a:off x="168443" y="1792728"/>
              <a:ext cx="3430800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2CEA70-83A2-A044-6C68-C9EAD34895D7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044D316-9F2B-5F10-3ADB-6E9E375E84DB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AE992C0-E7F1-E276-2BAF-BF3EB340B6F8}"/>
                </a:ext>
              </a:extLst>
            </p:cNvPr>
            <p:cNvSpPr/>
            <p:nvPr/>
          </p:nvSpPr>
          <p:spPr>
            <a:xfrm>
              <a:off x="3240057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818653C-6058-61A9-8910-9AB11A5E1161}"/>
              </a:ext>
            </a:extLst>
          </p:cNvPr>
          <p:cNvSpPr txBox="1"/>
          <p:nvPr/>
        </p:nvSpPr>
        <p:spPr>
          <a:xfrm>
            <a:off x="260415" y="3834225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8B90E09-FCBE-E477-88CA-3B5B265560D6}"/>
              </a:ext>
            </a:extLst>
          </p:cNvPr>
          <p:cNvSpPr txBox="1"/>
          <p:nvPr/>
        </p:nvSpPr>
        <p:spPr>
          <a:xfrm>
            <a:off x="7684498" y="2304701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바우처가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2" name="순서도: 연결자 131">
            <a:extLst>
              <a:ext uri="{FF2B5EF4-FFF2-40B4-BE49-F238E27FC236}">
                <a16:creationId xmlns:a16="http://schemas.microsoft.com/office/drawing/2014/main" id="{EC71F29D-69A1-1B26-F0BA-E591A7CDECF5}"/>
              </a:ext>
            </a:extLst>
          </p:cNvPr>
          <p:cNvSpPr/>
          <p:nvPr/>
        </p:nvSpPr>
        <p:spPr>
          <a:xfrm>
            <a:off x="8492729" y="175046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0A747F-A02B-1B0F-2500-13CD13A210C7}"/>
              </a:ext>
            </a:extLst>
          </p:cNvPr>
          <p:cNvSpPr txBox="1"/>
          <p:nvPr/>
        </p:nvSpPr>
        <p:spPr>
          <a:xfrm>
            <a:off x="4663790" y="480348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내역이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순서도: 연결자 133">
            <a:extLst>
              <a:ext uri="{FF2B5EF4-FFF2-40B4-BE49-F238E27FC236}">
                <a16:creationId xmlns:a16="http://schemas.microsoft.com/office/drawing/2014/main" id="{3383F27D-00D2-EC9D-3129-A5E905A55EDE}"/>
              </a:ext>
            </a:extLst>
          </p:cNvPr>
          <p:cNvSpPr/>
          <p:nvPr/>
        </p:nvSpPr>
        <p:spPr>
          <a:xfrm>
            <a:off x="5472021" y="424925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A22F3793-FFA5-2530-6F61-FEBD799BEB2D}"/>
              </a:ext>
            </a:extLst>
          </p:cNvPr>
          <p:cNvSpPr/>
          <p:nvPr/>
        </p:nvSpPr>
        <p:spPr>
          <a:xfrm>
            <a:off x="529416" y="327781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2180FBE-E682-F207-5A54-99744C4078CD}"/>
              </a:ext>
            </a:extLst>
          </p:cNvPr>
          <p:cNvSpPr txBox="1"/>
          <p:nvPr/>
        </p:nvSpPr>
        <p:spPr>
          <a:xfrm>
            <a:off x="296207" y="4030988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49DB4E2-9238-A6AE-C785-FFF55378DC52}"/>
              </a:ext>
            </a:extLst>
          </p:cNvPr>
          <p:cNvSpPr txBox="1"/>
          <p:nvPr/>
        </p:nvSpPr>
        <p:spPr>
          <a:xfrm>
            <a:off x="296207" y="4356935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CE6211F-F0F8-5E4E-3F1E-8DE2ED5358B9}"/>
              </a:ext>
            </a:extLst>
          </p:cNvPr>
          <p:cNvSpPr txBox="1"/>
          <p:nvPr/>
        </p:nvSpPr>
        <p:spPr>
          <a:xfrm>
            <a:off x="638332" y="4356935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A53C0F-849A-CAAE-D869-14C41A2DA6F1}"/>
              </a:ext>
            </a:extLst>
          </p:cNvPr>
          <p:cNvSpPr txBox="1"/>
          <p:nvPr/>
        </p:nvSpPr>
        <p:spPr>
          <a:xfrm>
            <a:off x="638332" y="4645210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A80DB81-FC77-5DCD-01D6-65A14B076B14}"/>
              </a:ext>
            </a:extLst>
          </p:cNvPr>
          <p:cNvSpPr txBox="1"/>
          <p:nvPr/>
        </p:nvSpPr>
        <p:spPr>
          <a:xfrm>
            <a:off x="2702574" y="4357054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B79D2CB-7DD5-897D-8330-56FB8580E7FC}"/>
              </a:ext>
            </a:extLst>
          </p:cNvPr>
          <p:cNvSpPr txBox="1"/>
          <p:nvPr/>
        </p:nvSpPr>
        <p:spPr>
          <a:xfrm>
            <a:off x="638332" y="4902211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D16A881-7CF7-6C1E-D0BA-C3C77C16D508}"/>
              </a:ext>
            </a:extLst>
          </p:cNvPr>
          <p:cNvSpPr txBox="1"/>
          <p:nvPr/>
        </p:nvSpPr>
        <p:spPr>
          <a:xfrm>
            <a:off x="638331" y="5190486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FE3FA1F-A9DC-5FE4-2AAA-7A78D6DFC50F}"/>
              </a:ext>
            </a:extLst>
          </p:cNvPr>
          <p:cNvSpPr txBox="1"/>
          <p:nvPr/>
        </p:nvSpPr>
        <p:spPr>
          <a:xfrm>
            <a:off x="2702574" y="490233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8280A21-996B-5F1C-11EF-A510E5254D64}"/>
              </a:ext>
            </a:extLst>
          </p:cNvPr>
          <p:cNvSpPr txBox="1"/>
          <p:nvPr/>
        </p:nvSpPr>
        <p:spPr>
          <a:xfrm>
            <a:off x="296207" y="555028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F6C9CAE-655C-C5F5-BB57-0B9B2EFE4C64}"/>
              </a:ext>
            </a:extLst>
          </p:cNvPr>
          <p:cNvSpPr txBox="1"/>
          <p:nvPr/>
        </p:nvSpPr>
        <p:spPr>
          <a:xfrm>
            <a:off x="638332" y="5550283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F31F776-BD46-238F-979C-C6FA9FD945D6}"/>
              </a:ext>
            </a:extLst>
          </p:cNvPr>
          <p:cNvSpPr txBox="1"/>
          <p:nvPr/>
        </p:nvSpPr>
        <p:spPr>
          <a:xfrm>
            <a:off x="638332" y="5838558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E0CAF6F-8D1B-BB2C-78C6-1593B373AFB5}"/>
              </a:ext>
            </a:extLst>
          </p:cNvPr>
          <p:cNvSpPr txBox="1"/>
          <p:nvPr/>
        </p:nvSpPr>
        <p:spPr>
          <a:xfrm>
            <a:off x="2702574" y="555040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0E76AF0B-1463-1A3C-63E9-A3FDC3EB8A52}"/>
              </a:ext>
            </a:extLst>
          </p:cNvPr>
          <p:cNvSpPr/>
          <p:nvPr/>
        </p:nvSpPr>
        <p:spPr>
          <a:xfrm>
            <a:off x="529416" y="6225149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A27681A-D308-0EF8-824B-7534CDA4E82C}"/>
              </a:ext>
            </a:extLst>
          </p:cNvPr>
          <p:cNvSpPr/>
          <p:nvPr/>
        </p:nvSpPr>
        <p:spPr>
          <a:xfrm>
            <a:off x="156399" y="6596381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5D039F88-5A8B-E829-060B-34FBEC193457}"/>
              </a:ext>
            </a:extLst>
          </p:cNvPr>
          <p:cNvSpPr/>
          <p:nvPr/>
        </p:nvSpPr>
        <p:spPr>
          <a:xfrm>
            <a:off x="20021" y="10609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44F35503-B414-5953-564B-B2EF1971B69C}"/>
              </a:ext>
            </a:extLst>
          </p:cNvPr>
          <p:cNvSpPr/>
          <p:nvPr/>
        </p:nvSpPr>
        <p:spPr>
          <a:xfrm>
            <a:off x="20021" y="16220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모서리가 둥근 직사각형 114">
            <a:extLst>
              <a:ext uri="{FF2B5EF4-FFF2-40B4-BE49-F238E27FC236}">
                <a16:creationId xmlns:a16="http://schemas.microsoft.com/office/drawing/2014/main" id="{960E9000-8E66-A264-2EAA-806766282B45}"/>
              </a:ext>
            </a:extLst>
          </p:cNvPr>
          <p:cNvSpPr/>
          <p:nvPr/>
        </p:nvSpPr>
        <p:spPr>
          <a:xfrm>
            <a:off x="287867" y="33124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06F043B7-C9E4-7FCD-624C-8C3AACFC629E}"/>
              </a:ext>
            </a:extLst>
          </p:cNvPr>
          <p:cNvSpPr/>
          <p:nvPr/>
        </p:nvSpPr>
        <p:spPr>
          <a:xfrm>
            <a:off x="15061" y="42069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F3D540FC-24E5-8B6F-F474-AF5CA36004AE}"/>
              </a:ext>
            </a:extLst>
          </p:cNvPr>
          <p:cNvSpPr/>
          <p:nvPr/>
        </p:nvSpPr>
        <p:spPr>
          <a:xfrm>
            <a:off x="287867" y="62548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" name="모서리가 둥근 직사각형 114">
            <a:extLst>
              <a:ext uri="{FF2B5EF4-FFF2-40B4-BE49-F238E27FC236}">
                <a16:creationId xmlns:a16="http://schemas.microsoft.com/office/drawing/2014/main" id="{8DDE5553-EB46-9CA8-EB5B-97FFF7317874}"/>
              </a:ext>
            </a:extLst>
          </p:cNvPr>
          <p:cNvSpPr/>
          <p:nvPr/>
        </p:nvSpPr>
        <p:spPr>
          <a:xfrm>
            <a:off x="8134967" y="16220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E265AF64-CD24-E384-193C-8E0E7E142C80}"/>
              </a:ext>
            </a:extLst>
          </p:cNvPr>
          <p:cNvSpPr/>
          <p:nvPr/>
        </p:nvSpPr>
        <p:spPr>
          <a:xfrm>
            <a:off x="5114259" y="42069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689D3B-1C84-5197-549C-7418D2716149}"/>
              </a:ext>
            </a:extLst>
          </p:cNvPr>
          <p:cNvGrpSpPr/>
          <p:nvPr/>
        </p:nvGrpSpPr>
        <p:grpSpPr>
          <a:xfrm>
            <a:off x="3665194" y="2031196"/>
            <a:ext cx="3430800" cy="875014"/>
            <a:chOff x="168443" y="1792727"/>
            <a:chExt cx="3430800" cy="87501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95433F-1F09-6CA5-8B86-AA9F422983E1}"/>
                </a:ext>
              </a:extLst>
            </p:cNvPr>
            <p:cNvSpPr/>
            <p:nvPr/>
          </p:nvSpPr>
          <p:spPr>
            <a:xfrm>
              <a:off x="168443" y="1792727"/>
              <a:ext cx="3430800" cy="8750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457E1D-25AA-A03F-5178-3FA8625A4D66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latin typeface="맑은 고딕"/>
                  <a:ea typeface="맑은 고딕"/>
                </a:rPr>
                <a:t>여성청소년생리대지원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93F6CC-05B9-448B-7CC7-2FB4EF92C5DE}"/>
                </a:ext>
              </a:extLst>
            </p:cNvPr>
            <p:cNvSpPr/>
            <p:nvPr/>
          </p:nvSpPr>
          <p:spPr>
            <a:xfrm>
              <a:off x="1482954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1EAC3A-7DE9-E769-A9CF-9990F65C525E}"/>
                </a:ext>
              </a:extLst>
            </p:cNvPr>
            <p:cNvSpPr txBox="1"/>
            <p:nvPr/>
          </p:nvSpPr>
          <p:spPr>
            <a:xfrm>
              <a:off x="296207" y="2379709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D9CF21-E468-687B-9CE6-E66CC4EB9ECB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100,000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FEE473-F229-89C5-ED44-E2EA471EE00C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78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08F5-B4A3-3008-9CF8-66676C829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08882DE4-59AC-1FC3-0E71-0332D435CCF8}"/>
              </a:ext>
            </a:extLst>
          </p:cNvPr>
          <p:cNvGrpSpPr/>
          <p:nvPr/>
        </p:nvGrpSpPr>
        <p:grpSpPr>
          <a:xfrm>
            <a:off x="5804140" y="3377019"/>
            <a:ext cx="1857723" cy="682720"/>
            <a:chOff x="335141" y="1391178"/>
            <a:chExt cx="1857723" cy="682720"/>
          </a:xfrm>
        </p:grpSpPr>
        <p:sp>
          <p:nvSpPr>
            <p:cNvPr id="237" name="Rounded Rectangle 22">
              <a:extLst>
                <a:ext uri="{FF2B5EF4-FFF2-40B4-BE49-F238E27FC236}">
                  <a16:creationId xmlns:a16="http://schemas.microsoft.com/office/drawing/2014/main" id="{B726C739-56D0-58A1-CDED-7D2EB903B164}"/>
                </a:ext>
              </a:extLst>
            </p:cNvPr>
            <p:cNvSpPr/>
            <p:nvPr/>
          </p:nvSpPr>
          <p:spPr>
            <a:xfrm>
              <a:off x="335141" y="1391178"/>
              <a:ext cx="1857723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7DDD5E77-A84F-8467-DCE0-D70C3FE08143}"/>
                </a:ext>
              </a:extLst>
            </p:cNvPr>
            <p:cNvSpPr txBox="1"/>
            <p:nvPr/>
          </p:nvSpPr>
          <p:spPr>
            <a:xfrm>
              <a:off x="1201448" y="1721824"/>
              <a:ext cx="94433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9" name="Rounded Rectangle 27">
              <a:extLst>
                <a:ext uri="{FF2B5EF4-FFF2-40B4-BE49-F238E27FC236}">
                  <a16:creationId xmlns:a16="http://schemas.microsoft.com/office/drawing/2014/main" id="{6DB9AB71-1F98-EF92-FA09-B6A01FE63C79}"/>
                </a:ext>
              </a:extLst>
            </p:cNvPr>
            <p:cNvSpPr/>
            <p:nvPr/>
          </p:nvSpPr>
          <p:spPr>
            <a:xfrm>
              <a:off x="1201447" y="1526010"/>
              <a:ext cx="9182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8F2CDDDC-497F-387F-C694-5640EEDDEBC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CC46218B-F9F1-3514-A3DC-77D2AD68D9B4}"/>
              </a:ext>
            </a:extLst>
          </p:cNvPr>
          <p:cNvSpPr/>
          <p:nvPr/>
        </p:nvSpPr>
        <p:spPr>
          <a:xfrm>
            <a:off x="6172277" y="3129578"/>
            <a:ext cx="1871014" cy="12103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24D907C4-F0D9-6196-670F-52869875ED19}"/>
              </a:ext>
            </a:extLst>
          </p:cNvPr>
          <p:cNvSpPr/>
          <p:nvPr/>
        </p:nvSpPr>
        <p:spPr>
          <a:xfrm>
            <a:off x="6401936" y="3261792"/>
            <a:ext cx="2313603" cy="30679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F113E9-B950-0BAD-6D3D-706040B3B2D8}"/>
              </a:ext>
            </a:extLst>
          </p:cNvPr>
          <p:cNvSpPr/>
          <p:nvPr/>
        </p:nvSpPr>
        <p:spPr>
          <a:xfrm>
            <a:off x="7921129" y="58428"/>
            <a:ext cx="12089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3p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B8383-52C8-741C-3DB9-766118C8E1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30E0497F-349D-7539-7325-D169CECD7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15033"/>
              </p:ext>
            </p:extLst>
          </p:nvPr>
        </p:nvGraphicFramePr>
        <p:xfrm>
          <a:off x="10128399" y="623854"/>
          <a:ext cx="2850436" cy="39963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보유 바우처 선택 체크박스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중복 선택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등록된 카드로 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기존 등록된 카드정보 노출됨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좌우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스와이프로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카드 탐색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 박스 클릭 시 선택됨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컬러표시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등록된 카드 없을 경우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카드가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새 카드로 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카드 추가 인풋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카드추가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(CH-U-CA-02-03-01p)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동일하게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등록된 카드 리스트에 바로 추가 및 선택처리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개만 펼칠 수 있음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하나가 펼쳐진 상태에서 다른 아코디언 클릭 시 기존에 펼쳐진 게 접히고 선택된 아코디언이 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조회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아코디언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바우처 유효성 검사 후 성공 시 보유 바우처에 등록 확인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(confirm),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실패시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(alert)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6167825-0E06-109D-72E7-8DD9DB883D65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165E3-A933-0E7E-ACB0-D16C207D4B71}"/>
              </a:ext>
            </a:extLst>
          </p:cNvPr>
          <p:cNvSpPr txBox="1"/>
          <p:nvPr/>
        </p:nvSpPr>
        <p:spPr>
          <a:xfrm>
            <a:off x="377783" y="720258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바우처 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179E7A-8B61-6B94-381E-96C7DD430FD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6A5618C-DA59-479E-A501-B036BFCF79B9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123E731-3C33-B475-3218-F169F054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87EE231-5D35-5222-5822-83D598B39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7718186-4C7C-5123-2472-2224E942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74C8EAC-A264-4FF3-B0CB-E46721B9BFED}"/>
              </a:ext>
            </a:extLst>
          </p:cNvPr>
          <p:cNvSpPr txBox="1"/>
          <p:nvPr/>
        </p:nvSpPr>
        <p:spPr>
          <a:xfrm>
            <a:off x="1307907" y="78285"/>
            <a:ext cx="1422184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바우처 자격 조회 레이어 팝업</a:t>
            </a:r>
            <a:endParaRPr lang="ko-KR" altLang="ko-KR" sz="9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ED82B-FA62-3255-31B8-AA992F55E693}"/>
              </a:ext>
            </a:extLst>
          </p:cNvPr>
          <p:cNvSpPr txBox="1"/>
          <p:nvPr/>
        </p:nvSpPr>
        <p:spPr>
          <a:xfrm>
            <a:off x="1302717" y="330494"/>
            <a:ext cx="21900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바우처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바우처 자격 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08B11B-2C45-1204-504F-59EC8D1F50C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21B42-6D57-F22E-C62E-6D6B2E459B6F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바우처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74FF6-CF8D-B903-72A7-0CCB39A55E3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33E67EF-CE84-502B-73E8-E0EE03FC16F2}"/>
              </a:ext>
            </a:extLst>
          </p:cNvPr>
          <p:cNvGrpSpPr/>
          <p:nvPr/>
        </p:nvGrpSpPr>
        <p:grpSpPr>
          <a:xfrm>
            <a:off x="168443" y="1609151"/>
            <a:ext cx="3430800" cy="947500"/>
            <a:chOff x="168443" y="1792727"/>
            <a:chExt cx="3430800" cy="947500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CCC6849A-EF0B-C703-B43E-2C32CFDF09A7}"/>
                </a:ext>
              </a:extLst>
            </p:cNvPr>
            <p:cNvSpPr/>
            <p:nvPr/>
          </p:nvSpPr>
          <p:spPr>
            <a:xfrm>
              <a:off x="168443" y="1792727"/>
              <a:ext cx="3430800" cy="947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5D838486-B476-9E20-EAAE-7E4FE206332B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292FEC6-4064-E1F2-A31D-334400AAD3F1}"/>
                </a:ext>
              </a:extLst>
            </p:cNvPr>
            <p:cNvSpPr/>
            <p:nvPr/>
          </p:nvSpPr>
          <p:spPr>
            <a:xfrm>
              <a:off x="1426378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57A803-DB46-E385-5B8B-B3371510E0F0}"/>
                </a:ext>
              </a:extLst>
            </p:cNvPr>
            <p:cNvSpPr txBox="1"/>
            <p:nvPr/>
          </p:nvSpPr>
          <p:spPr>
            <a:xfrm>
              <a:off x="296207" y="2504713"/>
              <a:ext cx="116489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등록일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2026-07-01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40927C-C8C3-A9A3-2431-E0228E85CB94}"/>
                </a:ext>
              </a:extLst>
            </p:cNvPr>
            <p:cNvSpPr txBox="1"/>
            <p:nvPr/>
          </p:nvSpPr>
          <p:spPr>
            <a:xfrm>
              <a:off x="287867" y="2133689"/>
              <a:ext cx="11648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맑은 고딕"/>
                  <a:ea typeface="맑은 고딕"/>
                </a:rPr>
                <a:t>잔액</a:t>
              </a:r>
              <a:r>
                <a:rPr lang="ko-KR" altLang="en-US" sz="1000" b="1" dirty="0">
                  <a:latin typeface="맑은 고딕"/>
                  <a:ea typeface="맑은 고딕"/>
                </a:rPr>
                <a:t> </a:t>
              </a:r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500,000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6A8A385-4B1A-3543-BDAE-E5D7F442467D}"/>
                </a:ext>
              </a:extLst>
            </p:cNvPr>
            <p:cNvSpPr/>
            <p:nvPr/>
          </p:nvSpPr>
          <p:spPr>
            <a:xfrm>
              <a:off x="3240057" y="183424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B2EC42B-0EF6-7DFD-2DE1-1EB51559843E}"/>
                </a:ext>
              </a:extLst>
            </p:cNvPr>
            <p:cNvSpPr txBox="1"/>
            <p:nvPr/>
          </p:nvSpPr>
          <p:spPr>
            <a:xfrm>
              <a:off x="576313" y="2318384"/>
              <a:ext cx="27628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 기저귀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: 500,000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)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9138500-0256-0AB2-4273-55CF08379175}"/>
              </a:ext>
            </a:extLst>
          </p:cNvPr>
          <p:cNvGrpSpPr/>
          <p:nvPr/>
        </p:nvGrpSpPr>
        <p:grpSpPr>
          <a:xfrm>
            <a:off x="168443" y="2628660"/>
            <a:ext cx="3430800" cy="419436"/>
            <a:chOff x="168443" y="1792728"/>
            <a:chExt cx="3430800" cy="419436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F4C5053-4DCF-BF38-B7AB-785B1476B016}"/>
                </a:ext>
              </a:extLst>
            </p:cNvPr>
            <p:cNvSpPr/>
            <p:nvPr/>
          </p:nvSpPr>
          <p:spPr>
            <a:xfrm>
              <a:off x="168443" y="1792728"/>
              <a:ext cx="3430800" cy="4194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BFB5B0-8409-781E-18DF-2C795998E68B}"/>
                </a:ext>
              </a:extLst>
            </p:cNvPr>
            <p:cNvSpPr txBox="1"/>
            <p:nvPr/>
          </p:nvSpPr>
          <p:spPr>
            <a:xfrm>
              <a:off x="277289" y="1885223"/>
              <a:ext cx="13089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첫만남이용권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676E9F5B-EFE3-8F99-54EA-BF2AF50386AC}"/>
                </a:ext>
              </a:extLst>
            </p:cNvPr>
            <p:cNvSpPr/>
            <p:nvPr/>
          </p:nvSpPr>
          <p:spPr>
            <a:xfrm>
              <a:off x="1050925" y="1900104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카드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3DFDF99-F297-8B26-518B-22126540EF25}"/>
                </a:ext>
              </a:extLst>
            </p:cNvPr>
            <p:cNvSpPr/>
            <p:nvPr/>
          </p:nvSpPr>
          <p:spPr>
            <a:xfrm>
              <a:off x="3240057" y="1850272"/>
              <a:ext cx="266671" cy="28988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946093F9-A5A5-07FB-173C-4115A54CDAA8}"/>
              </a:ext>
            </a:extLst>
          </p:cNvPr>
          <p:cNvSpPr/>
          <p:nvPr/>
        </p:nvSpPr>
        <p:spPr>
          <a:xfrm>
            <a:off x="529416" y="327781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바우처 자격 조회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021D-1966-4E1D-71AA-AC49B2B61392}"/>
              </a:ext>
            </a:extLst>
          </p:cNvPr>
          <p:cNvSpPr txBox="1"/>
          <p:nvPr/>
        </p:nvSpPr>
        <p:spPr>
          <a:xfrm>
            <a:off x="260415" y="3834225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바우처 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E4FEF-0C2F-63AF-995F-89F791AE67AF}"/>
              </a:ext>
            </a:extLst>
          </p:cNvPr>
          <p:cNvSpPr txBox="1"/>
          <p:nvPr/>
        </p:nvSpPr>
        <p:spPr>
          <a:xfrm>
            <a:off x="296207" y="4030988"/>
            <a:ext cx="31604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*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사용내역은 국민행복몰에서 바우처 금액을 사용한 내역만 제공합니다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66BCD-06B6-6581-2651-A9B1321AC75C}"/>
              </a:ext>
            </a:extLst>
          </p:cNvPr>
          <p:cNvSpPr txBox="1"/>
          <p:nvPr/>
        </p:nvSpPr>
        <p:spPr>
          <a:xfrm>
            <a:off x="296207" y="4356935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7/20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35D0ED-968E-E847-04CD-4484FB5C48A9}"/>
              </a:ext>
            </a:extLst>
          </p:cNvPr>
          <p:cNvSpPr txBox="1"/>
          <p:nvPr/>
        </p:nvSpPr>
        <p:spPr>
          <a:xfrm>
            <a:off x="638332" y="4356935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147435-5CB2-68D8-ADA0-AFF948FE1D27}"/>
              </a:ext>
            </a:extLst>
          </p:cNvPr>
          <p:cNvSpPr txBox="1"/>
          <p:nvPr/>
        </p:nvSpPr>
        <p:spPr>
          <a:xfrm>
            <a:off x="638332" y="4645210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기저귀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/</a:t>
            </a:r>
            <a:r>
              <a:rPr lang="ko-KR" altLang="en-US" sz="700" dirty="0" err="1">
                <a:solidFill>
                  <a:srgbClr val="8A8A8A"/>
                </a:solidFill>
                <a:latin typeface="맑은 고딕"/>
                <a:ea typeface="맑은 고딕"/>
              </a:rPr>
              <a:t>조제분유지원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A70395-B12D-4615-2E27-04F9EFB6EDD9}"/>
              </a:ext>
            </a:extLst>
          </p:cNvPr>
          <p:cNvSpPr txBox="1"/>
          <p:nvPr/>
        </p:nvSpPr>
        <p:spPr>
          <a:xfrm>
            <a:off x="2702574" y="4357054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-50,000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BBF5F8-1111-ACC2-35E4-1FA3DBC7FF55}"/>
              </a:ext>
            </a:extLst>
          </p:cNvPr>
          <p:cNvSpPr txBox="1"/>
          <p:nvPr/>
        </p:nvSpPr>
        <p:spPr>
          <a:xfrm>
            <a:off x="638332" y="4902211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95B926-0E30-71DF-42F9-D450C5819FAA}"/>
              </a:ext>
            </a:extLst>
          </p:cNvPr>
          <p:cNvSpPr txBox="1"/>
          <p:nvPr/>
        </p:nvSpPr>
        <p:spPr>
          <a:xfrm>
            <a:off x="638331" y="5190486"/>
            <a:ext cx="159416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18:55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 </a:t>
            </a:r>
            <a:r>
              <a: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rPr>
              <a:t>결제취소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059293-2E72-FA44-89F0-27D59144C468}"/>
              </a:ext>
            </a:extLst>
          </p:cNvPr>
          <p:cNvSpPr txBox="1"/>
          <p:nvPr/>
        </p:nvSpPr>
        <p:spPr>
          <a:xfrm>
            <a:off x="2702574" y="4902330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+30,000</a:t>
            </a:r>
            <a:r>
              <a: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87573D-1F17-7EBF-021A-351D62EE68F4}"/>
              </a:ext>
            </a:extLst>
          </p:cNvPr>
          <p:cNvSpPr txBox="1"/>
          <p:nvPr/>
        </p:nvSpPr>
        <p:spPr>
          <a:xfrm>
            <a:off x="296207" y="5550283"/>
            <a:ext cx="4481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7/3</a:t>
            </a:r>
            <a:endParaRPr lang="ko-KR" altLang="en-US" sz="700" dirty="0">
              <a:latin typeface="맑은 고딕"/>
              <a:ea typeface="맑은 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523A35-FEA3-E326-3115-4B7E137EC392}"/>
              </a:ext>
            </a:extLst>
          </p:cNvPr>
          <p:cNvSpPr txBox="1"/>
          <p:nvPr/>
        </p:nvSpPr>
        <p:spPr>
          <a:xfrm>
            <a:off x="638332" y="5550283"/>
            <a:ext cx="20642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/>
                <a:ea typeface="맑은 고딕"/>
              </a:rPr>
              <a:t>[</a:t>
            </a:r>
            <a:r>
              <a:rPr lang="ko-KR" altLang="en-US" sz="800" b="1" dirty="0" err="1">
                <a:latin typeface="맑은 고딕"/>
                <a:ea typeface="맑은 고딕"/>
              </a:rPr>
              <a:t>썸머러버</a:t>
            </a:r>
            <a:r>
              <a:rPr lang="en-US" altLang="ko-KR" sz="800" b="1" dirty="0">
                <a:latin typeface="맑은 고딕"/>
                <a:ea typeface="맑은 고딕"/>
              </a:rPr>
              <a:t>]</a:t>
            </a:r>
            <a:r>
              <a:rPr lang="ko-KR" altLang="en-US" sz="800" b="1" dirty="0" err="1">
                <a:latin typeface="맑은 고딕"/>
                <a:ea typeface="맑은 고딕"/>
              </a:rPr>
              <a:t>하기스</a:t>
            </a:r>
            <a:r>
              <a:rPr lang="ko-KR" altLang="en-US" sz="800" b="1" dirty="0">
                <a:latin typeface="맑은 고딕"/>
                <a:ea typeface="맑은 고딕"/>
              </a:rPr>
              <a:t> </a:t>
            </a:r>
            <a:r>
              <a:rPr lang="ko-KR" altLang="en-US" sz="800" b="1" dirty="0" err="1">
                <a:latin typeface="맑은 고딕"/>
                <a:ea typeface="맑은 고딕"/>
              </a:rPr>
              <a:t>맥스드라이</a:t>
            </a:r>
            <a:r>
              <a:rPr lang="ko-KR" altLang="en-US" sz="800" b="1" dirty="0">
                <a:latin typeface="맑은 고딕"/>
                <a:ea typeface="맑은 고딕"/>
              </a:rPr>
              <a:t> 에어 밴드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팬티형 통기성 기저귀 </a:t>
            </a:r>
            <a:r>
              <a:rPr lang="en-US" altLang="ko-KR" sz="800" b="1" dirty="0">
                <a:latin typeface="맑은 고딕"/>
                <a:ea typeface="맑은 고딕"/>
              </a:rPr>
              <a:t>[3</a:t>
            </a:r>
            <a:r>
              <a:rPr lang="ko-KR" altLang="en-US" sz="800" b="1" dirty="0">
                <a:latin typeface="맑은 고딕"/>
                <a:ea typeface="맑은 고딕"/>
              </a:rPr>
              <a:t>박스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중형</a:t>
            </a:r>
            <a:r>
              <a:rPr lang="en-US" altLang="ko-KR" sz="800" b="1" dirty="0">
                <a:latin typeface="맑은 고딕"/>
                <a:ea typeface="맑은 고딕"/>
              </a:rPr>
              <a:t>/</a:t>
            </a:r>
            <a:r>
              <a:rPr lang="ko-KR" altLang="en-US" sz="800" b="1" dirty="0">
                <a:latin typeface="맑은 고딕"/>
                <a:ea typeface="맑은 고딕"/>
              </a:rPr>
              <a:t>사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b="1" dirty="0">
              <a:latin typeface="맑은 고딕"/>
              <a:ea typeface="맑은 고딕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DD8578-43B9-496A-75B3-204F12171166}"/>
              </a:ext>
            </a:extLst>
          </p:cNvPr>
          <p:cNvSpPr txBox="1"/>
          <p:nvPr/>
        </p:nvSpPr>
        <p:spPr>
          <a:xfrm>
            <a:off x="638332" y="5838558"/>
            <a:ext cx="134416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14:20 | </a:t>
            </a:r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첫만남 이용권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D13C6B-A62F-89C4-B305-437390DA29EB}"/>
              </a:ext>
            </a:extLst>
          </p:cNvPr>
          <p:cNvSpPr txBox="1"/>
          <p:nvPr/>
        </p:nvSpPr>
        <p:spPr>
          <a:xfrm>
            <a:off x="2702574" y="5550402"/>
            <a:ext cx="811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atin typeface="맑은 고딕"/>
                <a:ea typeface="맑은 고딕"/>
              </a:rPr>
              <a:t>-30,000</a:t>
            </a:r>
            <a:r>
              <a:rPr lang="ko-KR" altLang="en-US" sz="1000" b="1" dirty="0"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790A06-A3F5-3396-C381-D8AF66B680C9}"/>
              </a:ext>
            </a:extLst>
          </p:cNvPr>
          <p:cNvSpPr/>
          <p:nvPr/>
        </p:nvSpPr>
        <p:spPr>
          <a:xfrm>
            <a:off x="162137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5A0C97C6-5DB3-5468-7619-4004D7CFAF2B}"/>
              </a:ext>
            </a:extLst>
          </p:cNvPr>
          <p:cNvGrpSpPr/>
          <p:nvPr/>
        </p:nvGrpSpPr>
        <p:grpSpPr>
          <a:xfrm>
            <a:off x="166808" y="2323273"/>
            <a:ext cx="3426314" cy="4132840"/>
            <a:chOff x="164698" y="2323273"/>
            <a:chExt cx="3426314" cy="4132840"/>
          </a:xfrm>
        </p:grpSpPr>
        <p:sp>
          <p:nvSpPr>
            <p:cNvPr id="157" name="사각형: 둥근 위쪽 모서리 156">
              <a:extLst>
                <a:ext uri="{FF2B5EF4-FFF2-40B4-BE49-F238E27FC236}">
                  <a16:creationId xmlns:a16="http://schemas.microsoft.com/office/drawing/2014/main" id="{E91F59BC-1165-9BBC-9EC1-1E63A216DCBA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872386DF-3FBF-823C-A9CE-07C1BDF90195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B00E222-2C94-A0D5-8AB6-EF04E3879F40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바우처 자격 조회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7CE0CD47-792B-0560-9593-2AF26BE19581}"/>
              </a:ext>
            </a:extLst>
          </p:cNvPr>
          <p:cNvSpPr txBox="1"/>
          <p:nvPr/>
        </p:nvSpPr>
        <p:spPr>
          <a:xfrm>
            <a:off x="1078493" y="3111011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기저귀</a:t>
            </a:r>
            <a:r>
              <a:rPr lang="en-US" altLang="ko-KR" sz="800" dirty="0"/>
              <a:t>/</a:t>
            </a:r>
            <a:r>
              <a:rPr lang="ko-KR" altLang="en-US" sz="800" dirty="0"/>
              <a:t>조제분유 지원 바우처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DFC5945-42F4-A1D4-BD29-0AD1AA7ACB1E}"/>
              </a:ext>
            </a:extLst>
          </p:cNvPr>
          <p:cNvSpPr txBox="1"/>
          <p:nvPr/>
        </p:nvSpPr>
        <p:spPr>
          <a:xfrm>
            <a:off x="266796" y="3108890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보유바우처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1F76645-E8F8-3060-6CFA-BC771729514B}"/>
              </a:ext>
            </a:extLst>
          </p:cNvPr>
          <p:cNvSpPr txBox="1"/>
          <p:nvPr/>
        </p:nvSpPr>
        <p:spPr>
          <a:xfrm>
            <a:off x="1078493" y="3333309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여성청소년 생리대 지원 바우처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A0F69B4-BA60-83FC-0E7E-D0B7218321B3}"/>
              </a:ext>
            </a:extLst>
          </p:cNvPr>
          <p:cNvSpPr txBox="1"/>
          <p:nvPr/>
        </p:nvSpPr>
        <p:spPr>
          <a:xfrm>
            <a:off x="1078493" y="3559100"/>
            <a:ext cx="216156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ko-KR" altLang="en-US" sz="900" dirty="0"/>
              <a:t>□ </a:t>
            </a:r>
            <a:r>
              <a:rPr lang="ko-KR" altLang="en-US" sz="800" dirty="0"/>
              <a:t>첫만남 바우처</a:t>
            </a: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AF5B1329-E545-8CA5-417D-988D94DB29C3}"/>
              </a:ext>
            </a:extLst>
          </p:cNvPr>
          <p:cNvSpPr/>
          <p:nvPr/>
        </p:nvSpPr>
        <p:spPr>
          <a:xfrm>
            <a:off x="1124067" y="4284365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새 카드로 조회                                                                   ▼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0D3E627-4DD2-5A0C-A1DB-EBC455D002A3}"/>
              </a:ext>
            </a:extLst>
          </p:cNvPr>
          <p:cNvSpPr txBox="1"/>
          <p:nvPr/>
        </p:nvSpPr>
        <p:spPr>
          <a:xfrm>
            <a:off x="249759" y="392432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카드 인증</a:t>
            </a:r>
          </a:p>
        </p:txBody>
      </p:sp>
      <p:sp>
        <p:nvSpPr>
          <p:cNvPr id="209" name="Rounded Rectangle 35">
            <a:extLst>
              <a:ext uri="{FF2B5EF4-FFF2-40B4-BE49-F238E27FC236}">
                <a16:creationId xmlns:a16="http://schemas.microsoft.com/office/drawing/2014/main" id="{C0442986-69DB-0BAA-FC1D-8564116D48CD}"/>
              </a:ext>
            </a:extLst>
          </p:cNvPr>
          <p:cNvSpPr/>
          <p:nvPr/>
        </p:nvSpPr>
        <p:spPr>
          <a:xfrm>
            <a:off x="1131344" y="6048579"/>
            <a:ext cx="149724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조회하기</a:t>
            </a:r>
          </a:p>
        </p:txBody>
      </p:sp>
      <p:sp>
        <p:nvSpPr>
          <p:cNvPr id="211" name="모서리가 둥근 직사각형 114">
            <a:extLst>
              <a:ext uri="{FF2B5EF4-FFF2-40B4-BE49-F238E27FC236}">
                <a16:creationId xmlns:a16="http://schemas.microsoft.com/office/drawing/2014/main" id="{4D9F881A-222E-1759-77FA-D8CBB0683EA8}"/>
              </a:ext>
            </a:extLst>
          </p:cNvPr>
          <p:cNvSpPr/>
          <p:nvPr/>
        </p:nvSpPr>
        <p:spPr>
          <a:xfrm>
            <a:off x="15061" y="29864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3" name="모서리가 둥근 직사각형 114">
            <a:extLst>
              <a:ext uri="{FF2B5EF4-FFF2-40B4-BE49-F238E27FC236}">
                <a16:creationId xmlns:a16="http://schemas.microsoft.com/office/drawing/2014/main" id="{59350D93-DC66-603E-2EB1-9E284486D196}"/>
              </a:ext>
            </a:extLst>
          </p:cNvPr>
          <p:cNvSpPr/>
          <p:nvPr/>
        </p:nvSpPr>
        <p:spPr>
          <a:xfrm>
            <a:off x="708674" y="43432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4" name="모서리가 둥근 직사각형 114">
            <a:extLst>
              <a:ext uri="{FF2B5EF4-FFF2-40B4-BE49-F238E27FC236}">
                <a16:creationId xmlns:a16="http://schemas.microsoft.com/office/drawing/2014/main" id="{2D38C7D2-89B6-D257-B732-C2C948FCC6F8}"/>
              </a:ext>
            </a:extLst>
          </p:cNvPr>
          <p:cNvSpPr/>
          <p:nvPr/>
        </p:nvSpPr>
        <p:spPr>
          <a:xfrm>
            <a:off x="845959" y="60668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DFED7AB6-9EFA-E7D6-CF19-AB4BC0735E28}"/>
              </a:ext>
            </a:extLst>
          </p:cNvPr>
          <p:cNvGrpSpPr/>
          <p:nvPr/>
        </p:nvGrpSpPr>
        <p:grpSpPr>
          <a:xfrm>
            <a:off x="6436093" y="4265350"/>
            <a:ext cx="2206244" cy="444878"/>
            <a:chOff x="3698661" y="5117115"/>
            <a:chExt cx="2279446" cy="4448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C0637E2-7913-35F7-1BBD-3E9883F035B5}"/>
                </a:ext>
              </a:extLst>
            </p:cNvPr>
            <p:cNvGrpSpPr/>
            <p:nvPr/>
          </p:nvGrpSpPr>
          <p:grpSpPr>
            <a:xfrm>
              <a:off x="3698661" y="5342537"/>
              <a:ext cx="2279446" cy="219456"/>
              <a:chOff x="3698661" y="5342537"/>
              <a:chExt cx="3059608" cy="219456"/>
            </a:xfrm>
          </p:grpSpPr>
          <p:sp>
            <p:nvSpPr>
              <p:cNvPr id="197" name="Rounded Rectangle 35">
                <a:extLst>
                  <a:ext uri="{FF2B5EF4-FFF2-40B4-BE49-F238E27FC236}">
                    <a16:creationId xmlns:a16="http://schemas.microsoft.com/office/drawing/2014/main" id="{48072CCF-F973-C2DF-12B6-78C2F1966A48}"/>
                  </a:ext>
                </a:extLst>
              </p:cNvPr>
              <p:cNvSpPr/>
              <p:nvPr/>
            </p:nvSpPr>
            <p:spPr>
              <a:xfrm>
                <a:off x="3698661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3" name="Rounded Rectangle 35">
                <a:extLst>
                  <a:ext uri="{FF2B5EF4-FFF2-40B4-BE49-F238E27FC236}">
                    <a16:creationId xmlns:a16="http://schemas.microsoft.com/office/drawing/2014/main" id="{12AB5E3C-1B21-00A1-83F2-B84D6520E4FA}"/>
                  </a:ext>
                </a:extLst>
              </p:cNvPr>
              <p:cNvSpPr/>
              <p:nvPr/>
            </p:nvSpPr>
            <p:spPr>
              <a:xfrm>
                <a:off x="4488958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5" name="Rounded Rectangle 35">
                <a:extLst>
                  <a:ext uri="{FF2B5EF4-FFF2-40B4-BE49-F238E27FC236}">
                    <a16:creationId xmlns:a16="http://schemas.microsoft.com/office/drawing/2014/main" id="{06111D0B-8D8A-824F-5B0E-6B8B4612AD74}"/>
                  </a:ext>
                </a:extLst>
              </p:cNvPr>
              <p:cNvSpPr/>
              <p:nvPr/>
            </p:nvSpPr>
            <p:spPr>
              <a:xfrm>
                <a:off x="5275746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06" name="Rounded Rectangle 35">
                <a:extLst>
                  <a:ext uri="{FF2B5EF4-FFF2-40B4-BE49-F238E27FC236}">
                    <a16:creationId xmlns:a16="http://schemas.microsoft.com/office/drawing/2014/main" id="{10E049CB-3D24-CEB3-1085-4F00A8E192A6}"/>
                  </a:ext>
                </a:extLst>
              </p:cNvPr>
              <p:cNvSpPr/>
              <p:nvPr/>
            </p:nvSpPr>
            <p:spPr>
              <a:xfrm>
                <a:off x="6066043" y="5342537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B36A715-B2A7-F973-646B-737EDADAED7D}"/>
                </a:ext>
              </a:extLst>
            </p:cNvPr>
            <p:cNvSpPr txBox="1"/>
            <p:nvPr/>
          </p:nvSpPr>
          <p:spPr>
            <a:xfrm>
              <a:off x="3708044" y="5117115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카드번호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EFDF0119-B41F-3BB6-12E5-8D47FF73B466}"/>
              </a:ext>
            </a:extLst>
          </p:cNvPr>
          <p:cNvGrpSpPr/>
          <p:nvPr/>
        </p:nvGrpSpPr>
        <p:grpSpPr>
          <a:xfrm>
            <a:off x="6413452" y="3347693"/>
            <a:ext cx="2311159" cy="803160"/>
            <a:chOff x="3676020" y="4202543"/>
            <a:chExt cx="2311159" cy="803160"/>
          </a:xfrm>
        </p:grpSpPr>
        <p:sp>
          <p:nvSpPr>
            <p:cNvPr id="208" name="Rounded Rectangle 35">
              <a:extLst>
                <a:ext uri="{FF2B5EF4-FFF2-40B4-BE49-F238E27FC236}">
                  <a16:creationId xmlns:a16="http://schemas.microsoft.com/office/drawing/2014/main" id="{94920AFC-BEE1-726B-7B9F-CFACB30D4DAB}"/>
                </a:ext>
              </a:extLst>
            </p:cNvPr>
            <p:cNvSpPr/>
            <p:nvPr/>
          </p:nvSpPr>
          <p:spPr>
            <a:xfrm>
              <a:off x="3698661" y="4436375"/>
              <a:ext cx="220624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카드사를 선택하여 주십시오                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0" name="Rounded Rectangle 27">
              <a:extLst>
                <a:ext uri="{FF2B5EF4-FFF2-40B4-BE49-F238E27FC236}">
                  <a16:creationId xmlns:a16="http://schemas.microsoft.com/office/drawing/2014/main" id="{88BDA418-3D65-E24A-67CF-692E6CDB39C5}"/>
                </a:ext>
              </a:extLst>
            </p:cNvPr>
            <p:cNvSpPr/>
            <p:nvPr/>
          </p:nvSpPr>
          <p:spPr>
            <a:xfrm>
              <a:off x="3676020" y="4703623"/>
              <a:ext cx="2311159" cy="30208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※빠른 시일 내에 롯데도 서비스 가능하도록 준비하겠습니다.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82336D8E-164A-5CE8-03C8-F86611896ACD}"/>
                </a:ext>
              </a:extLst>
            </p:cNvPr>
            <p:cNvSpPr txBox="1"/>
            <p:nvPr/>
          </p:nvSpPr>
          <p:spPr>
            <a:xfrm>
              <a:off x="3708044" y="4202543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카드사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FF0000"/>
                </a:solidFill>
                <a:ea typeface="맑은 고딕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0846B45D-4F28-8EE4-E18C-DA8A2EB572D2}"/>
              </a:ext>
            </a:extLst>
          </p:cNvPr>
          <p:cNvGrpSpPr/>
          <p:nvPr/>
        </p:nvGrpSpPr>
        <p:grpSpPr>
          <a:xfrm>
            <a:off x="6436093" y="4824725"/>
            <a:ext cx="1482523" cy="444878"/>
            <a:chOff x="3698661" y="5770202"/>
            <a:chExt cx="1482523" cy="444878"/>
          </a:xfrm>
        </p:grpSpPr>
        <p:sp>
          <p:nvSpPr>
            <p:cNvPr id="216" name="Rounded Rectangle 35">
              <a:extLst>
                <a:ext uri="{FF2B5EF4-FFF2-40B4-BE49-F238E27FC236}">
                  <a16:creationId xmlns:a16="http://schemas.microsoft.com/office/drawing/2014/main" id="{B9890C2D-267C-6CF4-6EC6-EA13C3F2509D}"/>
                </a:ext>
              </a:extLst>
            </p:cNvPr>
            <p:cNvSpPr/>
            <p:nvPr/>
          </p:nvSpPr>
          <p:spPr>
            <a:xfrm>
              <a:off x="3698661" y="5995624"/>
              <a:ext cx="69222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월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(MM)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7" name="Rounded Rectangle 35">
              <a:extLst>
                <a:ext uri="{FF2B5EF4-FFF2-40B4-BE49-F238E27FC236}">
                  <a16:creationId xmlns:a16="http://schemas.microsoft.com/office/drawing/2014/main" id="{21AF1B36-A56D-3E3C-265F-31B5ABDEC925}"/>
                </a:ext>
              </a:extLst>
            </p:cNvPr>
            <p:cNvSpPr/>
            <p:nvPr/>
          </p:nvSpPr>
          <p:spPr>
            <a:xfrm>
              <a:off x="4488958" y="5995624"/>
              <a:ext cx="692226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년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(YY)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  ▼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F9F5EBF-C6B1-E7EF-8821-3ADCEB649EC4}"/>
                </a:ext>
              </a:extLst>
            </p:cNvPr>
            <p:cNvSpPr txBox="1"/>
            <p:nvPr/>
          </p:nvSpPr>
          <p:spPr>
            <a:xfrm>
              <a:off x="3708044" y="5770202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유효기간</a:t>
              </a:r>
              <a:r>
                <a:rPr lang="en-US" altLang="ko-KR" sz="800" b="1" dirty="0">
                  <a:solidFill>
                    <a:srgbClr val="FF0000"/>
                  </a:solidFill>
                  <a:ea typeface="맑은 고딕"/>
                </a:rPr>
                <a:t>*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7351462E-B195-13A0-F512-D17B933F9BC1}"/>
              </a:ext>
            </a:extLst>
          </p:cNvPr>
          <p:cNvGrpSpPr/>
          <p:nvPr/>
        </p:nvGrpSpPr>
        <p:grpSpPr>
          <a:xfrm>
            <a:off x="6436093" y="5384100"/>
            <a:ext cx="2206244" cy="444878"/>
            <a:chOff x="3698661" y="6423290"/>
            <a:chExt cx="2279446" cy="444878"/>
          </a:xfrm>
        </p:grpSpPr>
        <p:sp>
          <p:nvSpPr>
            <p:cNvPr id="219" name="Rounded Rectangle 35">
              <a:extLst>
                <a:ext uri="{FF2B5EF4-FFF2-40B4-BE49-F238E27FC236}">
                  <a16:creationId xmlns:a16="http://schemas.microsoft.com/office/drawing/2014/main" id="{FAF5A915-902B-FF6D-BB9B-086543C2B38A}"/>
                </a:ext>
              </a:extLst>
            </p:cNvPr>
            <p:cNvSpPr/>
            <p:nvPr/>
          </p:nvSpPr>
          <p:spPr>
            <a:xfrm>
              <a:off x="3698661" y="6648712"/>
              <a:ext cx="2279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8674FD0-EFC9-829C-989D-71087D03C0FD}"/>
                </a:ext>
              </a:extLst>
            </p:cNvPr>
            <p:cNvSpPr txBox="1"/>
            <p:nvPr/>
          </p:nvSpPr>
          <p:spPr>
            <a:xfrm>
              <a:off x="3708044" y="642329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카드이름</a:t>
              </a:r>
              <a:endParaRPr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BA0652D6-12A9-5DF3-3DE7-0B05327DE5DD}"/>
              </a:ext>
            </a:extLst>
          </p:cNvPr>
          <p:cNvSpPr/>
          <p:nvPr/>
        </p:nvSpPr>
        <p:spPr>
          <a:xfrm>
            <a:off x="1124067" y="3915498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▼</a:t>
            </a: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E568B238-9C60-C007-A919-7461745D548A}"/>
              </a:ext>
            </a:extLst>
          </p:cNvPr>
          <p:cNvSpPr/>
          <p:nvPr/>
        </p:nvSpPr>
        <p:spPr>
          <a:xfrm>
            <a:off x="708674" y="39743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425DCE1E-48B5-51FB-3902-8F9C214A5A02}"/>
              </a:ext>
            </a:extLst>
          </p:cNvPr>
          <p:cNvSpPr/>
          <p:nvPr/>
        </p:nvSpPr>
        <p:spPr>
          <a:xfrm>
            <a:off x="6404380" y="2984636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새 카드로 조회                                                                   ▲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F16506E0-60B4-F80B-3028-AC865D340E3B}"/>
              </a:ext>
            </a:extLst>
          </p:cNvPr>
          <p:cNvSpPr/>
          <p:nvPr/>
        </p:nvSpPr>
        <p:spPr>
          <a:xfrm>
            <a:off x="3861118" y="2985562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▲</a:t>
            </a:r>
          </a:p>
        </p:txBody>
      </p: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0BFB863F-112C-D216-8B61-3EFE53C9F96F}"/>
              </a:ext>
            </a:extLst>
          </p:cNvPr>
          <p:cNvGrpSpPr/>
          <p:nvPr/>
        </p:nvGrpSpPr>
        <p:grpSpPr>
          <a:xfrm>
            <a:off x="3886342" y="3381229"/>
            <a:ext cx="1857723" cy="682720"/>
            <a:chOff x="335141" y="1391178"/>
            <a:chExt cx="1857723" cy="682720"/>
          </a:xfrm>
        </p:grpSpPr>
        <p:sp>
          <p:nvSpPr>
            <p:cNvPr id="231" name="Rounded Rectangle 22">
              <a:extLst>
                <a:ext uri="{FF2B5EF4-FFF2-40B4-BE49-F238E27FC236}">
                  <a16:creationId xmlns:a16="http://schemas.microsoft.com/office/drawing/2014/main" id="{8E6262F4-B65D-675E-AD2F-F16964EE2AEA}"/>
                </a:ext>
              </a:extLst>
            </p:cNvPr>
            <p:cNvSpPr/>
            <p:nvPr/>
          </p:nvSpPr>
          <p:spPr>
            <a:xfrm>
              <a:off x="335141" y="1391178"/>
              <a:ext cx="1857723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9525">
              <a:solidFill>
                <a:srgbClr val="E862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C38D679-EC15-0248-B070-D06E29587F77}"/>
                </a:ext>
              </a:extLst>
            </p:cNvPr>
            <p:cNvSpPr txBox="1"/>
            <p:nvPr/>
          </p:nvSpPr>
          <p:spPr>
            <a:xfrm>
              <a:off x="1201448" y="1721824"/>
              <a:ext cx="94433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3" name="Rounded Rectangle 27">
              <a:extLst>
                <a:ext uri="{FF2B5EF4-FFF2-40B4-BE49-F238E27FC236}">
                  <a16:creationId xmlns:a16="http://schemas.microsoft.com/office/drawing/2014/main" id="{EDF59342-1999-3041-0B0B-ABC10F6146DD}"/>
                </a:ext>
              </a:extLst>
            </p:cNvPr>
            <p:cNvSpPr/>
            <p:nvPr/>
          </p:nvSpPr>
          <p:spPr>
            <a:xfrm>
              <a:off x="1201447" y="1526010"/>
              <a:ext cx="9182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D8D431E2-0E34-1334-C714-3C151461888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4" name="Rounded Rectangle 35">
            <a:extLst>
              <a:ext uri="{FF2B5EF4-FFF2-40B4-BE49-F238E27FC236}">
                <a16:creationId xmlns:a16="http://schemas.microsoft.com/office/drawing/2014/main" id="{50132868-4FDA-E11E-10E6-E511E5B27DDE}"/>
              </a:ext>
            </a:extLst>
          </p:cNvPr>
          <p:cNvSpPr/>
          <p:nvPr/>
        </p:nvSpPr>
        <p:spPr>
          <a:xfrm>
            <a:off x="6811338" y="5943476"/>
            <a:ext cx="149724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F71EB-C90B-1971-A976-B79BF97CC8D3}"/>
              </a:ext>
            </a:extLst>
          </p:cNvPr>
          <p:cNvSpPr txBox="1"/>
          <p:nvPr/>
        </p:nvSpPr>
        <p:spPr>
          <a:xfrm>
            <a:off x="4036419" y="5494306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카드가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B32FD9BF-1E0D-7445-D647-CCFC3AFD17BE}"/>
              </a:ext>
            </a:extLst>
          </p:cNvPr>
          <p:cNvSpPr/>
          <p:nvPr/>
        </p:nvSpPr>
        <p:spPr>
          <a:xfrm>
            <a:off x="4844650" y="494007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699B79-D5D4-2486-B90C-4C7EC31AE58D}"/>
              </a:ext>
            </a:extLst>
          </p:cNvPr>
          <p:cNvSpPr/>
          <p:nvPr/>
        </p:nvSpPr>
        <p:spPr>
          <a:xfrm>
            <a:off x="3861118" y="4429542"/>
            <a:ext cx="2311159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spc="-150" dirty="0">
                <a:solidFill>
                  <a:schemeClr val="bg1"/>
                </a:solidFill>
              </a:rPr>
              <a:t> 등록된 카드로 조회                                                          ▲</a:t>
            </a:r>
          </a:p>
        </p:txBody>
      </p:sp>
    </p:spTree>
    <p:extLst>
      <p:ext uri="{BB962C8B-B14F-4D97-AF65-F5344CB8AC3E}">
        <p14:creationId xmlns:p14="http://schemas.microsoft.com/office/powerpoint/2010/main" val="20531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A3C4-7386-82D5-B674-E5B22C9C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CB84ED0-EDF7-591D-F6D9-726F375E71D5}"/>
              </a:ext>
            </a:extLst>
          </p:cNvPr>
          <p:cNvSpPr/>
          <p:nvPr/>
        </p:nvSpPr>
        <p:spPr>
          <a:xfrm>
            <a:off x="372823" y="2196133"/>
            <a:ext cx="2986463" cy="8484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581EE0-1467-E367-41AB-03D84838D7AC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DC1A7-C337-8C1F-6C79-22514312C98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C0656E5-F75D-7FAB-6D92-267BE45CB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17990"/>
              </p:ext>
            </p:extLst>
          </p:nvPr>
        </p:nvGraphicFramePr>
        <p:xfrm>
          <a:off x="10128399" y="623854"/>
          <a:ext cx="2850436" cy="3006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 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시각은 페이지 조회한 실시간 시각으로 반영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마일리지 전환하기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마일리지 전환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(CH-U-MY-01-05-01p)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마일리지 적립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날짜별 적립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소멸 내역 리스트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 항목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적립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내역이 없을 경우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내역 추가 로드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개씩 추가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5AB0FF5-7BCB-B096-DFA2-69B777F7E0FA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3B86C-A3AB-89F1-3358-D8B8E3C0A6E8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14610-6326-0EEA-028A-6088FF62C99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BEB5278-1576-B292-5B2A-ADECDC9C6EFB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052774A-4F54-0C59-994F-960674BE3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1672D9C-E9B4-3242-DBE3-742526704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A5AC577-E64A-15B9-B969-50DF85C30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153ADEF-2474-808C-1496-E70CD3655CF8}"/>
              </a:ext>
            </a:extLst>
          </p:cNvPr>
          <p:cNvSpPr txBox="1"/>
          <p:nvPr/>
        </p:nvSpPr>
        <p:spPr>
          <a:xfrm>
            <a:off x="1307907" y="78285"/>
            <a:ext cx="1215397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내역/전환 화면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8137B-E87D-0C2B-A219-8B028BA95083}"/>
              </a:ext>
            </a:extLst>
          </p:cNvPr>
          <p:cNvSpPr txBox="1"/>
          <p:nvPr/>
        </p:nvSpPr>
        <p:spPr>
          <a:xfrm>
            <a:off x="1302717" y="330494"/>
            <a:ext cx="14686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956EA9-ACE5-D359-A865-D5EE8C2A46B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4A89D-34C5-1B34-5123-2C21E9D0E27A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FC8C65-16FF-15CE-F20A-4E9499AEBCA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49AD8D-735E-84FD-3D7C-7A22DC52EB6A}"/>
              </a:ext>
            </a:extLst>
          </p:cNvPr>
          <p:cNvSpPr txBox="1"/>
          <p:nvPr/>
        </p:nvSpPr>
        <p:spPr>
          <a:xfrm>
            <a:off x="260415" y="3262291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마일리지 적립</a:t>
            </a:r>
            <a:r>
              <a:rPr lang="en-US" altLang="ko-KR" sz="900" b="1" dirty="0">
                <a:latin typeface="맑은 고딕"/>
                <a:ea typeface="맑은 고딕"/>
              </a:rPr>
              <a:t>/</a:t>
            </a:r>
            <a:r>
              <a:rPr lang="ko-KR" altLang="en-US" sz="900" b="1" dirty="0">
                <a:latin typeface="맑은 고딕"/>
                <a:ea typeface="맑은 고딕"/>
              </a:rPr>
              <a:t>사용 내역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D83F10E-ED58-B993-43FE-5E5176C4AE35}"/>
              </a:ext>
            </a:extLst>
          </p:cNvPr>
          <p:cNvSpPr txBox="1"/>
          <p:nvPr/>
        </p:nvSpPr>
        <p:spPr>
          <a:xfrm>
            <a:off x="4663790" y="480348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내역이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순서도: 연결자 133">
            <a:extLst>
              <a:ext uri="{FF2B5EF4-FFF2-40B4-BE49-F238E27FC236}">
                <a16:creationId xmlns:a16="http://schemas.microsoft.com/office/drawing/2014/main" id="{2A943B7A-A85B-FC25-A163-8B8EEB279010}"/>
              </a:ext>
            </a:extLst>
          </p:cNvPr>
          <p:cNvSpPr/>
          <p:nvPr/>
        </p:nvSpPr>
        <p:spPr>
          <a:xfrm>
            <a:off x="5472021" y="424925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6920879E-3CB7-E825-58A6-5D52005BBAEC}"/>
              </a:ext>
            </a:extLst>
          </p:cNvPr>
          <p:cNvSpPr/>
          <p:nvPr/>
        </p:nvSpPr>
        <p:spPr>
          <a:xfrm>
            <a:off x="529416" y="1836093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AiLET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포인트로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976653A-49BE-254D-2D4B-E7FC0663D59B}"/>
              </a:ext>
            </a:extLst>
          </p:cNvPr>
          <p:cNvGrpSpPr/>
          <p:nvPr/>
        </p:nvGrpSpPr>
        <p:grpSpPr>
          <a:xfrm>
            <a:off x="296207" y="3576507"/>
            <a:ext cx="3217559" cy="923882"/>
            <a:chOff x="296207" y="3576507"/>
            <a:chExt cx="3217559" cy="923882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F551220-42D0-C142-58E5-2DBC0D94D940}"/>
                </a:ext>
              </a:extLst>
            </p:cNvPr>
            <p:cNvSpPr txBox="1"/>
            <p:nvPr/>
          </p:nvSpPr>
          <p:spPr>
            <a:xfrm>
              <a:off x="296207" y="3576507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7/20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D1FCAAB-5650-72C3-3516-7A0C9A117DE0}"/>
                </a:ext>
              </a:extLst>
            </p:cNvPr>
            <p:cNvSpPr txBox="1"/>
            <p:nvPr/>
          </p:nvSpPr>
          <p:spPr>
            <a:xfrm>
              <a:off x="638332" y="3576507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리뷰 작성 적립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9C9EF5-3237-48D4-F2C2-F6241570C71F}"/>
                </a:ext>
              </a:extLst>
            </p:cNvPr>
            <p:cNvSpPr txBox="1"/>
            <p:nvPr/>
          </p:nvSpPr>
          <p:spPr>
            <a:xfrm>
              <a:off x="638331" y="3755058"/>
              <a:ext cx="19542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…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: 2027.7.19 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3EE81FC-4BD1-CEAE-10F2-C900BAFB24F7}"/>
                </a:ext>
              </a:extLst>
            </p:cNvPr>
            <p:cNvSpPr txBox="1"/>
            <p:nvPr/>
          </p:nvSpPr>
          <p:spPr>
            <a:xfrm>
              <a:off x="2702574" y="3576626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FB812F7-A157-B5A0-0A62-D74D3305E91F}"/>
                </a:ext>
              </a:extLst>
            </p:cNvPr>
            <p:cNvSpPr txBox="1"/>
            <p:nvPr/>
          </p:nvSpPr>
          <p:spPr>
            <a:xfrm>
              <a:off x="638332" y="4121783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맑은 고딕"/>
                  <a:ea typeface="맑은 고딕"/>
                </a:rPr>
                <a:t>AiLET </a:t>
              </a:r>
              <a:r>
                <a:rPr lang="ko-KR" altLang="en-US" sz="800" b="1" dirty="0">
                  <a:latin typeface="맑은 고딕"/>
                  <a:ea typeface="맑은 고딕"/>
                </a:rPr>
                <a:t>마일리지 전환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5E41EBC-84B4-87F8-38E6-67C0D81BE851}"/>
                </a:ext>
              </a:extLst>
            </p:cNvPr>
            <p:cNvSpPr txBox="1"/>
            <p:nvPr/>
          </p:nvSpPr>
          <p:spPr>
            <a:xfrm>
              <a:off x="638331" y="4300334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18:55</a:t>
              </a:r>
              <a:endPara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E888F3B-A680-8D63-859B-2C9AEDD5FF6D}"/>
                </a:ext>
              </a:extLst>
            </p:cNvPr>
            <p:cNvSpPr txBox="1"/>
            <p:nvPr/>
          </p:nvSpPr>
          <p:spPr>
            <a:xfrm>
              <a:off x="2702574" y="4121902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-10,000P</a:t>
              </a:r>
              <a:endParaRPr lang="ko-KR" altLang="en-US" sz="1000" b="1" dirty="0">
                <a:solidFill>
                  <a:srgbClr val="E8623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8DB712-BB1E-B60A-9671-C322C8A25436}"/>
              </a:ext>
            </a:extLst>
          </p:cNvPr>
          <p:cNvGrpSpPr/>
          <p:nvPr/>
        </p:nvGrpSpPr>
        <p:grpSpPr>
          <a:xfrm>
            <a:off x="296207" y="4649108"/>
            <a:ext cx="3217559" cy="486328"/>
            <a:chOff x="296207" y="4639801"/>
            <a:chExt cx="3217559" cy="486328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04B0A85-DA39-4A54-D9D1-910B05FC66CA}"/>
                </a:ext>
              </a:extLst>
            </p:cNvPr>
            <p:cNvSpPr txBox="1"/>
            <p:nvPr/>
          </p:nvSpPr>
          <p:spPr>
            <a:xfrm>
              <a:off x="296207" y="4639801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628896E-15B0-1E90-7D86-A2936B24FCB0}"/>
                </a:ext>
              </a:extLst>
            </p:cNvPr>
            <p:cNvSpPr txBox="1"/>
            <p:nvPr/>
          </p:nvSpPr>
          <p:spPr>
            <a:xfrm>
              <a:off x="638332" y="4639801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구매 확정 적립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84CE472-3B55-C5F6-1714-7AFC1408C8B7}"/>
                </a:ext>
              </a:extLst>
            </p:cNvPr>
            <p:cNvSpPr txBox="1"/>
            <p:nvPr/>
          </p:nvSpPr>
          <p:spPr>
            <a:xfrm>
              <a:off x="638331" y="4818352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…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2027.7.9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1445454-A740-57A5-0267-808B468C0490}"/>
                </a:ext>
              </a:extLst>
            </p:cNvPr>
            <p:cNvSpPr txBox="1"/>
            <p:nvPr/>
          </p:nvSpPr>
          <p:spPr>
            <a:xfrm>
              <a:off x="2702574" y="4639920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EA483FEC-A65A-124E-8F01-71A253D0CCA2}"/>
              </a:ext>
            </a:extLst>
          </p:cNvPr>
          <p:cNvSpPr/>
          <p:nvPr/>
        </p:nvSpPr>
        <p:spPr>
          <a:xfrm>
            <a:off x="529416" y="648013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347F9827-0684-8AB1-EB50-8A3B6883CD48}"/>
              </a:ext>
            </a:extLst>
          </p:cNvPr>
          <p:cNvSpPr/>
          <p:nvPr/>
        </p:nvSpPr>
        <p:spPr>
          <a:xfrm>
            <a:off x="20021" y="10609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4AD725C2-6CF7-F033-2E2C-B76E0C016676}"/>
              </a:ext>
            </a:extLst>
          </p:cNvPr>
          <p:cNvSpPr/>
          <p:nvPr/>
        </p:nvSpPr>
        <p:spPr>
          <a:xfrm>
            <a:off x="287867" y="18512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0404E16A-FCF4-02B3-1BB1-3DA3EFBEC1A7}"/>
              </a:ext>
            </a:extLst>
          </p:cNvPr>
          <p:cNvSpPr/>
          <p:nvPr/>
        </p:nvSpPr>
        <p:spPr>
          <a:xfrm>
            <a:off x="15061" y="34265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EFBB160D-5BAC-147A-CDE3-306C4508F747}"/>
              </a:ext>
            </a:extLst>
          </p:cNvPr>
          <p:cNvSpPr/>
          <p:nvPr/>
        </p:nvSpPr>
        <p:spPr>
          <a:xfrm>
            <a:off x="287867" y="65098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E8278-D8B9-1949-A90F-02E9A6802580}"/>
              </a:ext>
            </a:extLst>
          </p:cNvPr>
          <p:cNvSpPr txBox="1"/>
          <p:nvPr/>
        </p:nvSpPr>
        <p:spPr>
          <a:xfrm>
            <a:off x="2291734" y="1092749"/>
            <a:ext cx="11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0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D820F47-4A92-E30E-2C55-AE90375B3CD7}"/>
              </a:ext>
            </a:extLst>
          </p:cNvPr>
          <p:cNvGrpSpPr/>
          <p:nvPr/>
        </p:nvGrpSpPr>
        <p:grpSpPr>
          <a:xfrm>
            <a:off x="296207" y="5284155"/>
            <a:ext cx="3217559" cy="486328"/>
            <a:chOff x="296207" y="5282817"/>
            <a:chExt cx="3217559" cy="4863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0DF453-29D4-B69D-5ED6-0D85F24B0A65}"/>
                </a:ext>
              </a:extLst>
            </p:cNvPr>
            <p:cNvSpPr txBox="1"/>
            <p:nvPr/>
          </p:nvSpPr>
          <p:spPr>
            <a:xfrm>
              <a:off x="296207" y="5282817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7/5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6AADB5-E72C-7752-B64D-F25E248627C3}"/>
                </a:ext>
              </a:extLst>
            </p:cNvPr>
            <p:cNvSpPr txBox="1"/>
            <p:nvPr/>
          </p:nvSpPr>
          <p:spPr>
            <a:xfrm>
              <a:off x="638332" y="5282817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추천인 적립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9ADC54-4F4E-8DDF-0F18-A66591E2054C}"/>
                </a:ext>
              </a:extLst>
            </p:cNvPr>
            <p:cNvSpPr txBox="1"/>
            <p:nvPr/>
          </p:nvSpPr>
          <p:spPr>
            <a:xfrm>
              <a:off x="638331" y="5461368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2027.7.4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C7A455-5CEE-E61C-5555-67F65F449D9F}"/>
                </a:ext>
              </a:extLst>
            </p:cNvPr>
            <p:cNvSpPr txBox="1"/>
            <p:nvPr/>
          </p:nvSpPr>
          <p:spPr>
            <a:xfrm>
              <a:off x="2702574" y="5282936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+5,000P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247ABC6-A87B-F3FF-F1E1-BF762F4B203F}"/>
              </a:ext>
            </a:extLst>
          </p:cNvPr>
          <p:cNvGrpSpPr/>
          <p:nvPr/>
        </p:nvGrpSpPr>
        <p:grpSpPr>
          <a:xfrm>
            <a:off x="296207" y="5919201"/>
            <a:ext cx="3217559" cy="486328"/>
            <a:chOff x="296207" y="5919201"/>
            <a:chExt cx="3217559" cy="48632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AB14A1-D6AA-0F7F-E0D5-8B1E605F2285}"/>
                </a:ext>
              </a:extLst>
            </p:cNvPr>
            <p:cNvSpPr txBox="1"/>
            <p:nvPr/>
          </p:nvSpPr>
          <p:spPr>
            <a:xfrm>
              <a:off x="296207" y="5919201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A62F6E-7303-7180-474C-A15667806DB2}"/>
                </a:ext>
              </a:extLst>
            </p:cNvPr>
            <p:cNvSpPr txBox="1"/>
            <p:nvPr/>
          </p:nvSpPr>
          <p:spPr>
            <a:xfrm>
              <a:off x="638332" y="5919201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회원가입 축하 적립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4C8CB1-EAF3-1BA6-8C40-835AEEBBEF8D}"/>
                </a:ext>
              </a:extLst>
            </p:cNvPr>
            <p:cNvSpPr txBox="1"/>
            <p:nvPr/>
          </p:nvSpPr>
          <p:spPr>
            <a:xfrm>
              <a:off x="638331" y="6097752"/>
              <a:ext cx="1954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</a:p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유효기간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: 2027.6.30 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까지</a:t>
              </a:r>
              <a:endParaRPr lang="en-US" altLang="ko-KR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C2F4DF-5B18-F0EB-4DF6-A1D709587739}"/>
                </a:ext>
              </a:extLst>
            </p:cNvPr>
            <p:cNvSpPr txBox="1"/>
            <p:nvPr/>
          </p:nvSpPr>
          <p:spPr>
            <a:xfrm>
              <a:off x="2702574" y="5919320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+3,000P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</p:grpSp>
      <p:sp>
        <p:nvSpPr>
          <p:cNvPr id="2" name="모서리가 둥근 직사각형 114">
            <a:extLst>
              <a:ext uri="{FF2B5EF4-FFF2-40B4-BE49-F238E27FC236}">
                <a16:creationId xmlns:a16="http://schemas.microsoft.com/office/drawing/2014/main" id="{EFC78161-FF3F-69DB-5FD4-F98F833DC07F}"/>
              </a:ext>
            </a:extLst>
          </p:cNvPr>
          <p:cNvSpPr/>
          <p:nvPr/>
        </p:nvSpPr>
        <p:spPr>
          <a:xfrm>
            <a:off x="4824785" y="41052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FBF57-15CF-BDB0-5F40-76CF9E72E8C7}"/>
              </a:ext>
            </a:extLst>
          </p:cNvPr>
          <p:cNvSpPr txBox="1"/>
          <p:nvPr/>
        </p:nvSpPr>
        <p:spPr>
          <a:xfrm>
            <a:off x="260415" y="1539351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소멸예정 포인트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(30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일 내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48532-99E3-0755-EB91-B46C7AC6102E}"/>
              </a:ext>
            </a:extLst>
          </p:cNvPr>
          <p:cNvSpPr txBox="1"/>
          <p:nvPr/>
        </p:nvSpPr>
        <p:spPr>
          <a:xfrm>
            <a:off x="2291734" y="1520188"/>
            <a:ext cx="11648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1,000P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6C27B-59E7-519A-ABC2-FF32C40BCE03}"/>
              </a:ext>
            </a:extLst>
          </p:cNvPr>
          <p:cNvSpPr txBox="1"/>
          <p:nvPr/>
        </p:nvSpPr>
        <p:spPr>
          <a:xfrm>
            <a:off x="913441" y="2317463"/>
            <a:ext cx="1885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쌓아둔 마일리지로 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써보세요</a:t>
            </a:r>
            <a:r>
              <a:rPr lang="en-US" altLang="ko-KR" sz="10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9DDA9B-A47D-57F7-D428-7943EB52F26D}"/>
              </a:ext>
            </a:extLst>
          </p:cNvPr>
          <p:cNvSpPr txBox="1"/>
          <p:nvPr/>
        </p:nvSpPr>
        <p:spPr>
          <a:xfrm>
            <a:off x="660098" y="2552237"/>
            <a:ext cx="2443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800" dirty="0"/>
              <a:t>글쓰기와 자료 정리부터 이미지</a:t>
            </a:r>
            <a:r>
              <a:rPr lang="en-US" altLang="ko-KR" sz="800" dirty="0"/>
              <a:t>, </a:t>
            </a:r>
            <a:r>
              <a:rPr lang="ko-KR" altLang="ko-KR" sz="800" dirty="0"/>
              <a:t>영상 만들기까지</a:t>
            </a:r>
            <a:endParaRPr lang="en-US" altLang="ko-KR" sz="800" dirty="0"/>
          </a:p>
          <a:p>
            <a:pPr algn="ctr"/>
            <a:r>
              <a:rPr lang="ko-KR" altLang="en-US" sz="800" dirty="0"/>
              <a:t>적립한 마일리지로</a:t>
            </a:r>
            <a:r>
              <a:rPr lang="en-US" altLang="ko-KR" sz="800" dirty="0"/>
              <a:t> AiLET</a:t>
            </a:r>
            <a:r>
              <a:rPr lang="ko-KR" altLang="en-US" sz="800" dirty="0"/>
              <a:t>에서 사용해 보세요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05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634A-2965-E664-32AA-25C47CD8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637BDD-CC80-38D7-F074-547F77A2747E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CH-U-MY-01-0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5-01p</a:t>
            </a:r>
            <a:endParaRPr lang="ko-KR" altLang="ko-KR" sz="10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F00E1-AF13-0950-CE23-7FC7B20B83B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16E75036-2574-3ACC-72BE-16D29CF48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09303"/>
              </p:ext>
            </p:extLst>
          </p:nvPr>
        </p:nvGraphicFramePr>
        <p:xfrm>
          <a:off x="10128399" y="623854"/>
          <a:ext cx="2850436" cy="21820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인증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정책과 동일하게 적용함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AiLET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포인트 전환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최소 전환 마일리지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보유마일리지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이상으로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전환 불가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(alert)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7CD8821-8B8E-DA88-4E9D-ABB6E15870B3}"/>
              </a:ext>
            </a:extLst>
          </p:cNvPr>
          <p:cNvSpPr/>
          <p:nvPr/>
        </p:nvSpPr>
        <p:spPr>
          <a:xfrm>
            <a:off x="168443" y="665138"/>
            <a:ext cx="3430800" cy="38239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B2DCD-0C57-6323-E45F-1188DB52A14F}"/>
              </a:ext>
            </a:extLst>
          </p:cNvPr>
          <p:cNvSpPr txBox="1"/>
          <p:nvPr/>
        </p:nvSpPr>
        <p:spPr>
          <a:xfrm>
            <a:off x="377783" y="720258"/>
            <a:ext cx="1197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마일리지 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E62805-80D6-4849-D1D4-F71FC18B57D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0173AB8-0C47-B81B-8750-D94FDAE51261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757519C-64AD-B7C5-69D5-F7AEF0DC3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E741B07-741C-915A-777C-521587D41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66437A2-B532-7650-33CC-C7390CF0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DB8D643-8D79-81E1-69CB-8A31526F8115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t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AiLET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 팝업</a:t>
            </a:r>
            <a:endParaRPr lang="ko-KR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B8565-3988-D384-3F2F-D0DE0CB8808A}"/>
              </a:ext>
            </a:extLst>
          </p:cNvPr>
          <p:cNvSpPr txBox="1"/>
          <p:nvPr/>
        </p:nvSpPr>
        <p:spPr>
          <a:xfrm>
            <a:off x="1302717" y="330494"/>
            <a:ext cx="23743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마일리지 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AiLET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마일리지 전환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CE670-6430-21C4-2CA0-AC787665956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C9BDA-5E79-BA43-1476-0CBAA4ED6B4E}"/>
              </a:ext>
            </a:extLst>
          </p:cNvPr>
          <p:cNvSpPr txBox="1"/>
          <p:nvPr/>
        </p:nvSpPr>
        <p:spPr>
          <a:xfrm>
            <a:off x="260415" y="1119537"/>
            <a:ext cx="1612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맑은 고딕"/>
                <a:ea typeface="맑은 고딕"/>
              </a:rPr>
              <a:t>김행복님의 보유 마일리지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3F747-A893-BF87-B03C-3BFD35E3E561}"/>
              </a:ext>
            </a:extLst>
          </p:cNvPr>
          <p:cNvSpPr txBox="1"/>
          <p:nvPr/>
        </p:nvSpPr>
        <p:spPr>
          <a:xfrm>
            <a:off x="260415" y="1318632"/>
            <a:ext cx="31962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맑은 고딕"/>
                <a:ea typeface="맑은 고딕"/>
              </a:rPr>
              <a:t>(2026.7.21 12:08 </a:t>
            </a:r>
            <a:r>
              <a:rPr lang="ko-KR" altLang="en-US" sz="700" dirty="0">
                <a:latin typeface="맑은 고딕"/>
                <a:ea typeface="맑은 고딕"/>
              </a:rPr>
              <a:t>기준</a:t>
            </a:r>
            <a:r>
              <a:rPr lang="en-US" altLang="ko-KR" sz="700" dirty="0">
                <a:latin typeface="맑은 고딕"/>
                <a:ea typeface="맑은 고딕"/>
              </a:rPr>
              <a:t>)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6" name="Rounded Rectangle 35">
            <a:extLst>
              <a:ext uri="{FF2B5EF4-FFF2-40B4-BE49-F238E27FC236}">
                <a16:creationId xmlns:a16="http://schemas.microsoft.com/office/drawing/2014/main" id="{F3EB11A6-5056-F732-F69D-6726ADF7C0BE}"/>
              </a:ext>
            </a:extLst>
          </p:cNvPr>
          <p:cNvSpPr/>
          <p:nvPr/>
        </p:nvSpPr>
        <p:spPr>
          <a:xfrm>
            <a:off x="529416" y="1606907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마일리지 전환하기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575D3-4122-1CEF-D705-ED71863AB27F}"/>
              </a:ext>
            </a:extLst>
          </p:cNvPr>
          <p:cNvSpPr txBox="1"/>
          <p:nvPr/>
        </p:nvSpPr>
        <p:spPr>
          <a:xfrm>
            <a:off x="2291734" y="1092749"/>
            <a:ext cx="1164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E8623F"/>
                </a:solidFill>
                <a:latin typeface="맑은 고딕"/>
                <a:ea typeface="맑은 고딕"/>
              </a:rPr>
              <a:t>2,000P</a:t>
            </a:r>
            <a:endParaRPr lang="ko-KR" altLang="en-US" sz="1000" b="1" dirty="0">
              <a:solidFill>
                <a:srgbClr val="E8623F"/>
              </a:solidFill>
              <a:latin typeface="맑은 고딕"/>
              <a:ea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F3EFA7D-624A-2929-C10F-DF988CDECD1A}"/>
              </a:ext>
            </a:extLst>
          </p:cNvPr>
          <p:cNvGrpSpPr/>
          <p:nvPr/>
        </p:nvGrpSpPr>
        <p:grpSpPr>
          <a:xfrm>
            <a:off x="260415" y="2175892"/>
            <a:ext cx="3253351" cy="3567356"/>
            <a:chOff x="260415" y="2175892"/>
            <a:chExt cx="3253351" cy="356735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CF54C1F-5E4A-B4CC-C040-3085B4980977}"/>
                </a:ext>
              </a:extLst>
            </p:cNvPr>
            <p:cNvSpPr txBox="1"/>
            <p:nvPr/>
          </p:nvSpPr>
          <p:spPr>
            <a:xfrm>
              <a:off x="260415" y="2175892"/>
              <a:ext cx="16120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마일리지 적립</a:t>
              </a:r>
              <a:r>
                <a:rPr lang="en-US" altLang="ko-KR" sz="900" b="1" dirty="0">
                  <a:latin typeface="맑은 고딕"/>
                  <a:ea typeface="맑은 고딕"/>
                </a:rPr>
                <a:t>/</a:t>
              </a:r>
              <a:r>
                <a:rPr lang="ko-KR" altLang="en-US" sz="900" b="1" dirty="0">
                  <a:latin typeface="맑은 고딕"/>
                  <a:ea typeface="맑은 고딕"/>
                </a:rPr>
                <a:t>사용 내역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5F97B02-D6AE-D8D0-B1F4-D338189D64CB}"/>
                </a:ext>
              </a:extLst>
            </p:cNvPr>
            <p:cNvSpPr txBox="1"/>
            <p:nvPr/>
          </p:nvSpPr>
          <p:spPr>
            <a:xfrm>
              <a:off x="296207" y="2490108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7/20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654F150-070A-477E-B930-6751CD328AE8}"/>
                </a:ext>
              </a:extLst>
            </p:cNvPr>
            <p:cNvSpPr txBox="1"/>
            <p:nvPr/>
          </p:nvSpPr>
          <p:spPr>
            <a:xfrm>
              <a:off x="638332" y="2490108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리뷰 작성 적립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9831A23-D49E-4415-836E-107162FC2722}"/>
                </a:ext>
              </a:extLst>
            </p:cNvPr>
            <p:cNvSpPr txBox="1"/>
            <p:nvPr/>
          </p:nvSpPr>
          <p:spPr>
            <a:xfrm>
              <a:off x="638331" y="2668659"/>
              <a:ext cx="195420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7964CC6-DB2A-2EBB-30F5-7ED721D7A861}"/>
                </a:ext>
              </a:extLst>
            </p:cNvPr>
            <p:cNvSpPr txBox="1"/>
            <p:nvPr/>
          </p:nvSpPr>
          <p:spPr>
            <a:xfrm>
              <a:off x="2702574" y="2490227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6F97A3F-16F3-004C-2B3B-17B16E36467B}"/>
                </a:ext>
              </a:extLst>
            </p:cNvPr>
            <p:cNvSpPr txBox="1"/>
            <p:nvPr/>
          </p:nvSpPr>
          <p:spPr>
            <a:xfrm>
              <a:off x="638332" y="3035384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맑은 고딕"/>
                  <a:ea typeface="맑은 고딕"/>
                </a:rPr>
                <a:t>AiLET </a:t>
              </a:r>
              <a:r>
                <a:rPr lang="ko-KR" altLang="en-US" sz="800" b="1" dirty="0">
                  <a:latin typeface="맑은 고딕"/>
                  <a:ea typeface="맑은 고딕"/>
                </a:rPr>
                <a:t>마일리지 전환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E43A1A2-1D2E-FD9E-6045-4AD611ABD1FE}"/>
                </a:ext>
              </a:extLst>
            </p:cNvPr>
            <p:cNvSpPr txBox="1"/>
            <p:nvPr/>
          </p:nvSpPr>
          <p:spPr>
            <a:xfrm>
              <a:off x="638331" y="3213935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18:55</a:t>
              </a:r>
              <a:endParaRPr lang="ko-KR" altLang="en-US" sz="7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1B8994C-8C20-F736-D7F6-110AD1B0CDBF}"/>
                </a:ext>
              </a:extLst>
            </p:cNvPr>
            <p:cNvSpPr txBox="1"/>
            <p:nvPr/>
          </p:nvSpPr>
          <p:spPr>
            <a:xfrm>
              <a:off x="2702574" y="3035503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-10,000</a:t>
              </a:r>
              <a:r>
                <a:rPr lang="ko-KR" altLang="en-US" sz="1000" b="1" dirty="0">
                  <a:solidFill>
                    <a:srgbClr val="E8623F"/>
                  </a:solidFill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7C634BC-4B68-50D0-33B8-33226A02069D}"/>
                </a:ext>
              </a:extLst>
            </p:cNvPr>
            <p:cNvSpPr txBox="1"/>
            <p:nvPr/>
          </p:nvSpPr>
          <p:spPr>
            <a:xfrm>
              <a:off x="296207" y="3683456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7/10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7717C2E-1DF8-A276-AC92-533F1790D41A}"/>
                </a:ext>
              </a:extLst>
            </p:cNvPr>
            <p:cNvSpPr txBox="1"/>
            <p:nvPr/>
          </p:nvSpPr>
          <p:spPr>
            <a:xfrm>
              <a:off x="638332" y="3683456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구매 확정 적립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EEE4E2B-6296-BF7C-85BA-216173DEAB21}"/>
                </a:ext>
              </a:extLst>
            </p:cNvPr>
            <p:cNvSpPr txBox="1"/>
            <p:nvPr/>
          </p:nvSpPr>
          <p:spPr>
            <a:xfrm>
              <a:off x="638331" y="3862007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14:20 | [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썸머러버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]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하기스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</a:t>
              </a:r>
              <a:r>
                <a:rPr lang="ko-KR" altLang="en-US" sz="700" dirty="0" err="1">
                  <a:solidFill>
                    <a:srgbClr val="8A8A8A"/>
                  </a:solidFill>
                  <a:ea typeface="맑은 고딕"/>
                </a:rPr>
                <a:t>맥스드라이</a:t>
              </a:r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 에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753E61-0BB2-077B-DDA9-70D1441BC2A4}"/>
                </a:ext>
              </a:extLst>
            </p:cNvPr>
            <p:cNvSpPr txBox="1"/>
            <p:nvPr/>
          </p:nvSpPr>
          <p:spPr>
            <a:xfrm>
              <a:off x="2702574" y="3683575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+2,000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DA2E6D-ED92-10F0-ACB7-12788A4F4040}"/>
                </a:ext>
              </a:extLst>
            </p:cNvPr>
            <p:cNvSpPr txBox="1"/>
            <p:nvPr/>
          </p:nvSpPr>
          <p:spPr>
            <a:xfrm>
              <a:off x="296207" y="4326472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7/5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2404FF-E1E1-F29D-0C37-3799FF18888B}"/>
                </a:ext>
              </a:extLst>
            </p:cNvPr>
            <p:cNvSpPr txBox="1"/>
            <p:nvPr/>
          </p:nvSpPr>
          <p:spPr>
            <a:xfrm>
              <a:off x="638332" y="4326472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추천인 작성 적립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96EC3F-9F12-788D-3872-9CC212743EB1}"/>
                </a:ext>
              </a:extLst>
            </p:cNvPr>
            <p:cNvSpPr txBox="1"/>
            <p:nvPr/>
          </p:nvSpPr>
          <p:spPr>
            <a:xfrm>
              <a:off x="638331" y="4505023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2F5F36-7B00-8D2D-82E5-F2FB443A2EDA}"/>
                </a:ext>
              </a:extLst>
            </p:cNvPr>
            <p:cNvSpPr txBox="1"/>
            <p:nvPr/>
          </p:nvSpPr>
          <p:spPr>
            <a:xfrm>
              <a:off x="2702574" y="4326591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+5,000</a:t>
              </a:r>
              <a:r>
                <a:rPr lang="ko-KR" altLang="en-US" sz="1000" b="1" dirty="0">
                  <a:latin typeface="맑은 고딕"/>
                  <a:ea typeface="맑은 고딕"/>
                </a:rPr>
                <a:t>원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80B055-3A6E-B787-2EB8-BF1A1B4CA42D}"/>
                </a:ext>
              </a:extLst>
            </p:cNvPr>
            <p:cNvSpPr txBox="1"/>
            <p:nvPr/>
          </p:nvSpPr>
          <p:spPr>
            <a:xfrm>
              <a:off x="296207" y="4962856"/>
              <a:ext cx="4481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7/1</a:t>
              </a:r>
              <a:endParaRPr lang="ko-KR" altLang="en-US" sz="700" dirty="0">
                <a:latin typeface="맑은 고딕"/>
                <a:ea typeface="맑은 고딕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2368E6-C493-4AAA-BB05-03B2EBE60884}"/>
                </a:ext>
              </a:extLst>
            </p:cNvPr>
            <p:cNvSpPr txBox="1"/>
            <p:nvPr/>
          </p:nvSpPr>
          <p:spPr>
            <a:xfrm>
              <a:off x="638332" y="4962856"/>
              <a:ext cx="2064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ea typeface="맑은 고딕"/>
                </a:rPr>
                <a:t>회원가입 축하 적립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68CB1-EDE5-48B4-8951-7596C9264377}"/>
                </a:ext>
              </a:extLst>
            </p:cNvPr>
            <p:cNvSpPr txBox="1"/>
            <p:nvPr/>
          </p:nvSpPr>
          <p:spPr>
            <a:xfrm>
              <a:off x="638331" y="5141407"/>
              <a:ext cx="195420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14:20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8E8485-D00E-9572-AB2F-BF328927FF8B}"/>
                </a:ext>
              </a:extLst>
            </p:cNvPr>
            <p:cNvSpPr txBox="1"/>
            <p:nvPr/>
          </p:nvSpPr>
          <p:spPr>
            <a:xfrm>
              <a:off x="2702574" y="4962975"/>
              <a:ext cx="8111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b="1" dirty="0">
                  <a:latin typeface="맑은 고딕"/>
                  <a:ea typeface="맑은 고딕"/>
                </a:rPr>
                <a:t>+3,000P</a:t>
              </a:r>
              <a:endParaRPr lang="ko-KR" altLang="en-US" sz="1000" b="1" dirty="0">
                <a:latin typeface="맑은 고딕"/>
                <a:ea typeface="맑은 고딕"/>
              </a:endParaRP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D9BA5DF9-90D9-F58C-FCA9-0D91094109E7}"/>
                </a:ext>
              </a:extLst>
            </p:cNvPr>
            <p:cNvSpPr/>
            <p:nvPr/>
          </p:nvSpPr>
          <p:spPr>
            <a:xfrm>
              <a:off x="529416" y="5523792"/>
              <a:ext cx="2686082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더보기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F54448-CB70-E550-2584-E2A8F6453611}"/>
              </a:ext>
            </a:extLst>
          </p:cNvPr>
          <p:cNvSpPr/>
          <p:nvPr/>
        </p:nvSpPr>
        <p:spPr>
          <a:xfrm>
            <a:off x="171362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1FFD350-8BF9-66BF-FBBD-4BE6BB76FCE1}"/>
              </a:ext>
            </a:extLst>
          </p:cNvPr>
          <p:cNvGrpSpPr/>
          <p:nvPr/>
        </p:nvGrpSpPr>
        <p:grpSpPr>
          <a:xfrm>
            <a:off x="4024260" y="1499077"/>
            <a:ext cx="3107496" cy="3491370"/>
            <a:chOff x="313605" y="1499077"/>
            <a:chExt cx="3107496" cy="3491370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8EFB762B-76DF-9E1B-BB29-1FE017DDC6A2}"/>
                </a:ext>
              </a:extLst>
            </p:cNvPr>
            <p:cNvSpPr/>
            <p:nvPr/>
          </p:nvSpPr>
          <p:spPr>
            <a:xfrm>
              <a:off x="313605" y="1499077"/>
              <a:ext cx="3107496" cy="34913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3A6498-A85D-EA34-9615-1012BAF904F6}"/>
                </a:ext>
              </a:extLst>
            </p:cNvPr>
            <p:cNvSpPr txBox="1"/>
            <p:nvPr/>
          </p:nvSpPr>
          <p:spPr>
            <a:xfrm>
              <a:off x="1119686" y="1863812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마일리지 전환</a:t>
              </a:r>
              <a:endParaRPr sz="105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7234E5-C2F6-FC49-04FA-F18890D035A8}"/>
                </a:ext>
              </a:extLst>
            </p:cNvPr>
            <p:cNvSpPr txBox="1"/>
            <p:nvPr/>
          </p:nvSpPr>
          <p:spPr>
            <a:xfrm>
              <a:off x="1119686" y="2432709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포인트 전환하기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0" name="Rounded Rectangle 35">
              <a:extLst>
                <a:ext uri="{FF2B5EF4-FFF2-40B4-BE49-F238E27FC236}">
                  <a16:creationId xmlns:a16="http://schemas.microsoft.com/office/drawing/2014/main" id="{A64FAD36-7C7B-42C2-A28F-7EE0BEBDD310}"/>
                </a:ext>
              </a:extLst>
            </p:cNvPr>
            <p:cNvSpPr/>
            <p:nvPr/>
          </p:nvSpPr>
          <p:spPr>
            <a:xfrm>
              <a:off x="773419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61" name="Rounded Rectangle 35">
              <a:extLst>
                <a:ext uri="{FF2B5EF4-FFF2-40B4-BE49-F238E27FC236}">
                  <a16:creationId xmlns:a16="http://schemas.microsoft.com/office/drawing/2014/main" id="{09C41709-E37D-A150-8EA6-9D215C48933E}"/>
                </a:ext>
              </a:extLst>
            </p:cNvPr>
            <p:cNvSpPr/>
            <p:nvPr/>
          </p:nvSpPr>
          <p:spPr>
            <a:xfrm>
              <a:off x="1866813" y="4147484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전환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665D28E-DBCB-018D-D880-4A10E670990B}"/>
                </a:ext>
              </a:extLst>
            </p:cNvPr>
            <p:cNvGrpSpPr/>
            <p:nvPr/>
          </p:nvGrpSpPr>
          <p:grpSpPr>
            <a:xfrm>
              <a:off x="761074" y="2755959"/>
              <a:ext cx="2225264" cy="917381"/>
              <a:chOff x="7132242" y="2852138"/>
              <a:chExt cx="2225264" cy="917381"/>
            </a:xfrm>
          </p:grpSpPr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A07956A0-BC32-4964-62AB-89F23F780648}"/>
                  </a:ext>
                </a:extLst>
              </p:cNvPr>
              <p:cNvSpPr/>
              <p:nvPr/>
            </p:nvSpPr>
            <p:spPr>
              <a:xfrm>
                <a:off x="7791712" y="2852138"/>
                <a:ext cx="1535428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/>
                <a:r>
                  <a:rPr lang="en-US" altLang="ko-KR" sz="900" b="1" dirty="0">
                    <a:solidFill>
                      <a:srgbClr val="E8623F"/>
                    </a:solidFill>
                  </a:rPr>
                  <a:t>10,000P</a:t>
                </a:r>
                <a:endParaRPr lang="ko-KR" altLang="en-US" sz="900" b="1" dirty="0">
                  <a:solidFill>
                    <a:srgbClr val="E8623F"/>
                  </a:solidFill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35CC95A-E757-3082-3444-66F161A2F673}"/>
                  </a:ext>
                </a:extLst>
              </p:cNvPr>
              <p:cNvSpPr txBox="1"/>
              <p:nvPr/>
            </p:nvSpPr>
            <p:spPr>
              <a:xfrm>
                <a:off x="7132242" y="2888230"/>
                <a:ext cx="6848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보유마일리지</a:t>
                </a:r>
                <a:endParaRPr lang="ko-KR" altLang="en-US" sz="800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3C48F220-77DC-7441-7C12-62D7D70F678D}"/>
                  </a:ext>
                </a:extLst>
              </p:cNvPr>
              <p:cNvSpPr/>
              <p:nvPr/>
            </p:nvSpPr>
            <p:spPr>
              <a:xfrm>
                <a:off x="7791712" y="3211394"/>
                <a:ext cx="1535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C592104-BAB6-E659-55FA-792A1EE72DE0}"/>
                  </a:ext>
                </a:extLst>
              </p:cNvPr>
              <p:cNvSpPr txBox="1"/>
              <p:nvPr/>
            </p:nvSpPr>
            <p:spPr>
              <a:xfrm>
                <a:off x="7132242" y="3247486"/>
                <a:ext cx="6014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전환포인트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E29EF32-BE9B-D204-9C1B-2A8FAE523373}"/>
                  </a:ext>
                </a:extLst>
              </p:cNvPr>
              <p:cNvSpPr txBox="1"/>
              <p:nvPr/>
            </p:nvSpPr>
            <p:spPr>
              <a:xfrm>
                <a:off x="7132242" y="3554075"/>
                <a:ext cx="22252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최소 전환 마일리지는 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1P </a:t>
                </a:r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입니다</a:t>
                </a:r>
                <a:r>
                  <a: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974D52E-D46A-5587-C7D8-3042C2CB6989}"/>
              </a:ext>
            </a:extLst>
          </p:cNvPr>
          <p:cNvGrpSpPr/>
          <p:nvPr/>
        </p:nvGrpSpPr>
        <p:grpSpPr>
          <a:xfrm>
            <a:off x="313605" y="1499077"/>
            <a:ext cx="3107496" cy="3491370"/>
            <a:chOff x="313605" y="1499077"/>
            <a:chExt cx="3107496" cy="3491370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24E76E1-062E-9126-8730-223EBDF1437D}"/>
                </a:ext>
              </a:extLst>
            </p:cNvPr>
            <p:cNvSpPr/>
            <p:nvPr/>
          </p:nvSpPr>
          <p:spPr>
            <a:xfrm>
              <a:off x="313605" y="1499077"/>
              <a:ext cx="3107496" cy="34913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4FD03CC-D466-082A-1D88-1BC2AE3062F9}"/>
                </a:ext>
              </a:extLst>
            </p:cNvPr>
            <p:cNvSpPr txBox="1"/>
            <p:nvPr/>
          </p:nvSpPr>
          <p:spPr>
            <a:xfrm>
              <a:off x="1119686" y="1863812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105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마일리지 전환</a:t>
              </a:r>
              <a:endParaRPr sz="105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E768B02-AF1F-1CF0-3CCA-53BAB071A150}"/>
                </a:ext>
              </a:extLst>
            </p:cNvPr>
            <p:cNvSpPr txBox="1"/>
            <p:nvPr/>
          </p:nvSpPr>
          <p:spPr>
            <a:xfrm>
              <a:off x="1119686" y="2450796"/>
              <a:ext cx="1452451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AiLET 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회원 인증하기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41A1292C-F161-AAB8-AEDA-9FB7A311AD04}"/>
                </a:ext>
              </a:extLst>
            </p:cNvPr>
            <p:cNvSpPr/>
            <p:nvPr/>
          </p:nvSpPr>
          <p:spPr>
            <a:xfrm>
              <a:off x="837981" y="3585918"/>
              <a:ext cx="2064242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로그인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19DB67A-4373-8576-8404-B5D42C7A29FD}"/>
                </a:ext>
              </a:extLst>
            </p:cNvPr>
            <p:cNvGrpSpPr/>
            <p:nvPr/>
          </p:nvGrpSpPr>
          <p:grpSpPr>
            <a:xfrm>
              <a:off x="761074" y="2774046"/>
              <a:ext cx="2194898" cy="649139"/>
              <a:chOff x="7132242" y="2870225"/>
              <a:chExt cx="2194898" cy="649139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470DE29F-737B-A03B-8BF3-DDD129DE5436}"/>
                  </a:ext>
                </a:extLst>
              </p:cNvPr>
              <p:cNvSpPr/>
              <p:nvPr/>
            </p:nvSpPr>
            <p:spPr>
              <a:xfrm>
                <a:off x="7791712" y="2870225"/>
                <a:ext cx="1535428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6CB1D64-CD16-01C5-7885-A3239593FBA6}"/>
                  </a:ext>
                </a:extLst>
              </p:cNvPr>
              <p:cNvSpPr txBox="1"/>
              <p:nvPr/>
            </p:nvSpPr>
            <p:spPr>
              <a:xfrm>
                <a:off x="7132242" y="2906317"/>
                <a:ext cx="4523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아이디</a:t>
                </a:r>
                <a:r>
                  <a:rPr lang="ko-KR" altLang="en-US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F4002F46-F82E-67D1-22A3-2D013DA681CB}"/>
                  </a:ext>
                </a:extLst>
              </p:cNvPr>
              <p:cNvSpPr/>
              <p:nvPr/>
            </p:nvSpPr>
            <p:spPr>
              <a:xfrm>
                <a:off x="7791712" y="3229481"/>
                <a:ext cx="1535427" cy="2898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95B5DF-6289-AEB3-631A-E8B2C4F4264E}"/>
                  </a:ext>
                </a:extLst>
              </p:cNvPr>
              <p:cNvSpPr txBox="1"/>
              <p:nvPr/>
            </p:nvSpPr>
            <p:spPr>
              <a:xfrm>
                <a:off x="7132242" y="3265573"/>
                <a:ext cx="5357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비밀번호</a:t>
                </a:r>
                <a:r>
                  <a:rPr lang="ko-KR" altLang="en-US" sz="800" spc="-150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 </a:t>
                </a:r>
                <a:endPara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E68DCA-7931-69BD-FB08-1BF2FA86E48F}"/>
                </a:ext>
              </a:extLst>
            </p:cNvPr>
            <p:cNvSpPr txBox="1"/>
            <p:nvPr/>
          </p:nvSpPr>
          <p:spPr>
            <a:xfrm>
              <a:off x="752961" y="3982139"/>
              <a:ext cx="2225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------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간편로그인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------ 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9F540885-98B8-EF93-C89A-4BDDD0172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4149" y="4249926"/>
              <a:ext cx="1611632" cy="594049"/>
            </a:xfrm>
            <a:prstGeom prst="rect">
              <a:avLst/>
            </a:prstGeom>
          </p:spPr>
        </p:pic>
      </p:grp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AA906156-9EAC-8551-0F29-5AFB0C6EF2A8}"/>
              </a:ext>
            </a:extLst>
          </p:cNvPr>
          <p:cNvSpPr/>
          <p:nvPr/>
        </p:nvSpPr>
        <p:spPr>
          <a:xfrm>
            <a:off x="735759" y="2443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B9286949-E547-B761-8C8E-D3C8E9713157}"/>
              </a:ext>
            </a:extLst>
          </p:cNvPr>
          <p:cNvSpPr/>
          <p:nvPr/>
        </p:nvSpPr>
        <p:spPr>
          <a:xfrm>
            <a:off x="4316704" y="2443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29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30136</TotalTime>
  <Words>2028</Words>
  <Application>Microsoft Office PowerPoint</Application>
  <PresentationFormat>사용자 지정</PresentationFormat>
  <Paragraphs>611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1492</cp:revision>
  <dcterms:created xsi:type="dcterms:W3CDTF">2020-09-28T12:25:11Z</dcterms:created>
  <dcterms:modified xsi:type="dcterms:W3CDTF">2026-07-22T06:14:43Z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