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1803" r:id="rId5"/>
    <p:sldId id="624" r:id="rId6"/>
    <p:sldId id="1973" r:id="rId7"/>
    <p:sldId id="1976" r:id="rId8"/>
    <p:sldId id="1963" r:id="rId9"/>
    <p:sldId id="1951" r:id="rId10"/>
    <p:sldId id="2070" r:id="rId11"/>
    <p:sldId id="2077" r:id="rId12"/>
    <p:sldId id="2078" r:id="rId13"/>
    <p:sldId id="2081" r:id="rId14"/>
    <p:sldId id="2079" r:id="rId15"/>
    <p:sldId id="2080" r:id="rId16"/>
    <p:sldId id="2082" r:id="rId17"/>
    <p:sldId id="2084" r:id="rId18"/>
    <p:sldId id="2085" r:id="rId19"/>
    <p:sldId id="2083" r:id="rId20"/>
    <p:sldId id="2087" r:id="rId21"/>
    <p:sldId id="2086" r:id="rId22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8623F"/>
    <a:srgbClr val="34A44E"/>
    <a:srgbClr val="97C139"/>
    <a:srgbClr val="FBFBFB"/>
    <a:srgbClr val="EB7A67"/>
    <a:srgbClr val="F28C7A"/>
    <a:srgbClr val="00589A"/>
    <a:srgbClr val="F9B129"/>
    <a:srgbClr val="235A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77CD6-84FC-4ADD-BA04-A0815F85E2C3}" v="867" dt="2026-07-30T08:20:51.81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44" autoAdjust="0"/>
    <p:restoredTop sz="97402" autoAdjust="0"/>
  </p:normalViewPr>
  <p:slideViewPr>
    <p:cSldViewPr>
      <p:cViewPr varScale="1">
        <p:scale>
          <a:sx n="138" d="100"/>
          <a:sy n="138" d="100"/>
        </p:scale>
        <p:origin x="798" y="12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103" d="100"/>
          <a:sy n="103" d="100"/>
        </p:scale>
        <p:origin x="4650" y="132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">
      <pc:chgData name="한나 조" userId="65a288ce2c9026c1" providerId="LiveId" clId="{C15A6EEB-526C-46C9-82AA-A02ABBD41001}" dt="2026-07-30T08:20:58.735" v="8460" actId="20577"/>
      <pc:docMkLst>
        <pc:docMk/>
      </pc:docMkLst>
      <pc:sldChg chg="modSp mod">
        <pc:chgData name="한나 조" userId="65a288ce2c9026c1" providerId="LiveId" clId="{C15A6EEB-526C-46C9-82AA-A02ABBD41001}" dt="2026-07-29T05:07:30.449" v="2503" actId="20577"/>
        <pc:sldMkLst>
          <pc:docMk/>
          <pc:sldMk cId="86950737" sldId="624"/>
        </pc:sldMkLst>
        <pc:graphicFrameChg chg="modGraphic">
          <ac:chgData name="한나 조" userId="65a288ce2c9026c1" providerId="LiveId" clId="{C15A6EEB-526C-46C9-82AA-A02ABBD41001}" dt="2026-07-29T05:07:30.449" v="2503" actId="20577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29T07:04:40.514" v="3779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29T07:04:40.514" v="3779" actId="20577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29T05:07:27.573" v="2501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addSp delSp mod">
        <pc:chgData name="한나 조" userId="65a288ce2c9026c1" providerId="LiveId" clId="{C15A6EEB-526C-46C9-82AA-A02ABBD41001}" dt="2026-07-29T07:03:22.238" v="3750" actId="22"/>
        <pc:sldMkLst>
          <pc:docMk/>
          <pc:sldMk cId="972314868" sldId="1951"/>
        </pc:sldMkLst>
        <pc:picChg chg="add del">
          <ac:chgData name="한나 조" userId="65a288ce2c9026c1" providerId="LiveId" clId="{C15A6EEB-526C-46C9-82AA-A02ABBD41001}" dt="2026-07-29T07:03:22.238" v="3750" actId="22"/>
          <ac:picMkLst>
            <pc:docMk/>
            <pc:sldMk cId="972314868" sldId="1951"/>
            <ac:picMk id="4" creationId="{57AA9FDC-A748-9A5E-E398-7D90969B4732}"/>
          </ac:picMkLst>
        </pc:picChg>
      </pc:sldChg>
      <pc:sldChg chg="modSp mod">
        <pc:chgData name="한나 조" userId="65a288ce2c9026c1" providerId="LiveId" clId="{C15A6EEB-526C-46C9-82AA-A02ABBD41001}" dt="2026-07-30T08:20:58.735" v="8460" actId="20577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30T08:20:58.735" v="8460" actId="20577"/>
          <ac:graphicFrameMkLst>
            <pc:docMk/>
            <pc:sldMk cId="1502338924" sldId="1963"/>
            <ac:graphicFrameMk id="4" creationId="{134ADAFA-E86E-DE69-794B-48681F98638F}"/>
          </ac:graphicFrameMkLst>
        </pc:graphicFrameChg>
      </pc:sldChg>
      <pc:sldChg chg="modSp mod">
        <pc:chgData name="한나 조" userId="65a288ce2c9026c1" providerId="LiveId" clId="{C15A6EEB-526C-46C9-82AA-A02ABBD41001}" dt="2026-07-29T06:54:55.665" v="3739"/>
        <pc:sldMkLst>
          <pc:docMk/>
          <pc:sldMk cId="712698974" sldId="1973"/>
        </pc:sldMkLst>
        <pc:graphicFrameChg chg="mod modGraphic">
          <ac:chgData name="한나 조" userId="65a288ce2c9026c1" providerId="LiveId" clId="{C15A6EEB-526C-46C9-82AA-A02ABBD41001}" dt="2026-07-29T06:54:55.665" v="3739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30T02:57:50.834" v="7253" actId="20577"/>
        <pc:sldMkLst>
          <pc:docMk/>
          <pc:sldMk cId="2943770741" sldId="2070"/>
        </pc:sldMkLst>
        <pc:spChg chg="mod">
          <ac:chgData name="한나 조" userId="65a288ce2c9026c1" providerId="LiveId" clId="{C15A6EEB-526C-46C9-82AA-A02ABBD41001}" dt="2026-07-28T09:45:42.955" v="2155" actId="20577"/>
          <ac:spMkLst>
            <pc:docMk/>
            <pc:sldMk cId="2943770741" sldId="2070"/>
            <ac:spMk id="2" creationId="{5F6F9FE1-7C30-2F52-CCA8-3F312D7C96E5}"/>
          </ac:spMkLst>
        </pc:spChg>
        <pc:spChg chg="mod">
          <ac:chgData name="한나 조" userId="65a288ce2c9026c1" providerId="LiveId" clId="{C15A6EEB-526C-46C9-82AA-A02ABBD41001}" dt="2026-07-29T05:28:56.187" v="2878"/>
          <ac:spMkLst>
            <pc:docMk/>
            <pc:sldMk cId="2943770741" sldId="2070"/>
            <ac:spMk id="3" creationId="{D72E9E56-EE41-5165-570E-153795A96075}"/>
          </ac:spMkLst>
        </pc:spChg>
        <pc:spChg chg="mod">
          <ac:chgData name="한나 조" userId="65a288ce2c9026c1" providerId="LiveId" clId="{C15A6EEB-526C-46C9-82AA-A02ABBD41001}" dt="2026-07-29T06:55:05.512" v="3740"/>
          <ac:spMkLst>
            <pc:docMk/>
            <pc:sldMk cId="2943770741" sldId="2070"/>
            <ac:spMk id="4" creationId="{A4C9982D-9CA2-CF12-9AE8-140CA1AE647F}"/>
          </ac:spMkLst>
        </pc:spChg>
        <pc:spChg chg="mod">
          <ac:chgData name="한나 조" userId="65a288ce2c9026c1" providerId="LiveId" clId="{C15A6EEB-526C-46C9-82AA-A02ABBD41001}" dt="2026-07-28T09:36:34.472" v="1845" actId="20577"/>
          <ac:spMkLst>
            <pc:docMk/>
            <pc:sldMk cId="2943770741" sldId="2070"/>
            <ac:spMk id="5" creationId="{6415224F-2EF9-3405-734A-2F342126213B}"/>
          </ac:spMkLst>
        </pc:spChg>
        <pc:spChg chg="add mod">
          <ac:chgData name="한나 조" userId="65a288ce2c9026c1" providerId="LiveId" clId="{C15A6EEB-526C-46C9-82AA-A02ABBD41001}" dt="2026-07-30T02:44:33.704" v="7090" actId="1076"/>
          <ac:spMkLst>
            <pc:docMk/>
            <pc:sldMk cId="2943770741" sldId="2070"/>
            <ac:spMk id="9" creationId="{8355594C-1473-4217-98D4-F491AEC9BEFE}"/>
          </ac:spMkLst>
        </pc:spChg>
        <pc:spChg chg="add mod">
          <ac:chgData name="한나 조" userId="65a288ce2c9026c1" providerId="LiveId" clId="{C15A6EEB-526C-46C9-82AA-A02ABBD41001}" dt="2026-07-29T05:11:40.119" v="2554" actId="767"/>
          <ac:spMkLst>
            <pc:docMk/>
            <pc:sldMk cId="2943770741" sldId="2070"/>
            <ac:spMk id="9" creationId="{94566963-CABE-7F4D-91B7-A5831AA6919E}"/>
          </ac:spMkLst>
        </pc:spChg>
        <pc:spChg chg="add mod topLvl">
          <ac:chgData name="한나 조" userId="65a288ce2c9026c1" providerId="LiveId" clId="{C15A6EEB-526C-46C9-82AA-A02ABBD41001}" dt="2026-07-29T05:22:35.359" v="2773" actId="164"/>
          <ac:spMkLst>
            <pc:docMk/>
            <pc:sldMk cId="2943770741" sldId="2070"/>
            <ac:spMk id="10" creationId="{C16D043C-8532-9F33-5315-C172C8752650}"/>
          </ac:spMkLst>
        </pc:spChg>
        <pc:spChg chg="mod">
          <ac:chgData name="한나 조" userId="65a288ce2c9026c1" providerId="LiveId" clId="{C15A6EEB-526C-46C9-82AA-A02ABBD41001}" dt="2026-07-28T07:44:36.947" v="1153" actId="20577"/>
          <ac:spMkLst>
            <pc:docMk/>
            <pc:sldMk cId="2943770741" sldId="2070"/>
            <ac:spMk id="14" creationId="{4058D532-A723-A64A-7190-20958645166D}"/>
          </ac:spMkLst>
        </pc:spChg>
        <pc:spChg chg="mod">
          <ac:chgData name="한나 조" userId="65a288ce2c9026c1" providerId="LiveId" clId="{C15A6EEB-526C-46C9-82AA-A02ABBD41001}" dt="2026-07-28T07:44:31.012" v="1137"/>
          <ac:spMkLst>
            <pc:docMk/>
            <pc:sldMk cId="2943770741" sldId="2070"/>
            <ac:spMk id="15" creationId="{B2C9C568-D81F-6650-7E6F-BADD5F4FCEDC}"/>
          </ac:spMkLst>
        </pc:spChg>
        <pc:spChg chg="add mod">
          <ac:chgData name="한나 조" userId="65a288ce2c9026c1" providerId="LiveId" clId="{C15A6EEB-526C-46C9-82AA-A02ABBD41001}" dt="2026-07-29T07:50:11.675" v="5592" actId="1076"/>
          <ac:spMkLst>
            <pc:docMk/>
            <pc:sldMk cId="2943770741" sldId="2070"/>
            <ac:spMk id="16" creationId="{EB1E2EE8-04DB-C62E-E724-4673B75C0919}"/>
          </ac:spMkLst>
        </pc:spChg>
        <pc:spChg chg="add del mod">
          <ac:chgData name="한나 조" userId="65a288ce2c9026c1" providerId="LiveId" clId="{C15A6EEB-526C-46C9-82AA-A02ABBD41001}" dt="2026-07-29T05:16:05.322" v="2665" actId="478"/>
          <ac:spMkLst>
            <pc:docMk/>
            <pc:sldMk cId="2943770741" sldId="2070"/>
            <ac:spMk id="16" creationId="{EE886B6D-2606-50FA-33CD-67FD9370A515}"/>
          </ac:spMkLst>
        </pc:spChg>
        <pc:spChg chg="add del mod topLvl">
          <ac:chgData name="한나 조" userId="65a288ce2c9026c1" providerId="LiveId" clId="{C15A6EEB-526C-46C9-82AA-A02ABBD41001}" dt="2026-07-30T02:44:05.023" v="7082" actId="478"/>
          <ac:spMkLst>
            <pc:docMk/>
            <pc:sldMk cId="2943770741" sldId="2070"/>
            <ac:spMk id="17" creationId="{E5A9DD33-0236-2BA4-F089-F0FD0CAE5649}"/>
          </ac:spMkLst>
        </pc:spChg>
        <pc:spChg chg="mod">
          <ac:chgData name="한나 조" userId="65a288ce2c9026c1" providerId="LiveId" clId="{C15A6EEB-526C-46C9-82AA-A02ABBD41001}" dt="2026-07-28T09:35:11.318" v="1841" actId="20577"/>
          <ac:spMkLst>
            <pc:docMk/>
            <pc:sldMk cId="2943770741" sldId="2070"/>
            <ac:spMk id="18" creationId="{5F1569A4-CDB5-2DBD-3FB7-E7CC57B87494}"/>
          </ac:spMkLst>
        </pc:spChg>
        <pc:spChg chg="add del mod topLvl">
          <ac:chgData name="한나 조" userId="65a288ce2c9026c1" providerId="LiveId" clId="{C15A6EEB-526C-46C9-82AA-A02ABBD41001}" dt="2026-07-30T02:44:05.023" v="7082" actId="478"/>
          <ac:spMkLst>
            <pc:docMk/>
            <pc:sldMk cId="2943770741" sldId="2070"/>
            <ac:spMk id="20" creationId="{DD578C13-F04A-9BEA-DD0D-CFA0CE62BBF7}"/>
          </ac:spMkLst>
        </pc:spChg>
        <pc:spChg chg="add del mod topLvl">
          <ac:chgData name="한나 조" userId="65a288ce2c9026c1" providerId="LiveId" clId="{C15A6EEB-526C-46C9-82AA-A02ABBD41001}" dt="2026-07-30T02:44:05.023" v="7082" actId="478"/>
          <ac:spMkLst>
            <pc:docMk/>
            <pc:sldMk cId="2943770741" sldId="2070"/>
            <ac:spMk id="21" creationId="{C6BC8B9F-CA4B-55F7-E717-12CA94D1F6EF}"/>
          </ac:spMkLst>
        </pc:spChg>
        <pc:spChg chg="add mod">
          <ac:chgData name="한나 조" userId="65a288ce2c9026c1" providerId="LiveId" clId="{C15A6EEB-526C-46C9-82AA-A02ABBD41001}" dt="2026-07-29T05:20:51.817" v="2713" actId="1076"/>
          <ac:spMkLst>
            <pc:docMk/>
            <pc:sldMk cId="2943770741" sldId="2070"/>
            <ac:spMk id="22" creationId="{DEFC064D-5759-14CF-ADE2-D20154C2B5B8}"/>
          </ac:spMkLst>
        </pc:spChg>
        <pc:spChg chg="add del mod topLvl">
          <ac:chgData name="한나 조" userId="65a288ce2c9026c1" providerId="LiveId" clId="{C15A6EEB-526C-46C9-82AA-A02ABBD41001}" dt="2026-07-30T02:44:05.023" v="7082" actId="478"/>
          <ac:spMkLst>
            <pc:docMk/>
            <pc:sldMk cId="2943770741" sldId="2070"/>
            <ac:spMk id="23" creationId="{B173B98E-7815-A8EC-25EB-050BA0CBEFE4}"/>
          </ac:spMkLst>
        </pc:spChg>
        <pc:spChg chg="add del mod">
          <ac:chgData name="한나 조" userId="65a288ce2c9026c1" providerId="LiveId" clId="{C15A6EEB-526C-46C9-82AA-A02ABBD41001}" dt="2026-07-30T02:51:55.857" v="7150" actId="478"/>
          <ac:spMkLst>
            <pc:docMk/>
            <pc:sldMk cId="2943770741" sldId="2070"/>
            <ac:spMk id="24" creationId="{7B902418-1FBF-483F-7B8C-96E02536F06E}"/>
          </ac:spMkLst>
        </pc:spChg>
        <pc:spChg chg="add mod topLvl">
          <ac:chgData name="한나 조" userId="65a288ce2c9026c1" providerId="LiveId" clId="{C15A6EEB-526C-46C9-82AA-A02ABBD41001}" dt="2026-07-29T05:22:37.157" v="2774" actId="164"/>
          <ac:spMkLst>
            <pc:docMk/>
            <pc:sldMk cId="2943770741" sldId="2070"/>
            <ac:spMk id="25" creationId="{6D050F0F-CE1F-BBB9-B8B8-9C49AFF94740}"/>
          </ac:spMkLst>
        </pc:spChg>
        <pc:spChg chg="add mod topLvl">
          <ac:chgData name="한나 조" userId="65a288ce2c9026c1" providerId="LiveId" clId="{C15A6EEB-526C-46C9-82AA-A02ABBD41001}" dt="2026-07-29T05:22:37.157" v="2774" actId="164"/>
          <ac:spMkLst>
            <pc:docMk/>
            <pc:sldMk cId="2943770741" sldId="2070"/>
            <ac:spMk id="26" creationId="{5B76F3F1-AFE2-A0C5-A1C2-A2792DFE6546}"/>
          </ac:spMkLst>
        </pc:spChg>
        <pc:spChg chg="add mod topLvl">
          <ac:chgData name="한나 조" userId="65a288ce2c9026c1" providerId="LiveId" clId="{C15A6EEB-526C-46C9-82AA-A02ABBD41001}" dt="2026-07-29T05:22:37.157" v="2774" actId="164"/>
          <ac:spMkLst>
            <pc:docMk/>
            <pc:sldMk cId="2943770741" sldId="2070"/>
            <ac:spMk id="27" creationId="{42E3BC1F-67A8-E89A-4F32-06AD59FFF8A6}"/>
          </ac:spMkLst>
        </pc:spChg>
        <pc:spChg chg="add mod">
          <ac:chgData name="한나 조" userId="65a288ce2c9026c1" providerId="LiveId" clId="{C15A6EEB-526C-46C9-82AA-A02ABBD41001}" dt="2026-07-29T07:50:11.675" v="5592" actId="1076"/>
          <ac:spMkLst>
            <pc:docMk/>
            <pc:sldMk cId="2943770741" sldId="2070"/>
            <ac:spMk id="28" creationId="{00D802CB-951E-3160-EB81-50CE28869509}"/>
          </ac:spMkLst>
        </pc:spChg>
        <pc:spChg chg="add del mod">
          <ac:chgData name="한나 조" userId="65a288ce2c9026c1" providerId="LiveId" clId="{C15A6EEB-526C-46C9-82AA-A02ABBD41001}" dt="2026-07-29T05:17:14.673" v="2677" actId="478"/>
          <ac:spMkLst>
            <pc:docMk/>
            <pc:sldMk cId="2943770741" sldId="2070"/>
            <ac:spMk id="28" creationId="{77D505C2-BA18-C1C0-E5F8-E4D2B5C80C95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29" creationId="{C5B9D93C-0C90-BD54-6B62-876100E43D85}"/>
          </ac:spMkLst>
        </pc:spChg>
        <pc:spChg chg="add del mod">
          <ac:chgData name="한나 조" userId="65a288ce2c9026c1" providerId="LiveId" clId="{C15A6EEB-526C-46C9-82AA-A02ABBD41001}" dt="2026-07-30T02:51:55.857" v="7150" actId="478"/>
          <ac:spMkLst>
            <pc:docMk/>
            <pc:sldMk cId="2943770741" sldId="2070"/>
            <ac:spMk id="30" creationId="{7449B4B3-68B2-B53D-9CCD-69B0DF0A4C75}"/>
          </ac:spMkLst>
        </pc:spChg>
        <pc:spChg chg="add del mod">
          <ac:chgData name="한나 조" userId="65a288ce2c9026c1" providerId="LiveId" clId="{C15A6EEB-526C-46C9-82AA-A02ABBD41001}" dt="2026-07-29T05:22:17.553" v="2768" actId="478"/>
          <ac:spMkLst>
            <pc:docMk/>
            <pc:sldMk cId="2943770741" sldId="2070"/>
            <ac:spMk id="30" creationId="{82BB2AF0-59F3-508B-A252-FF45B8E7145A}"/>
          </ac:spMkLst>
        </pc:spChg>
        <pc:spChg chg="add">
          <ac:chgData name="한나 조" userId="65a288ce2c9026c1" providerId="LiveId" clId="{C15A6EEB-526C-46C9-82AA-A02ABBD41001}" dt="2026-07-29T08:28:24.258" v="6836" actId="22"/>
          <ac:spMkLst>
            <pc:docMk/>
            <pc:sldMk cId="2943770741" sldId="2070"/>
            <ac:spMk id="31" creationId="{C93E6AA4-43BC-66CE-73FF-34EBE5AF67BF}"/>
          </ac:spMkLst>
        </pc:spChg>
        <pc:spChg chg="add del mod topLvl">
          <ac:chgData name="한나 조" userId="65a288ce2c9026c1" providerId="LiveId" clId="{C15A6EEB-526C-46C9-82AA-A02ABBD41001}" dt="2026-07-29T08:48:23.524" v="6851" actId="478"/>
          <ac:spMkLst>
            <pc:docMk/>
            <pc:sldMk cId="2943770741" sldId="2070"/>
            <ac:spMk id="32" creationId="{CE1E05B8-1186-405F-3A26-C1A64338B84B}"/>
          </ac:spMkLst>
        </pc:spChg>
        <pc:spChg chg="add del mod">
          <ac:chgData name="한나 조" userId="65a288ce2c9026c1" providerId="LiveId" clId="{C15A6EEB-526C-46C9-82AA-A02ABBD41001}" dt="2026-07-30T02:51:55.857" v="7150" actId="478"/>
          <ac:spMkLst>
            <pc:docMk/>
            <pc:sldMk cId="2943770741" sldId="2070"/>
            <ac:spMk id="32" creationId="{F384EADE-0AEF-D804-8302-0ACD2E635E80}"/>
          </ac:spMkLst>
        </pc:spChg>
        <pc:spChg chg="add mod topLvl">
          <ac:chgData name="한나 조" userId="65a288ce2c9026c1" providerId="LiveId" clId="{C15A6EEB-526C-46C9-82AA-A02ABBD41001}" dt="2026-07-29T05:22:37.157" v="2774" actId="164"/>
          <ac:spMkLst>
            <pc:docMk/>
            <pc:sldMk cId="2943770741" sldId="2070"/>
            <ac:spMk id="33" creationId="{8853A310-5873-6FC1-51B7-79DAD110B4C3}"/>
          </ac:spMkLst>
        </pc:spChg>
        <pc:spChg chg="add mod topLvl">
          <ac:chgData name="한나 조" userId="65a288ce2c9026c1" providerId="LiveId" clId="{C15A6EEB-526C-46C9-82AA-A02ABBD41001}" dt="2026-07-29T05:20:37.698" v="2710" actId="1036"/>
          <ac:spMkLst>
            <pc:docMk/>
            <pc:sldMk cId="2943770741" sldId="2070"/>
            <ac:spMk id="34" creationId="{215BA1C9-9109-0AB6-D4E9-FE369F0C7309}"/>
          </ac:spMkLst>
        </pc:spChg>
        <pc:spChg chg="add mod ord topLvl">
          <ac:chgData name="한나 조" userId="65a288ce2c9026c1" providerId="LiveId" clId="{C15A6EEB-526C-46C9-82AA-A02ABBD41001}" dt="2026-07-29T05:18:01.973" v="2697" actId="164"/>
          <ac:spMkLst>
            <pc:docMk/>
            <pc:sldMk cId="2943770741" sldId="2070"/>
            <ac:spMk id="35" creationId="{4CB3F092-65FB-5815-AA54-DE1164B6BB6C}"/>
          </ac:spMkLst>
        </pc:spChg>
        <pc:spChg chg="add mod topLvl">
          <ac:chgData name="한나 조" userId="65a288ce2c9026c1" providerId="LiveId" clId="{C15A6EEB-526C-46C9-82AA-A02ABBD41001}" dt="2026-07-29T05:18:01.973" v="2697" actId="164"/>
          <ac:spMkLst>
            <pc:docMk/>
            <pc:sldMk cId="2943770741" sldId="2070"/>
            <ac:spMk id="36" creationId="{7A2F48C7-CC1F-AE5D-0C50-19CD14E39B08}"/>
          </ac:spMkLst>
        </pc:spChg>
        <pc:spChg chg="add del mod">
          <ac:chgData name="한나 조" userId="65a288ce2c9026c1" providerId="LiveId" clId="{C15A6EEB-526C-46C9-82AA-A02ABBD41001}" dt="2026-07-30T02:51:55.857" v="7150" actId="478"/>
          <ac:spMkLst>
            <pc:docMk/>
            <pc:sldMk cId="2943770741" sldId="2070"/>
            <ac:spMk id="37" creationId="{69C1F196-77AE-89AE-7C69-5B3AF3D7D56F}"/>
          </ac:spMkLst>
        </pc:spChg>
        <pc:spChg chg="add">
          <ac:chgData name="한나 조" userId="65a288ce2c9026c1" providerId="LiveId" clId="{C15A6EEB-526C-46C9-82AA-A02ABBD41001}" dt="2026-07-29T08:28:24.258" v="6836" actId="22"/>
          <ac:spMkLst>
            <pc:docMk/>
            <pc:sldMk cId="2943770741" sldId="2070"/>
            <ac:spMk id="38" creationId="{A5EF42F0-F7EA-DB67-CADD-45B23DA153D6}"/>
          </ac:spMkLst>
        </pc:spChg>
        <pc:spChg chg="add del mod">
          <ac:chgData name="한나 조" userId="65a288ce2c9026c1" providerId="LiveId" clId="{C15A6EEB-526C-46C9-82AA-A02ABBD41001}" dt="2026-07-30T02:45:03.258" v="7132" actId="478"/>
          <ac:spMkLst>
            <pc:docMk/>
            <pc:sldMk cId="2943770741" sldId="2070"/>
            <ac:spMk id="42" creationId="{4C032799-6623-BD7A-C4E1-0ED4C994C5EC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43" creationId="{66719BDB-EA65-5BDC-AC89-E385E4A897E5}"/>
          </ac:spMkLst>
        </pc:spChg>
        <pc:spChg chg="add mod">
          <ac:chgData name="한나 조" userId="65a288ce2c9026c1" providerId="LiveId" clId="{C15A6EEB-526C-46C9-82AA-A02ABBD41001}" dt="2026-07-29T07:06:49.652" v="3843" actId="1076"/>
          <ac:spMkLst>
            <pc:docMk/>
            <pc:sldMk cId="2943770741" sldId="2070"/>
            <ac:spMk id="44" creationId="{3262E789-B71F-D44B-90F5-9177209E51FD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45" creationId="{C4103C65-D667-FDAF-80F0-1889B41A244C}"/>
          </ac:spMkLst>
        </pc:spChg>
        <pc:spChg chg="add mod ord">
          <ac:chgData name="한나 조" userId="65a288ce2c9026c1" providerId="LiveId" clId="{C15A6EEB-526C-46C9-82AA-A02ABBD41001}" dt="2026-07-30T02:51:53.597" v="7149" actId="1076"/>
          <ac:spMkLst>
            <pc:docMk/>
            <pc:sldMk cId="2943770741" sldId="2070"/>
            <ac:spMk id="46" creationId="{1DD4563F-2C42-3A7B-09A0-690F989CE2C6}"/>
          </ac:spMkLst>
        </pc:spChg>
        <pc:spChg chg="add mod ord">
          <ac:chgData name="한나 조" userId="65a288ce2c9026c1" providerId="LiveId" clId="{C15A6EEB-526C-46C9-82AA-A02ABBD41001}" dt="2026-07-30T02:51:53.597" v="7149" actId="1076"/>
          <ac:spMkLst>
            <pc:docMk/>
            <pc:sldMk cId="2943770741" sldId="2070"/>
            <ac:spMk id="47" creationId="{A0CF2CDD-BBE4-46CA-DB50-D9739282E66B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48" creationId="{FE76D8CC-6B37-6469-D6B1-CE363CCFD1E2}"/>
          </ac:spMkLst>
        </pc:spChg>
        <pc:spChg chg="add mod">
          <ac:chgData name="한나 조" userId="65a288ce2c9026c1" providerId="LiveId" clId="{C15A6EEB-526C-46C9-82AA-A02ABBD41001}" dt="2026-07-29T07:05:18.958" v="3792" actId="20577"/>
          <ac:spMkLst>
            <pc:docMk/>
            <pc:sldMk cId="2943770741" sldId="2070"/>
            <ac:spMk id="49" creationId="{DE723F87-8727-1C3A-D9C8-1DFCF672DB94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52" creationId="{EE581FB6-6DBF-12AD-0F02-24F0DBFCA454}"/>
          </ac:spMkLst>
        </pc:spChg>
        <pc:spChg chg="add mod">
          <ac:chgData name="한나 조" userId="65a288ce2c9026c1" providerId="LiveId" clId="{C15A6EEB-526C-46C9-82AA-A02ABBD41001}" dt="2026-07-29T07:06:49.652" v="3843" actId="1076"/>
          <ac:spMkLst>
            <pc:docMk/>
            <pc:sldMk cId="2943770741" sldId="2070"/>
            <ac:spMk id="53" creationId="{0EAF76D7-05E6-E428-97EB-2377738FDA34}"/>
          </ac:spMkLst>
        </pc:spChg>
        <pc:spChg chg="add mod">
          <ac:chgData name="한나 조" userId="65a288ce2c9026c1" providerId="LiveId" clId="{C15A6EEB-526C-46C9-82AA-A02ABBD41001}" dt="2026-07-30T02:44:33.704" v="7090" actId="1076"/>
          <ac:spMkLst>
            <pc:docMk/>
            <pc:sldMk cId="2943770741" sldId="2070"/>
            <ac:spMk id="57" creationId="{1386C07A-DE70-9D60-4084-DA2AB7D0280B}"/>
          </ac:spMkLst>
        </pc:spChg>
        <pc:spChg chg="add mod">
          <ac:chgData name="한나 조" userId="65a288ce2c9026c1" providerId="LiveId" clId="{C15A6EEB-526C-46C9-82AA-A02ABBD41001}" dt="2026-07-30T02:44:33.704" v="7090" actId="1076"/>
          <ac:spMkLst>
            <pc:docMk/>
            <pc:sldMk cId="2943770741" sldId="2070"/>
            <ac:spMk id="58" creationId="{07CD2CA6-1334-A41C-9C7B-8558BF14E6CB}"/>
          </ac:spMkLst>
        </pc:spChg>
        <pc:spChg chg="add mod">
          <ac:chgData name="한나 조" userId="65a288ce2c9026c1" providerId="LiveId" clId="{C15A6EEB-526C-46C9-82AA-A02ABBD41001}" dt="2026-07-30T02:44:33.704" v="7090" actId="1076"/>
          <ac:spMkLst>
            <pc:docMk/>
            <pc:sldMk cId="2943770741" sldId="2070"/>
            <ac:spMk id="59" creationId="{43727579-44A8-2D66-9BF3-513DABCA5200}"/>
          </ac:spMkLst>
        </pc:spChg>
        <pc:spChg chg="add del mod">
          <ac:chgData name="한나 조" userId="65a288ce2c9026c1" providerId="LiveId" clId="{C15A6EEB-526C-46C9-82AA-A02ABBD41001}" dt="2026-07-30T02:51:55.857" v="7150" actId="478"/>
          <ac:spMkLst>
            <pc:docMk/>
            <pc:sldMk cId="2943770741" sldId="2070"/>
            <ac:spMk id="61" creationId="{FA4B95BB-43AB-468D-1983-0BB6A6AD8DC6}"/>
          </ac:spMkLst>
        </pc:spChg>
        <pc:spChg chg="mod ord topLvl">
          <ac:chgData name="한나 조" userId="65a288ce2c9026c1" providerId="LiveId" clId="{C15A6EEB-526C-46C9-82AA-A02ABBD41001}" dt="2026-07-29T05:20:41.999" v="2712" actId="14100"/>
          <ac:spMkLst>
            <pc:docMk/>
            <pc:sldMk cId="2943770741" sldId="2070"/>
            <ac:spMk id="137" creationId="{D61FFAB0-2B6D-9276-47DD-CCEE821BB2F9}"/>
          </ac:spMkLst>
        </pc:spChg>
        <pc:spChg chg="mod topLvl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138" creationId="{0F4DAAB2-2873-1934-2E0F-2077AEE327BE}"/>
          </ac:spMkLst>
        </pc:spChg>
        <pc:spChg chg="mod topLvl">
          <ac:chgData name="한나 조" userId="65a288ce2c9026c1" providerId="LiveId" clId="{C15A6EEB-526C-46C9-82AA-A02ABBD41001}" dt="2026-07-29T05:18:49.170" v="2703" actId="1036"/>
          <ac:spMkLst>
            <pc:docMk/>
            <pc:sldMk cId="2943770741" sldId="2070"/>
            <ac:spMk id="140" creationId="{AD3676BD-434A-0C3B-AA4A-A1336AE5FD03}"/>
          </ac:spMkLst>
        </pc:spChg>
        <pc:spChg chg="mod topLvl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141" creationId="{59820799-3A07-D6BC-5FAE-6DDCE875A5F2}"/>
          </ac:spMkLst>
        </pc:spChg>
        <pc:spChg chg="add del mod">
          <ac:chgData name="한나 조" userId="65a288ce2c9026c1" providerId="LiveId" clId="{C15A6EEB-526C-46C9-82AA-A02ABBD41001}" dt="2026-07-29T03:33:52.462" v="2497" actId="478"/>
          <ac:spMkLst>
            <pc:docMk/>
            <pc:sldMk cId="2943770741" sldId="2070"/>
            <ac:spMk id="143" creationId="{4D8D44FB-5B7A-8143-2079-CF2B49E3FABD}"/>
          </ac:spMkLst>
        </pc:spChg>
        <pc:spChg chg="add mod topLvl">
          <ac:chgData name="한나 조" userId="65a288ce2c9026c1" providerId="LiveId" clId="{C15A6EEB-526C-46C9-82AA-A02ABBD41001}" dt="2026-07-29T05:20:37.698" v="2710" actId="1036"/>
          <ac:spMkLst>
            <pc:docMk/>
            <pc:sldMk cId="2943770741" sldId="2070"/>
            <ac:spMk id="147" creationId="{4FE35E24-39E1-CD9A-1748-51E7ACACF8A0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155" creationId="{93D498FF-4C98-23BB-CAEF-C08FCFD47E97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157" creationId="{8BC783AF-79D7-9EC8-8619-514DDED6FF23}"/>
          </ac:spMkLst>
        </pc:spChg>
        <pc:spChg chg="add mod">
          <ac:chgData name="한나 조" userId="65a288ce2c9026c1" providerId="LiveId" clId="{C15A6EEB-526C-46C9-82AA-A02ABBD41001}" dt="2026-07-30T02:52:01.537" v="7154" actId="1035"/>
          <ac:spMkLst>
            <pc:docMk/>
            <pc:sldMk cId="2943770741" sldId="2070"/>
            <ac:spMk id="158" creationId="{7662428B-D890-617D-5443-B5A4EA2A73D7}"/>
          </ac:spMkLst>
        </pc:spChg>
        <pc:spChg chg="add mod">
          <ac:chgData name="한나 조" userId="65a288ce2c9026c1" providerId="LiveId" clId="{C15A6EEB-526C-46C9-82AA-A02ABBD41001}" dt="2026-07-29T05:18:49.170" v="2703" actId="1036"/>
          <ac:spMkLst>
            <pc:docMk/>
            <pc:sldMk cId="2943770741" sldId="2070"/>
            <ac:spMk id="159" creationId="{090D21C9-D3AD-E17E-25EB-144667C59845}"/>
          </ac:spMkLst>
        </pc:spChg>
        <pc:spChg chg="add mod">
          <ac:chgData name="한나 조" userId="65a288ce2c9026c1" providerId="LiveId" clId="{C15A6EEB-526C-46C9-82AA-A02ABBD41001}" dt="2026-07-29T05:18:49.170" v="2703" actId="1036"/>
          <ac:spMkLst>
            <pc:docMk/>
            <pc:sldMk cId="2943770741" sldId="2070"/>
            <ac:spMk id="160" creationId="{DA783ADE-E543-D77E-C1B2-D732B4169587}"/>
          </ac:spMkLst>
        </pc:spChg>
        <pc:spChg chg="mod topLvl">
          <ac:chgData name="한나 조" userId="65a288ce2c9026c1" providerId="LiveId" clId="{C15A6EEB-526C-46C9-82AA-A02ABBD41001}" dt="2026-07-29T05:22:35.359" v="2773" actId="164"/>
          <ac:spMkLst>
            <pc:docMk/>
            <pc:sldMk cId="2943770741" sldId="2070"/>
            <ac:spMk id="162" creationId="{01F629E1-009A-A0EC-4FD1-941D8644F292}"/>
          </ac:spMkLst>
        </pc:spChg>
        <pc:spChg chg="mod topLvl">
          <ac:chgData name="한나 조" userId="65a288ce2c9026c1" providerId="LiveId" clId="{C15A6EEB-526C-46C9-82AA-A02ABBD41001}" dt="2026-07-29T05:22:35.359" v="2773" actId="164"/>
          <ac:spMkLst>
            <pc:docMk/>
            <pc:sldMk cId="2943770741" sldId="2070"/>
            <ac:spMk id="163" creationId="{D8EE3455-F467-17BA-496F-CFEC4CD14695}"/>
          </ac:spMkLst>
        </pc:spChg>
        <pc:spChg chg="del mod topLvl">
          <ac:chgData name="한나 조" userId="65a288ce2c9026c1" providerId="LiveId" clId="{C15A6EEB-526C-46C9-82AA-A02ABBD41001}" dt="2026-07-29T05:21:59.613" v="2753" actId="478"/>
          <ac:spMkLst>
            <pc:docMk/>
            <pc:sldMk cId="2943770741" sldId="2070"/>
            <ac:spMk id="165" creationId="{B6038DEE-3A31-7E9D-E0E7-CE2B3071AC37}"/>
          </ac:spMkLst>
        </pc:spChg>
        <pc:spChg chg="mod topLvl">
          <ac:chgData name="한나 조" userId="65a288ce2c9026c1" providerId="LiveId" clId="{C15A6EEB-526C-46C9-82AA-A02ABBD41001}" dt="2026-07-29T05:22:35.359" v="2773" actId="164"/>
          <ac:spMkLst>
            <pc:docMk/>
            <pc:sldMk cId="2943770741" sldId="2070"/>
            <ac:spMk id="166" creationId="{B0117DBD-0141-B225-4AF6-255CD57E087B}"/>
          </ac:spMkLst>
        </pc:spChg>
        <pc:spChg chg="del mod topLvl">
          <ac:chgData name="한나 조" userId="65a288ce2c9026c1" providerId="LiveId" clId="{C15A6EEB-526C-46C9-82AA-A02ABBD41001}" dt="2026-07-29T05:21:21.648" v="2740" actId="478"/>
          <ac:spMkLst>
            <pc:docMk/>
            <pc:sldMk cId="2943770741" sldId="2070"/>
            <ac:spMk id="167" creationId="{2940176B-27EF-8618-53DB-517123DE17E3}"/>
          </ac:spMkLst>
        </pc:spChg>
        <pc:spChg chg="mod">
          <ac:chgData name="한나 조" userId="65a288ce2c9026c1" providerId="LiveId" clId="{C15A6EEB-526C-46C9-82AA-A02ABBD41001}" dt="2026-07-29T05:15:10.748" v="2647"/>
          <ac:spMkLst>
            <pc:docMk/>
            <pc:sldMk cId="2943770741" sldId="2070"/>
            <ac:spMk id="170" creationId="{5A52C0E3-2D56-93F2-304D-3857CBFEB236}"/>
          </ac:spMkLst>
        </pc:spChg>
        <pc:spChg chg="mod topLvl">
          <ac:chgData name="한나 조" userId="65a288ce2c9026c1" providerId="LiveId" clId="{C15A6EEB-526C-46C9-82AA-A02ABBD41001}" dt="2026-07-29T05:20:57.300" v="2725" actId="20577"/>
          <ac:spMkLst>
            <pc:docMk/>
            <pc:sldMk cId="2943770741" sldId="2070"/>
            <ac:spMk id="174" creationId="{FB0D9D38-C3DC-FCA2-22AC-F04994B8684A}"/>
          </ac:spMkLst>
        </pc:spChg>
        <pc:spChg chg="add mod ord">
          <ac:chgData name="한나 조" userId="65a288ce2c9026c1" providerId="LiveId" clId="{C15A6EEB-526C-46C9-82AA-A02ABBD41001}" dt="2026-07-29T05:18:49.170" v="2703" actId="1036"/>
          <ac:spMkLst>
            <pc:docMk/>
            <pc:sldMk cId="2943770741" sldId="2070"/>
            <ac:spMk id="177" creationId="{D42547D9-15EE-B19D-8166-493086C5790F}"/>
          </ac:spMkLst>
        </pc:spChg>
        <pc:spChg chg="mod topLvl">
          <ac:chgData name="한나 조" userId="65a288ce2c9026c1" providerId="LiveId" clId="{C15A6EEB-526C-46C9-82AA-A02ABBD41001}" dt="2026-07-29T05:20:37.698" v="2710" actId="1036"/>
          <ac:spMkLst>
            <pc:docMk/>
            <pc:sldMk cId="2943770741" sldId="2070"/>
            <ac:spMk id="179" creationId="{58D467D5-041C-0882-5464-8CE5FDF44922}"/>
          </ac:spMkLst>
        </pc:spChg>
        <pc:spChg chg="add del mod">
          <ac:chgData name="한나 조" userId="65a288ce2c9026c1" providerId="LiveId" clId="{C15A6EEB-526C-46C9-82AA-A02ABBD41001}" dt="2026-07-29T08:28:23.617" v="6835" actId="478"/>
          <ac:spMkLst>
            <pc:docMk/>
            <pc:sldMk cId="2943770741" sldId="2070"/>
            <ac:spMk id="180" creationId="{EE5C2176-17D2-EB83-2C98-23F99C11A9BD}"/>
          </ac:spMkLst>
        </pc:spChg>
        <pc:spChg chg="add del mod">
          <ac:chgData name="한나 조" userId="65a288ce2c9026c1" providerId="LiveId" clId="{C15A6EEB-526C-46C9-82AA-A02ABBD41001}" dt="2026-07-29T08:28:23.617" v="6835" actId="478"/>
          <ac:spMkLst>
            <pc:docMk/>
            <pc:sldMk cId="2943770741" sldId="2070"/>
            <ac:spMk id="181" creationId="{7720AAA1-918C-CB69-F41F-1968DE124F22}"/>
          </ac:spMkLst>
        </pc:spChg>
        <pc:spChg chg="add mod">
          <ac:chgData name="한나 조" userId="65a288ce2c9026c1" providerId="LiveId" clId="{C15A6EEB-526C-46C9-82AA-A02ABBD41001}" dt="2026-07-29T05:23:52.701" v="2805" actId="1035"/>
          <ac:spMkLst>
            <pc:docMk/>
            <pc:sldMk cId="2943770741" sldId="2070"/>
            <ac:spMk id="182" creationId="{1A6F0AE9-14C4-25BE-EC10-5615E6645CF2}"/>
          </ac:spMkLst>
        </pc:spChg>
        <pc:grpChg chg="add mod">
          <ac:chgData name="한나 조" userId="65a288ce2c9026c1" providerId="LiveId" clId="{C15A6EEB-526C-46C9-82AA-A02ABBD41001}" dt="2026-07-28T07:44:57.361" v="1154" actId="1076"/>
          <ac:grpSpMkLst>
            <pc:docMk/>
            <pc:sldMk cId="2943770741" sldId="2070"/>
            <ac:grpSpMk id="12" creationId="{8DD00322-CE5A-E169-82A6-DE96591929BD}"/>
          </ac:grpSpMkLst>
        </pc:grpChg>
        <pc:grpChg chg="add del mod">
          <ac:chgData name="한나 조" userId="65a288ce2c9026c1" providerId="LiveId" clId="{C15A6EEB-526C-46C9-82AA-A02ABBD41001}" dt="2026-07-29T05:22:21.595" v="2769" actId="165"/>
          <ac:grpSpMkLst>
            <pc:docMk/>
            <pc:sldMk cId="2943770741" sldId="2070"/>
            <ac:grpSpMk id="24" creationId="{57BCEDF5-F55B-746D-A50F-C53546AA5288}"/>
          </ac:grpSpMkLst>
        </pc:grpChg>
        <pc:grpChg chg="add del mod">
          <ac:chgData name="한나 조" userId="65a288ce2c9026c1" providerId="LiveId" clId="{C15A6EEB-526C-46C9-82AA-A02ABBD41001}" dt="2026-07-29T05:15:32.161" v="2655" actId="165"/>
          <ac:grpSpMkLst>
            <pc:docMk/>
            <pc:sldMk cId="2943770741" sldId="2070"/>
            <ac:grpSpMk id="37" creationId="{B1AED5B0-F9BB-E0CB-BF36-A1BBD5A222AB}"/>
          </ac:grpSpMkLst>
        </pc:grpChg>
        <pc:grpChg chg="add del mod">
          <ac:chgData name="한나 조" userId="65a288ce2c9026c1" providerId="LiveId" clId="{C15A6EEB-526C-46C9-82AA-A02ABBD41001}" dt="2026-07-29T05:22:22.502" v="2770" actId="165"/>
          <ac:grpSpMkLst>
            <pc:docMk/>
            <pc:sldMk cId="2943770741" sldId="2070"/>
            <ac:grpSpMk id="38" creationId="{1BF7A8E5-CACE-4AE5-6BE3-BED2E76069EA}"/>
          </ac:grpSpMkLst>
        </pc:grpChg>
        <pc:grpChg chg="add mod">
          <ac:chgData name="한나 조" userId="65a288ce2c9026c1" providerId="LiveId" clId="{C15A6EEB-526C-46C9-82AA-A02ABBD41001}" dt="2026-07-29T05:23:44.424" v="2800" actId="1036"/>
          <ac:grpSpMkLst>
            <pc:docMk/>
            <pc:sldMk cId="2943770741" sldId="2070"/>
            <ac:grpSpMk id="39" creationId="{395AE4A7-CC72-8139-F3C6-FABEA7468F91}"/>
          </ac:grpSpMkLst>
        </pc:grpChg>
        <pc:grpChg chg="add mod">
          <ac:chgData name="한나 조" userId="65a288ce2c9026c1" providerId="LiveId" clId="{C15A6EEB-526C-46C9-82AA-A02ABBD41001}" dt="2026-07-29T05:23:44.424" v="2800" actId="1036"/>
          <ac:grpSpMkLst>
            <pc:docMk/>
            <pc:sldMk cId="2943770741" sldId="2070"/>
            <ac:grpSpMk id="40" creationId="{3C387335-9A92-9A15-2929-686EA390A549}"/>
          </ac:grpSpMkLst>
        </pc:grpChg>
        <pc:grpChg chg="add mod">
          <ac:chgData name="한나 조" userId="65a288ce2c9026c1" providerId="LiveId" clId="{C15A6EEB-526C-46C9-82AA-A02ABBD41001}" dt="2026-07-29T05:23:47.378" v="2802" actId="1035"/>
          <ac:grpSpMkLst>
            <pc:docMk/>
            <pc:sldMk cId="2943770741" sldId="2070"/>
            <ac:grpSpMk id="41" creationId="{31042336-7D2A-9F5E-3F4B-E7EA4BA4CE2F}"/>
          </ac:grpSpMkLst>
        </pc:grpChg>
        <pc:grpChg chg="add del mod">
          <ac:chgData name="한나 조" userId="65a288ce2c9026c1" providerId="LiveId" clId="{C15A6EEB-526C-46C9-82AA-A02ABBD41001}" dt="2026-07-29T08:48:51.615" v="6854" actId="165"/>
          <ac:grpSpMkLst>
            <pc:docMk/>
            <pc:sldMk cId="2943770741" sldId="2070"/>
            <ac:grpSpMk id="42" creationId="{6BF391DF-F244-A367-C83A-D229F5AC32A2}"/>
          </ac:grpSpMkLst>
        </pc:grpChg>
        <pc:grpChg chg="add del mod">
          <ac:chgData name="한나 조" userId="65a288ce2c9026c1" providerId="LiveId" clId="{C15A6EEB-526C-46C9-82AA-A02ABBD41001}" dt="2026-07-29T05:16:08.285" v="2666" actId="165"/>
          <ac:grpSpMkLst>
            <pc:docMk/>
            <pc:sldMk cId="2943770741" sldId="2070"/>
            <ac:grpSpMk id="161" creationId="{E3030267-424B-CD7C-9D1A-8FE5E138BB21}"/>
          </ac:grpSpMkLst>
        </pc:grpChg>
        <pc:grpChg chg="add del mod">
          <ac:chgData name="한나 조" userId="65a288ce2c9026c1" providerId="LiveId" clId="{C15A6EEB-526C-46C9-82AA-A02ABBD41001}" dt="2026-07-29T05:16:01.839" v="2664" actId="478"/>
          <ac:grpSpMkLst>
            <pc:docMk/>
            <pc:sldMk cId="2943770741" sldId="2070"/>
            <ac:grpSpMk id="168" creationId="{C7001183-D521-D3CD-625C-0CB128E7526C}"/>
          </ac:grpSpMkLst>
        </pc:grpChg>
        <pc:grpChg chg="del mod topLvl">
          <ac:chgData name="한나 조" userId="65a288ce2c9026c1" providerId="LiveId" clId="{C15A6EEB-526C-46C9-82AA-A02ABBD41001}" dt="2026-07-30T02:44:27.147" v="7089" actId="478"/>
          <ac:grpSpMkLst>
            <pc:docMk/>
            <pc:sldMk cId="2943770741" sldId="2070"/>
            <ac:grpSpMk id="184" creationId="{732B6C8A-7431-9C9C-0C6A-B2428F03BF86}"/>
          </ac:grpSpMkLst>
        </pc:grpChg>
        <pc:graphicFrameChg chg="mod modGraphic">
          <ac:chgData name="한나 조" userId="65a288ce2c9026c1" providerId="LiveId" clId="{C15A6EEB-526C-46C9-82AA-A02ABBD41001}" dt="2026-07-30T02:57:50.834" v="7253" actId="20577"/>
          <ac:graphicFrameMkLst>
            <pc:docMk/>
            <pc:sldMk cId="2943770741" sldId="2070"/>
            <ac:graphicFrameMk id="8" creationId="{789ED4ED-3314-7A49-FC36-8C53A419D0BD}"/>
          </ac:graphicFrameMkLst>
        </pc:graphicFrameChg>
        <pc:picChg chg="add mod">
          <ac:chgData name="한나 조" userId="65a288ce2c9026c1" providerId="LiveId" clId="{C15A6EEB-526C-46C9-82AA-A02ABBD41001}" dt="2026-07-30T02:44:33.704" v="7090" actId="1076"/>
          <ac:picMkLst>
            <pc:docMk/>
            <pc:sldMk cId="2943770741" sldId="2070"/>
            <ac:picMk id="60" creationId="{48386C60-9829-139D-84DF-8C395E62A54C}"/>
          </ac:picMkLst>
        </pc:picChg>
      </pc:sldChg>
      <pc:sldChg chg="addSp delSp modSp del mod">
        <pc:chgData name="한나 조" userId="65a288ce2c9026c1" providerId="LiveId" clId="{C15A6EEB-526C-46C9-82AA-A02ABBD41001}" dt="2026-07-29T05:39:00.457" v="3144" actId="47"/>
        <pc:sldMkLst>
          <pc:docMk/>
          <pc:sldMk cId="3638914303" sldId="2071"/>
        </pc:sldMkLst>
      </pc:sldChg>
      <pc:sldChg chg="delSp modSp del mod">
        <pc:chgData name="한나 조" userId="65a288ce2c9026c1" providerId="LiveId" clId="{C15A6EEB-526C-46C9-82AA-A02ABBD41001}" dt="2026-07-29T05:39:00.457" v="3144" actId="47"/>
        <pc:sldMkLst>
          <pc:docMk/>
          <pc:sldMk cId="3153783423" sldId="2072"/>
        </pc:sldMkLst>
      </pc:sldChg>
      <pc:sldChg chg="addSp modSp del mod modClrScheme chgLayout">
        <pc:chgData name="한나 조" userId="65a288ce2c9026c1" providerId="LiveId" clId="{C15A6EEB-526C-46C9-82AA-A02ABBD41001}" dt="2026-07-29T05:39:00.457" v="3144" actId="47"/>
        <pc:sldMkLst>
          <pc:docMk/>
          <pc:sldMk cId="205317361" sldId="2073"/>
        </pc:sldMkLst>
      </pc:sldChg>
      <pc:sldChg chg="addSp delSp modSp del mod modClrScheme chgLayout">
        <pc:chgData name="한나 조" userId="65a288ce2c9026c1" providerId="LiveId" clId="{C15A6EEB-526C-46C9-82AA-A02ABBD41001}" dt="2026-07-29T05:39:00.457" v="3144" actId="47"/>
        <pc:sldMkLst>
          <pc:docMk/>
          <pc:sldMk cId="4200059206" sldId="2074"/>
        </pc:sldMkLst>
      </pc:sldChg>
      <pc:sldChg chg="modSp del mod">
        <pc:chgData name="한나 조" userId="65a288ce2c9026c1" providerId="LiveId" clId="{C15A6EEB-526C-46C9-82AA-A02ABBD41001}" dt="2026-07-29T05:39:00.457" v="3144" actId="47"/>
        <pc:sldMkLst>
          <pc:docMk/>
          <pc:sldMk cId="4064297557" sldId="2075"/>
        </pc:sldMkLst>
      </pc:sldChg>
      <pc:sldChg chg="addSp delSp modSp new del mod">
        <pc:chgData name="한나 조" userId="65a288ce2c9026c1" providerId="LiveId" clId="{C15A6EEB-526C-46C9-82AA-A02ABBD41001}" dt="2026-07-29T03:20:27.615" v="2361" actId="47"/>
        <pc:sldMkLst>
          <pc:docMk/>
          <pc:sldMk cId="667584163" sldId="2076"/>
        </pc:sldMkLst>
      </pc:sldChg>
      <pc:sldChg chg="addSp delSp modSp add mod ord">
        <pc:chgData name="한나 조" userId="65a288ce2c9026c1" providerId="LiveId" clId="{C15A6EEB-526C-46C9-82AA-A02ABBD41001}" dt="2026-07-30T02:52:33.896" v="7165" actId="20577"/>
        <pc:sldMkLst>
          <pc:docMk/>
          <pc:sldMk cId="113006748" sldId="2077"/>
        </pc:sldMkLst>
        <pc:spChg chg="mod">
          <ac:chgData name="한나 조" userId="65a288ce2c9026c1" providerId="LiveId" clId="{C15A6EEB-526C-46C9-82AA-A02ABBD41001}" dt="2026-07-28T09:45:54.825" v="2169"/>
          <ac:spMkLst>
            <pc:docMk/>
            <pc:sldMk cId="113006748" sldId="2077"/>
            <ac:spMk id="2" creationId="{FE762C8A-CD4D-1D60-44BE-BEEB554F5376}"/>
          </ac:spMkLst>
        </pc:spChg>
        <pc:spChg chg="mod">
          <ac:chgData name="한나 조" userId="65a288ce2c9026c1" providerId="LiveId" clId="{C15A6EEB-526C-46C9-82AA-A02ABBD41001}" dt="2026-07-29T05:29:01.982" v="2909" actId="20577"/>
          <ac:spMkLst>
            <pc:docMk/>
            <pc:sldMk cId="113006748" sldId="2077"/>
            <ac:spMk id="3" creationId="{A3885A94-C0BD-FE4A-F158-B0B2D2571C48}"/>
          </ac:spMkLst>
        </pc:spChg>
        <pc:spChg chg="mod">
          <ac:chgData name="한나 조" userId="65a288ce2c9026c1" providerId="LiveId" clId="{C15A6EEB-526C-46C9-82AA-A02ABBD41001}" dt="2026-07-29T06:55:08.248" v="3741" actId="20577"/>
          <ac:spMkLst>
            <pc:docMk/>
            <pc:sldMk cId="113006748" sldId="2077"/>
            <ac:spMk id="4" creationId="{9E9BD856-7DEE-5DE0-EACC-B8CC53A42467}"/>
          </ac:spMkLst>
        </pc:spChg>
        <pc:spChg chg="add mod">
          <ac:chgData name="한나 조" userId="65a288ce2c9026c1" providerId="LiveId" clId="{C15A6EEB-526C-46C9-82AA-A02ABBD41001}" dt="2026-07-29T05:27:26.789" v="2859" actId="14100"/>
          <ac:spMkLst>
            <pc:docMk/>
            <pc:sldMk cId="113006748" sldId="2077"/>
            <ac:spMk id="9" creationId="{AD07FAED-44ED-5DE9-AF9F-E5AD82C57D08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10" creationId="{53DD0F5A-2CED-3AEB-0875-03D373741088}"/>
          </ac:spMkLst>
        </pc:spChg>
        <pc:spChg chg="add del mod">
          <ac:chgData name="한나 조" userId="65a288ce2c9026c1" providerId="LiveId" clId="{C15A6EEB-526C-46C9-82AA-A02ABBD41001}" dt="2026-07-29T05:25:53.002" v="2809" actId="21"/>
          <ac:spMkLst>
            <pc:docMk/>
            <pc:sldMk cId="113006748" sldId="2077"/>
            <ac:spMk id="10" creationId="{85DC9C61-E02B-4243-F40A-9F6EDC6316EF}"/>
          </ac:spMkLst>
        </pc:spChg>
        <pc:spChg chg="mod">
          <ac:chgData name="한나 조" userId="65a288ce2c9026c1" providerId="LiveId" clId="{C15A6EEB-526C-46C9-82AA-A02ABBD41001}" dt="2026-07-28T09:46:16.951" v="2188" actId="207"/>
          <ac:spMkLst>
            <pc:docMk/>
            <pc:sldMk cId="113006748" sldId="2077"/>
            <ac:spMk id="14" creationId="{1AD53509-DE9A-3C3A-A28D-EB488AC943F1}"/>
          </ac:spMkLst>
        </pc:spChg>
        <pc:spChg chg="mod">
          <ac:chgData name="한나 조" userId="65a288ce2c9026c1" providerId="LiveId" clId="{C15A6EEB-526C-46C9-82AA-A02ABBD41001}" dt="2026-07-28T09:46:20.690" v="2203"/>
          <ac:spMkLst>
            <pc:docMk/>
            <pc:sldMk cId="113006748" sldId="2077"/>
            <ac:spMk id="15" creationId="{A6201BA5-2011-65E7-C509-1EF94AC0BDEB}"/>
          </ac:spMkLst>
        </pc:spChg>
        <pc:spChg chg="add mod">
          <ac:chgData name="한나 조" userId="65a288ce2c9026c1" providerId="LiveId" clId="{C15A6EEB-526C-46C9-82AA-A02ABBD41001}" dt="2026-07-29T08:28:11.399" v="6833" actId="1076"/>
          <ac:spMkLst>
            <pc:docMk/>
            <pc:sldMk cId="113006748" sldId="2077"/>
            <ac:spMk id="16" creationId="{9946313C-B16A-8CC3-17D2-FD3D5B2A299C}"/>
          </ac:spMkLst>
        </pc:spChg>
        <pc:spChg chg="add del mod topLvl">
          <ac:chgData name="한나 조" userId="65a288ce2c9026c1" providerId="LiveId" clId="{C15A6EEB-526C-46C9-82AA-A02ABBD41001}" dt="2026-07-29T05:25:53.002" v="2809" actId="21"/>
          <ac:spMkLst>
            <pc:docMk/>
            <pc:sldMk cId="113006748" sldId="2077"/>
            <ac:spMk id="16" creationId="{EEF8B214-4FEF-D5B0-A059-54BBAF851C7A}"/>
          </ac:spMkLst>
        </pc:spChg>
        <pc:spChg chg="del">
          <ac:chgData name="한나 조" userId="65a288ce2c9026c1" providerId="LiveId" clId="{C15A6EEB-526C-46C9-82AA-A02ABBD41001}" dt="2026-07-29T08:48:58.185" v="6855" actId="478"/>
          <ac:spMkLst>
            <pc:docMk/>
            <pc:sldMk cId="113006748" sldId="2077"/>
            <ac:spMk id="17" creationId="{4D847863-80C4-BB56-7CE6-BF183F5117BA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17" creationId="{9216B1B4-4373-98CC-7A02-588AEE6DDEE5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20" creationId="{34468E65-6946-5DBF-2889-44B60746828F}"/>
          </ac:spMkLst>
        </pc:spChg>
        <pc:spChg chg="del">
          <ac:chgData name="한나 조" userId="65a288ce2c9026c1" providerId="LiveId" clId="{C15A6EEB-526C-46C9-82AA-A02ABBD41001}" dt="2026-07-29T08:48:58.185" v="6855" actId="478"/>
          <ac:spMkLst>
            <pc:docMk/>
            <pc:sldMk cId="113006748" sldId="2077"/>
            <ac:spMk id="20" creationId="{46EBD213-50B7-CF67-D242-F3CCE4AADB2A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21" creationId="{025E3931-6900-9E3A-18B1-AC3223E98205}"/>
          </ac:spMkLst>
        </pc:spChg>
        <pc:spChg chg="del">
          <ac:chgData name="한나 조" userId="65a288ce2c9026c1" providerId="LiveId" clId="{C15A6EEB-526C-46C9-82AA-A02ABBD41001}" dt="2026-07-29T08:48:58.185" v="6855" actId="478"/>
          <ac:spMkLst>
            <pc:docMk/>
            <pc:sldMk cId="113006748" sldId="2077"/>
            <ac:spMk id="21" creationId="{25B13537-8B7F-8C25-D8DF-F9E62CAEACF2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22" creationId="{33D9E35F-F070-C526-1C5C-8965D204F232}"/>
          </ac:spMkLst>
        </pc:spChg>
        <pc:spChg chg="del mod">
          <ac:chgData name="한나 조" userId="65a288ce2c9026c1" providerId="LiveId" clId="{C15A6EEB-526C-46C9-82AA-A02ABBD41001}" dt="2026-07-29T08:48:58.185" v="6855" actId="478"/>
          <ac:spMkLst>
            <pc:docMk/>
            <pc:sldMk cId="113006748" sldId="2077"/>
            <ac:spMk id="23" creationId="{841CF5E6-1BFB-02B2-C219-9F362BBD8E37}"/>
          </ac:spMkLst>
        </pc:spChg>
        <pc:spChg chg="add 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24" creationId="{DB1D0AE0-8932-FA68-6B9A-751E14083C76}"/>
          </ac:spMkLst>
        </pc:spChg>
        <pc:spChg chg="add 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25" creationId="{A36D90F9-64C6-F4E9-1419-76B6085ECAB8}"/>
          </ac:spMkLst>
        </pc:spChg>
        <pc:spChg chg="add mod">
          <ac:chgData name="한나 조" userId="65a288ce2c9026c1" providerId="LiveId" clId="{C15A6EEB-526C-46C9-82AA-A02ABBD41001}" dt="2026-07-29T08:28:11.399" v="6833" actId="1076"/>
          <ac:spMkLst>
            <pc:docMk/>
            <pc:sldMk cId="113006748" sldId="2077"/>
            <ac:spMk id="26" creationId="{E73F2FB7-BD6D-3A9C-F6D1-C0159786E37A}"/>
          </ac:spMkLst>
        </pc:spChg>
        <pc:spChg chg="del">
          <ac:chgData name="한나 조" userId="65a288ce2c9026c1" providerId="LiveId" clId="{C15A6EEB-526C-46C9-82AA-A02ABBD41001}" dt="2026-07-29T08:48:58.185" v="6855" actId="478"/>
          <ac:spMkLst>
            <pc:docMk/>
            <pc:sldMk cId="113006748" sldId="2077"/>
            <ac:spMk id="32" creationId="{AFD40D16-E2DF-5CC3-CC86-9EA30B8E6BFF}"/>
          </ac:spMkLst>
        </pc:spChg>
        <pc:spChg chg="add 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33" creationId="{BF91F660-1C0F-E6BF-B228-83AC9D8AB0FB}"/>
          </ac:spMkLst>
        </pc:spChg>
        <pc:spChg chg="add del ord">
          <ac:chgData name="한나 조" userId="65a288ce2c9026c1" providerId="LiveId" clId="{C15A6EEB-526C-46C9-82AA-A02ABBD41001}" dt="2026-07-30T02:51:36.480" v="7144" actId="478"/>
          <ac:spMkLst>
            <pc:docMk/>
            <pc:sldMk cId="113006748" sldId="2077"/>
            <ac:spMk id="34" creationId="{A6953831-F1BB-DD06-CB11-D78680C77BAA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35" creationId="{555E057E-119B-FCE4-F1F9-E43BF594C477}"/>
          </ac:spMkLst>
        </pc:spChg>
        <pc:spChg chg="add del ord">
          <ac:chgData name="한나 조" userId="65a288ce2c9026c1" providerId="LiveId" clId="{C15A6EEB-526C-46C9-82AA-A02ABBD41001}" dt="2026-07-30T02:51:36.480" v="7144" actId="478"/>
          <ac:spMkLst>
            <pc:docMk/>
            <pc:sldMk cId="113006748" sldId="2077"/>
            <ac:spMk id="36" creationId="{8BBFFCBB-E75F-0C15-F3B7-D176F896F94D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38" creationId="{505487D7-7A44-25B2-D306-A9B3798C8BD8}"/>
          </ac:spMkLst>
        </pc:spChg>
        <pc:spChg chg="add del ord">
          <ac:chgData name="한나 조" userId="65a288ce2c9026c1" providerId="LiveId" clId="{C15A6EEB-526C-46C9-82AA-A02ABBD41001}" dt="2026-07-30T02:51:36.480" v="7144" actId="478"/>
          <ac:spMkLst>
            <pc:docMk/>
            <pc:sldMk cId="113006748" sldId="2077"/>
            <ac:spMk id="39" creationId="{1EDC7985-2EC5-A1C8-3748-6932B3FDA2F4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41" creationId="{20C1E997-3FC9-FDCF-09F3-BB7BF3BD01B2}"/>
          </ac:spMkLst>
        </pc:spChg>
        <pc:spChg chg="add del mod">
          <ac:chgData name="한나 조" userId="65a288ce2c9026c1" providerId="LiveId" clId="{C15A6EEB-526C-46C9-82AA-A02ABBD41001}" dt="2026-07-29T05:27:42.331" v="2861" actId="478"/>
          <ac:spMkLst>
            <pc:docMk/>
            <pc:sldMk cId="113006748" sldId="2077"/>
            <ac:spMk id="41" creationId="{B5498F0D-D83C-C491-9C98-D08CB0288F28}"/>
          </ac:spMkLst>
        </pc:spChg>
        <pc:spChg chg="add del ord">
          <ac:chgData name="한나 조" userId="65a288ce2c9026c1" providerId="LiveId" clId="{C15A6EEB-526C-46C9-82AA-A02ABBD41001}" dt="2026-07-30T02:51:36.480" v="7144" actId="478"/>
          <ac:spMkLst>
            <pc:docMk/>
            <pc:sldMk cId="113006748" sldId="2077"/>
            <ac:spMk id="43" creationId="{504CBBA6-34C2-0FAC-A52D-B4C2A0ECB411}"/>
          </ac:spMkLst>
        </pc:spChg>
        <pc:spChg chg="add del mod">
          <ac:chgData name="한나 조" userId="65a288ce2c9026c1" providerId="LiveId" clId="{C15A6EEB-526C-46C9-82AA-A02ABBD41001}" dt="2026-07-29T05:27:42.331" v="2861" actId="478"/>
          <ac:spMkLst>
            <pc:docMk/>
            <pc:sldMk cId="113006748" sldId="2077"/>
            <ac:spMk id="43" creationId="{D16F69F0-E530-EAD8-98F9-2A3DD01E2B90}"/>
          </ac:spMkLst>
        </pc:spChg>
        <pc:spChg chg="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44" creationId="{E49385B0-11C2-1D03-FAE0-B4349AAE3695}"/>
          </ac:spMkLst>
        </pc:spChg>
        <pc:spChg chg="mod">
          <ac:chgData name="한나 조" userId="65a288ce2c9026c1" providerId="LiveId" clId="{C15A6EEB-526C-46C9-82AA-A02ABBD41001}" dt="2026-07-28T09:59:45.138" v="2357" actId="1076"/>
          <ac:spMkLst>
            <pc:docMk/>
            <pc:sldMk cId="113006748" sldId="2077"/>
            <ac:spMk id="45" creationId="{8FCFCB9B-0E9C-AA23-3116-4AD2F8A68144}"/>
          </ac:spMkLst>
        </pc:spChg>
        <pc:spChg chg="add mod">
          <ac:chgData name="한나 조" userId="65a288ce2c9026c1" providerId="LiveId" clId="{C15A6EEB-526C-46C9-82AA-A02ABBD41001}" dt="2026-07-30T02:51:36.779" v="7145"/>
          <ac:spMkLst>
            <pc:docMk/>
            <pc:sldMk cId="113006748" sldId="2077"/>
            <ac:spMk id="47" creationId="{3653FE25-0CDC-57A0-AAEC-E74F3EB9C4C9}"/>
          </ac:spMkLst>
        </pc:spChg>
        <pc:spChg chg="add mod">
          <ac:chgData name="한나 조" userId="65a288ce2c9026c1" providerId="LiveId" clId="{C15A6EEB-526C-46C9-82AA-A02ABBD41001}" dt="2026-07-30T02:52:22.144" v="7155" actId="571"/>
          <ac:spMkLst>
            <pc:docMk/>
            <pc:sldMk cId="113006748" sldId="2077"/>
            <ac:spMk id="48" creationId="{2A2F3917-6C87-6D5A-C69D-C3CC9AF589AC}"/>
          </ac:spMkLst>
        </pc:spChg>
        <pc:spChg chg="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131" creationId="{F9F944DA-5A78-C48F-31D3-FC809C17E4E1}"/>
          </ac:spMkLst>
        </pc:spChg>
        <pc:spChg chg="add del mod topLvl">
          <ac:chgData name="한나 조" userId="65a288ce2c9026c1" providerId="LiveId" clId="{C15A6EEB-526C-46C9-82AA-A02ABBD41001}" dt="2026-07-29T08:28:03.007" v="6832" actId="14100"/>
          <ac:spMkLst>
            <pc:docMk/>
            <pc:sldMk cId="113006748" sldId="2077"/>
            <ac:spMk id="133" creationId="{E4119F8A-4014-452E-F2D8-4C3A088A4770}"/>
          </ac:spMkLst>
        </pc:spChg>
        <pc:spChg chg="mod topLvl">
          <ac:chgData name="한나 조" userId="65a288ce2c9026c1" providerId="LiveId" clId="{C15A6EEB-526C-46C9-82AA-A02ABBD41001}" dt="2026-07-29T05:26:09.480" v="2813" actId="165"/>
          <ac:spMkLst>
            <pc:docMk/>
            <pc:sldMk cId="113006748" sldId="2077"/>
            <ac:spMk id="134" creationId="{8D6C4DC9-9CF4-55D9-053A-83C54005BA08}"/>
          </ac:spMkLst>
        </pc:spChg>
        <pc:spChg chg="mod topLvl">
          <ac:chgData name="한나 조" userId="65a288ce2c9026c1" providerId="LiveId" clId="{C15A6EEB-526C-46C9-82AA-A02ABBD41001}" dt="2026-07-29T05:26:09.480" v="2813" actId="165"/>
          <ac:spMkLst>
            <pc:docMk/>
            <pc:sldMk cId="113006748" sldId="2077"/>
            <ac:spMk id="135" creationId="{0C7FC3F3-B110-11AD-94CB-151AD7FE557E}"/>
          </ac:spMkLst>
        </pc:spChg>
        <pc:spChg chg="mod topLvl">
          <ac:chgData name="한나 조" userId="65a288ce2c9026c1" providerId="LiveId" clId="{C15A6EEB-526C-46C9-82AA-A02ABBD41001}" dt="2026-07-29T05:26:09.480" v="2813" actId="165"/>
          <ac:spMkLst>
            <pc:docMk/>
            <pc:sldMk cId="113006748" sldId="2077"/>
            <ac:spMk id="136" creationId="{4463A07B-B302-E52C-24A2-101F4722622A}"/>
          </ac:spMkLst>
        </pc:spChg>
        <pc:spChg chg="mod topLvl">
          <ac:chgData name="한나 조" userId="65a288ce2c9026c1" providerId="LiveId" clId="{C15A6EEB-526C-46C9-82AA-A02ABBD41001}" dt="2026-07-29T05:26:09.480" v="2813" actId="165"/>
          <ac:spMkLst>
            <pc:docMk/>
            <pc:sldMk cId="113006748" sldId="2077"/>
            <ac:spMk id="139" creationId="{FD170C8E-EEEA-4B4F-C1BD-944CBEBCCDF9}"/>
          </ac:spMkLst>
        </pc:spChg>
        <pc:spChg chg="mod topLvl">
          <ac:chgData name="한나 조" userId="65a288ce2c9026c1" providerId="LiveId" clId="{C15A6EEB-526C-46C9-82AA-A02ABBD41001}" dt="2026-07-29T05:26:09.480" v="2813" actId="165"/>
          <ac:spMkLst>
            <pc:docMk/>
            <pc:sldMk cId="113006748" sldId="2077"/>
            <ac:spMk id="142" creationId="{D93A6173-916C-AC03-80A1-FDF48D0AFDD9}"/>
          </ac:spMkLst>
        </pc:spChg>
        <pc:spChg chg="add del mod topLvl">
          <ac:chgData name="한나 조" userId="65a288ce2c9026c1" providerId="LiveId" clId="{C15A6EEB-526C-46C9-82AA-A02ABBD41001}" dt="2026-07-29T08:27:59.712" v="6831" actId="478"/>
          <ac:spMkLst>
            <pc:docMk/>
            <pc:sldMk cId="113006748" sldId="2077"/>
            <ac:spMk id="143" creationId="{277C61E3-9D8E-8481-FBFF-597DA914DA9B}"/>
          </ac:spMkLst>
        </pc:spChg>
        <pc:spChg chg="add del mod topLvl">
          <ac:chgData name="한나 조" userId="65a288ce2c9026c1" providerId="LiveId" clId="{C15A6EEB-526C-46C9-82AA-A02ABBD41001}" dt="2026-07-29T08:27:59.712" v="6831" actId="478"/>
          <ac:spMkLst>
            <pc:docMk/>
            <pc:sldMk cId="113006748" sldId="2077"/>
            <ac:spMk id="144" creationId="{ED6BF9F0-1191-7996-396B-FF27ACF9B279}"/>
          </ac:spMkLst>
        </pc:spChg>
        <pc:spChg chg="mod topLvl">
          <ac:chgData name="한나 조" userId="65a288ce2c9026c1" providerId="LiveId" clId="{C15A6EEB-526C-46C9-82AA-A02ABBD41001}" dt="2026-07-29T05:26:09.480" v="2813" actId="165"/>
          <ac:spMkLst>
            <pc:docMk/>
            <pc:sldMk cId="113006748" sldId="2077"/>
            <ac:spMk id="145" creationId="{8228C544-EDAE-6895-96A0-EB82C053C895}"/>
          </ac:spMkLst>
        </pc:spChg>
        <pc:spChg chg="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148" creationId="{A40A6F13-0901-A3E4-E2C8-C15EDC13E053}"/>
          </ac:spMkLst>
        </pc:spChg>
        <pc:spChg chg="mod">
          <ac:chgData name="한나 조" userId="65a288ce2c9026c1" providerId="LiveId" clId="{C15A6EEB-526C-46C9-82AA-A02ABBD41001}" dt="2026-07-29T05:25:41.638" v="2807"/>
          <ac:spMkLst>
            <pc:docMk/>
            <pc:sldMk cId="113006748" sldId="2077"/>
            <ac:spMk id="150" creationId="{9DD7EF4C-F559-B709-60EC-255DC84E70A9}"/>
          </ac:spMkLst>
        </pc:spChg>
        <pc:spChg chg="add mod">
          <ac:chgData name="한나 조" userId="65a288ce2c9026c1" providerId="LiveId" clId="{C15A6EEB-526C-46C9-82AA-A02ABBD41001}" dt="2026-07-29T05:26:52.886" v="2846" actId="1036"/>
          <ac:spMkLst>
            <pc:docMk/>
            <pc:sldMk cId="113006748" sldId="2077"/>
            <ac:spMk id="153" creationId="{EEF8B214-4FEF-D5B0-A059-54BBAF851C7A}"/>
          </ac:spMkLst>
        </pc:spChg>
        <pc:spChg chg="add del mod">
          <ac:chgData name="한나 조" userId="65a288ce2c9026c1" providerId="LiveId" clId="{C15A6EEB-526C-46C9-82AA-A02ABBD41001}" dt="2026-07-29T05:26:34.333" v="2826" actId="478"/>
          <ac:spMkLst>
            <pc:docMk/>
            <pc:sldMk cId="113006748" sldId="2077"/>
            <ac:spMk id="154" creationId="{D0C245D5-84CB-744B-2899-713EE8C1C07B}"/>
          </ac:spMkLst>
        </pc:spChg>
        <pc:spChg chg="add mod">
          <ac:chgData name="한나 조" userId="65a288ce2c9026c1" providerId="LiveId" clId="{C15A6EEB-526C-46C9-82AA-A02ABBD41001}" dt="2026-07-29T05:26:38.987" v="2827" actId="571"/>
          <ac:spMkLst>
            <pc:docMk/>
            <pc:sldMk cId="113006748" sldId="2077"/>
            <ac:spMk id="156" creationId="{85DC9C61-E02B-4243-F40A-9F6EDC6316EF}"/>
          </ac:spMkLst>
        </pc:spChg>
        <pc:spChg chg="add mod">
          <ac:chgData name="한나 조" userId="65a288ce2c9026c1" providerId="LiveId" clId="{C15A6EEB-526C-46C9-82AA-A02ABBD41001}" dt="2026-07-29T05:27:04.522" v="2850" actId="207"/>
          <ac:spMkLst>
            <pc:docMk/>
            <pc:sldMk cId="113006748" sldId="2077"/>
            <ac:spMk id="176" creationId="{1EF35665-A536-7B8E-7C55-4DA444D69216}"/>
          </ac:spMkLst>
        </pc:spChg>
        <pc:spChg chg="del mod">
          <ac:chgData name="한나 조" userId="65a288ce2c9026c1" providerId="LiveId" clId="{C15A6EEB-526C-46C9-82AA-A02ABBD41001}" dt="2026-07-29T05:25:53.002" v="2809" actId="21"/>
          <ac:spMkLst>
            <pc:docMk/>
            <pc:sldMk cId="113006748" sldId="2077"/>
            <ac:spMk id="180" creationId="{D0C245D5-84CB-744B-2899-713EE8C1C07B}"/>
          </ac:spMkLst>
        </pc:spChg>
        <pc:spChg chg="mod">
          <ac:chgData name="한나 조" userId="65a288ce2c9026c1" providerId="LiveId" clId="{C15A6EEB-526C-46C9-82AA-A02ABBD41001}" dt="2026-07-29T05:27:21.155" v="2855" actId="571"/>
          <ac:spMkLst>
            <pc:docMk/>
            <pc:sldMk cId="113006748" sldId="2077"/>
            <ac:spMk id="181" creationId="{FE487272-0578-EA49-9EBC-016AE0D61180}"/>
          </ac:spMkLst>
        </pc:spChg>
        <pc:spChg chg="mod">
          <ac:chgData name="한나 조" userId="65a288ce2c9026c1" providerId="LiveId" clId="{C15A6EEB-526C-46C9-82AA-A02ABBD41001}" dt="2026-07-29T05:27:21.155" v="2855" actId="571"/>
          <ac:spMkLst>
            <pc:docMk/>
            <pc:sldMk cId="113006748" sldId="2077"/>
            <ac:spMk id="182" creationId="{416324DB-4480-8711-F97F-C70A76818C69}"/>
          </ac:spMkLst>
        </pc:spChg>
        <pc:spChg chg="mod">
          <ac:chgData name="한나 조" userId="65a288ce2c9026c1" providerId="LiveId" clId="{C15A6EEB-526C-46C9-82AA-A02ABBD41001}" dt="2026-07-29T05:27:21.155" v="2855" actId="571"/>
          <ac:spMkLst>
            <pc:docMk/>
            <pc:sldMk cId="113006748" sldId="2077"/>
            <ac:spMk id="184" creationId="{56C9CFFB-6A26-406E-8EE4-2BD7E2102826}"/>
          </ac:spMkLst>
        </pc:spChg>
        <pc:spChg chg="add">
          <ac:chgData name="한나 조" userId="65a288ce2c9026c1" providerId="LiveId" clId="{C15A6EEB-526C-46C9-82AA-A02ABBD41001}" dt="2026-07-29T07:06:51.292" v="3844" actId="22"/>
          <ac:spMkLst>
            <pc:docMk/>
            <pc:sldMk cId="113006748" sldId="2077"/>
            <ac:spMk id="186" creationId="{4920C68F-4A5C-6714-EA4D-438648A9C408}"/>
          </ac:spMkLst>
        </pc:spChg>
        <pc:spChg chg="add mod ord">
          <ac:chgData name="한나 조" userId="65a288ce2c9026c1" providerId="LiveId" clId="{C15A6EEB-526C-46C9-82AA-A02ABBD41001}" dt="2026-07-30T02:51:43.781" v="7147" actId="1076"/>
          <ac:spMkLst>
            <pc:docMk/>
            <pc:sldMk cId="113006748" sldId="2077"/>
            <ac:spMk id="188" creationId="{F60E0715-03FF-2249-2E17-70D6C5891E04}"/>
          </ac:spMkLst>
        </pc:spChg>
        <pc:spChg chg="add mod ord">
          <ac:chgData name="한나 조" userId="65a288ce2c9026c1" providerId="LiveId" clId="{C15A6EEB-526C-46C9-82AA-A02ABBD41001}" dt="2026-07-30T02:52:24.725" v="7158" actId="20577"/>
          <ac:spMkLst>
            <pc:docMk/>
            <pc:sldMk cId="113006748" sldId="2077"/>
            <ac:spMk id="190" creationId="{96C6BC7B-DBCA-69F8-2215-DEAE4C59AC7B}"/>
          </ac:spMkLst>
        </pc:spChg>
        <pc:spChg chg="add mod">
          <ac:chgData name="한나 조" userId="65a288ce2c9026c1" providerId="LiveId" clId="{C15A6EEB-526C-46C9-82AA-A02ABBD41001}" dt="2026-07-30T02:52:26.929" v="7160" actId="20577"/>
          <ac:spMkLst>
            <pc:docMk/>
            <pc:sldMk cId="113006748" sldId="2077"/>
            <ac:spMk id="192" creationId="{9313D972-723C-9A92-A580-160577199F17}"/>
          </ac:spMkLst>
        </pc:spChg>
        <pc:spChg chg="add mod">
          <ac:chgData name="한나 조" userId="65a288ce2c9026c1" providerId="LiveId" clId="{C15A6EEB-526C-46C9-82AA-A02ABBD41001}" dt="2026-07-30T02:52:29.307" v="7162" actId="20577"/>
          <ac:spMkLst>
            <pc:docMk/>
            <pc:sldMk cId="113006748" sldId="2077"/>
            <ac:spMk id="194" creationId="{F85AD986-F2E0-147C-FF63-D78CCAB43B9E}"/>
          </ac:spMkLst>
        </pc:spChg>
        <pc:spChg chg="add mod">
          <ac:chgData name="한나 조" userId="65a288ce2c9026c1" providerId="LiveId" clId="{C15A6EEB-526C-46C9-82AA-A02ABBD41001}" dt="2026-07-30T02:52:33.896" v="7165" actId="20577"/>
          <ac:spMkLst>
            <pc:docMk/>
            <pc:sldMk cId="113006748" sldId="2077"/>
            <ac:spMk id="196" creationId="{92EE3418-3844-146A-620F-289DCBB729F5}"/>
          </ac:spMkLst>
        </pc:spChg>
        <pc:spChg chg="add mod">
          <ac:chgData name="한나 조" userId="65a288ce2c9026c1" providerId="LiveId" clId="{C15A6EEB-526C-46C9-82AA-A02ABBD41001}" dt="2026-07-30T02:52:31.681" v="7164" actId="20577"/>
          <ac:spMkLst>
            <pc:docMk/>
            <pc:sldMk cId="113006748" sldId="2077"/>
            <ac:spMk id="197" creationId="{46481CA9-945B-EEC6-9E7F-7D7B50393D0D}"/>
          </ac:spMkLst>
        </pc:spChg>
        <pc:grpChg chg="add del mod">
          <ac:chgData name="한나 조" userId="65a288ce2c9026c1" providerId="LiveId" clId="{C15A6EEB-526C-46C9-82AA-A02ABBD41001}" dt="2026-07-29T05:25:53.002" v="2809" actId="21"/>
          <ac:grpSpMkLst>
            <pc:docMk/>
            <pc:sldMk cId="113006748" sldId="2077"/>
            <ac:grpSpMk id="22" creationId="{65C98914-60E5-9B7D-C0D7-4AA0DC2CA7B9}"/>
          </ac:grpSpMkLst>
        </pc:grpChg>
        <pc:grpChg chg="mod">
          <ac:chgData name="한나 조" userId="65a288ce2c9026c1" providerId="LiveId" clId="{C15A6EEB-526C-46C9-82AA-A02ABBD41001}" dt="2026-07-29T05:25:47.590" v="2808" actId="1076"/>
          <ac:grpSpMkLst>
            <pc:docMk/>
            <pc:sldMk cId="113006748" sldId="2077"/>
            <ac:grpSpMk id="42" creationId="{7810E148-338B-6A35-4903-0EEC829434F6}"/>
          </ac:grpSpMkLst>
        </pc:grpChg>
        <pc:grpChg chg="del mod">
          <ac:chgData name="한나 조" userId="65a288ce2c9026c1" providerId="LiveId" clId="{C15A6EEB-526C-46C9-82AA-A02ABBD41001}" dt="2026-07-29T05:27:40.077" v="2860" actId="478"/>
          <ac:grpSpMkLst>
            <pc:docMk/>
            <pc:sldMk cId="113006748" sldId="2077"/>
            <ac:grpSpMk id="48" creationId="{FF9C7941-C9DE-16B7-E9BD-03A4469E6498}"/>
          </ac:grpSpMkLst>
        </pc:grpChg>
        <pc:grpChg chg="add del mod ord">
          <ac:chgData name="한나 조" userId="65a288ce2c9026c1" providerId="LiveId" clId="{C15A6EEB-526C-46C9-82AA-A02ABBD41001}" dt="2026-07-29T05:27:40.077" v="2860" actId="478"/>
          <ac:grpSpMkLst>
            <pc:docMk/>
            <pc:sldMk cId="113006748" sldId="2077"/>
            <ac:grpSpMk id="49" creationId="{FF14CAEB-FCC6-EF0C-CA4D-BC6C85CF725D}"/>
          </ac:grpSpMkLst>
        </pc:grpChg>
        <pc:grpChg chg="add del mod">
          <ac:chgData name="한나 조" userId="65a288ce2c9026c1" providerId="LiveId" clId="{C15A6EEB-526C-46C9-82AA-A02ABBD41001}" dt="2026-07-30T02:51:36.480" v="7144" actId="478"/>
          <ac:grpSpMkLst>
            <pc:docMk/>
            <pc:sldMk cId="113006748" sldId="2077"/>
            <ac:grpSpMk id="52" creationId="{03CDEE45-3AE3-0369-1DC9-113B196620AE}"/>
          </ac:grpSpMkLst>
        </pc:grpChg>
        <pc:grpChg chg="add del mod">
          <ac:chgData name="한나 조" userId="65a288ce2c9026c1" providerId="LiveId" clId="{C15A6EEB-526C-46C9-82AA-A02ABBD41001}" dt="2026-07-29T05:27:40.077" v="2860" actId="478"/>
          <ac:grpSpMkLst>
            <pc:docMk/>
            <pc:sldMk cId="113006748" sldId="2077"/>
            <ac:grpSpMk id="59" creationId="{C26A2BFD-A5E0-8B99-A6C1-A3815DCD15C1}"/>
          </ac:grpSpMkLst>
        </pc:grpChg>
        <pc:grpChg chg="del">
          <ac:chgData name="한나 조" userId="65a288ce2c9026c1" providerId="LiveId" clId="{C15A6EEB-526C-46C9-82AA-A02ABBD41001}" dt="2026-07-29T05:26:09.480" v="2813" actId="165"/>
          <ac:grpSpMkLst>
            <pc:docMk/>
            <pc:sldMk cId="113006748" sldId="2077"/>
            <ac:grpSpMk id="132" creationId="{45A2C11F-84ED-C5B1-2813-BA46A9D7EC39}"/>
          </ac:grpSpMkLst>
        </pc:grpChg>
        <pc:grpChg chg="mod">
          <ac:chgData name="한나 조" userId="65a288ce2c9026c1" providerId="LiveId" clId="{C15A6EEB-526C-46C9-82AA-A02ABBD41001}" dt="2026-07-29T05:25:47.590" v="2808" actId="1076"/>
          <ac:grpSpMkLst>
            <pc:docMk/>
            <pc:sldMk cId="113006748" sldId="2077"/>
            <ac:grpSpMk id="146" creationId="{C0D1AD97-1B56-0739-0397-2F29FE2257D2}"/>
          </ac:grpSpMkLst>
        </pc:grpChg>
        <pc:grpChg chg="del mod">
          <ac:chgData name="한나 조" userId="65a288ce2c9026c1" providerId="LiveId" clId="{C15A6EEB-526C-46C9-82AA-A02ABBD41001}" dt="2026-07-29T05:27:40.077" v="2860" actId="478"/>
          <ac:grpSpMkLst>
            <pc:docMk/>
            <pc:sldMk cId="113006748" sldId="2077"/>
            <ac:grpSpMk id="161" creationId="{7A4B1494-7F5F-71B8-4136-4CB1FF4BC347}"/>
          </ac:grpSpMkLst>
        </pc:grpChg>
        <pc:grpChg chg="del mod">
          <ac:chgData name="한나 조" userId="65a288ce2c9026c1" providerId="LiveId" clId="{C15A6EEB-526C-46C9-82AA-A02ABBD41001}" dt="2026-07-29T05:27:40.077" v="2860" actId="478"/>
          <ac:grpSpMkLst>
            <pc:docMk/>
            <pc:sldMk cId="113006748" sldId="2077"/>
            <ac:grpSpMk id="168" creationId="{FBC235D5-7DFD-2DA7-0DF5-844A58AD4353}"/>
          </ac:grpSpMkLst>
        </pc:grpChg>
        <pc:grpChg chg="add mod">
          <ac:chgData name="한나 조" userId="65a288ce2c9026c1" providerId="LiveId" clId="{C15A6EEB-526C-46C9-82AA-A02ABBD41001}" dt="2026-07-29T08:28:17.759" v="6834" actId="1076"/>
          <ac:grpSpMkLst>
            <pc:docMk/>
            <pc:sldMk cId="113006748" sldId="2077"/>
            <ac:grpSpMk id="172" creationId="{50698A7B-6C6D-2BB3-61FD-AE41675F1DB8}"/>
          </ac:grpSpMkLst>
        </pc:grpChg>
        <pc:grpChg chg="add mod">
          <ac:chgData name="한나 조" userId="65a288ce2c9026c1" providerId="LiveId" clId="{C15A6EEB-526C-46C9-82AA-A02ABBD41001}" dt="2026-07-29T05:27:23.087" v="2858" actId="1038"/>
          <ac:grpSpMkLst>
            <pc:docMk/>
            <pc:sldMk cId="113006748" sldId="2077"/>
            <ac:grpSpMk id="178" creationId="{941836E8-463B-F4CA-ED79-A36F629A6F28}"/>
          </ac:grpSpMkLst>
        </pc:grpChg>
        <pc:graphicFrameChg chg="mod modGraphic">
          <ac:chgData name="한나 조" userId="65a288ce2c9026c1" providerId="LiveId" clId="{C15A6EEB-526C-46C9-82AA-A02ABBD41001}" dt="2026-07-29T07:38:20.243" v="5475"/>
          <ac:graphicFrameMkLst>
            <pc:docMk/>
            <pc:sldMk cId="113006748" sldId="2077"/>
            <ac:graphicFrameMk id="8" creationId="{2F51A4C9-7C20-AAA0-6917-2DA5BE44AAC9}"/>
          </ac:graphicFrameMkLst>
        </pc:graphicFrameChg>
        <pc:picChg chg="add mod">
          <ac:chgData name="한나 조" userId="65a288ce2c9026c1" providerId="LiveId" clId="{C15A6EEB-526C-46C9-82AA-A02ABBD41001}" dt="2026-07-30T02:51:36.779" v="7145"/>
          <ac:picMkLst>
            <pc:docMk/>
            <pc:sldMk cId="113006748" sldId="2077"/>
            <ac:picMk id="31" creationId="{1E3CAB5B-BCE3-76B7-D20C-47B4B29B2577}"/>
          </ac:picMkLst>
        </pc:picChg>
        <pc:cxnChg chg="add del mod">
          <ac:chgData name="한나 조" userId="65a288ce2c9026c1" providerId="LiveId" clId="{C15A6EEB-526C-46C9-82AA-A02ABBD41001}" dt="2026-07-29T05:25:53.002" v="2809" actId="21"/>
          <ac:cxnSpMkLst>
            <pc:docMk/>
            <pc:sldMk cId="113006748" sldId="2077"/>
            <ac:cxnSpMk id="46" creationId="{525CBF93-6A8E-A43E-EE5E-F98D2F1CB90A}"/>
          </ac:cxnSpMkLst>
        </pc:cxnChg>
        <pc:cxnChg chg="add mod">
          <ac:chgData name="한나 조" userId="65a288ce2c9026c1" providerId="LiveId" clId="{C15A6EEB-526C-46C9-82AA-A02ABBD41001}" dt="2026-07-29T05:26:38.987" v="2827" actId="571"/>
          <ac:cxnSpMkLst>
            <pc:docMk/>
            <pc:sldMk cId="113006748" sldId="2077"/>
            <ac:cxnSpMk id="164" creationId="{525CBF93-6A8E-A43E-EE5E-F98D2F1CB90A}"/>
          </ac:cxnSpMkLst>
        </pc:cxnChg>
        <pc:cxnChg chg="mod">
          <ac:chgData name="한나 조" userId="65a288ce2c9026c1" providerId="LiveId" clId="{C15A6EEB-526C-46C9-82AA-A02ABBD41001}" dt="2026-07-29T05:27:21.155" v="2855" actId="571"/>
          <ac:cxnSpMkLst>
            <pc:docMk/>
            <pc:sldMk cId="113006748" sldId="2077"/>
            <ac:cxnSpMk id="183" creationId="{5D320C97-3AB2-C8D0-8C78-C7111C6E815A}"/>
          </ac:cxnSpMkLst>
        </pc:cxnChg>
      </pc:sldChg>
      <pc:sldChg chg="addSp delSp modSp add mod">
        <pc:chgData name="한나 조" userId="65a288ce2c9026c1" providerId="LiveId" clId="{C15A6EEB-526C-46C9-82AA-A02ABBD41001}" dt="2026-07-30T03:21:33.971" v="7488" actId="20577"/>
        <pc:sldMkLst>
          <pc:docMk/>
          <pc:sldMk cId="1265469660" sldId="2078"/>
        </pc:sldMkLst>
        <pc:spChg chg="mod">
          <ac:chgData name="한나 조" userId="65a288ce2c9026c1" providerId="LiveId" clId="{C15A6EEB-526C-46C9-82AA-A02ABBD41001}" dt="2026-07-29T07:12:54.140" v="4047" actId="20577"/>
          <ac:spMkLst>
            <pc:docMk/>
            <pc:sldMk cId="1265469660" sldId="2078"/>
            <ac:spMk id="2" creationId="{1B13994E-D688-EA3A-FC1D-D4F407A4CB34}"/>
          </ac:spMkLst>
        </pc:spChg>
        <pc:spChg chg="mod">
          <ac:chgData name="한나 조" userId="65a288ce2c9026c1" providerId="LiveId" clId="{C15A6EEB-526C-46C9-82AA-A02ABBD41001}" dt="2026-07-29T07:12:53.269" v="4046"/>
          <ac:spMkLst>
            <pc:docMk/>
            <pc:sldMk cId="1265469660" sldId="2078"/>
            <ac:spMk id="3" creationId="{CE3DA86A-8D0B-CD39-A812-D498319C1EFB}"/>
          </ac:spMkLst>
        </pc:spChg>
        <pc:spChg chg="mod">
          <ac:chgData name="한나 조" userId="65a288ce2c9026c1" providerId="LiveId" clId="{C15A6EEB-526C-46C9-82AA-A02ABBD41001}" dt="2026-07-29T06:55:13.977" v="3744" actId="20577"/>
          <ac:spMkLst>
            <pc:docMk/>
            <pc:sldMk cId="1265469660" sldId="2078"/>
            <ac:spMk id="4" creationId="{D1934695-D317-F065-3F6D-D4DA50C380C2}"/>
          </ac:spMkLst>
        </pc:spChg>
        <pc:spChg chg="add del">
          <ac:chgData name="한나 조" userId="65a288ce2c9026c1" providerId="LiveId" clId="{C15A6EEB-526C-46C9-82AA-A02ABBD41001}" dt="2026-07-30T03:12:41.502" v="7259" actId="11529"/>
          <ac:spMkLst>
            <pc:docMk/>
            <pc:sldMk cId="1265469660" sldId="2078"/>
            <ac:spMk id="10" creationId="{57E2A8BB-E19E-8BA9-CDE7-419B260ACD0B}"/>
          </ac:spMkLst>
        </pc:spChg>
        <pc:spChg chg="mod topLvl">
          <ac:chgData name="한나 조" userId="65a288ce2c9026c1" providerId="LiveId" clId="{C15A6EEB-526C-46C9-82AA-A02ABBD41001}" dt="2026-07-29T05:48:01.482" v="3229" actId="571"/>
          <ac:spMkLst>
            <pc:docMk/>
            <pc:sldMk cId="1265469660" sldId="2078"/>
            <ac:spMk id="10" creationId="{58F2B595-1570-690E-0723-B044559B0FE1}"/>
          </ac:spMkLst>
        </pc:spChg>
        <pc:spChg chg="add mod">
          <ac:chgData name="한나 조" userId="65a288ce2c9026c1" providerId="LiveId" clId="{C15A6EEB-526C-46C9-82AA-A02ABBD41001}" dt="2026-07-30T03:20:53.899" v="7474" actId="1076"/>
          <ac:spMkLst>
            <pc:docMk/>
            <pc:sldMk cId="1265469660" sldId="2078"/>
            <ac:spMk id="12" creationId="{EF36E5E1-3E85-C6D3-9838-06751BCC06CB}"/>
          </ac:spMkLst>
        </pc:spChg>
        <pc:spChg chg="mod topLvl">
          <ac:chgData name="한나 조" userId="65a288ce2c9026c1" providerId="LiveId" clId="{C15A6EEB-526C-46C9-82AA-A02ABBD41001}" dt="2026-07-29T05:48:47.366" v="3253" actId="1038"/>
          <ac:spMkLst>
            <pc:docMk/>
            <pc:sldMk cId="1265469660" sldId="2078"/>
            <ac:spMk id="16" creationId="{D61CD967-C282-40C6-2918-D33A56EC0C2F}"/>
          </ac:spMkLst>
        </pc:spChg>
        <pc:spChg chg="del">
          <ac:chgData name="한나 조" userId="65a288ce2c9026c1" providerId="LiveId" clId="{C15A6EEB-526C-46C9-82AA-A02ABBD41001}" dt="2026-07-29T05:30:19.257" v="2918" actId="478"/>
          <ac:spMkLst>
            <pc:docMk/>
            <pc:sldMk cId="1265469660" sldId="2078"/>
            <ac:spMk id="17" creationId="{D102BBAB-4641-4643-BF66-3A5BD8DDD52D}"/>
          </ac:spMkLst>
        </pc:spChg>
        <pc:spChg chg="mod">
          <ac:chgData name="한나 조" userId="65a288ce2c9026c1" providerId="LiveId" clId="{C15A6EEB-526C-46C9-82AA-A02ABBD41001}" dt="2026-07-29T03:32:58.539" v="2442"/>
          <ac:spMkLst>
            <pc:docMk/>
            <pc:sldMk cId="1265469660" sldId="2078"/>
            <ac:spMk id="18" creationId="{A573515E-C951-3782-702E-9D1D800CEF37}"/>
          </ac:spMkLst>
        </pc:spChg>
        <pc:spChg chg="del">
          <ac:chgData name="한나 조" userId="65a288ce2c9026c1" providerId="LiveId" clId="{C15A6EEB-526C-46C9-82AA-A02ABBD41001}" dt="2026-07-29T05:30:19.257" v="2918" actId="478"/>
          <ac:spMkLst>
            <pc:docMk/>
            <pc:sldMk cId="1265469660" sldId="2078"/>
            <ac:spMk id="20" creationId="{E6072D00-2AFD-F9FF-F7FE-C01ACBA09C42}"/>
          </ac:spMkLst>
        </pc:spChg>
        <pc:spChg chg="del">
          <ac:chgData name="한나 조" userId="65a288ce2c9026c1" providerId="LiveId" clId="{C15A6EEB-526C-46C9-82AA-A02ABBD41001}" dt="2026-07-29T05:30:19.257" v="2918" actId="478"/>
          <ac:spMkLst>
            <pc:docMk/>
            <pc:sldMk cId="1265469660" sldId="2078"/>
            <ac:spMk id="21" creationId="{2FAAD6E1-3AC0-F630-4F4C-0DB7DEB9E79A}"/>
          </ac:spMkLst>
        </pc:spChg>
        <pc:spChg chg="del mod">
          <ac:chgData name="한나 조" userId="65a288ce2c9026c1" providerId="LiveId" clId="{C15A6EEB-526C-46C9-82AA-A02ABBD41001}" dt="2026-07-29T05:30:19.257" v="2918" actId="478"/>
          <ac:spMkLst>
            <pc:docMk/>
            <pc:sldMk cId="1265469660" sldId="2078"/>
            <ac:spMk id="23" creationId="{C4D1121F-AFC4-5201-FCAA-DB3AE5343B7F}"/>
          </ac:spMkLst>
        </pc:spChg>
        <pc:spChg chg="mod">
          <ac:chgData name="한나 조" userId="65a288ce2c9026c1" providerId="LiveId" clId="{C15A6EEB-526C-46C9-82AA-A02ABBD41001}" dt="2026-07-29T03:33:35.817" v="2496" actId="20577"/>
          <ac:spMkLst>
            <pc:docMk/>
            <pc:sldMk cId="1265469660" sldId="2078"/>
            <ac:spMk id="24" creationId="{99ACAF33-E494-157E-53F1-6C77845B769A}"/>
          </ac:spMkLst>
        </pc:spChg>
        <pc:spChg chg="mod">
          <ac:chgData name="한나 조" userId="65a288ce2c9026c1" providerId="LiveId" clId="{C15A6EEB-526C-46C9-82AA-A02ABBD41001}" dt="2026-07-29T03:33:28.839" v="2470"/>
          <ac:spMkLst>
            <pc:docMk/>
            <pc:sldMk cId="1265469660" sldId="2078"/>
            <ac:spMk id="25" creationId="{AF1C6905-42E2-7F6C-8882-BD6F7ED81620}"/>
          </ac:spMkLst>
        </pc:spChg>
        <pc:spChg chg="del mod topLvl">
          <ac:chgData name="한나 조" userId="65a288ce2c9026c1" providerId="LiveId" clId="{C15A6EEB-526C-46C9-82AA-A02ABBD41001}" dt="2026-07-29T05:38:11.498" v="3111" actId="478"/>
          <ac:spMkLst>
            <pc:docMk/>
            <pc:sldMk cId="1265469660" sldId="2078"/>
            <ac:spMk id="28" creationId="{0771937D-112A-1E47-CF13-5706E38FA87B}"/>
          </ac:spMkLst>
        </pc:spChg>
        <pc:spChg chg="del mod topLvl">
          <ac:chgData name="한나 조" userId="65a288ce2c9026c1" providerId="LiveId" clId="{C15A6EEB-526C-46C9-82AA-A02ABBD41001}" dt="2026-07-29T05:30:30.385" v="2921" actId="21"/>
          <ac:spMkLst>
            <pc:docMk/>
            <pc:sldMk cId="1265469660" sldId="2078"/>
            <ac:spMk id="29" creationId="{F65E4341-F877-80B8-769D-566D93381F05}"/>
          </ac:spMkLst>
        </pc:spChg>
        <pc:spChg chg="del mod">
          <ac:chgData name="한나 조" userId="65a288ce2c9026c1" providerId="LiveId" clId="{C15A6EEB-526C-46C9-82AA-A02ABBD41001}" dt="2026-07-29T05:30:19.257" v="2918" actId="478"/>
          <ac:spMkLst>
            <pc:docMk/>
            <pc:sldMk cId="1265469660" sldId="2078"/>
            <ac:spMk id="32" creationId="{F936D795-7B10-93E7-5500-024ECA586FDD}"/>
          </ac:spMkLst>
        </pc:spChg>
        <pc:spChg chg="add mod ord">
          <ac:chgData name="한나 조" userId="65a288ce2c9026c1" providerId="LiveId" clId="{C15A6EEB-526C-46C9-82AA-A02ABBD41001}" dt="2026-07-30T03:21:33.971" v="7488" actId="20577"/>
          <ac:spMkLst>
            <pc:docMk/>
            <pc:sldMk cId="1265469660" sldId="2078"/>
            <ac:spMk id="33" creationId="{3AAD7FF6-9EAB-D88D-8BCC-73A4B943E0E9}"/>
          </ac:spMkLst>
        </pc:spChg>
        <pc:spChg chg="mod topLvl">
          <ac:chgData name="한나 조" userId="65a288ce2c9026c1" providerId="LiveId" clId="{C15A6EEB-526C-46C9-82AA-A02ABBD41001}" dt="2026-07-29T05:48:35.285" v="3245" actId="1035"/>
          <ac:spMkLst>
            <pc:docMk/>
            <pc:sldMk cId="1265469660" sldId="2078"/>
            <ac:spMk id="34" creationId="{7A619EBA-25D0-EBD5-C5AC-1802C50AB20F}"/>
          </ac:spMkLst>
        </pc:spChg>
        <pc:spChg chg="mod topLvl">
          <ac:chgData name="한나 조" userId="65a288ce2c9026c1" providerId="LiveId" clId="{C15A6EEB-526C-46C9-82AA-A02ABBD41001}" dt="2026-07-29T05:48:01.482" v="3229" actId="571"/>
          <ac:spMkLst>
            <pc:docMk/>
            <pc:sldMk cId="1265469660" sldId="2078"/>
            <ac:spMk id="35" creationId="{32E707F3-5C58-CC49-7492-EF3C60407E5D}"/>
          </ac:spMkLst>
        </pc:spChg>
        <pc:spChg chg="del mod topLvl">
          <ac:chgData name="한나 조" userId="65a288ce2c9026c1" providerId="LiveId" clId="{C15A6EEB-526C-46C9-82AA-A02ABBD41001}" dt="2026-07-29T05:31:35.627" v="3014" actId="478"/>
          <ac:spMkLst>
            <pc:docMk/>
            <pc:sldMk cId="1265469660" sldId="2078"/>
            <ac:spMk id="36" creationId="{AD1AC128-F711-D5F1-944B-40A9194A72D4}"/>
          </ac:spMkLst>
        </pc:spChg>
        <pc:spChg chg="add del">
          <ac:chgData name="한나 조" userId="65a288ce2c9026c1" providerId="LiveId" clId="{C15A6EEB-526C-46C9-82AA-A02ABBD41001}" dt="2026-07-29T05:30:37.949" v="2926" actId="22"/>
          <ac:spMkLst>
            <pc:docMk/>
            <pc:sldMk cId="1265469660" sldId="2078"/>
            <ac:spMk id="40" creationId="{F85A1073-9010-78C2-E005-64D166BFFD02}"/>
          </ac:spMkLst>
        </pc:spChg>
        <pc:spChg chg="del mod">
          <ac:chgData name="한나 조" userId="65a288ce2c9026c1" providerId="LiveId" clId="{C15A6EEB-526C-46C9-82AA-A02ABBD41001}" dt="2026-07-29T05:38:19.096" v="3112" actId="478"/>
          <ac:spMkLst>
            <pc:docMk/>
            <pc:sldMk cId="1265469660" sldId="2078"/>
            <ac:spMk id="41" creationId="{7376E6D2-36F1-2952-2521-2900CD43AB8F}"/>
          </ac:spMkLst>
        </pc:spChg>
        <pc:spChg chg="del mod">
          <ac:chgData name="한나 조" userId="65a288ce2c9026c1" providerId="LiveId" clId="{C15A6EEB-526C-46C9-82AA-A02ABBD41001}" dt="2026-07-29T05:38:19.096" v="3112" actId="478"/>
          <ac:spMkLst>
            <pc:docMk/>
            <pc:sldMk cId="1265469660" sldId="2078"/>
            <ac:spMk id="43" creationId="{E802C672-B88D-B206-50D2-6D49E659614D}"/>
          </ac:spMkLst>
        </pc:spChg>
        <pc:spChg chg="add mod">
          <ac:chgData name="한나 조" userId="65a288ce2c9026c1" providerId="LiveId" clId="{C15A6EEB-526C-46C9-82AA-A02ABBD41001}" dt="2026-07-29T05:48:06.191" v="3236" actId="1076"/>
          <ac:spMkLst>
            <pc:docMk/>
            <pc:sldMk cId="1265469660" sldId="2078"/>
            <ac:spMk id="44" creationId="{D3B6D1A3-CB51-0366-BBE8-C25C042E4529}"/>
          </ac:spMkLst>
        </pc:spChg>
        <pc:spChg chg="mod">
          <ac:chgData name="한나 조" userId="65a288ce2c9026c1" providerId="LiveId" clId="{C15A6EEB-526C-46C9-82AA-A02ABBD41001}" dt="2026-07-30T03:12:19.080" v="7257" actId="1076"/>
          <ac:spMkLst>
            <pc:docMk/>
            <pc:sldMk cId="1265469660" sldId="2078"/>
            <ac:spMk id="45" creationId="{6BAF7A13-94AF-E8BA-BAB9-6CC2E88C5B89}"/>
          </ac:spMkLst>
        </pc:spChg>
        <pc:spChg chg="add mod">
          <ac:chgData name="한나 조" userId="65a288ce2c9026c1" providerId="LiveId" clId="{C15A6EEB-526C-46C9-82AA-A02ABBD41001}" dt="2026-07-29T05:48:47.366" v="3253" actId="1038"/>
          <ac:spMkLst>
            <pc:docMk/>
            <pc:sldMk cId="1265469660" sldId="2078"/>
            <ac:spMk id="129" creationId="{281F62E0-947F-09FF-0F77-A8E5D9648C51}"/>
          </ac:spMkLst>
        </pc:spChg>
        <pc:spChg chg="mod">
          <ac:chgData name="한나 조" userId="65a288ce2c9026c1" providerId="LiveId" clId="{C15A6EEB-526C-46C9-82AA-A02ABBD41001}" dt="2026-07-29T05:36:24.654" v="3103" actId="571"/>
          <ac:spMkLst>
            <pc:docMk/>
            <pc:sldMk cId="1265469660" sldId="2078"/>
            <ac:spMk id="132" creationId="{20E90D95-870C-7280-1F95-59625E7EE624}"/>
          </ac:spMkLst>
        </pc:spChg>
        <pc:spChg chg="mod">
          <ac:chgData name="한나 조" userId="65a288ce2c9026c1" providerId="LiveId" clId="{C15A6EEB-526C-46C9-82AA-A02ABBD41001}" dt="2026-07-29T05:36:24.654" v="3103" actId="571"/>
          <ac:spMkLst>
            <pc:docMk/>
            <pc:sldMk cId="1265469660" sldId="2078"/>
            <ac:spMk id="133" creationId="{5FE055EB-9C9F-C98E-BEBC-0B94498B8579}"/>
          </ac:spMkLst>
        </pc:spChg>
        <pc:spChg chg="mod">
          <ac:chgData name="한나 조" userId="65a288ce2c9026c1" providerId="LiveId" clId="{C15A6EEB-526C-46C9-82AA-A02ABBD41001}" dt="2026-07-29T05:36:24.654" v="3103" actId="571"/>
          <ac:spMkLst>
            <pc:docMk/>
            <pc:sldMk cId="1265469660" sldId="2078"/>
            <ac:spMk id="134" creationId="{3E74D578-7FBA-776D-F12C-774DC1983C4A}"/>
          </ac:spMkLst>
        </pc:spChg>
        <pc:spChg chg="mod">
          <ac:chgData name="한나 조" userId="65a288ce2c9026c1" providerId="LiveId" clId="{C15A6EEB-526C-46C9-82AA-A02ABBD41001}" dt="2026-07-29T05:36:24.654" v="3103" actId="571"/>
          <ac:spMkLst>
            <pc:docMk/>
            <pc:sldMk cId="1265469660" sldId="2078"/>
            <ac:spMk id="135" creationId="{15144C8D-2520-51BE-99AE-984D2FFDDF80}"/>
          </ac:spMkLst>
        </pc:spChg>
        <pc:spChg chg="mod">
          <ac:chgData name="한나 조" userId="65a288ce2c9026c1" providerId="LiveId" clId="{C15A6EEB-526C-46C9-82AA-A02ABBD41001}" dt="2026-07-29T05:36:24.654" v="3103" actId="571"/>
          <ac:spMkLst>
            <pc:docMk/>
            <pc:sldMk cId="1265469660" sldId="2078"/>
            <ac:spMk id="136" creationId="{17E5238B-5C35-8773-201D-F6171332DE80}"/>
          </ac:spMkLst>
        </pc:spChg>
        <pc:spChg chg="mod">
          <ac:chgData name="한나 조" userId="65a288ce2c9026c1" providerId="LiveId" clId="{C15A6EEB-526C-46C9-82AA-A02ABBD41001}" dt="2026-07-29T05:36:24.654" v="3103" actId="571"/>
          <ac:spMkLst>
            <pc:docMk/>
            <pc:sldMk cId="1265469660" sldId="2078"/>
            <ac:spMk id="139" creationId="{11A38973-D9F9-D81E-5711-6615A50D2A78}"/>
          </ac:spMkLst>
        </pc:spChg>
        <pc:spChg chg="mod">
          <ac:chgData name="한나 조" userId="65a288ce2c9026c1" providerId="LiveId" clId="{C15A6EEB-526C-46C9-82AA-A02ABBD41001}" dt="2026-07-29T05:36:32.009" v="3105" actId="571"/>
          <ac:spMkLst>
            <pc:docMk/>
            <pc:sldMk cId="1265469660" sldId="2078"/>
            <ac:spMk id="143" creationId="{436FEF91-4868-FF2A-8020-817A3B42A9E6}"/>
          </ac:spMkLst>
        </pc:spChg>
        <pc:spChg chg="mod">
          <ac:chgData name="한나 조" userId="65a288ce2c9026c1" providerId="LiveId" clId="{C15A6EEB-526C-46C9-82AA-A02ABBD41001}" dt="2026-07-29T05:36:32.009" v="3105" actId="571"/>
          <ac:spMkLst>
            <pc:docMk/>
            <pc:sldMk cId="1265469660" sldId="2078"/>
            <ac:spMk id="144" creationId="{84409DC8-D7C1-6610-0C1E-EC1848FA4BE4}"/>
          </ac:spMkLst>
        </pc:spChg>
        <pc:spChg chg="mod">
          <ac:chgData name="한나 조" userId="65a288ce2c9026c1" providerId="LiveId" clId="{C15A6EEB-526C-46C9-82AA-A02ABBD41001}" dt="2026-07-29T05:36:32.009" v="3105" actId="571"/>
          <ac:spMkLst>
            <pc:docMk/>
            <pc:sldMk cId="1265469660" sldId="2078"/>
            <ac:spMk id="145" creationId="{0EB074C8-CF8E-9B2A-BE22-BC2D17E50DFB}"/>
          </ac:spMkLst>
        </pc:spChg>
        <pc:spChg chg="mod">
          <ac:chgData name="한나 조" userId="65a288ce2c9026c1" providerId="LiveId" clId="{C15A6EEB-526C-46C9-82AA-A02ABBD41001}" dt="2026-07-29T05:36:32.009" v="3105" actId="571"/>
          <ac:spMkLst>
            <pc:docMk/>
            <pc:sldMk cId="1265469660" sldId="2078"/>
            <ac:spMk id="146" creationId="{CE518B3D-6FF4-31FD-D80D-DCD65E03F500}"/>
          </ac:spMkLst>
        </pc:spChg>
        <pc:spChg chg="del mod topLvl">
          <ac:chgData name="한나 조" userId="65a288ce2c9026c1" providerId="LiveId" clId="{C15A6EEB-526C-46C9-82AA-A02ABBD41001}" dt="2026-07-29T05:31:35.627" v="3014" actId="478"/>
          <ac:spMkLst>
            <pc:docMk/>
            <pc:sldMk cId="1265469660" sldId="2078"/>
            <ac:spMk id="147" creationId="{96B6F4AA-CB0A-703B-B44F-1A28ED8A9657}"/>
          </ac:spMkLst>
        </pc:spChg>
        <pc:spChg chg="mod">
          <ac:chgData name="한나 조" userId="65a288ce2c9026c1" providerId="LiveId" clId="{C15A6EEB-526C-46C9-82AA-A02ABBD41001}" dt="2026-07-29T05:36:32.009" v="3105" actId="571"/>
          <ac:spMkLst>
            <pc:docMk/>
            <pc:sldMk cId="1265469660" sldId="2078"/>
            <ac:spMk id="148" creationId="{159E99B7-A1E1-DDAA-6189-0C564885F916}"/>
          </ac:spMkLst>
        </pc:spChg>
        <pc:spChg chg="mod">
          <ac:chgData name="한나 조" userId="65a288ce2c9026c1" providerId="LiveId" clId="{C15A6EEB-526C-46C9-82AA-A02ABBD41001}" dt="2026-07-29T05:36:32.009" v="3105" actId="571"/>
          <ac:spMkLst>
            <pc:docMk/>
            <pc:sldMk cId="1265469660" sldId="2078"/>
            <ac:spMk id="149" creationId="{30649A54-F950-7E9B-842A-AD0DFAFF58F9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51" creationId="{0DC36D9E-45E5-06E1-D9CF-F68033311696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53" creationId="{16D74A04-660F-A7F2-123E-88A42FE4E587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54" creationId="{1C925832-FBB0-AFC0-0575-90C2504BF6FF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64" creationId="{510005F0-F00F-A1CF-D937-C57B850FA1AC}"/>
          </ac:spMkLst>
        </pc:spChg>
        <pc:spChg chg="del mod topLvl">
          <ac:chgData name="한나 조" userId="65a288ce2c9026c1" providerId="LiveId" clId="{C15A6EEB-526C-46C9-82AA-A02ABBD41001}" dt="2026-07-29T05:31:35.627" v="3014" actId="478"/>
          <ac:spMkLst>
            <pc:docMk/>
            <pc:sldMk cId="1265469660" sldId="2078"/>
            <ac:spMk id="174" creationId="{2CDF7E20-1EDF-2F43-8D65-751E973D55BB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76" creationId="{5D1CF9B7-0039-1F60-392B-F39EB9821E67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78" creationId="{D0BB40D5-6921-2596-8D3B-CE6C0A8BDDCF}"/>
          </ac:spMkLst>
        </pc:spChg>
        <pc:spChg chg="del mod topLvl">
          <ac:chgData name="한나 조" userId="65a288ce2c9026c1" providerId="LiveId" clId="{C15A6EEB-526C-46C9-82AA-A02ABBD41001}" dt="2026-07-29T05:31:35.627" v="3014" actId="478"/>
          <ac:spMkLst>
            <pc:docMk/>
            <pc:sldMk cId="1265469660" sldId="2078"/>
            <ac:spMk id="179" creationId="{28F434BE-5956-B35F-F366-2BF8DA8E1840}"/>
          </ac:spMkLst>
        </pc:spChg>
        <pc:spChg chg="del mod">
          <ac:chgData name="한나 조" userId="65a288ce2c9026c1" providerId="LiveId" clId="{C15A6EEB-526C-46C9-82AA-A02ABBD41001}" dt="2026-07-29T05:31:42.944" v="3016" actId="21"/>
          <ac:spMkLst>
            <pc:docMk/>
            <pc:sldMk cId="1265469660" sldId="2078"/>
            <ac:spMk id="180" creationId="{10DB3D38-7674-0308-CB51-20CD798EB104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81" creationId="{9D352DBA-F550-7ABF-C2ED-6D31EF91E48A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82" creationId="{CD76C211-8046-FB99-B5CD-B2BB5E7E5B5A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83" creationId="{8FC12303-4654-EC2B-2FF9-E34D08C6F2BF}"/>
          </ac:spMkLst>
        </pc:spChg>
        <pc:spChg chg="mod">
          <ac:chgData name="한나 조" userId="65a288ce2c9026c1" providerId="LiveId" clId="{C15A6EEB-526C-46C9-82AA-A02ABBD41001}" dt="2026-07-29T05:36:49.065" v="3107" actId="571"/>
          <ac:spMkLst>
            <pc:docMk/>
            <pc:sldMk cId="1265469660" sldId="2078"/>
            <ac:spMk id="184" creationId="{B97D822D-DA9A-7C2B-59A2-8E84D9F972D2}"/>
          </ac:spMkLst>
        </pc:spChg>
        <pc:spChg chg="add mod">
          <ac:chgData name="한나 조" userId="65a288ce2c9026c1" providerId="LiveId" clId="{C15A6EEB-526C-46C9-82AA-A02ABBD41001}" dt="2026-07-29T05:48:06.191" v="3236" actId="1076"/>
          <ac:spMkLst>
            <pc:docMk/>
            <pc:sldMk cId="1265469660" sldId="2078"/>
            <ac:spMk id="185" creationId="{5584B684-7750-1EDB-8FF0-A7859C38A297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88" creationId="{D4DA3355-FB57-28E7-D5B3-5B969F7F3B48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89" creationId="{4F85203F-F4C5-14AF-D269-B8282C7EEEC2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0" creationId="{31E4D559-9CEA-3CA4-92C2-884570DB8CC6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1" creationId="{7E6B93F3-C2B6-8C18-02CB-238EC26A14AF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4" creationId="{1EF60B26-59A5-A93E-8CAC-CECE585533CD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5" creationId="{75285017-A959-24F9-2E55-BC3D2EF8F90E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6" creationId="{52E53CDC-E593-F689-D6AF-C2E4F0F7A0B4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7" creationId="{784C1EF6-81B6-8847-1EE0-72F5F03726DB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8" creationId="{FFB14A05-6E4C-7136-8076-4430E09B7D90}"/>
          </ac:spMkLst>
        </pc:spChg>
        <pc:spChg chg="mod">
          <ac:chgData name="한나 조" userId="65a288ce2c9026c1" providerId="LiveId" clId="{C15A6EEB-526C-46C9-82AA-A02ABBD41001}" dt="2026-07-29T05:50:01.153" v="3255"/>
          <ac:spMkLst>
            <pc:docMk/>
            <pc:sldMk cId="1265469660" sldId="2078"/>
            <ac:spMk id="199" creationId="{A8C93660-DE06-AC3D-B114-B0FD11C9EAF7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01" creationId="{6E06B52D-51EA-BF48-7A9F-51E5343E3BFA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02" creationId="{9A762D4C-FF51-33DF-3D23-E7C09EDAD80D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04" creationId="{C3CF2D13-7817-1C68-8809-A6817669576A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06" creationId="{31DE771E-5AAA-2050-FFE6-82E45379AD2C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07" creationId="{72EA945E-8C52-55C9-3F4A-1845D85D2A5B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10" creationId="{902C4141-3EAE-9BAA-D848-B772058DDBAB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11" creationId="{23225E5D-DC5E-F7D0-7AAA-A9E713774F4C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12" creationId="{A4592B51-5442-193D-0421-53FFAD983798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13" creationId="{4F204744-F0B3-E21A-068F-F18214AA67AF}"/>
          </ac:spMkLst>
        </pc:spChg>
        <pc:spChg chg="mod">
          <ac:chgData name="한나 조" userId="65a288ce2c9026c1" providerId="LiveId" clId="{C15A6EEB-526C-46C9-82AA-A02ABBD41001}" dt="2026-07-29T05:50:21.537" v="3260" actId="571"/>
          <ac:spMkLst>
            <pc:docMk/>
            <pc:sldMk cId="1265469660" sldId="2078"/>
            <ac:spMk id="214" creationId="{488C611D-2664-371C-3781-FE2932D866A0}"/>
          </ac:spMkLst>
        </pc:spChg>
        <pc:spChg chg="add">
          <ac:chgData name="한나 조" userId="65a288ce2c9026c1" providerId="LiveId" clId="{C15A6EEB-526C-46C9-82AA-A02ABBD41001}" dt="2026-07-29T07:07:27.264" v="3854" actId="22"/>
          <ac:spMkLst>
            <pc:docMk/>
            <pc:sldMk cId="1265469660" sldId="2078"/>
            <ac:spMk id="216" creationId="{464BC60B-FF46-9DE5-7957-A31DFD4010B2}"/>
          </ac:spMkLst>
        </pc:spChg>
        <pc:spChg chg="add mod">
          <ac:chgData name="한나 조" userId="65a288ce2c9026c1" providerId="LiveId" clId="{C15A6EEB-526C-46C9-82AA-A02ABBD41001}" dt="2026-07-30T03:13:21.330" v="7272" actId="1036"/>
          <ac:spMkLst>
            <pc:docMk/>
            <pc:sldMk cId="1265469660" sldId="2078"/>
            <ac:spMk id="218" creationId="{4B04C2FF-2DAE-FC67-2A9F-7C01EB2B8750}"/>
          </ac:spMkLst>
        </pc:spChg>
        <pc:spChg chg="add mod">
          <ac:chgData name="한나 조" userId="65a288ce2c9026c1" providerId="LiveId" clId="{C15A6EEB-526C-46C9-82AA-A02ABBD41001}" dt="2026-07-30T03:12:19.080" v="7257" actId="1076"/>
          <ac:spMkLst>
            <pc:docMk/>
            <pc:sldMk cId="1265469660" sldId="2078"/>
            <ac:spMk id="220" creationId="{4CA5FAF8-4280-6297-0027-A712E7F80FA5}"/>
          </ac:spMkLst>
        </pc:spChg>
        <pc:spChg chg="add del">
          <ac:chgData name="한나 조" userId="65a288ce2c9026c1" providerId="LiveId" clId="{C15A6EEB-526C-46C9-82AA-A02ABBD41001}" dt="2026-07-29T07:07:34.452" v="3855" actId="478"/>
          <ac:spMkLst>
            <pc:docMk/>
            <pc:sldMk cId="1265469660" sldId="2078"/>
            <ac:spMk id="222" creationId="{BA4CDF4F-2221-E689-F090-2528CF7317CF}"/>
          </ac:spMkLst>
        </pc:spChg>
        <pc:spChg chg="add del">
          <ac:chgData name="한나 조" userId="65a288ce2c9026c1" providerId="LiveId" clId="{C15A6EEB-526C-46C9-82AA-A02ABBD41001}" dt="2026-07-29T07:07:34.452" v="3855" actId="478"/>
          <ac:spMkLst>
            <pc:docMk/>
            <pc:sldMk cId="1265469660" sldId="2078"/>
            <ac:spMk id="224" creationId="{3CE74A84-CC59-A65D-6A50-F117181AD7C4}"/>
          </ac:spMkLst>
        </pc:spChg>
        <pc:spChg chg="add del">
          <ac:chgData name="한나 조" userId="65a288ce2c9026c1" providerId="LiveId" clId="{C15A6EEB-526C-46C9-82AA-A02ABBD41001}" dt="2026-07-29T07:07:34.452" v="3855" actId="478"/>
          <ac:spMkLst>
            <pc:docMk/>
            <pc:sldMk cId="1265469660" sldId="2078"/>
            <ac:spMk id="226" creationId="{FD1546FC-F665-F988-5647-05936F9195F2}"/>
          </ac:spMkLst>
        </pc:spChg>
        <pc:grpChg chg="add mod">
          <ac:chgData name="한나 조" userId="65a288ce2c9026c1" providerId="LiveId" clId="{C15A6EEB-526C-46C9-82AA-A02ABBD41001}" dt="2026-07-29T03:33:17.706" v="2444"/>
          <ac:grpSpMkLst>
            <pc:docMk/>
            <pc:sldMk cId="1265469660" sldId="2078"/>
            <ac:grpSpMk id="9" creationId="{7A586915-E443-9432-0456-1BC083E86E0D}"/>
          </ac:grpSpMkLst>
        </pc:grpChg>
        <pc:grpChg chg="del">
          <ac:chgData name="한나 조" userId="65a288ce2c9026c1" providerId="LiveId" clId="{C15A6EEB-526C-46C9-82AA-A02ABBD41001}" dt="2026-07-29T03:33:17.409" v="2443" actId="478"/>
          <ac:grpSpMkLst>
            <pc:docMk/>
            <pc:sldMk cId="1265469660" sldId="2078"/>
            <ac:grpSpMk id="12" creationId="{2B61B27A-5AA0-F854-8992-EC51ED5E10C0}"/>
          </ac:grpSpMkLst>
        </pc:grpChg>
        <pc:grpChg chg="del mod">
          <ac:chgData name="한나 조" userId="65a288ce2c9026c1" providerId="LiveId" clId="{C15A6EEB-526C-46C9-82AA-A02ABBD41001}" dt="2026-07-29T05:32:12.216" v="3037" actId="165"/>
          <ac:grpSpMkLst>
            <pc:docMk/>
            <pc:sldMk cId="1265469660" sldId="2078"/>
            <ac:grpSpMk id="22" creationId="{AF01FA08-F8A0-447B-89E0-2EA3013D676C}"/>
          </ac:grpSpMkLst>
        </pc:grpChg>
        <pc:grpChg chg="add del mod">
          <ac:chgData name="한나 조" userId="65a288ce2c9026c1" providerId="LiveId" clId="{C15A6EEB-526C-46C9-82AA-A02ABBD41001}" dt="2026-07-29T05:30:30.385" v="2921" actId="21"/>
          <ac:grpSpMkLst>
            <pc:docMk/>
            <pc:sldMk cId="1265469660" sldId="2078"/>
            <ac:grpSpMk id="27" creationId="{A0A7E23B-0CD8-0BD4-26B5-5D4FFF935FEF}"/>
          </ac:grpSpMkLst>
        </pc:grpChg>
        <pc:grpChg chg="del">
          <ac:chgData name="한나 조" userId="65a288ce2c9026c1" providerId="LiveId" clId="{C15A6EEB-526C-46C9-82AA-A02ABBD41001}" dt="2026-07-29T05:38:19.096" v="3112" actId="478"/>
          <ac:grpSpMkLst>
            <pc:docMk/>
            <pc:sldMk cId="1265469660" sldId="2078"/>
            <ac:grpSpMk id="48" creationId="{F3518B49-1674-F018-8260-2F1F5D536528}"/>
          </ac:grpSpMkLst>
        </pc:grpChg>
        <pc:grpChg chg="del">
          <ac:chgData name="한나 조" userId="65a288ce2c9026c1" providerId="LiveId" clId="{C15A6EEB-526C-46C9-82AA-A02ABBD41001}" dt="2026-07-29T05:31:13.750" v="3011" actId="165"/>
          <ac:grpSpMkLst>
            <pc:docMk/>
            <pc:sldMk cId="1265469660" sldId="2078"/>
            <ac:grpSpMk id="49" creationId="{2BCC8C4E-F392-2B24-51C1-8965A35251CF}"/>
          </ac:grpSpMkLst>
        </pc:grpChg>
        <pc:grpChg chg="del">
          <ac:chgData name="한나 조" userId="65a288ce2c9026c1" providerId="LiveId" clId="{C15A6EEB-526C-46C9-82AA-A02ABBD41001}" dt="2026-07-29T05:30:19.257" v="2918" actId="478"/>
          <ac:grpSpMkLst>
            <pc:docMk/>
            <pc:sldMk cId="1265469660" sldId="2078"/>
            <ac:grpSpMk id="52" creationId="{6909631C-1CF6-0A72-1F14-8A4BCB37CBC3}"/>
          </ac:grpSpMkLst>
        </pc:grpChg>
        <pc:grpChg chg="del">
          <ac:chgData name="한나 조" userId="65a288ce2c9026c1" providerId="LiveId" clId="{C15A6EEB-526C-46C9-82AA-A02ABBD41001}" dt="2026-07-29T05:36:27.168" v="3104" actId="478"/>
          <ac:grpSpMkLst>
            <pc:docMk/>
            <pc:sldMk cId="1265469660" sldId="2078"/>
            <ac:grpSpMk id="59" creationId="{BD48A63B-831B-7577-8910-D18A6CE72FCD}"/>
          </ac:grpSpMkLst>
        </pc:grpChg>
        <pc:grpChg chg="add del mod">
          <ac:chgData name="한나 조" userId="65a288ce2c9026c1" providerId="LiveId" clId="{C15A6EEB-526C-46C9-82AA-A02ABBD41001}" dt="2026-07-29T05:50:09.032" v="3257" actId="21"/>
          <ac:grpSpMkLst>
            <pc:docMk/>
            <pc:sldMk cId="1265469660" sldId="2078"/>
            <ac:grpSpMk id="130" creationId="{454CD3F4-5AAC-CA44-F870-991BCA49FA20}"/>
          </ac:grpSpMkLst>
        </pc:grpChg>
        <pc:grpChg chg="add del mod">
          <ac:chgData name="한나 조" userId="65a288ce2c9026c1" providerId="LiveId" clId="{C15A6EEB-526C-46C9-82AA-A02ABBD41001}" dt="2026-07-29T05:48:56.665" v="3254" actId="478"/>
          <ac:grpSpMkLst>
            <pc:docMk/>
            <pc:sldMk cId="1265469660" sldId="2078"/>
            <ac:grpSpMk id="131" creationId="{06E6CB7F-C52D-E755-30BE-2A04B439604A}"/>
          </ac:grpSpMkLst>
        </pc:grpChg>
        <pc:grpChg chg="add del mod">
          <ac:chgData name="한나 조" userId="65a288ce2c9026c1" providerId="LiveId" clId="{C15A6EEB-526C-46C9-82AA-A02ABBD41001}" dt="2026-07-29T05:48:56.665" v="3254" actId="478"/>
          <ac:grpSpMkLst>
            <pc:docMk/>
            <pc:sldMk cId="1265469660" sldId="2078"/>
            <ac:grpSpMk id="142" creationId="{612F7219-557F-0B3C-861A-39C4D754C26B}"/>
          </ac:grpSpMkLst>
        </pc:grpChg>
        <pc:grpChg chg="del mod">
          <ac:chgData name="한나 조" userId="65a288ce2c9026c1" providerId="LiveId" clId="{C15A6EEB-526C-46C9-82AA-A02ABBD41001}" dt="2026-07-29T05:48:56.665" v="3254" actId="478"/>
          <ac:grpSpMkLst>
            <pc:docMk/>
            <pc:sldMk cId="1265469660" sldId="2078"/>
            <ac:grpSpMk id="150" creationId="{4B53FD6D-BF0B-914D-D694-5607E3A06920}"/>
          </ac:grpSpMkLst>
        </pc:grpChg>
        <pc:grpChg chg="del">
          <ac:chgData name="한나 조" userId="65a288ce2c9026c1" providerId="LiveId" clId="{C15A6EEB-526C-46C9-82AA-A02ABBD41001}" dt="2026-07-29T05:36:27.168" v="3104" actId="478"/>
          <ac:grpSpMkLst>
            <pc:docMk/>
            <pc:sldMk cId="1265469660" sldId="2078"/>
            <ac:grpSpMk id="161" creationId="{C9B3CB6F-3255-E8F1-9B10-EFC3AEAC9169}"/>
          </ac:grpSpMkLst>
        </pc:grpChg>
        <pc:grpChg chg="del">
          <ac:chgData name="한나 조" userId="65a288ce2c9026c1" providerId="LiveId" clId="{C15A6EEB-526C-46C9-82AA-A02ABBD41001}" dt="2026-07-29T05:36:27.168" v="3104" actId="478"/>
          <ac:grpSpMkLst>
            <pc:docMk/>
            <pc:sldMk cId="1265469660" sldId="2078"/>
            <ac:grpSpMk id="168" creationId="{E244F093-2037-6DDB-F51C-691190E9B8ED}"/>
          </ac:grpSpMkLst>
        </pc:grpChg>
        <pc:grpChg chg="del">
          <ac:chgData name="한나 조" userId="65a288ce2c9026c1" providerId="LiveId" clId="{C15A6EEB-526C-46C9-82AA-A02ABBD41001}" dt="2026-07-29T05:36:52.716" v="3108" actId="478"/>
          <ac:grpSpMkLst>
            <pc:docMk/>
            <pc:sldMk cId="1265469660" sldId="2078"/>
            <ac:grpSpMk id="172" creationId="{8F62D888-66DD-822D-7106-52B310E69EFD}"/>
          </ac:grpSpMkLst>
        </pc:grpChg>
        <pc:grpChg chg="mod">
          <ac:chgData name="한나 조" userId="65a288ce2c9026c1" providerId="LiveId" clId="{C15A6EEB-526C-46C9-82AA-A02ABBD41001}" dt="2026-07-30T03:13:21.330" v="7272" actId="1036"/>
          <ac:grpSpMkLst>
            <pc:docMk/>
            <pc:sldMk cId="1265469660" sldId="2078"/>
            <ac:grpSpMk id="186" creationId="{F62A0500-143A-13F6-22C4-D63AA890A3FA}"/>
          </ac:grpSpMkLst>
        </pc:grpChg>
        <pc:grpChg chg="mod">
          <ac:chgData name="한나 조" userId="65a288ce2c9026c1" providerId="LiveId" clId="{C15A6EEB-526C-46C9-82AA-A02ABBD41001}" dt="2026-07-30T03:13:21.330" v="7272" actId="1036"/>
          <ac:grpSpMkLst>
            <pc:docMk/>
            <pc:sldMk cId="1265469660" sldId="2078"/>
            <ac:grpSpMk id="193" creationId="{606A8B95-7F9B-49B0-9F1E-4DFA9C986379}"/>
          </ac:grpSpMkLst>
        </pc:grpChg>
        <pc:grpChg chg="mod">
          <ac:chgData name="한나 조" userId="65a288ce2c9026c1" providerId="LiveId" clId="{C15A6EEB-526C-46C9-82AA-A02ABBD41001}" dt="2026-07-30T03:13:21.330" v="7272" actId="1036"/>
          <ac:grpSpMkLst>
            <pc:docMk/>
            <pc:sldMk cId="1265469660" sldId="2078"/>
            <ac:grpSpMk id="200" creationId="{76BCE79E-A014-30CA-C217-1BD09539CCFA}"/>
          </ac:grpSpMkLst>
        </pc:grpChg>
        <pc:grpChg chg="mod">
          <ac:chgData name="한나 조" userId="65a288ce2c9026c1" providerId="LiveId" clId="{C15A6EEB-526C-46C9-82AA-A02ABBD41001}" dt="2026-07-30T03:13:21.330" v="7272" actId="1036"/>
          <ac:grpSpMkLst>
            <pc:docMk/>
            <pc:sldMk cId="1265469660" sldId="2078"/>
            <ac:grpSpMk id="208" creationId="{69AFB32E-3342-7909-272D-B6671E851ADD}"/>
          </ac:grpSpMkLst>
        </pc:grpChg>
        <pc:graphicFrameChg chg="mod modGraphic">
          <ac:chgData name="한나 조" userId="65a288ce2c9026c1" providerId="LiveId" clId="{C15A6EEB-526C-46C9-82AA-A02ABBD41001}" dt="2026-07-29T07:48:19.401" v="5565"/>
          <ac:graphicFrameMkLst>
            <pc:docMk/>
            <pc:sldMk cId="1265469660" sldId="2078"/>
            <ac:graphicFrameMk id="8" creationId="{1B780545-6315-5B3D-FBE4-DBFACE7664E5}"/>
          </ac:graphicFrameMkLst>
        </pc:graphicFrameChg>
        <pc:cxnChg chg="del mod">
          <ac:chgData name="한나 조" userId="65a288ce2c9026c1" providerId="LiveId" clId="{C15A6EEB-526C-46C9-82AA-A02ABBD41001}" dt="2026-07-29T05:34:08.462" v="3090" actId="478"/>
          <ac:cxnSpMkLst>
            <pc:docMk/>
            <pc:sldMk cId="1265469660" sldId="2078"/>
            <ac:cxnSpMk id="46" creationId="{B5AE4467-DEBB-DCB7-B101-A90AF78FE700}"/>
          </ac:cxnSpMkLst>
        </pc:cxnChg>
      </pc:sldChg>
      <pc:sldChg chg="addSp delSp modSp add mod">
        <pc:chgData name="한나 조" userId="65a288ce2c9026c1" providerId="LiveId" clId="{C15A6EEB-526C-46C9-82AA-A02ABBD41001}" dt="2026-07-30T03:04:09.761" v="7256" actId="1076"/>
        <pc:sldMkLst>
          <pc:docMk/>
          <pc:sldMk cId="2446233240" sldId="2079"/>
        </pc:sldMkLst>
        <pc:spChg chg="mod">
          <ac:chgData name="한나 조" userId="65a288ce2c9026c1" providerId="LiveId" clId="{C15A6EEB-526C-46C9-82AA-A02ABBD41001}" dt="2026-07-29T07:12:34.096" v="3976" actId="20577"/>
          <ac:spMkLst>
            <pc:docMk/>
            <pc:sldMk cId="2446233240" sldId="2079"/>
            <ac:spMk id="2" creationId="{7B2A7E62-4140-8848-7C19-CF30D4EA080F}"/>
          </ac:spMkLst>
        </pc:spChg>
        <pc:spChg chg="mod">
          <ac:chgData name="한나 조" userId="65a288ce2c9026c1" providerId="LiveId" clId="{C15A6EEB-526C-46C9-82AA-A02ABBD41001}" dt="2026-07-29T05:39:10.649" v="3178"/>
          <ac:spMkLst>
            <pc:docMk/>
            <pc:sldMk cId="2446233240" sldId="2079"/>
            <ac:spMk id="3" creationId="{42BABFCA-105A-64B0-4BA9-000300AF8CE7}"/>
          </ac:spMkLst>
        </pc:spChg>
        <pc:spChg chg="mod">
          <ac:chgData name="한나 조" userId="65a288ce2c9026c1" providerId="LiveId" clId="{C15A6EEB-526C-46C9-82AA-A02ABBD41001}" dt="2026-07-29T06:55:17.217" v="3747" actId="20577"/>
          <ac:spMkLst>
            <pc:docMk/>
            <pc:sldMk cId="2446233240" sldId="2079"/>
            <ac:spMk id="4" creationId="{EC90D7BB-26A6-49FB-020A-990E4F60C2D3}"/>
          </ac:spMkLst>
        </pc:spChg>
        <pc:spChg chg="add mod">
          <ac:chgData name="한나 조" userId="65a288ce2c9026c1" providerId="LiveId" clId="{C15A6EEB-526C-46C9-82AA-A02ABBD41001}" dt="2026-07-30T03:04:00.400" v="7255"/>
          <ac:spMkLst>
            <pc:docMk/>
            <pc:sldMk cId="2446233240" sldId="2079"/>
            <ac:spMk id="9" creationId="{40949076-753F-E051-08B3-7143D205F612}"/>
          </ac:spMkLst>
        </pc:spChg>
        <pc:spChg chg="add del ord">
          <ac:chgData name="한나 조" userId="65a288ce2c9026c1" providerId="LiveId" clId="{C15A6EEB-526C-46C9-82AA-A02ABBD41001}" dt="2026-07-30T03:04:00.002" v="7254" actId="478"/>
          <ac:spMkLst>
            <pc:docMk/>
            <pc:sldMk cId="2446233240" sldId="2079"/>
            <ac:spMk id="10" creationId="{6C517F00-C009-FB65-841C-F38637E33A55}"/>
          </ac:spMkLst>
        </pc:spChg>
        <pc:spChg chg="mod">
          <ac:chgData name="한나 조" userId="65a288ce2c9026c1" providerId="LiveId" clId="{C15A6EEB-526C-46C9-82AA-A02ABBD41001}" dt="2026-07-29T05:38:57.234" v="3143"/>
          <ac:spMkLst>
            <pc:docMk/>
            <pc:sldMk cId="2446233240" sldId="2079"/>
            <ac:spMk id="14" creationId="{50BC70DB-8CAC-33F3-B9E6-6E83817092E3}"/>
          </ac:spMkLst>
        </pc:spChg>
        <pc:spChg chg="add del ord">
          <ac:chgData name="한나 조" userId="65a288ce2c9026c1" providerId="LiveId" clId="{C15A6EEB-526C-46C9-82AA-A02ABBD41001}" dt="2026-07-30T03:04:00.002" v="7254" actId="478"/>
          <ac:spMkLst>
            <pc:docMk/>
            <pc:sldMk cId="2446233240" sldId="2079"/>
            <ac:spMk id="14" creationId="{8F1C4E70-0FB8-4C25-0531-4FB720D3EEF0}"/>
          </ac:spMkLst>
        </pc:spChg>
        <pc:spChg chg="mod">
          <ac:chgData name="한나 조" userId="65a288ce2c9026c1" providerId="LiveId" clId="{C15A6EEB-526C-46C9-82AA-A02ABBD41001}" dt="2026-07-29T05:38:57.234" v="3143"/>
          <ac:spMkLst>
            <pc:docMk/>
            <pc:sldMk cId="2446233240" sldId="2079"/>
            <ac:spMk id="15" creationId="{90AA709F-F66D-DE44-16DA-B598A40213F6}"/>
          </ac:spMkLst>
        </pc:spChg>
        <pc:spChg chg="add del ord">
          <ac:chgData name="한나 조" userId="65a288ce2c9026c1" providerId="LiveId" clId="{C15A6EEB-526C-46C9-82AA-A02ABBD41001}" dt="2026-07-30T03:04:00.002" v="7254" actId="478"/>
          <ac:spMkLst>
            <pc:docMk/>
            <pc:sldMk cId="2446233240" sldId="2079"/>
            <ac:spMk id="16" creationId="{67453CE9-8B5D-ACE9-27B7-8414FE42D9E6}"/>
          </ac:spMkLst>
        </pc:spChg>
        <pc:spChg chg="mod">
          <ac:chgData name="한나 조" userId="65a288ce2c9026c1" providerId="LiveId" clId="{C15A6EEB-526C-46C9-82AA-A02ABBD41001}" dt="2026-07-29T05:39:44.819" v="3192" actId="207"/>
          <ac:spMkLst>
            <pc:docMk/>
            <pc:sldMk cId="2446233240" sldId="2079"/>
            <ac:spMk id="20" creationId="{76014E51-C546-27AB-8821-C59006333DCA}"/>
          </ac:spMkLst>
        </pc:spChg>
        <pc:spChg chg="mod">
          <ac:chgData name="한나 조" userId="65a288ce2c9026c1" providerId="LiveId" clId="{C15A6EEB-526C-46C9-82AA-A02ABBD41001}" dt="2026-07-29T05:39:35.401" v="3186" actId="20577"/>
          <ac:spMkLst>
            <pc:docMk/>
            <pc:sldMk cId="2446233240" sldId="2079"/>
            <ac:spMk id="21" creationId="{C9B45C25-A4D6-5835-9E20-D9D9FDE0DADD}"/>
          </ac:spMkLst>
        </pc:spChg>
        <pc:spChg chg="add del mod">
          <ac:chgData name="한나 조" userId="65a288ce2c9026c1" providerId="LiveId" clId="{C15A6EEB-526C-46C9-82AA-A02ABBD41001}" dt="2026-07-29T08:49:06.267" v="6858" actId="478"/>
          <ac:spMkLst>
            <pc:docMk/>
            <pc:sldMk cId="2446233240" sldId="2079"/>
            <ac:spMk id="22" creationId="{C64033E5-73C2-892C-E80F-E56BF79D5A97}"/>
          </ac:spMkLst>
        </pc:spChg>
        <pc:spChg chg="add del mod">
          <ac:chgData name="한나 조" userId="65a288ce2c9026c1" providerId="LiveId" clId="{C15A6EEB-526C-46C9-82AA-A02ABBD41001}" dt="2026-07-29T08:49:06.267" v="6858" actId="478"/>
          <ac:spMkLst>
            <pc:docMk/>
            <pc:sldMk cId="2446233240" sldId="2079"/>
            <ac:spMk id="23" creationId="{46EA8560-6E17-2174-CB36-825A3CEEEAED}"/>
          </ac:spMkLst>
        </pc:spChg>
        <pc:spChg chg="add mod">
          <ac:chgData name="한나 조" userId="65a288ce2c9026c1" providerId="LiveId" clId="{C15A6EEB-526C-46C9-82AA-A02ABBD41001}" dt="2026-07-30T03:04:00.400" v="7255"/>
          <ac:spMkLst>
            <pc:docMk/>
            <pc:sldMk cId="2446233240" sldId="2079"/>
            <ac:spMk id="23" creationId="{EB3B86D6-0D02-F3F6-0EE3-B72994165438}"/>
          </ac:spMkLst>
        </pc:spChg>
        <pc:spChg chg="add mod">
          <ac:chgData name="한나 조" userId="65a288ce2c9026c1" providerId="LiveId" clId="{C15A6EEB-526C-46C9-82AA-A02ABBD41001}" dt="2026-07-30T03:04:00.400" v="7255"/>
          <ac:spMkLst>
            <pc:docMk/>
            <pc:sldMk cId="2446233240" sldId="2079"/>
            <ac:spMk id="24" creationId="{3C35FED5-E771-470C-67A4-FD5F3B7CE99E}"/>
          </ac:spMkLst>
        </pc:spChg>
        <pc:spChg chg="add del ord">
          <ac:chgData name="한나 조" userId="65a288ce2c9026c1" providerId="LiveId" clId="{C15A6EEB-526C-46C9-82AA-A02ABBD41001}" dt="2026-07-30T03:04:00.002" v="7254" actId="478"/>
          <ac:spMkLst>
            <pc:docMk/>
            <pc:sldMk cId="2446233240" sldId="2079"/>
            <ac:spMk id="25" creationId="{F35B00CA-502B-A63A-1475-3E2874FB58ED}"/>
          </ac:spMkLst>
        </pc:spChg>
        <pc:spChg chg="add del mod">
          <ac:chgData name="한나 조" userId="65a288ce2c9026c1" providerId="LiveId" clId="{C15A6EEB-526C-46C9-82AA-A02ABBD41001}" dt="2026-07-29T08:49:06.267" v="6858" actId="478"/>
          <ac:spMkLst>
            <pc:docMk/>
            <pc:sldMk cId="2446233240" sldId="2079"/>
            <ac:spMk id="26" creationId="{1B50144B-E742-67F6-6447-CE1C1050A96E}"/>
          </ac:spMkLst>
        </pc:spChg>
        <pc:spChg chg="add mod">
          <ac:chgData name="한나 조" userId="65a288ce2c9026c1" providerId="LiveId" clId="{C15A6EEB-526C-46C9-82AA-A02ABBD41001}" dt="2026-07-30T03:04:00.400" v="7255"/>
          <ac:spMkLst>
            <pc:docMk/>
            <pc:sldMk cId="2446233240" sldId="2079"/>
            <ac:spMk id="26" creationId="{650D6CE7-2348-E8C6-A71E-9C73C017A994}"/>
          </ac:spMkLst>
        </pc:spChg>
        <pc:spChg chg="add del mod">
          <ac:chgData name="한나 조" userId="65a288ce2c9026c1" providerId="LiveId" clId="{C15A6EEB-526C-46C9-82AA-A02ABBD41001}" dt="2026-07-29T08:49:06.267" v="6858" actId="478"/>
          <ac:spMkLst>
            <pc:docMk/>
            <pc:sldMk cId="2446233240" sldId="2079"/>
            <ac:spMk id="27" creationId="{BF478463-4792-DB30-1C12-14230E35219A}"/>
          </ac:spMkLst>
        </pc:spChg>
        <pc:spChg chg="add del mod">
          <ac:chgData name="한나 조" userId="65a288ce2c9026c1" providerId="LiveId" clId="{C15A6EEB-526C-46C9-82AA-A02ABBD41001}" dt="2026-07-29T08:49:06.267" v="6858" actId="478"/>
          <ac:spMkLst>
            <pc:docMk/>
            <pc:sldMk cId="2446233240" sldId="2079"/>
            <ac:spMk id="28" creationId="{7A218B92-893B-5E0D-EB68-6B629C0D5428}"/>
          </ac:spMkLst>
        </pc:spChg>
        <pc:spChg chg="add mod">
          <ac:chgData name="한나 조" userId="65a288ce2c9026c1" providerId="LiveId" clId="{C15A6EEB-526C-46C9-82AA-A02ABBD41001}" dt="2026-07-30T03:04:00.400" v="7255"/>
          <ac:spMkLst>
            <pc:docMk/>
            <pc:sldMk cId="2446233240" sldId="2079"/>
            <ac:spMk id="28" creationId="{BBAF3761-87C0-D2F7-6CBF-3A5C6F7DEAAF}"/>
          </ac:spMkLst>
        </pc:spChg>
        <pc:spChg chg="mod">
          <ac:chgData name="한나 조" userId="65a288ce2c9026c1" providerId="LiveId" clId="{C15A6EEB-526C-46C9-82AA-A02ABBD41001}" dt="2026-07-29T05:40:19.096" v="3196"/>
          <ac:spMkLst>
            <pc:docMk/>
            <pc:sldMk cId="2446233240" sldId="2079"/>
            <ac:spMk id="32" creationId="{A1C7B711-DD3C-8EA7-7C7E-AF03CE4DDCBA}"/>
          </ac:spMkLst>
        </pc:spChg>
        <pc:spChg chg="add mod">
          <ac:chgData name="한나 조" userId="65a288ce2c9026c1" providerId="LiveId" clId="{C15A6EEB-526C-46C9-82AA-A02ABBD41001}" dt="2026-07-30T03:04:00.400" v="7255"/>
          <ac:spMkLst>
            <pc:docMk/>
            <pc:sldMk cId="2446233240" sldId="2079"/>
            <ac:spMk id="33" creationId="{647C1B53-AC32-00E8-55B0-95B044C3F7E0}"/>
          </ac:spMkLst>
        </pc:spChg>
        <pc:spChg chg="del">
          <ac:chgData name="한나 조" userId="65a288ce2c9026c1" providerId="LiveId" clId="{C15A6EEB-526C-46C9-82AA-A02ABBD41001}" dt="2026-07-29T05:40:18.881" v="3195" actId="478"/>
          <ac:spMkLst>
            <pc:docMk/>
            <pc:sldMk cId="2446233240" sldId="2079"/>
            <ac:spMk id="33" creationId="{F6D91F86-24B3-1746-9E13-C493DDCBDAC0}"/>
          </ac:spMkLst>
        </pc:spChg>
        <pc:spChg chg="mod">
          <ac:chgData name="한나 조" userId="65a288ce2c9026c1" providerId="LiveId" clId="{C15A6EEB-526C-46C9-82AA-A02ABBD41001}" dt="2026-07-29T05:40:19.096" v="3196"/>
          <ac:spMkLst>
            <pc:docMk/>
            <pc:sldMk cId="2446233240" sldId="2079"/>
            <ac:spMk id="36" creationId="{1089B6D4-95F4-7496-AD57-3703DC179CE3}"/>
          </ac:spMkLst>
        </pc:spChg>
        <pc:spChg chg="mod">
          <ac:chgData name="한나 조" userId="65a288ce2c9026c1" providerId="LiveId" clId="{C15A6EEB-526C-46C9-82AA-A02ABBD41001}" dt="2026-07-29T05:40:19.096" v="3196"/>
          <ac:spMkLst>
            <pc:docMk/>
            <pc:sldMk cId="2446233240" sldId="2079"/>
            <ac:spMk id="37" creationId="{B864E374-9699-8AE7-2F4C-975C13B4F826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0" creationId="{32E707F3-5C58-CC49-7492-EF3C60407E5D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1" creationId="{7A619EBA-25D0-EBD5-C5AC-1802C50AB20F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2" creationId="{D61CD967-C282-40C6-2918-D33A56EC0C2F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3" creationId="{58F2B595-1570-690E-0723-B044559B0FE1}"/>
          </ac:spMkLst>
        </pc:spChg>
        <pc:spChg chg="mod">
          <ac:chgData name="한나 조" userId="65a288ce2c9026c1" providerId="LiveId" clId="{C15A6EEB-526C-46C9-82AA-A02ABBD41001}" dt="2026-07-30T03:04:09.761" v="7256" actId="1076"/>
          <ac:spMkLst>
            <pc:docMk/>
            <pc:sldMk cId="2446233240" sldId="2079"/>
            <ac:spMk id="45" creationId="{0F471EDC-D227-C98A-B8D2-27888A579D59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6" creationId="{D3B6D1A3-CB51-0366-BBE8-C25C042E4529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7" creationId="{281F62E0-947F-09FF-0F77-A8E5D9648C51}"/>
          </ac:spMkLst>
        </pc:spChg>
        <pc:spChg chg="add 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8" creationId="{DCC3881B-DAC8-F5D6-F7FA-C13FA60C49FA}"/>
          </ac:spMkLst>
        </pc:spChg>
        <pc:spChg chg="add del mod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49" creationId="{6134AAE4-EE51-6E75-0019-C71254D2054F}"/>
          </ac:spMkLst>
        </pc:spChg>
        <pc:spChg chg="add del mod">
          <ac:chgData name="한나 조" userId="65a288ce2c9026c1" providerId="LiveId" clId="{C15A6EEB-526C-46C9-82AA-A02ABBD41001}" dt="2026-07-29T06:35:55.552" v="3295" actId="478"/>
          <ac:spMkLst>
            <pc:docMk/>
            <pc:sldMk cId="2446233240" sldId="2079"/>
            <ac:spMk id="52" creationId="{9015854E-0EEB-E5BA-17CC-1DF0540FDBFD}"/>
          </ac:spMkLst>
        </pc:spChg>
        <pc:spChg chg="add mod">
          <ac:chgData name="한나 조" userId="65a288ce2c9026c1" providerId="LiveId" clId="{C15A6EEB-526C-46C9-82AA-A02ABBD41001}" dt="2026-07-29T06:37:32.794" v="3408" actId="1076"/>
          <ac:spMkLst>
            <pc:docMk/>
            <pc:sldMk cId="2446233240" sldId="2079"/>
            <ac:spMk id="54" creationId="{22300D78-83DF-DF6F-6B06-E32CF7F90291}"/>
          </ac:spMkLst>
        </pc:spChg>
        <pc:spChg chg="add del mod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55" creationId="{BB06B4D0-E03A-4522-812B-5147E3F52302}"/>
          </ac:spMkLst>
        </pc:spChg>
        <pc:spChg chg="add mod">
          <ac:chgData name="한나 조" userId="65a288ce2c9026c1" providerId="LiveId" clId="{C15A6EEB-526C-46C9-82AA-A02ABBD41001}" dt="2026-07-29T06:41:16.028" v="3521" actId="14100"/>
          <ac:spMkLst>
            <pc:docMk/>
            <pc:sldMk cId="2446233240" sldId="2079"/>
            <ac:spMk id="56" creationId="{F667DB60-29D6-26C7-015E-049657150718}"/>
          </ac:spMkLst>
        </pc:spChg>
        <pc:spChg chg="mod">
          <ac:chgData name="한나 조" userId="65a288ce2c9026c1" providerId="LiveId" clId="{C15A6EEB-526C-46C9-82AA-A02ABBD41001}" dt="2026-07-29T06:41:42.148" v="3534" actId="1036"/>
          <ac:spMkLst>
            <pc:docMk/>
            <pc:sldMk cId="2446233240" sldId="2079"/>
            <ac:spMk id="57" creationId="{95E5958D-90B1-3711-8163-247CB3821F24}"/>
          </ac:spMkLst>
        </pc:spChg>
        <pc:spChg chg="add mod">
          <ac:chgData name="한나 조" userId="65a288ce2c9026c1" providerId="LiveId" clId="{C15A6EEB-526C-46C9-82AA-A02ABBD41001}" dt="2026-07-29T06:41:42.148" v="3534" actId="1036"/>
          <ac:spMkLst>
            <pc:docMk/>
            <pc:sldMk cId="2446233240" sldId="2079"/>
            <ac:spMk id="58" creationId="{487D14DF-0542-ADB2-5DA0-311EA303B9EC}"/>
          </ac:spMkLst>
        </pc:spChg>
        <pc:spChg chg="add mod">
          <ac:chgData name="한나 조" userId="65a288ce2c9026c1" providerId="LiveId" clId="{C15A6EEB-526C-46C9-82AA-A02ABBD41001}" dt="2026-07-29T06:41:42.148" v="3534" actId="1036"/>
          <ac:spMkLst>
            <pc:docMk/>
            <pc:sldMk cId="2446233240" sldId="2079"/>
            <ac:spMk id="59" creationId="{197590E0-38F7-4606-36D2-6C1A8C2ED418}"/>
          </ac:spMkLst>
        </pc:spChg>
        <pc:spChg chg="add mod">
          <ac:chgData name="한나 조" userId="65a288ce2c9026c1" providerId="LiveId" clId="{C15A6EEB-526C-46C9-82AA-A02ABBD41001}" dt="2026-07-29T06:41:42.148" v="3534" actId="1036"/>
          <ac:spMkLst>
            <pc:docMk/>
            <pc:sldMk cId="2446233240" sldId="2079"/>
            <ac:spMk id="60" creationId="{E76E0243-BB36-982A-B0BF-2907613EF5DD}"/>
          </ac:spMkLst>
        </pc:spChg>
        <pc:spChg chg="add mod">
          <ac:chgData name="한나 조" userId="65a288ce2c9026c1" providerId="LiveId" clId="{C15A6EEB-526C-46C9-82AA-A02ABBD41001}" dt="2026-07-29T06:40:11.975" v="3498" actId="164"/>
          <ac:spMkLst>
            <pc:docMk/>
            <pc:sldMk cId="2446233240" sldId="2079"/>
            <ac:spMk id="61" creationId="{8E2CEAD9-5112-C1A0-2F0B-C52842EC454D}"/>
          </ac:spMkLst>
        </pc:spChg>
        <pc:spChg chg="add mod">
          <ac:chgData name="한나 조" userId="65a288ce2c9026c1" providerId="LiveId" clId="{C15A6EEB-526C-46C9-82AA-A02ABBD41001}" dt="2026-07-29T06:40:11.975" v="3498" actId="164"/>
          <ac:spMkLst>
            <pc:docMk/>
            <pc:sldMk cId="2446233240" sldId="2079"/>
            <ac:spMk id="62" creationId="{3F35FFEA-C172-024A-A07A-AD9643A4D70E}"/>
          </ac:spMkLst>
        </pc:spChg>
        <pc:spChg chg="add mod">
          <ac:chgData name="한나 조" userId="65a288ce2c9026c1" providerId="LiveId" clId="{C15A6EEB-526C-46C9-82AA-A02ABBD41001}" dt="2026-07-29T06:40:11.975" v="3498" actId="164"/>
          <ac:spMkLst>
            <pc:docMk/>
            <pc:sldMk cId="2446233240" sldId="2079"/>
            <ac:spMk id="63" creationId="{92B6B854-6A96-0994-0BD0-639FEA4E8489}"/>
          </ac:spMkLst>
        </pc:spChg>
        <pc:spChg chg="add mod">
          <ac:chgData name="한나 조" userId="65a288ce2c9026c1" providerId="LiveId" clId="{C15A6EEB-526C-46C9-82AA-A02ABBD41001}" dt="2026-07-29T06:40:11.975" v="3498" actId="164"/>
          <ac:spMkLst>
            <pc:docMk/>
            <pc:sldMk cId="2446233240" sldId="2079"/>
            <ac:spMk id="128" creationId="{F5E95305-0B7C-1369-6A39-E6A7F4C8E8D9}"/>
          </ac:spMkLst>
        </pc:spChg>
        <pc:spChg chg="del mod topLvl">
          <ac:chgData name="한나 조" userId="65a288ce2c9026c1" providerId="LiveId" clId="{C15A6EEB-526C-46C9-82AA-A02ABBD41001}" dt="2026-07-29T06:40:01.691" v="3495" actId="478"/>
          <ac:spMkLst>
            <pc:docMk/>
            <pc:sldMk cId="2446233240" sldId="2079"/>
            <ac:spMk id="132" creationId="{5D989B33-6CF2-6001-19F7-5A86E7609F0B}"/>
          </ac:spMkLst>
        </pc:spChg>
        <pc:spChg chg="del mod topLvl">
          <ac:chgData name="한나 조" userId="65a288ce2c9026c1" providerId="LiveId" clId="{C15A6EEB-526C-46C9-82AA-A02ABBD41001}" dt="2026-07-29T06:40:03.879" v="3496" actId="478"/>
          <ac:spMkLst>
            <pc:docMk/>
            <pc:sldMk cId="2446233240" sldId="2079"/>
            <ac:spMk id="133" creationId="{31EA60BC-527E-9A3F-9702-9015116E8E25}"/>
          </ac:spMkLst>
        </pc:spChg>
        <pc:spChg chg="del mod topLvl">
          <ac:chgData name="한나 조" userId="65a288ce2c9026c1" providerId="LiveId" clId="{C15A6EEB-526C-46C9-82AA-A02ABBD41001}" dt="2026-07-29T06:40:03.879" v="3496" actId="478"/>
          <ac:spMkLst>
            <pc:docMk/>
            <pc:sldMk cId="2446233240" sldId="2079"/>
            <ac:spMk id="134" creationId="{8D35820A-C314-9FD9-8D91-9B82A336CC68}"/>
          </ac:spMkLst>
        </pc:spChg>
        <pc:spChg chg="del mod topLvl">
          <ac:chgData name="한나 조" userId="65a288ce2c9026c1" providerId="LiveId" clId="{C15A6EEB-526C-46C9-82AA-A02ABBD41001}" dt="2026-07-29T06:40:03.879" v="3496" actId="478"/>
          <ac:spMkLst>
            <pc:docMk/>
            <pc:sldMk cId="2446233240" sldId="2079"/>
            <ac:spMk id="135" creationId="{BB99378B-0675-D58D-5EC6-3233BAAA0A7B}"/>
          </ac:spMkLst>
        </pc:spChg>
        <pc:spChg chg="del mod topLvl">
          <ac:chgData name="한나 조" userId="65a288ce2c9026c1" providerId="LiveId" clId="{C15A6EEB-526C-46C9-82AA-A02ABBD41001}" dt="2026-07-29T06:40:03.879" v="3496" actId="478"/>
          <ac:spMkLst>
            <pc:docMk/>
            <pc:sldMk cId="2446233240" sldId="2079"/>
            <ac:spMk id="136" creationId="{9CFD654B-44E6-EFAE-77AA-317927744999}"/>
          </ac:spMkLst>
        </pc:spChg>
        <pc:spChg chg="add mod">
          <ac:chgData name="한나 조" userId="65a288ce2c9026c1" providerId="LiveId" clId="{C15A6EEB-526C-46C9-82AA-A02ABBD41001}" dt="2026-07-29T06:40:11.975" v="3498" actId="164"/>
          <ac:spMkLst>
            <pc:docMk/>
            <pc:sldMk cId="2446233240" sldId="2079"/>
            <ac:spMk id="137" creationId="{29185BC2-5748-85D4-328B-C1B3AA7BA33C}"/>
          </ac:spMkLst>
        </pc:spChg>
        <pc:spChg chg="add mod">
          <ac:chgData name="한나 조" userId="65a288ce2c9026c1" providerId="LiveId" clId="{C15A6EEB-526C-46C9-82AA-A02ABBD41001}" dt="2026-07-29T06:49:10.242" v="3618" actId="20577"/>
          <ac:spMkLst>
            <pc:docMk/>
            <pc:sldMk cId="2446233240" sldId="2079"/>
            <ac:spMk id="138" creationId="{0C379E92-AEBC-8532-8765-92081CAC98A8}"/>
          </ac:spMkLst>
        </pc:spChg>
        <pc:spChg chg="del mod topLvl">
          <ac:chgData name="한나 조" userId="65a288ce2c9026c1" providerId="LiveId" clId="{C15A6EEB-526C-46C9-82AA-A02ABBD41001}" dt="2026-07-29T06:40:03.879" v="3496" actId="478"/>
          <ac:spMkLst>
            <pc:docMk/>
            <pc:sldMk cId="2446233240" sldId="2079"/>
            <ac:spMk id="139" creationId="{90546BBE-2113-388D-CF7D-2B2106EC924B}"/>
          </ac:spMkLst>
        </pc:spChg>
        <pc:spChg chg="mod">
          <ac:chgData name="한나 조" userId="65a288ce2c9026c1" providerId="LiveId" clId="{C15A6EEB-526C-46C9-82AA-A02ABBD41001}" dt="2026-07-29T06:41:05.540" v="3518" actId="14100"/>
          <ac:spMkLst>
            <pc:docMk/>
            <pc:sldMk cId="2446233240" sldId="2079"/>
            <ac:spMk id="147" creationId="{B2C326F0-DB66-4B31-6313-73ED1E423D16}"/>
          </ac:spMkLst>
        </pc:spChg>
        <pc:spChg chg="mod">
          <ac:chgData name="한나 조" userId="65a288ce2c9026c1" providerId="LiveId" clId="{C15A6EEB-526C-46C9-82AA-A02ABBD41001}" dt="2026-07-29T06:41:49.587" v="3538" actId="1036"/>
          <ac:spMkLst>
            <pc:docMk/>
            <pc:sldMk cId="2446233240" sldId="2079"/>
            <ac:spMk id="155" creationId="{7190BE9E-D402-68B3-3504-AF60AE4AB97B}"/>
          </ac:spMkLst>
        </pc:spChg>
        <pc:spChg chg="mod">
          <ac:chgData name="한나 조" userId="65a288ce2c9026c1" providerId="LiveId" clId="{C15A6EEB-526C-46C9-82AA-A02ABBD41001}" dt="2026-07-29T06:41:49.587" v="3538" actId="1036"/>
          <ac:spMkLst>
            <pc:docMk/>
            <pc:sldMk cId="2446233240" sldId="2079"/>
            <ac:spMk id="157" creationId="{42B92DFE-65A6-4CBA-5D6F-9BF931BC9791}"/>
          </ac:spMkLst>
        </pc:spChg>
        <pc:spChg chg="mod">
          <ac:chgData name="한나 조" userId="65a288ce2c9026c1" providerId="LiveId" clId="{C15A6EEB-526C-46C9-82AA-A02ABBD41001}" dt="2026-07-29T06:41:49.587" v="3538" actId="1036"/>
          <ac:spMkLst>
            <pc:docMk/>
            <pc:sldMk cId="2446233240" sldId="2079"/>
            <ac:spMk id="158" creationId="{0FA46597-EDD3-3C15-6475-B4C5E0BA8BEA}"/>
          </ac:spMkLst>
        </pc:spChg>
        <pc:spChg chg="mod">
          <ac:chgData name="한나 조" userId="65a288ce2c9026c1" providerId="LiveId" clId="{C15A6EEB-526C-46C9-82AA-A02ABBD41001}" dt="2026-07-29T06:41:49.587" v="3538" actId="1036"/>
          <ac:spMkLst>
            <pc:docMk/>
            <pc:sldMk cId="2446233240" sldId="2079"/>
            <ac:spMk id="159" creationId="{0128591B-7215-41D6-245A-E4D21497CDA1}"/>
          </ac:spMkLst>
        </pc:spChg>
        <pc:spChg chg="mod">
          <ac:chgData name="한나 조" userId="65a288ce2c9026c1" providerId="LiveId" clId="{C15A6EEB-526C-46C9-82AA-A02ABBD41001}" dt="2026-07-29T06:40:58.961" v="3517" actId="1036"/>
          <ac:spMkLst>
            <pc:docMk/>
            <pc:sldMk cId="2446233240" sldId="2079"/>
            <ac:spMk id="160" creationId="{AF9DA55E-0E48-184A-CCCB-17A5A9CFD516}"/>
          </ac:spMkLst>
        </pc:spChg>
        <pc:spChg chg="mod">
          <ac:chgData name="한나 조" userId="65a288ce2c9026c1" providerId="LiveId" clId="{C15A6EEB-526C-46C9-82AA-A02ABBD41001}" dt="2026-07-29T06:40:58.961" v="3517" actId="1036"/>
          <ac:spMkLst>
            <pc:docMk/>
            <pc:sldMk cId="2446233240" sldId="2079"/>
            <ac:spMk id="161" creationId="{61A1AE3E-9AAD-F4D4-F0BC-73D8745C67E1}"/>
          </ac:spMkLst>
        </pc:spChg>
        <pc:spChg chg="mod">
          <ac:chgData name="한나 조" userId="65a288ce2c9026c1" providerId="LiveId" clId="{C15A6EEB-526C-46C9-82AA-A02ABBD41001}" dt="2026-07-29T06:41:49.587" v="3538" actId="1036"/>
          <ac:spMkLst>
            <pc:docMk/>
            <pc:sldMk cId="2446233240" sldId="2079"/>
            <ac:spMk id="162" creationId="{55604028-6DB3-BF8F-D116-700958686641}"/>
          </ac:spMkLst>
        </pc:spChg>
        <pc:spChg chg="del mod">
          <ac:chgData name="한나 조" userId="65a288ce2c9026c1" providerId="LiveId" clId="{C15A6EEB-526C-46C9-82AA-A02ABBD41001}" dt="2026-07-29T06:40:24.854" v="3506" actId="478"/>
          <ac:spMkLst>
            <pc:docMk/>
            <pc:sldMk cId="2446233240" sldId="2079"/>
            <ac:spMk id="163" creationId="{5BE6D0DC-62FF-C06F-DA3F-5DA7B9A1F355}"/>
          </ac:spMkLst>
        </pc:spChg>
        <pc:spChg chg="mod">
          <ac:chgData name="한나 조" userId="65a288ce2c9026c1" providerId="LiveId" clId="{C15A6EEB-526C-46C9-82AA-A02ABBD41001}" dt="2026-07-29T06:41:49.587" v="3538" actId="1036"/>
          <ac:spMkLst>
            <pc:docMk/>
            <pc:sldMk cId="2446233240" sldId="2079"/>
            <ac:spMk id="165" creationId="{20ADD1A7-E13B-9DB9-D1BE-AF0745C3B1C8}"/>
          </ac:spMkLst>
        </pc:spChg>
        <pc:spChg chg="del mod">
          <ac:chgData name="한나 조" userId="65a288ce2c9026c1" providerId="LiveId" clId="{C15A6EEB-526C-46C9-82AA-A02ABBD41001}" dt="2026-07-29T06:40:24.854" v="3506" actId="478"/>
          <ac:spMkLst>
            <pc:docMk/>
            <pc:sldMk cId="2446233240" sldId="2079"/>
            <ac:spMk id="166" creationId="{C6492344-CD02-DF98-79CD-F2F264FB239B}"/>
          </ac:spMkLst>
        </pc:spChg>
        <pc:spChg chg="add mod">
          <ac:chgData name="한나 조" userId="65a288ce2c9026c1" providerId="LiveId" clId="{C15A6EEB-526C-46C9-82AA-A02ABBD41001}" dt="2026-07-29T06:42:11.895" v="3541" actId="164"/>
          <ac:spMkLst>
            <pc:docMk/>
            <pc:sldMk cId="2446233240" sldId="2079"/>
            <ac:spMk id="168" creationId="{51C72EBA-99F0-CF39-3167-1F07D69F272E}"/>
          </ac:spMkLst>
        </pc:spChg>
        <pc:spChg chg="add mod">
          <ac:chgData name="한나 조" userId="65a288ce2c9026c1" providerId="LiveId" clId="{C15A6EEB-526C-46C9-82AA-A02ABBD41001}" dt="2026-07-29T06:42:11.895" v="3541" actId="164"/>
          <ac:spMkLst>
            <pc:docMk/>
            <pc:sldMk cId="2446233240" sldId="2079"/>
            <ac:spMk id="170" creationId="{D65229D4-0C7C-98D1-251D-1376DB4DC56A}"/>
          </ac:spMkLst>
        </pc:spChg>
        <pc:spChg chg="add mod">
          <ac:chgData name="한나 조" userId="65a288ce2c9026c1" providerId="LiveId" clId="{C15A6EEB-526C-46C9-82AA-A02ABBD41001}" dt="2026-07-29T06:42:11.895" v="3541" actId="164"/>
          <ac:spMkLst>
            <pc:docMk/>
            <pc:sldMk cId="2446233240" sldId="2079"/>
            <ac:spMk id="172" creationId="{699B1B08-EDF6-2866-8C68-CC967F87339C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74" creationId="{230BD7C6-DF1C-5827-32E8-BF28C01DCB1C}"/>
          </ac:spMkLst>
        </pc:spChg>
        <pc:spChg chg="add 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75" creationId="{1A6CC266-7D4E-F20B-D84A-82F339370E37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76" creationId="{90198F72-7569-A3B7-8626-7C6A8B938300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81" creationId="{FFCB24A9-EF3A-1653-45E6-D930FFBBD51B}"/>
          </ac:spMkLst>
        </pc:spChg>
        <pc:spChg chg="del mod topLvl">
          <ac:chgData name="한나 조" userId="65a288ce2c9026c1" providerId="LiveId" clId="{C15A6EEB-526C-46C9-82AA-A02ABBD41001}" dt="2026-07-29T06:41:57.980" v="3539" actId="478"/>
          <ac:spMkLst>
            <pc:docMk/>
            <pc:sldMk cId="2446233240" sldId="2079"/>
            <ac:spMk id="185" creationId="{5584B684-7750-1EDB-8FF0-A7859C38A297}"/>
          </ac:spMkLst>
        </pc:spChg>
        <pc:spChg chg="add 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86" creationId="{71E9742D-D186-664E-AD3D-1B96CE4C9FF5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87" creationId="{2FF24C8D-133B-E1DE-254E-ACE44DAA9A54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88" creationId="{F6CB6CE5-712A-4E92-D887-C3720AAD0055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89" creationId="{6A091649-31FD-3986-898F-ACCBFE945CB7}"/>
          </ac:spMkLst>
        </pc:spChg>
        <pc:spChg chg="mod">
          <ac:chgData name="한나 조" userId="65a288ce2c9026c1" providerId="LiveId" clId="{C15A6EEB-526C-46C9-82AA-A02ABBD41001}" dt="2026-07-29T06:42:25.129" v="3545" actId="164"/>
          <ac:spMkLst>
            <pc:docMk/>
            <pc:sldMk cId="2446233240" sldId="2079"/>
            <ac:spMk id="190" creationId="{8F23B02E-B815-8F1C-334E-CE20923E8E34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194" creationId="{BAFAF662-0F19-2D7F-5F91-9948E8D2920D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195" creationId="{EEFB5F33-7762-08C5-E662-9512FBE3829B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204" creationId="{B8C366DB-212E-99C8-6037-D8138A941273}"/>
          </ac:spMkLst>
        </pc:spChg>
        <pc:spChg chg="del">
          <ac:chgData name="한나 조" userId="65a288ce2c9026c1" providerId="LiveId" clId="{C15A6EEB-526C-46C9-82AA-A02ABBD41001}" dt="2026-07-29T06:55:19.630" v="3748" actId="478"/>
          <ac:spMkLst>
            <pc:docMk/>
            <pc:sldMk cId="2446233240" sldId="2079"/>
            <ac:spMk id="205" creationId="{2B8BB230-1322-A790-2229-2876A7C65858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209" creationId="{8B4AD264-8141-EE1D-494A-F228F5427853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214" creationId="{D8568082-C86C-4056-D606-C23A1DB837A3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216" creationId="{DB62145B-C68C-8C5D-FCD9-F62C1C62124D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217" creationId="{7DF70FBA-0A1B-65E1-B8BB-0889951EB9F1}"/>
          </ac:spMkLst>
        </pc:spChg>
        <pc:spChg chg="mod">
          <ac:chgData name="한나 조" userId="65a288ce2c9026c1" providerId="LiveId" clId="{C15A6EEB-526C-46C9-82AA-A02ABBD41001}" dt="2026-07-29T06:42:20.812" v="3543" actId="571"/>
          <ac:spMkLst>
            <pc:docMk/>
            <pc:sldMk cId="2446233240" sldId="2079"/>
            <ac:spMk id="218" creationId="{2BD1119F-0849-8349-274F-E046E7C8FB21}"/>
          </ac:spMkLst>
        </pc:spChg>
        <pc:spChg chg="add del mod">
          <ac:chgData name="한나 조" userId="65a288ce2c9026c1" providerId="LiveId" clId="{C15A6EEB-526C-46C9-82AA-A02ABBD41001}" dt="2026-07-29T06:48:57.331" v="3615" actId="478"/>
          <ac:spMkLst>
            <pc:docMk/>
            <pc:sldMk cId="2446233240" sldId="2079"/>
            <ac:spMk id="222" creationId="{21F541FC-B02A-98C8-459A-42F48B786C02}"/>
          </ac:spMkLst>
        </pc:spChg>
        <pc:spChg chg="mod topLvl">
          <ac:chgData name="한나 조" userId="65a288ce2c9026c1" providerId="LiveId" clId="{C15A6EEB-526C-46C9-82AA-A02ABBD41001}" dt="2026-07-29T06:45:29.592" v="3606" actId="164"/>
          <ac:spMkLst>
            <pc:docMk/>
            <pc:sldMk cId="2446233240" sldId="2079"/>
            <ac:spMk id="224" creationId="{ED950008-5E33-4A1B-A8FD-3943D9C63FE5}"/>
          </ac:spMkLst>
        </pc:spChg>
        <pc:spChg chg="mod topLvl">
          <ac:chgData name="한나 조" userId="65a288ce2c9026c1" providerId="LiveId" clId="{C15A6EEB-526C-46C9-82AA-A02ABBD41001}" dt="2026-07-29T06:45:29.592" v="3606" actId="164"/>
          <ac:spMkLst>
            <pc:docMk/>
            <pc:sldMk cId="2446233240" sldId="2079"/>
            <ac:spMk id="225" creationId="{85E28CC3-F9E5-7C3D-9CDB-026B3E7D62A7}"/>
          </ac:spMkLst>
        </pc:spChg>
        <pc:spChg chg="del mod">
          <ac:chgData name="한나 조" userId="65a288ce2c9026c1" providerId="LiveId" clId="{C15A6EEB-526C-46C9-82AA-A02ABBD41001}" dt="2026-07-29T06:42:55.408" v="3548" actId="478"/>
          <ac:spMkLst>
            <pc:docMk/>
            <pc:sldMk cId="2446233240" sldId="2079"/>
            <ac:spMk id="226" creationId="{98354080-7D10-B221-A7DB-60B51AC5B17E}"/>
          </ac:spMkLst>
        </pc:spChg>
        <pc:spChg chg="del mod">
          <ac:chgData name="한나 조" userId="65a288ce2c9026c1" providerId="LiveId" clId="{C15A6EEB-526C-46C9-82AA-A02ABBD41001}" dt="2026-07-29T06:42:55.408" v="3548" actId="478"/>
          <ac:spMkLst>
            <pc:docMk/>
            <pc:sldMk cId="2446233240" sldId="2079"/>
            <ac:spMk id="227" creationId="{016FDF3E-FAA5-C170-E92B-9D451AE9EE21}"/>
          </ac:spMkLst>
        </pc:spChg>
        <pc:spChg chg="add mod">
          <ac:chgData name="한나 조" userId="65a288ce2c9026c1" providerId="LiveId" clId="{C15A6EEB-526C-46C9-82AA-A02ABBD41001}" dt="2026-07-29T06:45:29.592" v="3606" actId="164"/>
          <ac:spMkLst>
            <pc:docMk/>
            <pc:sldMk cId="2446233240" sldId="2079"/>
            <ac:spMk id="229" creationId="{CA7146FD-05C1-7BD9-AC19-5FBF47D099A2}"/>
          </ac:spMkLst>
        </pc:spChg>
        <pc:spChg chg="add mod">
          <ac:chgData name="한나 조" userId="65a288ce2c9026c1" providerId="LiveId" clId="{C15A6EEB-526C-46C9-82AA-A02ABBD41001}" dt="2026-07-29T06:45:29.592" v="3606" actId="164"/>
          <ac:spMkLst>
            <pc:docMk/>
            <pc:sldMk cId="2446233240" sldId="2079"/>
            <ac:spMk id="231" creationId="{9D76DBE6-B19F-8BC2-FE2F-2515C6B5E599}"/>
          </ac:spMkLst>
        </pc:spChg>
        <pc:spChg chg="add mod">
          <ac:chgData name="한나 조" userId="65a288ce2c9026c1" providerId="LiveId" clId="{C15A6EEB-526C-46C9-82AA-A02ABBD41001}" dt="2026-07-29T06:45:29.592" v="3606" actId="164"/>
          <ac:spMkLst>
            <pc:docMk/>
            <pc:sldMk cId="2446233240" sldId="2079"/>
            <ac:spMk id="233" creationId="{64DE69A1-D94D-0C1F-DA63-99DDE2A4C528}"/>
          </ac:spMkLst>
        </pc:spChg>
        <pc:spChg chg="add del mod">
          <ac:chgData name="한나 조" userId="65a288ce2c9026c1" providerId="LiveId" clId="{C15A6EEB-526C-46C9-82AA-A02ABBD41001}" dt="2026-07-29T06:48:57.331" v="3615" actId="478"/>
          <ac:spMkLst>
            <pc:docMk/>
            <pc:sldMk cId="2446233240" sldId="2079"/>
            <ac:spMk id="241" creationId="{0AB3AB99-0F45-7BA6-A2D3-4758C0C4CE79}"/>
          </ac:spMkLst>
        </pc:spChg>
        <pc:spChg chg="mod">
          <ac:chgData name="한나 조" userId="65a288ce2c9026c1" providerId="LiveId" clId="{C15A6EEB-526C-46C9-82AA-A02ABBD41001}" dt="2026-07-29T06:50:31.056" v="3649" actId="14100"/>
          <ac:spMkLst>
            <pc:docMk/>
            <pc:sldMk cId="2446233240" sldId="2079"/>
            <ac:spMk id="243" creationId="{BE987DF6-4ECB-C889-C3A0-5ADB63D7D094}"/>
          </ac:spMkLst>
        </pc:spChg>
        <pc:spChg chg="mod">
          <ac:chgData name="한나 조" userId="65a288ce2c9026c1" providerId="LiveId" clId="{C15A6EEB-526C-46C9-82AA-A02ABBD41001}" dt="2026-07-29T06:50:02.314" v="3631" actId="571"/>
          <ac:spMkLst>
            <pc:docMk/>
            <pc:sldMk cId="2446233240" sldId="2079"/>
            <ac:spMk id="244" creationId="{97C8947B-D65D-F6CC-6CA8-DF62009557EA}"/>
          </ac:spMkLst>
        </pc:spChg>
        <pc:spChg chg="mod">
          <ac:chgData name="한나 조" userId="65a288ce2c9026c1" providerId="LiveId" clId="{C15A6EEB-526C-46C9-82AA-A02ABBD41001}" dt="2026-07-29T06:50:02.314" v="3631" actId="571"/>
          <ac:spMkLst>
            <pc:docMk/>
            <pc:sldMk cId="2446233240" sldId="2079"/>
            <ac:spMk id="245" creationId="{A63D8958-2377-CDFC-DF15-48A61DB6C57A}"/>
          </ac:spMkLst>
        </pc:spChg>
        <pc:spChg chg="mod">
          <ac:chgData name="한나 조" userId="65a288ce2c9026c1" providerId="LiveId" clId="{C15A6EEB-526C-46C9-82AA-A02ABBD41001}" dt="2026-07-29T06:50:02.314" v="3631" actId="571"/>
          <ac:spMkLst>
            <pc:docMk/>
            <pc:sldMk cId="2446233240" sldId="2079"/>
            <ac:spMk id="246" creationId="{63CF2C03-5FB2-9207-9CF1-8D216C970C35}"/>
          </ac:spMkLst>
        </pc:spChg>
        <pc:spChg chg="mod">
          <ac:chgData name="한나 조" userId="65a288ce2c9026c1" providerId="LiveId" clId="{C15A6EEB-526C-46C9-82AA-A02ABBD41001}" dt="2026-07-29T06:50:02.314" v="3631" actId="571"/>
          <ac:spMkLst>
            <pc:docMk/>
            <pc:sldMk cId="2446233240" sldId="2079"/>
            <ac:spMk id="247" creationId="{F4384F2A-46AC-9ABA-7900-7C1C1ACC69F5}"/>
          </ac:spMkLst>
        </pc:spChg>
        <pc:spChg chg="mod">
          <ac:chgData name="한나 조" userId="65a288ce2c9026c1" providerId="LiveId" clId="{C15A6EEB-526C-46C9-82AA-A02ABBD41001}" dt="2026-07-29T06:50:26.518" v="3648" actId="1076"/>
          <ac:spMkLst>
            <pc:docMk/>
            <pc:sldMk cId="2446233240" sldId="2079"/>
            <ac:spMk id="248" creationId="{1AF860CC-8C82-88FD-2EFB-00A475B2337E}"/>
          </ac:spMkLst>
        </pc:spChg>
        <pc:spChg chg="mod">
          <ac:chgData name="한나 조" userId="65a288ce2c9026c1" providerId="LiveId" clId="{C15A6EEB-526C-46C9-82AA-A02ABBD41001}" dt="2026-07-29T06:50:26.518" v="3648" actId="1076"/>
          <ac:spMkLst>
            <pc:docMk/>
            <pc:sldMk cId="2446233240" sldId="2079"/>
            <ac:spMk id="249" creationId="{D355A460-BD77-D2ED-AFC6-97E7E7CB26B0}"/>
          </ac:spMkLst>
        </pc:spChg>
        <pc:spChg chg="mod">
          <ac:chgData name="한나 조" userId="65a288ce2c9026c1" providerId="LiveId" clId="{C15A6EEB-526C-46C9-82AA-A02ABBD41001}" dt="2026-07-29T06:50:26.518" v="3648" actId="1076"/>
          <ac:spMkLst>
            <pc:docMk/>
            <pc:sldMk cId="2446233240" sldId="2079"/>
            <ac:spMk id="250" creationId="{DECC017F-EAAB-12A5-BE2C-6A4F806C3F61}"/>
          </ac:spMkLst>
        </pc:spChg>
        <pc:spChg chg="mod">
          <ac:chgData name="한나 조" userId="65a288ce2c9026c1" providerId="LiveId" clId="{C15A6EEB-526C-46C9-82AA-A02ABBD41001}" dt="2026-07-29T06:50:02.314" v="3631" actId="571"/>
          <ac:spMkLst>
            <pc:docMk/>
            <pc:sldMk cId="2446233240" sldId="2079"/>
            <ac:spMk id="251" creationId="{5F93BB6C-CD2F-0D40-119F-761D231BEC60}"/>
          </ac:spMkLst>
        </pc:spChg>
        <pc:spChg chg="mod">
          <ac:chgData name="한나 조" userId="65a288ce2c9026c1" providerId="LiveId" clId="{C15A6EEB-526C-46C9-82AA-A02ABBD41001}" dt="2026-07-29T06:49:55.596" v="3630" actId="20577"/>
          <ac:spMkLst>
            <pc:docMk/>
            <pc:sldMk cId="2446233240" sldId="2079"/>
            <ac:spMk id="252" creationId="{3A23748C-8471-D0D9-1A89-30012976CFC9}"/>
          </ac:spMkLst>
        </pc:spChg>
        <pc:spChg chg="mod">
          <ac:chgData name="한나 조" userId="65a288ce2c9026c1" providerId="LiveId" clId="{C15A6EEB-526C-46C9-82AA-A02ABBD41001}" dt="2026-07-29T06:50:02.314" v="3631" actId="571"/>
          <ac:spMkLst>
            <pc:docMk/>
            <pc:sldMk cId="2446233240" sldId="2079"/>
            <ac:spMk id="253" creationId="{A3E92D1D-0BF8-D644-8D12-B4EF70069F53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55" creationId="{5AB1593A-3AC0-3995-92F1-0656B27619D5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56" creationId="{C5736CFA-5E94-A401-E7AC-75AAE12FF363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57" creationId="{7489A565-4E2A-0492-8601-AC6C45F4B7B1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58" creationId="{90E3955B-A39B-000A-CAB3-2863067DE4E1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59" creationId="{CFF89C79-6946-12FB-6EFB-955B099DF33C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60" creationId="{DF422827-2BC5-4376-13B4-818EEA9A7C3F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62" creationId="{863EE367-7D66-F1C7-A68F-E83267D10C16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63" creationId="{E3DCD26A-F451-CD03-B32F-2D7789A9FCBB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64" creationId="{791C6BCD-3CA8-2D6A-FA82-2EC6A1322DE5}"/>
          </ac:spMkLst>
        </pc:spChg>
        <pc:spChg chg="mod">
          <ac:chgData name="한나 조" userId="65a288ce2c9026c1" providerId="LiveId" clId="{C15A6EEB-526C-46C9-82AA-A02ABBD41001}" dt="2026-07-29T06:49:28.823" v="3621" actId="571"/>
          <ac:spMkLst>
            <pc:docMk/>
            <pc:sldMk cId="2446233240" sldId="2079"/>
            <ac:spMk id="265" creationId="{DDACDDAE-5B8B-63E2-1A15-DAD802427D8D}"/>
          </ac:spMkLst>
        </pc:spChg>
        <pc:spChg chg="mod">
          <ac:chgData name="한나 조" userId="65a288ce2c9026c1" providerId="LiveId" clId="{C15A6EEB-526C-46C9-82AA-A02ABBD41001}" dt="2026-07-29T06:50:18.253" v="3647" actId="1035"/>
          <ac:spMkLst>
            <pc:docMk/>
            <pc:sldMk cId="2446233240" sldId="2079"/>
            <ac:spMk id="266" creationId="{92FE702C-9E4F-F927-208C-2084B67BA578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68" creationId="{24D7D8BA-A2C5-010C-A7DD-88F8970C98C1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69" creationId="{A69A0BAF-EF5E-1B65-C8BC-81EEA3DBB234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70" creationId="{68DFA1A8-7ACC-ABAF-1139-EBBC53A54430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71" creationId="{918F84E5-9D59-DB65-1C0C-4C2AA03A5132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72" creationId="{B4617709-68B8-E366-D1D1-81AE7FE0B2FA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73" creationId="{BC1DBC40-C32A-C04D-52B8-A72D2DA3E2F1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74" creationId="{7F4B4FFE-3B32-2021-66C9-9869FCEEC369}"/>
          </ac:spMkLst>
        </pc:spChg>
        <pc:spChg chg="mod topLvl">
          <ac:chgData name="한나 조" userId="65a288ce2c9026c1" providerId="LiveId" clId="{C15A6EEB-526C-46C9-82AA-A02ABBD41001}" dt="2026-07-29T06:53:48.343" v="3708" actId="165"/>
          <ac:spMkLst>
            <pc:docMk/>
            <pc:sldMk cId="2446233240" sldId="2079"/>
            <ac:spMk id="275" creationId="{F908D630-BDD7-526F-6A96-59BDA16E04A1}"/>
          </ac:spMkLst>
        </pc:spChg>
        <pc:spChg chg="mod topLvl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76" creationId="{ABAF2114-091A-3339-10AD-4888216A9780}"/>
          </ac:spMkLst>
        </pc:spChg>
        <pc:spChg chg="add mod">
          <ac:chgData name="한나 조" userId="65a288ce2c9026c1" providerId="LiveId" clId="{C15A6EEB-526C-46C9-82AA-A02ABBD41001}" dt="2026-07-29T06:52:23.101" v="3700" actId="14100"/>
          <ac:spMkLst>
            <pc:docMk/>
            <pc:sldMk cId="2446233240" sldId="2079"/>
            <ac:spMk id="278" creationId="{689A192F-4D2B-64CC-0F20-AEFE5DC2392B}"/>
          </ac:spMkLst>
        </pc:spChg>
        <pc:spChg chg="add mod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81" creationId="{FE173847-12E0-670B-386E-40B573ACD9ED}"/>
          </ac:spMkLst>
        </pc:spChg>
        <pc:spChg chg="add mod">
          <ac:chgData name="한나 조" userId="65a288ce2c9026c1" providerId="LiveId" clId="{C15A6EEB-526C-46C9-82AA-A02ABBD41001}" dt="2026-07-29T06:53:52.401" v="3709" actId="164"/>
          <ac:spMkLst>
            <pc:docMk/>
            <pc:sldMk cId="2446233240" sldId="2079"/>
            <ac:spMk id="283" creationId="{0FA1DDFA-24F9-EDE2-2C1D-C0D860EABD8D}"/>
          </ac:spMkLst>
        </pc:spChg>
        <pc:spChg chg="add del">
          <ac:chgData name="한나 조" userId="65a288ce2c9026c1" providerId="LiveId" clId="{C15A6EEB-526C-46C9-82AA-A02ABBD41001}" dt="2026-07-29T06:53:29.565" v="3704" actId="478"/>
          <ac:spMkLst>
            <pc:docMk/>
            <pc:sldMk cId="2446233240" sldId="2079"/>
            <ac:spMk id="284" creationId="{D814212C-D0E9-2032-3E60-083C40CC2A55}"/>
          </ac:spMkLst>
        </pc:spChg>
        <pc:spChg chg="add">
          <ac:chgData name="한나 조" userId="65a288ce2c9026c1" providerId="LiveId" clId="{C15A6EEB-526C-46C9-82AA-A02ABBD41001}" dt="2026-07-29T07:08:04.725" v="3876" actId="22"/>
          <ac:spMkLst>
            <pc:docMk/>
            <pc:sldMk cId="2446233240" sldId="2079"/>
            <ac:spMk id="287" creationId="{D2F77FF4-7987-6A49-F0FF-60FCB828FF01}"/>
          </ac:spMkLst>
        </pc:spChg>
        <pc:spChg chg="add del mod">
          <ac:chgData name="한나 조" userId="65a288ce2c9026c1" providerId="LiveId" clId="{C15A6EEB-526C-46C9-82AA-A02ABBD41001}" dt="2026-07-30T03:04:00.002" v="7254" actId="478"/>
          <ac:spMkLst>
            <pc:docMk/>
            <pc:sldMk cId="2446233240" sldId="2079"/>
            <ac:spMk id="289" creationId="{DD881193-789F-4B89-21C3-820354A7DA2B}"/>
          </ac:spMkLst>
        </pc:spChg>
        <pc:spChg chg="add mod">
          <ac:chgData name="한나 조" userId="65a288ce2c9026c1" providerId="LiveId" clId="{C15A6EEB-526C-46C9-82AA-A02ABBD41001}" dt="2026-07-30T03:04:09.761" v="7256" actId="1076"/>
          <ac:spMkLst>
            <pc:docMk/>
            <pc:sldMk cId="2446233240" sldId="2079"/>
            <ac:spMk id="291" creationId="{30080FDF-92C2-A377-488E-228439483129}"/>
          </ac:spMkLst>
        </pc:spChg>
        <pc:spChg chg="add del">
          <ac:chgData name="한나 조" userId="65a288ce2c9026c1" providerId="LiveId" clId="{C15A6EEB-526C-46C9-82AA-A02ABBD41001}" dt="2026-07-30T03:04:00.002" v="7254" actId="478"/>
          <ac:spMkLst>
            <pc:docMk/>
            <pc:sldMk cId="2446233240" sldId="2079"/>
            <ac:spMk id="293" creationId="{CFFFB088-1CDA-21B6-3E0B-AC6A94309978}"/>
          </ac:spMkLst>
        </pc:spChg>
        <pc:spChg chg="add mod">
          <ac:chgData name="한나 조" userId="65a288ce2c9026c1" providerId="LiveId" clId="{C15A6EEB-526C-46C9-82AA-A02ABBD41001}" dt="2026-07-30T03:04:09.761" v="7256" actId="1076"/>
          <ac:spMkLst>
            <pc:docMk/>
            <pc:sldMk cId="2446233240" sldId="2079"/>
            <ac:spMk id="294" creationId="{BDC88E6D-D11C-40DE-78D2-3FB017EF0431}"/>
          </ac:spMkLst>
        </pc:spChg>
        <pc:spChg chg="add mod">
          <ac:chgData name="한나 조" userId="65a288ce2c9026c1" providerId="LiveId" clId="{C15A6EEB-526C-46C9-82AA-A02ABBD41001}" dt="2026-07-30T03:04:09.761" v="7256" actId="1076"/>
          <ac:spMkLst>
            <pc:docMk/>
            <pc:sldMk cId="2446233240" sldId="2079"/>
            <ac:spMk id="295" creationId="{F658FB9B-0C1B-286C-830E-D2176B26E14D}"/>
          </ac:spMkLst>
        </pc:spChg>
        <pc:spChg chg="add mod">
          <ac:chgData name="한나 조" userId="65a288ce2c9026c1" providerId="LiveId" clId="{C15A6EEB-526C-46C9-82AA-A02ABBD41001}" dt="2026-07-30T03:04:09.761" v="7256" actId="1076"/>
          <ac:spMkLst>
            <pc:docMk/>
            <pc:sldMk cId="2446233240" sldId="2079"/>
            <ac:spMk id="296" creationId="{69BCF22A-03AA-23D3-65C2-4C9B02F683FB}"/>
          </ac:spMkLst>
        </pc:spChg>
        <pc:spChg chg="add mod">
          <ac:chgData name="한나 조" userId="65a288ce2c9026c1" providerId="LiveId" clId="{C15A6EEB-526C-46C9-82AA-A02ABBD41001}" dt="2026-07-30T03:04:09.761" v="7256" actId="1076"/>
          <ac:spMkLst>
            <pc:docMk/>
            <pc:sldMk cId="2446233240" sldId="2079"/>
            <ac:spMk id="297" creationId="{0CBBE873-EFE1-D0ED-1B30-A25B4FE27890}"/>
          </ac:spMkLst>
        </pc:spChg>
        <pc:grpChg chg="del">
          <ac:chgData name="한나 조" userId="65a288ce2c9026c1" providerId="LiveId" clId="{C15A6EEB-526C-46C9-82AA-A02ABBD41001}" dt="2026-07-29T05:38:56.220" v="3142" actId="478"/>
          <ac:grpSpMkLst>
            <pc:docMk/>
            <pc:sldMk cId="2446233240" sldId="2079"/>
            <ac:grpSpMk id="9" creationId="{1045DD6C-224F-3E8C-AC4E-E3B9572703F1}"/>
          </ac:grpSpMkLst>
        </pc:grpChg>
        <pc:grpChg chg="add del mod">
          <ac:chgData name="한나 조" userId="65a288ce2c9026c1" providerId="LiveId" clId="{C15A6EEB-526C-46C9-82AA-A02ABBD41001}" dt="2026-07-29T05:39:12.359" v="3179" actId="478"/>
          <ac:grpSpMkLst>
            <pc:docMk/>
            <pc:sldMk cId="2446233240" sldId="2079"/>
            <ac:grpSpMk id="12" creationId="{C9563234-C7DC-BD3C-0D81-1AC9BAB7B9FB}"/>
          </ac:grpSpMkLst>
        </pc:grpChg>
        <pc:grpChg chg="add mod">
          <ac:chgData name="한나 조" userId="65a288ce2c9026c1" providerId="LiveId" clId="{C15A6EEB-526C-46C9-82AA-A02ABBD41001}" dt="2026-07-29T05:39:12.731" v="3180"/>
          <ac:grpSpMkLst>
            <pc:docMk/>
            <pc:sldMk cId="2446233240" sldId="2079"/>
            <ac:grpSpMk id="17" creationId="{88CC9540-A233-BBCD-7A31-0B1816317AAF}"/>
          </ac:grpSpMkLst>
        </pc:grpChg>
        <pc:grpChg chg="del">
          <ac:chgData name="한나 조" userId="65a288ce2c9026c1" providerId="LiveId" clId="{C15A6EEB-526C-46C9-82AA-A02ABBD41001}" dt="2026-07-30T03:04:00.002" v="7254" actId="478"/>
          <ac:grpSpMkLst>
            <pc:docMk/>
            <pc:sldMk cId="2446233240" sldId="2079"/>
            <ac:grpSpMk id="29" creationId="{589B8A46-5C48-349F-EE1D-E6F9A0DE452E}"/>
          </ac:grpSpMkLst>
        </pc:grpChg>
        <pc:grpChg chg="add del mod">
          <ac:chgData name="한나 조" userId="65a288ce2c9026c1" providerId="LiveId" clId="{C15A6EEB-526C-46C9-82AA-A02ABBD41001}" dt="2026-07-29T05:51:10.757" v="3274" actId="165"/>
          <ac:grpSpMkLst>
            <pc:docMk/>
            <pc:sldMk cId="2446233240" sldId="2079"/>
            <ac:grpSpMk id="39" creationId="{454CD3F4-5AAC-CA44-F870-991BCA49FA20}"/>
          </ac:grpSpMkLst>
        </pc:grpChg>
        <pc:grpChg chg="add del mod">
          <ac:chgData name="한나 조" userId="65a288ce2c9026c1" providerId="LiveId" clId="{C15A6EEB-526C-46C9-82AA-A02ABBD41001}" dt="2026-07-29T06:36:41.572" v="3323" actId="165"/>
          <ac:grpSpMkLst>
            <pc:docMk/>
            <pc:sldMk cId="2446233240" sldId="2079"/>
            <ac:grpSpMk id="53" creationId="{F7C4A714-FC98-5579-6A71-A375F55EFF4B}"/>
          </ac:grpSpMkLst>
        </pc:grpChg>
        <pc:grpChg chg="del">
          <ac:chgData name="한나 조" userId="65a288ce2c9026c1" providerId="LiveId" clId="{C15A6EEB-526C-46C9-82AA-A02ABBD41001}" dt="2026-07-29T05:40:23.019" v="3197" actId="478"/>
          <ac:grpSpMkLst>
            <pc:docMk/>
            <pc:sldMk cId="2446233240" sldId="2079"/>
            <ac:grpSpMk id="130" creationId="{665E8698-6F2A-C834-E4C3-ED54E254EC8F}"/>
          </ac:grpSpMkLst>
        </pc:grpChg>
        <pc:grpChg chg="del">
          <ac:chgData name="한나 조" userId="65a288ce2c9026c1" providerId="LiveId" clId="{C15A6EEB-526C-46C9-82AA-A02ABBD41001}" dt="2026-07-29T05:43:48.734" v="3199" actId="165"/>
          <ac:grpSpMkLst>
            <pc:docMk/>
            <pc:sldMk cId="2446233240" sldId="2079"/>
            <ac:grpSpMk id="131" creationId="{4CA8C283-5A59-7628-C5B4-54B9300F09C5}"/>
          </ac:grpSpMkLst>
        </pc:grpChg>
        <pc:grpChg chg="mod">
          <ac:chgData name="한나 조" userId="65a288ce2c9026c1" providerId="LiveId" clId="{C15A6EEB-526C-46C9-82AA-A02ABBD41001}" dt="2026-07-30T03:04:09.761" v="7256" actId="1076"/>
          <ac:grpSpMkLst>
            <pc:docMk/>
            <pc:sldMk cId="2446233240" sldId="2079"/>
            <ac:grpSpMk id="140" creationId="{01FEA331-16EB-51D1-A49D-D818345B7118}"/>
          </ac:grpSpMkLst>
        </pc:grpChg>
        <pc:grpChg chg="mod">
          <ac:chgData name="한나 조" userId="65a288ce2c9026c1" providerId="LiveId" clId="{C15A6EEB-526C-46C9-82AA-A02ABBD41001}" dt="2026-07-30T03:04:09.761" v="7256" actId="1076"/>
          <ac:grpSpMkLst>
            <pc:docMk/>
            <pc:sldMk cId="2446233240" sldId="2079"/>
            <ac:grpSpMk id="141" creationId="{56B9C336-EA85-03B4-AD7B-D226584F41B4}"/>
          </ac:grpSpMkLst>
        </pc:grpChg>
        <pc:grpChg chg="mod">
          <ac:chgData name="한나 조" userId="65a288ce2c9026c1" providerId="LiveId" clId="{C15A6EEB-526C-46C9-82AA-A02ABBD41001}" dt="2026-07-29T06:34:52.222" v="3286" actId="1076"/>
          <ac:grpSpMkLst>
            <pc:docMk/>
            <pc:sldMk cId="2446233240" sldId="2079"/>
            <ac:grpSpMk id="142" creationId="{246BAC76-57F5-D46F-E00D-545D0F2C327C}"/>
          </ac:grpSpMkLst>
        </pc:grpChg>
        <pc:grpChg chg="mod">
          <ac:chgData name="한나 조" userId="65a288ce2c9026c1" providerId="LiveId" clId="{C15A6EEB-526C-46C9-82AA-A02ABBD41001}" dt="2026-07-29T06:34:52.222" v="3286" actId="1076"/>
          <ac:grpSpMkLst>
            <pc:docMk/>
            <pc:sldMk cId="2446233240" sldId="2079"/>
            <ac:grpSpMk id="150" creationId="{F585B77C-C88F-051F-8EF1-9DFF4E249004}"/>
          </ac:grpSpMkLst>
        </pc:grpChg>
        <pc:grpChg chg="add mod">
          <ac:chgData name="한나 조" userId="65a288ce2c9026c1" providerId="LiveId" clId="{C15A6EEB-526C-46C9-82AA-A02ABBD41001}" dt="2026-07-29T06:42:25.129" v="3545" actId="164"/>
          <ac:grpSpMkLst>
            <pc:docMk/>
            <pc:sldMk cId="2446233240" sldId="2079"/>
            <ac:grpSpMk id="173" creationId="{CD4B5ADE-7507-EEF9-BFA2-8CFA95FCEB5F}"/>
          </ac:grpSpMkLst>
        </pc:grpChg>
        <pc:grpChg chg="mod">
          <ac:chgData name="한나 조" userId="65a288ce2c9026c1" providerId="LiveId" clId="{C15A6EEB-526C-46C9-82AA-A02ABBD41001}" dt="2026-07-29T06:42:21.663" v="3544" actId="1038"/>
          <ac:grpSpMkLst>
            <pc:docMk/>
            <pc:sldMk cId="2446233240" sldId="2079"/>
            <ac:grpSpMk id="211" creationId="{CE2819C8-9950-7001-88B7-02415A1700C3}"/>
          </ac:grpSpMkLst>
        </pc:grpChg>
        <pc:grpChg chg="del">
          <ac:chgData name="한나 조" userId="65a288ce2c9026c1" providerId="LiveId" clId="{C15A6EEB-526C-46C9-82AA-A02ABBD41001}" dt="2026-07-29T06:48:57.331" v="3615" actId="478"/>
          <ac:grpSpMkLst>
            <pc:docMk/>
            <pc:sldMk cId="2446233240" sldId="2079"/>
            <ac:grpSpMk id="221" creationId="{4638976E-D73A-BE72-3388-FBBC2FAC6429}"/>
          </ac:grpSpMkLst>
        </pc:grpChg>
        <pc:grpChg chg="add del mod">
          <ac:chgData name="한나 조" userId="65a288ce2c9026c1" providerId="LiveId" clId="{C15A6EEB-526C-46C9-82AA-A02ABBD41001}" dt="2026-07-29T06:45:16.003" v="3605" actId="165"/>
          <ac:grpSpMkLst>
            <pc:docMk/>
            <pc:sldMk cId="2446233240" sldId="2079"/>
            <ac:grpSpMk id="223" creationId="{A74E60B0-81E6-A467-534C-89F98FF71C5B}"/>
          </ac:grpSpMkLst>
        </pc:grpChg>
        <pc:grpChg chg="add del mod">
          <ac:chgData name="한나 조" userId="65a288ce2c9026c1" providerId="LiveId" clId="{C15A6EEB-526C-46C9-82AA-A02ABBD41001}" dt="2026-07-29T06:45:16.003" v="3605" actId="165"/>
          <ac:grpSpMkLst>
            <pc:docMk/>
            <pc:sldMk cId="2446233240" sldId="2079"/>
            <ac:grpSpMk id="238" creationId="{BBA8B226-CD09-57CD-C73C-EEE5FF3B7135}"/>
          </ac:grpSpMkLst>
        </pc:grpChg>
        <pc:grpChg chg="add del mod">
          <ac:chgData name="한나 조" userId="65a288ce2c9026c1" providerId="LiveId" clId="{C15A6EEB-526C-46C9-82AA-A02ABBD41001}" dt="2026-07-29T06:48:57.331" v="3615" actId="478"/>
          <ac:grpSpMkLst>
            <pc:docMk/>
            <pc:sldMk cId="2446233240" sldId="2079"/>
            <ac:grpSpMk id="239" creationId="{10CE1471-84D6-D372-164E-DC688DB58C71}"/>
          </ac:grpSpMkLst>
        </pc:grpChg>
        <pc:grpChg chg="mod">
          <ac:chgData name="한나 조" userId="65a288ce2c9026c1" providerId="LiveId" clId="{C15A6EEB-526C-46C9-82AA-A02ABBD41001}" dt="2026-07-30T03:04:09.761" v="7256" actId="1076"/>
          <ac:grpSpMkLst>
            <pc:docMk/>
            <pc:sldMk cId="2446233240" sldId="2079"/>
            <ac:grpSpMk id="242" creationId="{55C98D7B-7478-05BD-7860-0214C4CA6C06}"/>
          </ac:grpSpMkLst>
        </pc:grpChg>
        <pc:grpChg chg="del mod">
          <ac:chgData name="한나 조" userId="65a288ce2c9026c1" providerId="LiveId" clId="{C15A6EEB-526C-46C9-82AA-A02ABBD41001}" dt="2026-07-29T06:50:41.017" v="3650" actId="478"/>
          <ac:grpSpMkLst>
            <pc:docMk/>
            <pc:sldMk cId="2446233240" sldId="2079"/>
            <ac:grpSpMk id="254" creationId="{50EDE291-8817-8EC1-9694-B950F4D73508}"/>
          </ac:grpSpMkLst>
        </pc:grpChg>
        <pc:grpChg chg="add del mod">
          <ac:chgData name="한나 조" userId="65a288ce2c9026c1" providerId="LiveId" clId="{C15A6EEB-526C-46C9-82AA-A02ABBD41001}" dt="2026-07-29T06:53:48.343" v="3708" actId="165"/>
          <ac:grpSpMkLst>
            <pc:docMk/>
            <pc:sldMk cId="2446233240" sldId="2079"/>
            <ac:grpSpMk id="267" creationId="{98F14B52-2E92-A413-9ED6-88326DB65F29}"/>
          </ac:grpSpMkLst>
        </pc:grpChg>
        <pc:grpChg chg="mod">
          <ac:chgData name="한나 조" userId="65a288ce2c9026c1" providerId="LiveId" clId="{C15A6EEB-526C-46C9-82AA-A02ABBD41001}" dt="2026-07-30T03:04:09.761" v="7256" actId="1076"/>
          <ac:grpSpMkLst>
            <pc:docMk/>
            <pc:sldMk cId="2446233240" sldId="2079"/>
            <ac:grpSpMk id="285" creationId="{89FD0BC8-F8D7-0141-97CF-96309EA2D91C}"/>
          </ac:grpSpMkLst>
        </pc:grpChg>
        <pc:graphicFrameChg chg="mod modGraphic">
          <ac:chgData name="한나 조" userId="65a288ce2c9026c1" providerId="LiveId" clId="{C15A6EEB-526C-46C9-82AA-A02ABBD41001}" dt="2026-07-29T07:59:32.674" v="6823"/>
          <ac:graphicFrameMkLst>
            <pc:docMk/>
            <pc:sldMk cId="2446233240" sldId="2079"/>
            <ac:graphicFrameMk id="8" creationId="{5F071C2C-1BBC-F43A-93FC-2517983EB176}"/>
          </ac:graphicFrameMkLst>
        </pc:graphicFrameChg>
        <pc:picChg chg="add mod">
          <ac:chgData name="한나 조" userId="65a288ce2c9026c1" providerId="LiveId" clId="{C15A6EEB-526C-46C9-82AA-A02ABBD41001}" dt="2026-07-30T03:04:00.400" v="7255"/>
          <ac:picMkLst>
            <pc:docMk/>
            <pc:sldMk cId="2446233240" sldId="2079"/>
            <ac:picMk id="12" creationId="{9C6A4DC8-78E9-79C8-3B15-45BAF4A604DB}"/>
          </ac:picMkLst>
        </pc:picChg>
        <pc:picChg chg="add mod">
          <ac:chgData name="한나 조" userId="65a288ce2c9026c1" providerId="LiveId" clId="{C15A6EEB-526C-46C9-82AA-A02ABBD41001}" dt="2026-07-30T03:04:00.400" v="7255"/>
          <ac:picMkLst>
            <pc:docMk/>
            <pc:sldMk cId="2446233240" sldId="2079"/>
            <ac:picMk id="15" creationId="{C2BC1FB5-AC3B-4466-A09A-AF702DF878D5}"/>
          </ac:picMkLst>
        </pc:picChg>
        <pc:picChg chg="add mod">
          <ac:chgData name="한나 조" userId="65a288ce2c9026c1" providerId="LiveId" clId="{C15A6EEB-526C-46C9-82AA-A02ABBD41001}" dt="2026-07-30T03:04:00.400" v="7255"/>
          <ac:picMkLst>
            <pc:docMk/>
            <pc:sldMk cId="2446233240" sldId="2079"/>
            <ac:picMk id="27" creationId="{6D1EE2A3-147A-6904-30D9-ADDAD2AE4A5D}"/>
          </ac:picMkLst>
        </pc:picChg>
        <pc:picChg chg="mod">
          <ac:chgData name="한나 조" userId="65a288ce2c9026c1" providerId="LiveId" clId="{C15A6EEB-526C-46C9-82AA-A02ABBD41001}" dt="2026-07-29T05:40:19.096" v="3196"/>
          <ac:picMkLst>
            <pc:docMk/>
            <pc:sldMk cId="2446233240" sldId="2079"/>
            <ac:picMk id="30" creationId="{1F971236-21E6-D96D-CDA7-E46DDEA25634}"/>
          </ac:picMkLst>
        </pc:picChg>
        <pc:picChg chg="mod">
          <ac:chgData name="한나 조" userId="65a288ce2c9026c1" providerId="LiveId" clId="{C15A6EEB-526C-46C9-82AA-A02ABBD41001}" dt="2026-07-29T05:40:19.096" v="3196"/>
          <ac:picMkLst>
            <pc:docMk/>
            <pc:sldMk cId="2446233240" sldId="2079"/>
            <ac:picMk id="38" creationId="{BBD82E48-07A8-1226-E735-3A84FA7D67E2}"/>
          </ac:picMkLst>
        </pc:picChg>
        <pc:picChg chg="add del">
          <ac:chgData name="한나 조" userId="65a288ce2c9026c1" providerId="LiveId" clId="{C15A6EEB-526C-46C9-82AA-A02ABBD41001}" dt="2026-07-29T06:51:25.439" v="3662" actId="22"/>
          <ac:picMkLst>
            <pc:docMk/>
            <pc:sldMk cId="2446233240" sldId="2079"/>
            <ac:picMk id="280" creationId="{1800E6D5-8437-036E-7FC9-0670EC319104}"/>
          </ac:picMkLst>
        </pc:picChg>
        <pc:cxnChg chg="add mod">
          <ac:chgData name="한나 조" userId="65a288ce2c9026c1" providerId="LiveId" clId="{C15A6EEB-526C-46C9-82AA-A02ABBD41001}" dt="2026-07-30T03:04:00.400" v="7255"/>
          <ac:cxnSpMkLst>
            <pc:docMk/>
            <pc:sldMk cId="2446233240" sldId="2079"/>
            <ac:cxnSpMk id="22" creationId="{108590D3-3349-F42C-E4F3-803578947C89}"/>
          </ac:cxnSpMkLst>
        </pc:cxnChg>
        <pc:cxnChg chg="add del mod topLvl">
          <ac:chgData name="한나 조" userId="65a288ce2c9026c1" providerId="LiveId" clId="{C15A6EEB-526C-46C9-82AA-A02ABBD41001}" dt="2026-07-29T06:46:07.168" v="3611" actId="478"/>
          <ac:cxnSpMkLst>
            <pc:docMk/>
            <pc:sldMk cId="2446233240" sldId="2079"/>
            <ac:cxnSpMk id="235" creationId="{22C5292F-699D-AA95-85B6-D289B1F54765}"/>
          </ac:cxnSpMkLst>
        </pc:cxnChg>
        <pc:cxnChg chg="add del mod topLvl">
          <ac:chgData name="한나 조" userId="65a288ce2c9026c1" providerId="LiveId" clId="{C15A6EEB-526C-46C9-82AA-A02ABBD41001}" dt="2026-07-29T06:46:07.168" v="3611" actId="478"/>
          <ac:cxnSpMkLst>
            <pc:docMk/>
            <pc:sldMk cId="2446233240" sldId="2079"/>
            <ac:cxnSpMk id="236" creationId="{CD6A36D1-5422-6EEE-E434-57E6B831BB88}"/>
          </ac:cxnSpMkLst>
        </pc:cxnChg>
        <pc:cxnChg chg="add del mod topLvl">
          <ac:chgData name="한나 조" userId="65a288ce2c9026c1" providerId="LiveId" clId="{C15A6EEB-526C-46C9-82AA-A02ABBD41001}" dt="2026-07-29T06:46:07.168" v="3611" actId="478"/>
          <ac:cxnSpMkLst>
            <pc:docMk/>
            <pc:sldMk cId="2446233240" sldId="2079"/>
            <ac:cxnSpMk id="237" creationId="{FBB26CE7-F3F6-3748-9CE2-3DD8236BD5E8}"/>
          </ac:cxnSpMkLst>
        </pc:cxnChg>
      </pc:sldChg>
      <pc:sldChg chg="addSp delSp modSp add mod ord">
        <pc:chgData name="한나 조" userId="65a288ce2c9026c1" providerId="LiveId" clId="{C15A6EEB-526C-46C9-82AA-A02ABBD41001}" dt="2026-07-29T07:03:44.585" v="3759" actId="22"/>
        <pc:sldMkLst>
          <pc:docMk/>
          <pc:sldMk cId="2578259503" sldId="2080"/>
        </pc:sldMkLst>
        <pc:spChg chg="mod">
          <ac:chgData name="한나 조" userId="65a288ce2c9026c1" providerId="LiveId" clId="{C15A6EEB-526C-46C9-82AA-A02ABBD41001}" dt="2026-07-29T07:03:28.078" v="3757" actId="20577"/>
          <ac:spMkLst>
            <pc:docMk/>
            <pc:sldMk cId="2578259503" sldId="2080"/>
            <ac:spMk id="2" creationId="{BAB6266E-310B-DB55-D236-23AED50F6F1E}"/>
          </ac:spMkLst>
        </pc:spChg>
        <pc:picChg chg="add del">
          <ac:chgData name="한나 조" userId="65a288ce2c9026c1" providerId="LiveId" clId="{C15A6EEB-526C-46C9-82AA-A02ABBD41001}" dt="2026-07-29T07:03:44.585" v="3759" actId="22"/>
          <ac:picMkLst>
            <pc:docMk/>
            <pc:sldMk cId="2578259503" sldId="2080"/>
            <ac:picMk id="4" creationId="{F8951065-38F9-7554-6C17-1B26F2BB07D5}"/>
          </ac:picMkLst>
        </pc:picChg>
      </pc:sldChg>
      <pc:sldChg chg="addSp delSp modSp add mod ord">
        <pc:chgData name="한나 조" userId="65a288ce2c9026c1" providerId="LiveId" clId="{C15A6EEB-526C-46C9-82AA-A02ABBD41001}" dt="2026-07-30T08:13:06.624" v="7867" actId="20577"/>
        <pc:sldMkLst>
          <pc:docMk/>
          <pc:sldMk cId="2689010214" sldId="2081"/>
        </pc:sldMkLst>
        <pc:spChg chg="mod">
          <ac:chgData name="한나 조" userId="65a288ce2c9026c1" providerId="LiveId" clId="{C15A6EEB-526C-46C9-82AA-A02ABBD41001}" dt="2026-07-29T07:12:31.224" v="3975" actId="20577"/>
          <ac:spMkLst>
            <pc:docMk/>
            <pc:sldMk cId="2689010214" sldId="2081"/>
            <ac:spMk id="2" creationId="{5FCD23BA-B4FA-DA11-39B7-7C37298493AC}"/>
          </ac:spMkLst>
        </pc:spChg>
        <pc:spChg chg="mod">
          <ac:chgData name="한나 조" userId="65a288ce2c9026c1" providerId="LiveId" clId="{C15A6EEB-526C-46C9-82AA-A02ABBD41001}" dt="2026-07-29T07:13:02.780" v="4055"/>
          <ac:spMkLst>
            <pc:docMk/>
            <pc:sldMk cId="2689010214" sldId="2081"/>
            <ac:spMk id="3" creationId="{354F448E-18CE-3E49-945B-1DEF2782EAE0}"/>
          </ac:spMkLst>
        </pc:spChg>
        <pc:spChg chg="mod">
          <ac:chgData name="한나 조" userId="65a288ce2c9026c1" providerId="LiveId" clId="{C15A6EEB-526C-46C9-82AA-A02ABBD41001}" dt="2026-07-29T07:13:04.183" v="4057" actId="20577"/>
          <ac:spMkLst>
            <pc:docMk/>
            <pc:sldMk cId="2689010214" sldId="2081"/>
            <ac:spMk id="4" creationId="{9A477FE0-C931-5AE6-5A94-E144DCE261DD}"/>
          </ac:spMkLst>
        </pc:spChg>
        <pc:spChg chg="add del mod">
          <ac:chgData name="한나 조" userId="65a288ce2c9026c1" providerId="LiveId" clId="{C15A6EEB-526C-46C9-82AA-A02ABBD41001}" dt="2026-07-29T07:15:48.501" v="4241" actId="21"/>
          <ac:spMkLst>
            <pc:docMk/>
            <pc:sldMk cId="2689010214" sldId="2081"/>
            <ac:spMk id="10" creationId="{FD525584-C7BC-6167-8A1D-10660FD68AB0}"/>
          </ac:spMkLst>
        </pc:spChg>
        <pc:spChg chg="mod">
          <ac:chgData name="한나 조" userId="65a288ce2c9026c1" providerId="LiveId" clId="{C15A6EEB-526C-46C9-82AA-A02ABBD41001}" dt="2026-07-29T07:11:36.414" v="3921"/>
          <ac:spMkLst>
            <pc:docMk/>
            <pc:sldMk cId="2689010214" sldId="2081"/>
            <ac:spMk id="12" creationId="{0FBEEFC9-6809-3C52-585F-4A9CDE5E924B}"/>
          </ac:spMkLst>
        </pc:spChg>
        <pc:spChg chg="mod">
          <ac:chgData name="한나 조" userId="65a288ce2c9026c1" providerId="LiveId" clId="{C15A6EEB-526C-46C9-82AA-A02ABBD41001}" dt="2026-07-29T07:16:28.235" v="4265" actId="1036"/>
          <ac:spMkLst>
            <pc:docMk/>
            <pc:sldMk cId="2689010214" sldId="2081"/>
            <ac:spMk id="14" creationId="{BCA21D97-FE57-DD2A-8E69-FED16146FCA2}"/>
          </ac:spMkLst>
        </pc:spChg>
        <pc:spChg chg="mod">
          <ac:chgData name="한나 조" userId="65a288ce2c9026c1" providerId="LiveId" clId="{C15A6EEB-526C-46C9-82AA-A02ABBD41001}" dt="2026-07-29T07:11:36.414" v="3921"/>
          <ac:spMkLst>
            <pc:docMk/>
            <pc:sldMk cId="2689010214" sldId="2081"/>
            <ac:spMk id="15" creationId="{A755140E-F362-FFAD-E665-576A90733EE0}"/>
          </ac:spMkLst>
        </pc:spChg>
        <pc:spChg chg="add mod">
          <ac:chgData name="한나 조" userId="65a288ce2c9026c1" providerId="LiveId" clId="{C15A6EEB-526C-46C9-82AA-A02ABBD41001}" dt="2026-07-30T08:12:22.022" v="7847" actId="1076"/>
          <ac:spMkLst>
            <pc:docMk/>
            <pc:sldMk cId="2689010214" sldId="2081"/>
            <ac:spMk id="16" creationId="{75EC9806-534D-C5C5-EF6E-19661570A9A7}"/>
          </ac:spMkLst>
        </pc:spChg>
        <pc:spChg chg="del mod">
          <ac:chgData name="한나 조" userId="65a288ce2c9026c1" providerId="LiveId" clId="{C15A6EEB-526C-46C9-82AA-A02ABBD41001}" dt="2026-07-29T07:11:42.436" v="3923" actId="478"/>
          <ac:spMkLst>
            <pc:docMk/>
            <pc:sldMk cId="2689010214" sldId="2081"/>
            <ac:spMk id="16" creationId="{EDBC60B5-1623-C124-623A-55AF62D0A7F1}"/>
          </ac:spMkLst>
        </pc:spChg>
        <pc:spChg chg="add mod">
          <ac:chgData name="한나 조" userId="65a288ce2c9026c1" providerId="LiveId" clId="{C15A6EEB-526C-46C9-82AA-A02ABBD41001}" dt="2026-07-30T08:12:22.022" v="7847" actId="1076"/>
          <ac:spMkLst>
            <pc:docMk/>
            <pc:sldMk cId="2689010214" sldId="2081"/>
            <ac:spMk id="17" creationId="{F9401F3A-10F9-1970-38A0-4F5C9C26F826}"/>
          </ac:spMkLst>
        </pc:spChg>
        <pc:spChg chg="mod">
          <ac:chgData name="한나 조" userId="65a288ce2c9026c1" providerId="LiveId" clId="{C15A6EEB-526C-46C9-82AA-A02ABBD41001}" dt="2026-07-29T07:11:10.084" v="3917"/>
          <ac:spMkLst>
            <pc:docMk/>
            <pc:sldMk cId="2689010214" sldId="2081"/>
            <ac:spMk id="18" creationId="{303F5211-6C2F-DD07-D5D2-BE6FF9922BC9}"/>
          </ac:spMkLst>
        </pc:spChg>
        <pc:spChg chg="add del mod">
          <ac:chgData name="한나 조" userId="65a288ce2c9026c1" providerId="LiveId" clId="{C15A6EEB-526C-46C9-82AA-A02ABBD41001}" dt="2026-07-30T08:12:32.634" v="7851" actId="20577"/>
          <ac:spMkLst>
            <pc:docMk/>
            <pc:sldMk cId="2689010214" sldId="2081"/>
            <ac:spMk id="20" creationId="{4961ABFD-4C10-281B-7275-AC760A91F57E}"/>
          </ac:spMkLst>
        </pc:spChg>
        <pc:spChg chg="del">
          <ac:chgData name="한나 조" userId="65a288ce2c9026c1" providerId="LiveId" clId="{C15A6EEB-526C-46C9-82AA-A02ABBD41001}" dt="2026-07-29T07:11:26.419" v="3918" actId="478"/>
          <ac:spMkLst>
            <pc:docMk/>
            <pc:sldMk cId="2689010214" sldId="2081"/>
            <ac:spMk id="22" creationId="{24AA16B6-471E-36BB-465D-F69B5977A947}"/>
          </ac:spMkLst>
        </pc:spChg>
        <pc:spChg chg="del">
          <ac:chgData name="한나 조" userId="65a288ce2c9026c1" providerId="LiveId" clId="{C15A6EEB-526C-46C9-82AA-A02ABBD41001}" dt="2026-07-29T07:11:26.419" v="3918" actId="478"/>
          <ac:spMkLst>
            <pc:docMk/>
            <pc:sldMk cId="2689010214" sldId="2081"/>
            <ac:spMk id="23" creationId="{B9054AE3-DAEF-513D-1A8E-FA68EC1966EE}"/>
          </ac:spMkLst>
        </pc:spChg>
        <pc:spChg chg="mod">
          <ac:chgData name="한나 조" userId="65a288ce2c9026c1" providerId="LiveId" clId="{C15A6EEB-526C-46C9-82AA-A02ABBD41001}" dt="2026-07-29T07:16:28.235" v="4265" actId="1036"/>
          <ac:spMkLst>
            <pc:docMk/>
            <pc:sldMk cId="2689010214" sldId="2081"/>
            <ac:spMk id="24" creationId="{0BE7470B-EBDE-5F49-DDB8-881B18AD95F5}"/>
          </ac:spMkLst>
        </pc:spChg>
        <pc:spChg chg="add mod">
          <ac:chgData name="한나 조" userId="65a288ce2c9026c1" providerId="LiveId" clId="{C15A6EEB-526C-46C9-82AA-A02ABBD41001}" dt="2026-07-30T08:12:18.116" v="7846"/>
          <ac:spMkLst>
            <pc:docMk/>
            <pc:sldMk cId="2689010214" sldId="2081"/>
            <ac:spMk id="25" creationId="{5BC45338-854D-8E15-C185-EB67BA6EFA20}"/>
          </ac:spMkLst>
        </pc:spChg>
        <pc:spChg chg="del">
          <ac:chgData name="한나 조" userId="65a288ce2c9026c1" providerId="LiveId" clId="{C15A6EEB-526C-46C9-82AA-A02ABBD41001}" dt="2026-07-29T07:11:26.419" v="3918" actId="478"/>
          <ac:spMkLst>
            <pc:docMk/>
            <pc:sldMk cId="2689010214" sldId="2081"/>
            <ac:spMk id="26" creationId="{F1DF0EF8-4FA5-2E2F-CE91-F40A8F18D96C}"/>
          </ac:spMkLst>
        </pc:spChg>
        <pc:spChg chg="del">
          <ac:chgData name="한나 조" userId="65a288ce2c9026c1" providerId="LiveId" clId="{C15A6EEB-526C-46C9-82AA-A02ABBD41001}" dt="2026-07-29T07:11:26.419" v="3918" actId="478"/>
          <ac:spMkLst>
            <pc:docMk/>
            <pc:sldMk cId="2689010214" sldId="2081"/>
            <ac:spMk id="27" creationId="{48D84B8F-8B50-4653-8DC2-0A9B79A258BC}"/>
          </ac:spMkLst>
        </pc:spChg>
        <pc:spChg chg="del">
          <ac:chgData name="한나 조" userId="65a288ce2c9026c1" providerId="LiveId" clId="{C15A6EEB-526C-46C9-82AA-A02ABBD41001}" dt="2026-07-29T07:11:26.419" v="3918" actId="478"/>
          <ac:spMkLst>
            <pc:docMk/>
            <pc:sldMk cId="2689010214" sldId="2081"/>
            <ac:spMk id="28" creationId="{5F39BBDC-DBBA-D04F-7FCB-2CF2977C5A7E}"/>
          </ac:spMkLst>
        </pc:spChg>
        <pc:spChg chg="add mod">
          <ac:chgData name="한나 조" userId="65a288ce2c9026c1" providerId="LiveId" clId="{C15A6EEB-526C-46C9-82AA-A02ABBD41001}" dt="2026-07-29T07:16:00.063" v="4247" actId="164"/>
          <ac:spMkLst>
            <pc:docMk/>
            <pc:sldMk cId="2689010214" sldId="2081"/>
            <ac:spMk id="33" creationId="{04B0D5D4-1669-522E-E9E6-0BFE028E7C6B}"/>
          </ac:spMkLst>
        </pc:spChg>
        <pc:spChg chg="add mod">
          <ac:chgData name="한나 조" userId="65a288ce2c9026c1" providerId="LiveId" clId="{C15A6EEB-526C-46C9-82AA-A02ABBD41001}" dt="2026-07-29T07:16:14.233" v="4254" actId="1036"/>
          <ac:spMkLst>
            <pc:docMk/>
            <pc:sldMk cId="2689010214" sldId="2081"/>
            <ac:spMk id="35" creationId="{FCA487FB-DFB6-DB8D-ED54-A43823286067}"/>
          </ac:spMkLst>
        </pc:spChg>
        <pc:spChg chg="add mod topLvl">
          <ac:chgData name="한나 조" userId="65a288ce2c9026c1" providerId="LiveId" clId="{C15A6EEB-526C-46C9-82AA-A02ABBD41001}" dt="2026-07-29T07:18:17.596" v="4296" actId="14100"/>
          <ac:spMkLst>
            <pc:docMk/>
            <pc:sldMk cId="2689010214" sldId="2081"/>
            <ac:spMk id="39" creationId="{78ABE79A-94D6-5BF2-61BA-3E7E3FB7C3DC}"/>
          </ac:spMkLst>
        </pc:spChg>
        <pc:spChg chg="add mod">
          <ac:chgData name="한나 조" userId="65a288ce2c9026c1" providerId="LiveId" clId="{C15A6EEB-526C-46C9-82AA-A02ABBD41001}" dt="2026-07-29T07:16:14.233" v="4254" actId="1036"/>
          <ac:spMkLst>
            <pc:docMk/>
            <pc:sldMk cId="2689010214" sldId="2081"/>
            <ac:spMk id="41" creationId="{388B5FD4-5493-00DA-4421-00BDFF0F7496}"/>
          </ac:spMkLst>
        </pc:spChg>
        <pc:spChg chg="add mod ord">
          <ac:chgData name="한나 조" userId="65a288ce2c9026c1" providerId="LiveId" clId="{C15A6EEB-526C-46C9-82AA-A02ABBD41001}" dt="2026-07-29T07:16:02.779" v="4249" actId="1036"/>
          <ac:spMkLst>
            <pc:docMk/>
            <pc:sldMk cId="2689010214" sldId="2081"/>
            <ac:spMk id="43" creationId="{0BA74B69-DF68-1BD9-00A1-796557E3EBC6}"/>
          </ac:spMkLst>
        </pc:spChg>
        <pc:spChg chg="del mod topLvl">
          <ac:chgData name="한나 조" userId="65a288ce2c9026c1" providerId="LiveId" clId="{C15A6EEB-526C-46C9-82AA-A02ABBD41001}" dt="2026-07-29T07:18:12.244" v="4295" actId="478"/>
          <ac:spMkLst>
            <pc:docMk/>
            <pc:sldMk cId="2689010214" sldId="2081"/>
            <ac:spMk id="45" creationId="{503D0F79-C158-F89D-F818-63001A3E0A3C}"/>
          </ac:spMkLst>
        </pc:spChg>
        <pc:spChg chg="add del">
          <ac:chgData name="한나 조" userId="65a288ce2c9026c1" providerId="LiveId" clId="{C15A6EEB-526C-46C9-82AA-A02ABBD41001}" dt="2026-07-29T07:19:08.684" v="4310" actId="478"/>
          <ac:spMkLst>
            <pc:docMk/>
            <pc:sldMk cId="2689010214" sldId="2081"/>
            <ac:spMk id="47" creationId="{32EA8979-AA5A-C637-A445-45B25E357E28}"/>
          </ac:spMkLst>
        </pc:spChg>
        <pc:spChg chg="add mod">
          <ac:chgData name="한나 조" userId="65a288ce2c9026c1" providerId="LiveId" clId="{C15A6EEB-526C-46C9-82AA-A02ABBD41001}" dt="2026-07-29T07:51:12.071" v="5725" actId="20577"/>
          <ac:spMkLst>
            <pc:docMk/>
            <pc:sldMk cId="2689010214" sldId="2081"/>
            <ac:spMk id="49" creationId="{1B35EBE7-D746-73BF-2BE2-85FEBA2C435E}"/>
          </ac:spMkLst>
        </pc:spChg>
        <pc:spChg chg="add mod">
          <ac:chgData name="한나 조" userId="65a288ce2c9026c1" providerId="LiveId" clId="{C15A6EEB-526C-46C9-82AA-A02ABBD41001}" dt="2026-07-29T07:51:16.678" v="5726" actId="1076"/>
          <ac:spMkLst>
            <pc:docMk/>
            <pc:sldMk cId="2689010214" sldId="2081"/>
            <ac:spMk id="52" creationId="{04AF5371-A289-8F5D-55E2-BB9990BB08BC}"/>
          </ac:spMkLst>
        </pc:spChg>
        <pc:spChg chg="mod">
          <ac:chgData name="한나 조" userId="65a288ce2c9026c1" providerId="LiveId" clId="{C15A6EEB-526C-46C9-82AA-A02ABBD41001}" dt="2026-07-29T07:17:23.281" v="4273"/>
          <ac:spMkLst>
            <pc:docMk/>
            <pc:sldMk cId="2689010214" sldId="2081"/>
            <ac:spMk id="54" creationId="{4C8B6D05-6C68-1684-5F82-B05500BF54B0}"/>
          </ac:spMkLst>
        </pc:spChg>
        <pc:spChg chg="del">
          <ac:chgData name="한나 조" userId="65a288ce2c9026c1" providerId="LiveId" clId="{C15A6EEB-526C-46C9-82AA-A02ABBD41001}" dt="2026-07-29T07:12:01.442" v="3926" actId="21"/>
          <ac:spMkLst>
            <pc:docMk/>
            <pc:sldMk cId="2689010214" sldId="2081"/>
            <ac:spMk id="58" creationId="{FCDD0614-AB60-3C81-8D29-FBAD3EC45389}"/>
          </ac:spMkLst>
        </pc:spChg>
        <pc:spChg chg="del">
          <ac:chgData name="한나 조" userId="65a288ce2c9026c1" providerId="LiveId" clId="{C15A6EEB-526C-46C9-82AA-A02ABBD41001}" dt="2026-07-29T07:12:01.442" v="3926" actId="21"/>
          <ac:spMkLst>
            <pc:docMk/>
            <pc:sldMk cId="2689010214" sldId="2081"/>
            <ac:spMk id="60" creationId="{F8624799-6365-5E9E-74E4-677DC0FFE3F6}"/>
          </ac:spMkLst>
        </pc:spChg>
        <pc:spChg chg="add mod">
          <ac:chgData name="한나 조" userId="65a288ce2c9026c1" providerId="LiveId" clId="{C15A6EEB-526C-46C9-82AA-A02ABBD41001}" dt="2026-07-29T07:18:05.795" v="4293" actId="1076"/>
          <ac:spMkLst>
            <pc:docMk/>
            <pc:sldMk cId="2689010214" sldId="2081"/>
            <ac:spMk id="129" creationId="{E6B40708-D98B-0DB7-752F-86F48A9CE83A}"/>
          </ac:spMkLst>
        </pc:spChg>
        <pc:spChg chg="add mod">
          <ac:chgData name="한나 조" userId="65a288ce2c9026c1" providerId="LiveId" clId="{C15A6EEB-526C-46C9-82AA-A02ABBD41001}" dt="2026-07-29T07:18:43.338" v="4301" actId="1076"/>
          <ac:spMkLst>
            <pc:docMk/>
            <pc:sldMk cId="2689010214" sldId="2081"/>
            <ac:spMk id="130" creationId="{1FC0F1FC-8ADA-FEFD-E9C1-5BD6A161FC74}"/>
          </ac:spMkLst>
        </pc:spChg>
        <pc:spChg chg="add mod">
          <ac:chgData name="한나 조" userId="65a288ce2c9026c1" providerId="LiveId" clId="{C15A6EEB-526C-46C9-82AA-A02ABBD41001}" dt="2026-07-29T07:18:50.748" v="4305" actId="1076"/>
          <ac:spMkLst>
            <pc:docMk/>
            <pc:sldMk cId="2689010214" sldId="2081"/>
            <ac:spMk id="131" creationId="{D58195EF-79D3-036A-423A-0BB91C4A85D0}"/>
          </ac:spMkLst>
        </pc:spChg>
        <pc:spChg chg="add mod">
          <ac:chgData name="한나 조" userId="65a288ce2c9026c1" providerId="LiveId" clId="{C15A6EEB-526C-46C9-82AA-A02ABBD41001}" dt="2026-07-30T08:12:36.754" v="7853" actId="20577"/>
          <ac:spMkLst>
            <pc:docMk/>
            <pc:sldMk cId="2689010214" sldId="2081"/>
            <ac:spMk id="132" creationId="{09817048-9BED-D933-53DC-775A30B1AB84}"/>
          </ac:spMkLst>
        </pc:spChg>
        <pc:spChg chg="add mod">
          <ac:chgData name="한나 조" userId="65a288ce2c9026c1" providerId="LiveId" clId="{C15A6EEB-526C-46C9-82AA-A02ABBD41001}" dt="2026-07-29T07:18:57.436" v="4309" actId="20577"/>
          <ac:spMkLst>
            <pc:docMk/>
            <pc:sldMk cId="2689010214" sldId="2081"/>
            <ac:spMk id="133" creationId="{21EEA949-A91F-7614-9CEA-90F6D4AB51F7}"/>
          </ac:spMkLst>
        </pc:spChg>
        <pc:spChg chg="del mod topLvl">
          <ac:chgData name="한나 조" userId="65a288ce2c9026c1" providerId="LiveId" clId="{C15A6EEB-526C-46C9-82AA-A02ABBD41001}" dt="2026-07-29T07:16:36.407" v="4267" actId="478"/>
          <ac:spMkLst>
            <pc:docMk/>
            <pc:sldMk cId="2689010214" sldId="2081"/>
            <ac:spMk id="147" creationId="{8571E318-5398-3198-7548-F5410EA3685A}"/>
          </ac:spMkLst>
        </pc:spChg>
        <pc:spChg chg="del mod topLvl">
          <ac:chgData name="한나 조" userId="65a288ce2c9026c1" providerId="LiveId" clId="{C15A6EEB-526C-46C9-82AA-A02ABBD41001}" dt="2026-07-29T07:16:36.407" v="4267" actId="478"/>
          <ac:spMkLst>
            <pc:docMk/>
            <pc:sldMk cId="2689010214" sldId="2081"/>
            <ac:spMk id="155" creationId="{7778B1A9-DAC0-1B45-E71B-5EDF6434520D}"/>
          </ac:spMkLst>
        </pc:spChg>
        <pc:spChg chg="del mod topLvl">
          <ac:chgData name="한나 조" userId="65a288ce2c9026c1" providerId="LiveId" clId="{C15A6EEB-526C-46C9-82AA-A02ABBD41001}" dt="2026-07-29T07:13:50.778" v="4088" actId="478"/>
          <ac:spMkLst>
            <pc:docMk/>
            <pc:sldMk cId="2689010214" sldId="2081"/>
            <ac:spMk id="157" creationId="{F52EC221-B8CB-0B5B-6A8C-76CEF74DEAB7}"/>
          </ac:spMkLst>
        </pc:spChg>
        <pc:spChg chg="del mod topLvl">
          <ac:chgData name="한나 조" userId="65a288ce2c9026c1" providerId="LiveId" clId="{C15A6EEB-526C-46C9-82AA-A02ABBD41001}" dt="2026-07-29T07:13:50.778" v="4088" actId="478"/>
          <ac:spMkLst>
            <pc:docMk/>
            <pc:sldMk cId="2689010214" sldId="2081"/>
            <ac:spMk id="158" creationId="{DD6B6927-71F7-5957-C32E-7646016A7A33}"/>
          </ac:spMkLst>
        </pc:spChg>
        <pc:spChg chg="del mod topLvl">
          <ac:chgData name="한나 조" userId="65a288ce2c9026c1" providerId="LiveId" clId="{C15A6EEB-526C-46C9-82AA-A02ABBD41001}" dt="2026-07-29T07:13:50.778" v="4088" actId="478"/>
          <ac:spMkLst>
            <pc:docMk/>
            <pc:sldMk cId="2689010214" sldId="2081"/>
            <ac:spMk id="159" creationId="{57A63C23-6D3A-24C1-F059-943C80F31A0F}"/>
          </ac:spMkLst>
        </pc:spChg>
        <pc:spChg chg="del mod topLvl">
          <ac:chgData name="한나 조" userId="65a288ce2c9026c1" providerId="LiveId" clId="{C15A6EEB-526C-46C9-82AA-A02ABBD41001}" dt="2026-07-29T07:13:52.994" v="4089" actId="478"/>
          <ac:spMkLst>
            <pc:docMk/>
            <pc:sldMk cId="2689010214" sldId="2081"/>
            <ac:spMk id="160" creationId="{C86C5617-C38D-1C0E-2852-41D9AC4EB34E}"/>
          </ac:spMkLst>
        </pc:spChg>
        <pc:spChg chg="del mod topLvl">
          <ac:chgData name="한나 조" userId="65a288ce2c9026c1" providerId="LiveId" clId="{C15A6EEB-526C-46C9-82AA-A02ABBD41001}" dt="2026-07-29T07:17:20.587" v="4271" actId="478"/>
          <ac:spMkLst>
            <pc:docMk/>
            <pc:sldMk cId="2689010214" sldId="2081"/>
            <ac:spMk id="161" creationId="{198D01C8-FEF6-27CF-8863-C8B7071E866C}"/>
          </ac:spMkLst>
        </pc:spChg>
        <pc:spChg chg="del mod topLvl">
          <ac:chgData name="한나 조" userId="65a288ce2c9026c1" providerId="LiveId" clId="{C15A6EEB-526C-46C9-82AA-A02ABBD41001}" dt="2026-07-29T07:17:38.104" v="4277" actId="478"/>
          <ac:spMkLst>
            <pc:docMk/>
            <pc:sldMk cId="2689010214" sldId="2081"/>
            <ac:spMk id="162" creationId="{945A98F3-D59B-6F5D-5FA8-ABED8F8004C2}"/>
          </ac:spMkLst>
        </pc:spChg>
        <pc:spChg chg="del mod topLvl">
          <ac:chgData name="한나 조" userId="65a288ce2c9026c1" providerId="LiveId" clId="{C15A6EEB-526C-46C9-82AA-A02ABBD41001}" dt="2026-07-29T07:16:36.407" v="4267" actId="478"/>
          <ac:spMkLst>
            <pc:docMk/>
            <pc:sldMk cId="2689010214" sldId="2081"/>
            <ac:spMk id="165" creationId="{6858F248-5FBD-AAEA-1A03-A369CCD7B450}"/>
          </ac:spMkLst>
        </pc:spChg>
        <pc:spChg chg="mod ord">
          <ac:chgData name="한나 조" userId="65a288ce2c9026c1" providerId="LiveId" clId="{C15A6EEB-526C-46C9-82AA-A02ABBD41001}" dt="2026-07-29T07:18:37.285" v="4298" actId="166"/>
          <ac:spMkLst>
            <pc:docMk/>
            <pc:sldMk cId="2689010214" sldId="2081"/>
            <ac:spMk id="287" creationId="{E3461878-898D-8C57-7B1C-A30921297815}"/>
          </ac:spMkLst>
        </pc:spChg>
        <pc:spChg chg="del">
          <ac:chgData name="한나 조" userId="65a288ce2c9026c1" providerId="LiveId" clId="{C15A6EEB-526C-46C9-82AA-A02ABBD41001}" dt="2026-07-29T07:11:31.119" v="3920" actId="478"/>
          <ac:spMkLst>
            <pc:docMk/>
            <pc:sldMk cId="2689010214" sldId="2081"/>
            <ac:spMk id="289" creationId="{01F01AC4-8268-9749-D9EC-A27F6A292B8B}"/>
          </ac:spMkLst>
        </pc:spChg>
        <pc:spChg chg="del">
          <ac:chgData name="한나 조" userId="65a288ce2c9026c1" providerId="LiveId" clId="{C15A6EEB-526C-46C9-82AA-A02ABBD41001}" dt="2026-07-29T07:11:31.119" v="3920" actId="478"/>
          <ac:spMkLst>
            <pc:docMk/>
            <pc:sldMk cId="2689010214" sldId="2081"/>
            <ac:spMk id="291" creationId="{63E22EE2-240E-0982-CF33-8872FC940CFA}"/>
          </ac:spMkLst>
        </pc:spChg>
        <pc:spChg chg="del">
          <ac:chgData name="한나 조" userId="65a288ce2c9026c1" providerId="LiveId" clId="{C15A6EEB-526C-46C9-82AA-A02ABBD41001}" dt="2026-07-29T07:11:31.119" v="3920" actId="478"/>
          <ac:spMkLst>
            <pc:docMk/>
            <pc:sldMk cId="2689010214" sldId="2081"/>
            <ac:spMk id="293" creationId="{AAC21372-23DC-ED91-B8E8-2DA642378B20}"/>
          </ac:spMkLst>
        </pc:spChg>
        <pc:spChg chg="del mod">
          <ac:chgData name="한나 조" userId="65a288ce2c9026c1" providerId="LiveId" clId="{C15A6EEB-526C-46C9-82AA-A02ABBD41001}" dt="2026-07-29T07:16:05.525" v="4250" actId="21"/>
          <ac:spMkLst>
            <pc:docMk/>
            <pc:sldMk cId="2689010214" sldId="2081"/>
            <ac:spMk id="294" creationId="{8489A3BC-BE87-26C1-F77D-C7CC8ADDC216}"/>
          </ac:spMkLst>
        </pc:spChg>
        <pc:spChg chg="del">
          <ac:chgData name="한나 조" userId="65a288ce2c9026c1" providerId="LiveId" clId="{C15A6EEB-526C-46C9-82AA-A02ABBD41001}" dt="2026-07-29T07:19:08.684" v="4310" actId="478"/>
          <ac:spMkLst>
            <pc:docMk/>
            <pc:sldMk cId="2689010214" sldId="2081"/>
            <ac:spMk id="295" creationId="{A35968F2-069F-3D28-567A-11ECF720C1B3}"/>
          </ac:spMkLst>
        </pc:spChg>
        <pc:spChg chg="del">
          <ac:chgData name="한나 조" userId="65a288ce2c9026c1" providerId="LiveId" clId="{C15A6EEB-526C-46C9-82AA-A02ABBD41001}" dt="2026-07-29T07:13:27.082" v="4064" actId="478"/>
          <ac:spMkLst>
            <pc:docMk/>
            <pc:sldMk cId="2689010214" sldId="2081"/>
            <ac:spMk id="296" creationId="{49980952-9D9E-FD7C-5B49-AA1B5FB9423C}"/>
          </ac:spMkLst>
        </pc:spChg>
        <pc:spChg chg="del">
          <ac:chgData name="한나 조" userId="65a288ce2c9026c1" providerId="LiveId" clId="{C15A6EEB-526C-46C9-82AA-A02ABBD41001}" dt="2026-07-29T07:13:27.082" v="4064" actId="478"/>
          <ac:spMkLst>
            <pc:docMk/>
            <pc:sldMk cId="2689010214" sldId="2081"/>
            <ac:spMk id="297" creationId="{A0875BEA-7386-F8FD-4135-6A47AC1288AD}"/>
          </ac:spMkLst>
        </pc:spChg>
        <pc:grpChg chg="add mod">
          <ac:chgData name="한나 조" userId="65a288ce2c9026c1" providerId="LiveId" clId="{C15A6EEB-526C-46C9-82AA-A02ABBD41001}" dt="2026-07-29T07:16:32.798" v="4266" actId="1076"/>
          <ac:grpSpMkLst>
            <pc:docMk/>
            <pc:sldMk cId="2689010214" sldId="2081"/>
            <ac:grpSpMk id="9" creationId="{2BE2231E-511C-9DDA-D4A3-1F244F777613}"/>
          </ac:grpSpMkLst>
        </pc:grpChg>
        <pc:grpChg chg="add mod">
          <ac:chgData name="한나 조" userId="65a288ce2c9026c1" providerId="LiveId" clId="{C15A6EEB-526C-46C9-82AA-A02ABBD41001}" dt="2026-07-30T08:12:22.022" v="7847" actId="1076"/>
          <ac:grpSpMkLst>
            <pc:docMk/>
            <pc:sldMk cId="2689010214" sldId="2081"/>
            <ac:grpSpMk id="10" creationId="{32BD24D3-1330-DC79-6EF2-DE8B72D3BAF9}"/>
          </ac:grpSpMkLst>
        </pc:grpChg>
        <pc:grpChg chg="del">
          <ac:chgData name="한나 조" userId="65a288ce2c9026c1" providerId="LiveId" clId="{C15A6EEB-526C-46C9-82AA-A02ABBD41001}" dt="2026-07-29T07:11:26.419" v="3918" actId="478"/>
          <ac:grpSpMkLst>
            <pc:docMk/>
            <pc:sldMk cId="2689010214" sldId="2081"/>
            <ac:grpSpMk id="17" creationId="{7755798B-CA2D-5A05-D851-1C2CE4640866}"/>
          </ac:grpSpMkLst>
        </pc:grpChg>
        <pc:grpChg chg="del">
          <ac:chgData name="한나 조" userId="65a288ce2c9026c1" providerId="LiveId" clId="{C15A6EEB-526C-46C9-82AA-A02ABBD41001}" dt="2026-07-29T07:11:26.419" v="3918" actId="478"/>
          <ac:grpSpMkLst>
            <pc:docMk/>
            <pc:sldMk cId="2689010214" sldId="2081"/>
            <ac:grpSpMk id="29" creationId="{5487A0FF-6572-FF3E-8E2D-55C5C35B5573}"/>
          </ac:grpSpMkLst>
        </pc:grpChg>
        <pc:grpChg chg="add del mod">
          <ac:chgData name="한나 조" userId="65a288ce2c9026c1" providerId="LiveId" clId="{C15A6EEB-526C-46C9-82AA-A02ABBD41001}" dt="2026-07-29T07:18:12.244" v="4295" actId="478"/>
          <ac:grpSpMkLst>
            <pc:docMk/>
            <pc:sldMk cId="2689010214" sldId="2081"/>
            <ac:grpSpMk id="40" creationId="{4D79A70A-3F80-13FB-5D6D-B4045C42FDF7}"/>
          </ac:grpSpMkLst>
        </pc:grpChg>
        <pc:grpChg chg="add mod">
          <ac:chgData name="한나 조" userId="65a288ce2c9026c1" providerId="LiveId" clId="{C15A6EEB-526C-46C9-82AA-A02ABBD41001}" dt="2026-07-29T07:16:18.246" v="4255" actId="1076"/>
          <ac:grpSpMkLst>
            <pc:docMk/>
            <pc:sldMk cId="2689010214" sldId="2081"/>
            <ac:grpSpMk id="44" creationId="{ECBFC9BA-DD27-920C-9CC3-2E376EDA7A63}"/>
          </ac:grpSpMkLst>
        </pc:grpChg>
        <pc:grpChg chg="add mod">
          <ac:chgData name="한나 조" userId="65a288ce2c9026c1" providerId="LiveId" clId="{C15A6EEB-526C-46C9-82AA-A02ABBD41001}" dt="2026-07-29T07:18:05.795" v="4293" actId="1076"/>
          <ac:grpSpMkLst>
            <pc:docMk/>
            <pc:sldMk cId="2689010214" sldId="2081"/>
            <ac:grpSpMk id="53" creationId="{7B389A30-EFD8-FF8E-AF80-813B5887689B}"/>
          </ac:grpSpMkLst>
        </pc:grpChg>
        <pc:grpChg chg="del">
          <ac:chgData name="한나 조" userId="65a288ce2c9026c1" providerId="LiveId" clId="{C15A6EEB-526C-46C9-82AA-A02ABBD41001}" dt="2026-07-29T07:13:24.479" v="4063" actId="478"/>
          <ac:grpSpMkLst>
            <pc:docMk/>
            <pc:sldMk cId="2689010214" sldId="2081"/>
            <ac:grpSpMk id="140" creationId="{3C01AB5E-1640-9369-50A0-799D19D7396F}"/>
          </ac:grpSpMkLst>
        </pc:grpChg>
        <pc:grpChg chg="del mod">
          <ac:chgData name="한나 조" userId="65a288ce2c9026c1" providerId="LiveId" clId="{C15A6EEB-526C-46C9-82AA-A02ABBD41001}" dt="2026-07-29T07:13:47.793" v="4087" actId="165"/>
          <ac:grpSpMkLst>
            <pc:docMk/>
            <pc:sldMk cId="2689010214" sldId="2081"/>
            <ac:grpSpMk id="141" creationId="{B5A31822-FAD8-3DF7-C6E9-C5FE0AB0A65F}"/>
          </ac:grpSpMkLst>
        </pc:grpChg>
        <pc:grpChg chg="del">
          <ac:chgData name="한나 조" userId="65a288ce2c9026c1" providerId="LiveId" clId="{C15A6EEB-526C-46C9-82AA-A02ABBD41001}" dt="2026-07-29T07:19:08.684" v="4310" actId="478"/>
          <ac:grpSpMkLst>
            <pc:docMk/>
            <pc:sldMk cId="2689010214" sldId="2081"/>
            <ac:grpSpMk id="242" creationId="{3B69CC26-CFA0-0FBD-76F9-25CB9EF9684B}"/>
          </ac:grpSpMkLst>
        </pc:grpChg>
        <pc:grpChg chg="del">
          <ac:chgData name="한나 조" userId="65a288ce2c9026c1" providerId="LiveId" clId="{C15A6EEB-526C-46C9-82AA-A02ABBD41001}" dt="2026-07-29T07:19:08.684" v="4310" actId="478"/>
          <ac:grpSpMkLst>
            <pc:docMk/>
            <pc:sldMk cId="2689010214" sldId="2081"/>
            <ac:grpSpMk id="285" creationId="{9CFFB8A1-C112-0DA7-28B6-E45FD863E771}"/>
          </ac:grpSpMkLst>
        </pc:grpChg>
        <pc:graphicFrameChg chg="mod modGraphic">
          <ac:chgData name="한나 조" userId="65a288ce2c9026c1" providerId="LiveId" clId="{C15A6EEB-526C-46C9-82AA-A02ABBD41001}" dt="2026-07-30T08:13:06.624" v="7867" actId="20577"/>
          <ac:graphicFrameMkLst>
            <pc:docMk/>
            <pc:sldMk cId="2689010214" sldId="2081"/>
            <ac:graphicFrameMk id="8" creationId="{8614617B-C786-DCBC-BDA5-BF746098B55D}"/>
          </ac:graphicFrameMkLst>
        </pc:graphicFrameChg>
        <pc:picChg chg="add mod">
          <ac:chgData name="한나 조" userId="65a288ce2c9026c1" providerId="LiveId" clId="{C15A6EEB-526C-46C9-82AA-A02ABBD41001}" dt="2026-07-30T08:12:22.022" v="7847" actId="1076"/>
          <ac:picMkLst>
            <pc:docMk/>
            <pc:sldMk cId="2689010214" sldId="2081"/>
            <ac:picMk id="21" creationId="{9166B834-862D-95A5-4B8F-9DF5D3BCDE5B}"/>
          </ac:picMkLst>
        </pc:picChg>
        <pc:picChg chg="add mod">
          <ac:chgData name="한나 조" userId="65a288ce2c9026c1" providerId="LiveId" clId="{C15A6EEB-526C-46C9-82AA-A02ABBD41001}" dt="2026-07-30T08:12:18.116" v="7846"/>
          <ac:picMkLst>
            <pc:docMk/>
            <pc:sldMk cId="2689010214" sldId="2081"/>
            <ac:picMk id="26" creationId="{B17A597E-E300-A5A8-52EC-E29349B5905B}"/>
          </ac:picMkLst>
        </pc:picChg>
        <pc:picChg chg="add mod">
          <ac:chgData name="한나 조" userId="65a288ce2c9026c1" providerId="LiveId" clId="{C15A6EEB-526C-46C9-82AA-A02ABBD41001}" dt="2026-07-29T07:17:03.720" v="4270"/>
          <ac:picMkLst>
            <pc:docMk/>
            <pc:sldMk cId="2689010214" sldId="2081"/>
            <ac:picMk id="48" creationId="{80963507-CCED-DA17-BFDB-392B469FE547}"/>
          </ac:picMkLst>
        </pc:picChg>
        <pc:picChg chg="mod">
          <ac:chgData name="한나 조" userId="65a288ce2c9026c1" providerId="LiveId" clId="{C15A6EEB-526C-46C9-82AA-A02ABBD41001}" dt="2026-07-29T07:17:23.281" v="4273"/>
          <ac:picMkLst>
            <pc:docMk/>
            <pc:sldMk cId="2689010214" sldId="2081"/>
            <ac:picMk id="55" creationId="{ABE0FFD0-B490-46A1-DA7F-7FE56FBCA38D}"/>
          </ac:picMkLst>
        </pc:picChg>
        <pc:cxnChg chg="add mod">
          <ac:chgData name="한나 조" userId="65a288ce2c9026c1" providerId="LiveId" clId="{C15A6EEB-526C-46C9-82AA-A02ABBD41001}" dt="2026-07-30T08:12:22.022" v="7847" actId="1076"/>
          <ac:cxnSpMkLst>
            <pc:docMk/>
            <pc:sldMk cId="2689010214" sldId="2081"/>
            <ac:cxnSpMk id="22" creationId="{C97F842D-9A2C-A21D-5292-7DFF794B599B}"/>
          </ac:cxnSpMkLst>
        </pc:cxnChg>
        <pc:cxnChg chg="add mod">
          <ac:chgData name="한나 조" userId="65a288ce2c9026c1" providerId="LiveId" clId="{C15A6EEB-526C-46C9-82AA-A02ABBD41001}" dt="2026-07-30T08:12:22.022" v="7847" actId="1076"/>
          <ac:cxnSpMkLst>
            <pc:docMk/>
            <pc:sldMk cId="2689010214" sldId="2081"/>
            <ac:cxnSpMk id="23" creationId="{705A2DD9-1503-AD86-3483-CA15ED5C5D67}"/>
          </ac:cxnSpMkLst>
        </pc:cxnChg>
      </pc:sldChg>
      <pc:sldChg chg="addSp delSp modSp new mod modClrScheme chgLayout">
        <pc:chgData name="한나 조" userId="65a288ce2c9026c1" providerId="LiveId" clId="{C15A6EEB-526C-46C9-82AA-A02ABBD41001}" dt="2026-07-30T07:52:03.410" v="7669" actId="22"/>
        <pc:sldMkLst>
          <pc:docMk/>
          <pc:sldMk cId="540720311" sldId="2082"/>
        </pc:sldMkLst>
        <pc:spChg chg="add mod">
          <ac:chgData name="한나 조" userId="65a288ce2c9026c1" providerId="LiveId" clId="{C15A6EEB-526C-46C9-82AA-A02ABBD41001}" dt="2026-07-30T06:49:33.518" v="7579" actId="1076"/>
          <ac:spMkLst>
            <pc:docMk/>
            <pc:sldMk cId="540720311" sldId="2082"/>
            <ac:spMk id="2" creationId="{9ABB910D-9228-3EA1-5CAF-1D450FE4467B}"/>
          </ac:spMkLst>
        </pc:spChg>
        <pc:spChg chg="add del mod topLvl">
          <ac:chgData name="한나 조" userId="65a288ce2c9026c1" providerId="LiveId" clId="{C15A6EEB-526C-46C9-82AA-A02ABBD41001}" dt="2026-07-30T07:51:39.233" v="7649" actId="478"/>
          <ac:spMkLst>
            <pc:docMk/>
            <pc:sldMk cId="540720311" sldId="2082"/>
            <ac:spMk id="3" creationId="{0DE1150E-8340-6F70-A68E-6F1F4E6F1676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4" creationId="{3817F1F0-C1B8-8ADF-5029-4CA0D581C2C5}"/>
          </ac:spMkLst>
        </pc:spChg>
        <pc:spChg chg="add 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4" creationId="{C2F98B30-E059-B105-7CD2-E1A5A9337D8F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5" creationId="{713B6713-6155-3E41-81B8-9CA39697E43E}"/>
          </ac:spMkLst>
        </pc:spChg>
        <pc:spChg chg="add 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5" creationId="{9EEF36F4-E865-CCA4-3B69-636BF8DE07AE}"/>
          </ac:spMkLst>
        </pc:spChg>
        <pc:spChg chg="add 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6" creationId="{701FA324-25AA-25F3-A5C4-3F5B0F598836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7" creationId="{7E07BB0B-C7B0-19EB-09E5-3EA4CB9E77EE}"/>
          </ac:spMkLst>
        </pc:spChg>
        <pc:spChg chg="del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7" creationId="{DA40B7E1-5480-427B-F147-A4F5902E27FF}"/>
          </ac:spMkLst>
        </pc:spChg>
        <pc:spChg chg="del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8" creationId="{85E138C8-F07E-2BDC-FA44-DA51E196071E}"/>
          </ac:spMkLst>
        </pc:spChg>
        <pc:spChg chg="add 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9" creationId="{22F33A87-150A-0915-5CB5-4D9D8E831850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9" creationId="{858ABE75-23EE-3461-9EB8-6023E8446BD8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10" creationId="{69442A56-5FFB-C6CF-E66F-95F587CFB28D}"/>
          </ac:spMkLst>
        </pc:spChg>
        <pc:spChg chg="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10" creationId="{D915E55A-A139-A620-F9A8-46DFDEDBD7B0}"/>
          </ac:spMkLst>
        </pc:spChg>
        <pc:spChg chg="del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11" creationId="{2224DC6C-6C8D-F8EB-5209-B52CAAE89B20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12" creationId="{CE04497A-ABA4-0B2D-E23C-0DAA82E5CD18}"/>
          </ac:spMkLst>
        </pc:spChg>
        <pc:spChg chg="add 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12" creationId="{FF2F1429-99D7-F78E-1758-215955FD0D65}"/>
          </ac:spMkLst>
        </pc:spChg>
        <pc:spChg chg="mod">
          <ac:chgData name="한나 조" userId="65a288ce2c9026c1" providerId="LiveId" clId="{C15A6EEB-526C-46C9-82AA-A02ABBD41001}" dt="2026-07-29T08:17:27.746" v="6826"/>
          <ac:spMkLst>
            <pc:docMk/>
            <pc:sldMk cId="540720311" sldId="2082"/>
            <ac:spMk id="13" creationId="{2D4246E7-B276-852E-C70E-1BD702D6BEAD}"/>
          </ac:spMkLst>
        </pc:spChg>
        <pc:spChg chg="add del mod">
          <ac:chgData name="한나 조" userId="65a288ce2c9026c1" providerId="LiveId" clId="{C15A6EEB-526C-46C9-82AA-A02ABBD41001}" dt="2026-07-30T03:32:29.159" v="7518" actId="478"/>
          <ac:spMkLst>
            <pc:docMk/>
            <pc:sldMk cId="540720311" sldId="2082"/>
            <ac:spMk id="13" creationId="{AAB138A4-BC5B-10CF-82C2-398E9FA7290C}"/>
          </ac:spMkLst>
        </pc:spChg>
        <pc:spChg chg="add del mod">
          <ac:chgData name="한나 조" userId="65a288ce2c9026c1" providerId="LiveId" clId="{C15A6EEB-526C-46C9-82AA-A02ABBD41001}" dt="2026-07-29T08:38:46.248" v="6850" actId="478"/>
          <ac:spMkLst>
            <pc:docMk/>
            <pc:sldMk cId="540720311" sldId="2082"/>
            <ac:spMk id="14" creationId="{65417FE2-B730-AC29-938C-DDD1B8D81B61}"/>
          </ac:spMkLst>
        </pc:spChg>
        <pc:spChg chg="del mod">
          <ac:chgData name="한나 조" userId="65a288ce2c9026c1" providerId="LiveId" clId="{C15A6EEB-526C-46C9-82AA-A02ABBD41001}" dt="2026-07-29T08:38:46.248" v="6850" actId="478"/>
          <ac:spMkLst>
            <pc:docMk/>
            <pc:sldMk cId="540720311" sldId="2082"/>
            <ac:spMk id="15" creationId="{03472C99-BFD3-DCE8-4B95-C807E1F853DE}"/>
          </ac:spMkLst>
        </pc:spChg>
        <pc:spChg chg="mod">
          <ac:chgData name="한나 조" userId="65a288ce2c9026c1" providerId="LiveId" clId="{C15A6EEB-526C-46C9-82AA-A02ABBD41001}" dt="2026-07-30T03:32:20.235" v="7515"/>
          <ac:spMkLst>
            <pc:docMk/>
            <pc:sldMk cId="540720311" sldId="2082"/>
            <ac:spMk id="15" creationId="{87D08B5C-859C-CC01-2718-5BB67F878AD5}"/>
          </ac:spMkLst>
        </pc:spChg>
        <pc:spChg chg="del mod topLvl">
          <ac:chgData name="한나 조" userId="65a288ce2c9026c1" providerId="LiveId" clId="{C15A6EEB-526C-46C9-82AA-A02ABBD41001}" dt="2026-07-30T03:22:24.235" v="7493" actId="478"/>
          <ac:spMkLst>
            <pc:docMk/>
            <pc:sldMk cId="540720311" sldId="2082"/>
            <ac:spMk id="17" creationId="{445DB1FC-0DD3-6242-460D-D8C716D71AF0}"/>
          </ac:spMkLst>
        </pc:spChg>
        <pc:spChg chg="del mod ord topLvl">
          <ac:chgData name="한나 조" userId="65a288ce2c9026c1" providerId="LiveId" clId="{C15A6EEB-526C-46C9-82AA-A02ABBD41001}" dt="2026-07-30T07:51:52.810" v="7663" actId="21"/>
          <ac:spMkLst>
            <pc:docMk/>
            <pc:sldMk cId="540720311" sldId="2082"/>
            <ac:spMk id="18" creationId="{CD5168C4-CB5C-45C7-96BC-67DDF1020D42}"/>
          </ac:spMkLst>
        </pc:spChg>
        <pc:spChg chg="mod">
          <ac:chgData name="한나 조" userId="65a288ce2c9026c1" providerId="LiveId" clId="{C15A6EEB-526C-46C9-82AA-A02ABBD41001}" dt="2026-07-30T03:32:20.235" v="7515"/>
          <ac:spMkLst>
            <pc:docMk/>
            <pc:sldMk cId="540720311" sldId="2082"/>
            <ac:spMk id="19" creationId="{FA0E209E-3E58-4391-F37B-2B3982595D11}"/>
          </ac:spMkLst>
        </pc:spChg>
        <pc:spChg chg="add mod">
          <ac:chgData name="한나 조" userId="65a288ce2c9026c1" providerId="LiveId" clId="{C15A6EEB-526C-46C9-82AA-A02ABBD41001}" dt="2026-07-30T03:32:50.224" v="7522" actId="164"/>
          <ac:spMkLst>
            <pc:docMk/>
            <pc:sldMk cId="540720311" sldId="2082"/>
            <ac:spMk id="20" creationId="{2A8317A5-EEC4-35FB-3523-5210891AD398}"/>
          </ac:spMkLst>
        </pc:spChg>
        <pc:spChg chg="mod">
          <ac:chgData name="한나 조" userId="65a288ce2c9026c1" providerId="LiveId" clId="{C15A6EEB-526C-46C9-82AA-A02ABBD41001}" dt="2026-07-30T03:32:50.224" v="7522" actId="164"/>
          <ac:spMkLst>
            <pc:docMk/>
            <pc:sldMk cId="540720311" sldId="2082"/>
            <ac:spMk id="24" creationId="{38A8B34E-A2EE-5E1A-051C-856AE5AD525D}"/>
          </ac:spMkLst>
        </pc:spChg>
        <pc:spChg chg="add mod">
          <ac:chgData name="한나 조" userId="65a288ce2c9026c1" providerId="LiveId" clId="{C15A6EEB-526C-46C9-82AA-A02ABBD41001}" dt="2026-07-30T03:32:50.224" v="7522" actId="164"/>
          <ac:spMkLst>
            <pc:docMk/>
            <pc:sldMk cId="540720311" sldId="2082"/>
            <ac:spMk id="25" creationId="{2322707D-4B9E-08ED-CD85-5C71587593DC}"/>
          </ac:spMkLst>
        </pc:spChg>
        <pc:spChg chg="mod">
          <ac:chgData name="한나 조" userId="65a288ce2c9026c1" providerId="LiveId" clId="{C15A6EEB-526C-46C9-82AA-A02ABBD41001}" dt="2026-07-30T03:32:50.224" v="7522" actId="164"/>
          <ac:spMkLst>
            <pc:docMk/>
            <pc:sldMk cId="540720311" sldId="2082"/>
            <ac:spMk id="26" creationId="{526EEE70-3123-5886-CB2C-E4BFF047F706}"/>
          </ac:spMkLst>
        </pc:spChg>
        <pc:spChg chg="add mod">
          <ac:chgData name="한나 조" userId="65a288ce2c9026c1" providerId="LiveId" clId="{C15A6EEB-526C-46C9-82AA-A02ABBD41001}" dt="2026-07-30T03:32:50.224" v="7522" actId="164"/>
          <ac:spMkLst>
            <pc:docMk/>
            <pc:sldMk cId="540720311" sldId="2082"/>
            <ac:spMk id="29" creationId="{F0E94134-88C0-94BC-2732-E1B85185DD09}"/>
          </ac:spMkLst>
        </pc:spChg>
        <pc:spChg chg="del mod topLvl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31" creationId="{3252D747-CA99-83A1-6076-738FDACFE838}"/>
          </ac:spMkLst>
        </pc:spChg>
        <pc:spChg chg="mod topLvl">
          <ac:chgData name="한나 조" userId="65a288ce2c9026c1" providerId="LiveId" clId="{C15A6EEB-526C-46C9-82AA-A02ABBD41001}" dt="2026-07-30T06:46:36.164" v="7572" actId="14100"/>
          <ac:spMkLst>
            <pc:docMk/>
            <pc:sldMk cId="540720311" sldId="2082"/>
            <ac:spMk id="32" creationId="{7E2C405B-EE4D-9016-BBC2-3974248BDACC}"/>
          </ac:spMkLst>
        </pc:spChg>
        <pc:spChg chg="add del mod topLvl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33" creationId="{CC7FEBFC-D4C7-2AE1-B7A5-1CBE35651BCE}"/>
          </ac:spMkLst>
        </pc:spChg>
        <pc:spChg chg="del mod topLvl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34" creationId="{A97539FC-CA75-87CC-C8CC-0EBB5DDED058}"/>
          </ac:spMkLst>
        </pc:spChg>
        <pc:spChg chg="add del mod topLvl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35" creationId="{B87E004F-4816-13DB-ED9C-5AFF86A0EF38}"/>
          </ac:spMkLst>
        </pc:spChg>
        <pc:spChg chg="add del mod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36" creationId="{B579474C-D6FE-9D87-0AE5-49E9403D844B}"/>
          </ac:spMkLst>
        </pc:spChg>
        <pc:spChg chg="add del mod topLvl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37" creationId="{05592C08-7AA1-F46E-7B7F-AD8E2E970D87}"/>
          </ac:spMkLst>
        </pc:spChg>
        <pc:spChg chg="mod topLvl">
          <ac:chgData name="한나 조" userId="65a288ce2c9026c1" providerId="LiveId" clId="{C15A6EEB-526C-46C9-82AA-A02ABBD41001}" dt="2026-07-30T06:46:30.712" v="7571" actId="14100"/>
          <ac:spMkLst>
            <pc:docMk/>
            <pc:sldMk cId="540720311" sldId="2082"/>
            <ac:spMk id="38" creationId="{B21B1ED0-0D54-6FB8-0B64-4B32D37CD709}"/>
          </ac:spMkLst>
        </pc:spChg>
        <pc:spChg chg="mod topLvl">
          <ac:chgData name="한나 조" userId="65a288ce2c9026c1" providerId="LiveId" clId="{C15A6EEB-526C-46C9-82AA-A02ABBD41001}" dt="2026-07-30T06:46:06.773" v="7566" actId="164"/>
          <ac:spMkLst>
            <pc:docMk/>
            <pc:sldMk cId="540720311" sldId="2082"/>
            <ac:spMk id="39" creationId="{B4A259FD-7D86-2762-94BB-1E86B39F5D63}"/>
          </ac:spMkLst>
        </pc:spChg>
        <pc:spChg chg="mod topLvl">
          <ac:chgData name="한나 조" userId="65a288ce2c9026c1" providerId="LiveId" clId="{C15A6EEB-526C-46C9-82AA-A02ABBD41001}" dt="2026-07-30T06:46:06.773" v="7566" actId="164"/>
          <ac:spMkLst>
            <pc:docMk/>
            <pc:sldMk cId="540720311" sldId="2082"/>
            <ac:spMk id="40" creationId="{F8051054-DFED-97D1-69D8-933A293AEFD8}"/>
          </ac:spMkLst>
        </pc:spChg>
        <pc:spChg chg="add mod">
          <ac:chgData name="한나 조" userId="65a288ce2c9026c1" providerId="LiveId" clId="{C15A6EEB-526C-46C9-82AA-A02ABBD41001}" dt="2026-07-30T07:51:06.869" v="7634" actId="1035"/>
          <ac:spMkLst>
            <pc:docMk/>
            <pc:sldMk cId="540720311" sldId="2082"/>
            <ac:spMk id="41" creationId="{492A50BC-3929-16AC-8CB5-50E6140A019C}"/>
          </ac:spMkLst>
        </pc:spChg>
        <pc:spChg chg="mod">
          <ac:chgData name="한나 조" userId="65a288ce2c9026c1" providerId="LiveId" clId="{C15A6EEB-526C-46C9-82AA-A02ABBD41001}" dt="2026-07-30T06:18:42.966" v="7554" actId="14100"/>
          <ac:spMkLst>
            <pc:docMk/>
            <pc:sldMk cId="540720311" sldId="2082"/>
            <ac:spMk id="43" creationId="{85C3F973-D064-EC1C-6D34-9E031C50971E}"/>
          </ac:spMkLst>
        </pc:spChg>
        <pc:spChg chg="mod">
          <ac:chgData name="한나 조" userId="65a288ce2c9026c1" providerId="LiveId" clId="{C15A6EEB-526C-46C9-82AA-A02ABBD41001}" dt="2026-07-30T06:18:54.958" v="7556" actId="1076"/>
          <ac:spMkLst>
            <pc:docMk/>
            <pc:sldMk cId="540720311" sldId="2082"/>
            <ac:spMk id="45" creationId="{B6A7E187-203B-3826-8393-06B99D79DA4D}"/>
          </ac:spMkLst>
        </pc:spChg>
        <pc:spChg chg="mod">
          <ac:chgData name="한나 조" userId="65a288ce2c9026c1" providerId="LiveId" clId="{C15A6EEB-526C-46C9-82AA-A02ABBD41001}" dt="2026-07-30T06:18:46.221" v="7555" actId="14100"/>
          <ac:spMkLst>
            <pc:docMk/>
            <pc:sldMk cId="540720311" sldId="2082"/>
            <ac:spMk id="48" creationId="{C98A3E55-2F8D-DDF1-C37E-BB75CE8327A9}"/>
          </ac:spMkLst>
        </pc:spChg>
        <pc:spChg chg="mod">
          <ac:chgData name="한나 조" userId="65a288ce2c9026c1" providerId="LiveId" clId="{C15A6EEB-526C-46C9-82AA-A02ABBD41001}" dt="2026-07-30T06:18:07.601" v="7548" actId="20577"/>
          <ac:spMkLst>
            <pc:docMk/>
            <pc:sldMk cId="540720311" sldId="2082"/>
            <ac:spMk id="49" creationId="{B2C0DD68-FAB9-5E95-FD3E-9E39307B40F3}"/>
          </ac:spMkLst>
        </pc:spChg>
        <pc:spChg chg="mod">
          <ac:chgData name="한나 조" userId="65a288ce2c9026c1" providerId="LiveId" clId="{C15A6EEB-526C-46C9-82AA-A02ABBD41001}" dt="2026-07-30T06:18:13.901" v="7549" actId="1076"/>
          <ac:spMkLst>
            <pc:docMk/>
            <pc:sldMk cId="540720311" sldId="2082"/>
            <ac:spMk id="50" creationId="{6913B129-0F73-F63B-B8CE-61B1B9D8DAC5}"/>
          </ac:spMkLst>
        </pc:spChg>
        <pc:spChg chg="mod">
          <ac:chgData name="한나 조" userId="65a288ce2c9026c1" providerId="LiveId" clId="{C15A6EEB-526C-46C9-82AA-A02ABBD41001}" dt="2026-07-30T06:18:13.901" v="7549" actId="1076"/>
          <ac:spMkLst>
            <pc:docMk/>
            <pc:sldMk cId="540720311" sldId="2082"/>
            <ac:spMk id="51" creationId="{0CAD6D42-8B05-EAFD-99D9-587F1DFC0ADD}"/>
          </ac:spMkLst>
        </pc:spChg>
        <pc:spChg chg="mod">
          <ac:chgData name="한나 조" userId="65a288ce2c9026c1" providerId="LiveId" clId="{C15A6EEB-526C-46C9-82AA-A02ABBD41001}" dt="2026-07-30T06:18:06.550" v="7545"/>
          <ac:spMkLst>
            <pc:docMk/>
            <pc:sldMk cId="540720311" sldId="2082"/>
            <ac:spMk id="52" creationId="{6A2DD533-1146-D34F-3D4F-93D68F0E6558}"/>
          </ac:spMkLst>
        </pc:spChg>
        <pc:spChg chg="mod">
          <ac:chgData name="한나 조" userId="65a288ce2c9026c1" providerId="LiveId" clId="{C15A6EEB-526C-46C9-82AA-A02ABBD41001}" dt="2026-07-30T06:18:13.901" v="7549" actId="1076"/>
          <ac:spMkLst>
            <pc:docMk/>
            <pc:sldMk cId="540720311" sldId="2082"/>
            <ac:spMk id="53" creationId="{8466A5C7-9614-169F-2FB3-3E8F5ACBDD7C}"/>
          </ac:spMkLst>
        </pc:spChg>
        <pc:spChg chg="mod">
          <ac:chgData name="한나 조" userId="65a288ce2c9026c1" providerId="LiveId" clId="{C15A6EEB-526C-46C9-82AA-A02ABBD41001}" dt="2026-07-30T06:18:06.550" v="7545"/>
          <ac:spMkLst>
            <pc:docMk/>
            <pc:sldMk cId="540720311" sldId="2082"/>
            <ac:spMk id="54" creationId="{7E0F289D-5AEF-2ED0-6158-C18CE5CF946B}"/>
          </ac:spMkLst>
        </pc:spChg>
        <pc:spChg chg="mod">
          <ac:chgData name="한나 조" userId="65a288ce2c9026c1" providerId="LiveId" clId="{C15A6EEB-526C-46C9-82AA-A02ABBD41001}" dt="2026-07-30T03:33:08.947" v="7524"/>
          <ac:spMkLst>
            <pc:docMk/>
            <pc:sldMk cId="540720311" sldId="2082"/>
            <ac:spMk id="56" creationId="{8F7948AA-6293-53B3-B170-9D436103155F}"/>
          </ac:spMkLst>
        </pc:spChg>
        <pc:spChg chg="mod">
          <ac:chgData name="한나 조" userId="65a288ce2c9026c1" providerId="LiveId" clId="{C15A6EEB-526C-46C9-82AA-A02ABBD41001}" dt="2026-07-30T03:33:08.947" v="7524"/>
          <ac:spMkLst>
            <pc:docMk/>
            <pc:sldMk cId="540720311" sldId="2082"/>
            <ac:spMk id="58" creationId="{B64FBCB7-1749-CB91-F793-9F4CAA1F2774}"/>
          </ac:spMkLst>
        </pc:spChg>
        <pc:spChg chg="del mod topLvl">
          <ac:chgData name="한나 조" userId="65a288ce2c9026c1" providerId="LiveId" clId="{C15A6EEB-526C-46C9-82AA-A02ABBD41001}" dt="2026-07-30T06:46:52.867" v="7575" actId="478"/>
          <ac:spMkLst>
            <pc:docMk/>
            <pc:sldMk cId="540720311" sldId="2082"/>
            <ac:spMk id="60" creationId="{9136FB42-9FDF-D750-8898-1912060CEC53}"/>
          </ac:spMkLst>
        </pc:spChg>
        <pc:spChg chg="del">
          <ac:chgData name="한나 조" userId="65a288ce2c9026c1" providerId="LiveId" clId="{C15A6EEB-526C-46C9-82AA-A02ABBD41001}" dt="2026-07-30T03:33:14.272" v="7526" actId="478"/>
          <ac:spMkLst>
            <pc:docMk/>
            <pc:sldMk cId="540720311" sldId="2082"/>
            <ac:spMk id="61" creationId="{F9534FB6-3F0C-17F2-357D-6703AA533A2E}"/>
          </ac:spMkLst>
        </pc:spChg>
        <pc:spChg chg="add mod">
          <ac:chgData name="한나 조" userId="65a288ce2c9026c1" providerId="LiveId" clId="{C15A6EEB-526C-46C9-82AA-A02ABBD41001}" dt="2026-07-30T06:49:33.518" v="7579" actId="1076"/>
          <ac:spMkLst>
            <pc:docMk/>
            <pc:sldMk cId="540720311" sldId="2082"/>
            <ac:spMk id="62" creationId="{D48A087A-FCCF-3E0D-62BD-283010D0A166}"/>
          </ac:spMkLst>
        </pc:spChg>
        <pc:spChg chg="mod">
          <ac:chgData name="한나 조" userId="65a288ce2c9026c1" providerId="LiveId" clId="{C15A6EEB-526C-46C9-82AA-A02ABBD41001}" dt="2026-07-30T06:49:33.518" v="7579" actId="1076"/>
          <ac:spMkLst>
            <pc:docMk/>
            <pc:sldMk cId="540720311" sldId="2082"/>
            <ac:spMk id="63" creationId="{9EF28779-7FBF-240B-18D7-FA4EDB313E63}"/>
          </ac:spMkLst>
        </pc:spChg>
        <pc:spChg chg="mod">
          <ac:chgData name="한나 조" userId="65a288ce2c9026c1" providerId="LiveId" clId="{C15A6EEB-526C-46C9-82AA-A02ABBD41001}" dt="2026-07-30T06:46:40.566" v="7573" actId="14100"/>
          <ac:spMkLst>
            <pc:docMk/>
            <pc:sldMk cId="540720311" sldId="2082"/>
            <ac:spMk id="66" creationId="{B281B0C8-4A0F-0D8E-D48C-8EA041F47C78}"/>
          </ac:spMkLst>
        </pc:spChg>
        <pc:spChg chg="mod">
          <ac:chgData name="한나 조" userId="65a288ce2c9026c1" providerId="LiveId" clId="{C15A6EEB-526C-46C9-82AA-A02ABBD41001}" dt="2026-07-30T06:42:11.203" v="7561" actId="571"/>
          <ac:spMkLst>
            <pc:docMk/>
            <pc:sldMk cId="540720311" sldId="2082"/>
            <ac:spMk id="67" creationId="{A1E0CEE0-1B84-C16A-C50D-1E21A37D411A}"/>
          </ac:spMkLst>
        </pc:spChg>
        <pc:spChg chg="mod">
          <ac:chgData name="한나 조" userId="65a288ce2c9026c1" providerId="LiveId" clId="{C15A6EEB-526C-46C9-82AA-A02ABBD41001}" dt="2026-07-30T06:42:11.203" v="7561" actId="571"/>
          <ac:spMkLst>
            <pc:docMk/>
            <pc:sldMk cId="540720311" sldId="2082"/>
            <ac:spMk id="68" creationId="{3EE127A8-D671-C5AC-6723-0830122A9B97}"/>
          </ac:spMkLst>
        </pc:spChg>
        <pc:spChg chg="mod">
          <ac:chgData name="한나 조" userId="65a288ce2c9026c1" providerId="LiveId" clId="{C15A6EEB-526C-46C9-82AA-A02ABBD41001}" dt="2026-07-30T06:42:11.203" v="7561" actId="571"/>
          <ac:spMkLst>
            <pc:docMk/>
            <pc:sldMk cId="540720311" sldId="2082"/>
            <ac:spMk id="69" creationId="{84FE5566-52D2-586C-9081-70BA2E1BBC75}"/>
          </ac:spMkLst>
        </pc:spChg>
        <pc:spChg chg="mod">
          <ac:chgData name="한나 조" userId="65a288ce2c9026c1" providerId="LiveId" clId="{C15A6EEB-526C-46C9-82AA-A02ABBD41001}" dt="2026-07-30T06:42:11.203" v="7561" actId="571"/>
          <ac:spMkLst>
            <pc:docMk/>
            <pc:sldMk cId="540720311" sldId="2082"/>
            <ac:spMk id="70" creationId="{7E5F177F-77C2-6276-62DB-12824D51E561}"/>
          </ac:spMkLst>
        </pc:spChg>
        <pc:spChg chg="mod">
          <ac:chgData name="한나 조" userId="65a288ce2c9026c1" providerId="LiveId" clId="{C15A6EEB-526C-46C9-82AA-A02ABBD41001}" dt="2026-07-30T06:42:11.203" v="7561" actId="571"/>
          <ac:spMkLst>
            <pc:docMk/>
            <pc:sldMk cId="540720311" sldId="2082"/>
            <ac:spMk id="71" creationId="{6B63FDDA-3EDD-A41E-7A7E-3FF68D3149DE}"/>
          </ac:spMkLst>
        </pc:spChg>
        <pc:spChg chg="mod">
          <ac:chgData name="한나 조" userId="65a288ce2c9026c1" providerId="LiveId" clId="{C15A6EEB-526C-46C9-82AA-A02ABBD41001}" dt="2026-07-30T06:42:13.723" v="7562"/>
          <ac:spMkLst>
            <pc:docMk/>
            <pc:sldMk cId="540720311" sldId="2082"/>
            <ac:spMk id="72" creationId="{C2EB4F09-45C7-3C70-EDA1-5DCD04C57548}"/>
          </ac:spMkLst>
        </pc:spChg>
        <pc:spChg chg="add">
          <ac:chgData name="한나 조" userId="65a288ce2c9026c1" providerId="LiveId" clId="{C15A6EEB-526C-46C9-82AA-A02ABBD41001}" dt="2026-07-30T06:49:25.833" v="7578" actId="22"/>
          <ac:spMkLst>
            <pc:docMk/>
            <pc:sldMk cId="540720311" sldId="2082"/>
            <ac:spMk id="75" creationId="{86D40DBA-58D4-1B49-5B3C-F39344E1C005}"/>
          </ac:spMkLst>
        </pc:spChg>
        <pc:spChg chg="add mod">
          <ac:chgData name="한나 조" userId="65a288ce2c9026c1" providerId="LiveId" clId="{C15A6EEB-526C-46C9-82AA-A02ABBD41001}" dt="2026-07-30T06:49:40.759" v="7580" actId="1076"/>
          <ac:spMkLst>
            <pc:docMk/>
            <pc:sldMk cId="540720311" sldId="2082"/>
            <ac:spMk id="77" creationId="{47BFCDE2-10FA-0656-3EBA-7065BDB2B4F7}"/>
          </ac:spMkLst>
        </pc:spChg>
        <pc:spChg chg="add">
          <ac:chgData name="한나 조" userId="65a288ce2c9026c1" providerId="LiveId" clId="{C15A6EEB-526C-46C9-82AA-A02ABBD41001}" dt="2026-07-30T06:49:50.889" v="7581" actId="22"/>
          <ac:spMkLst>
            <pc:docMk/>
            <pc:sldMk cId="540720311" sldId="2082"/>
            <ac:spMk id="79" creationId="{544ECD2A-981D-B2A7-9322-AF0819AE1740}"/>
          </ac:spMkLst>
        </pc:spChg>
        <pc:spChg chg="add">
          <ac:chgData name="한나 조" userId="65a288ce2c9026c1" providerId="LiveId" clId="{C15A6EEB-526C-46C9-82AA-A02ABBD41001}" dt="2026-07-30T06:49:50.889" v="7581" actId="22"/>
          <ac:spMkLst>
            <pc:docMk/>
            <pc:sldMk cId="540720311" sldId="2082"/>
            <ac:spMk id="81" creationId="{83F04864-81E8-FA9A-7C35-977C8D17EEAC}"/>
          </ac:spMkLst>
        </pc:spChg>
        <pc:spChg chg="add">
          <ac:chgData name="한나 조" userId="65a288ce2c9026c1" providerId="LiveId" clId="{C15A6EEB-526C-46C9-82AA-A02ABBD41001}" dt="2026-07-30T06:49:50.889" v="7581" actId="22"/>
          <ac:spMkLst>
            <pc:docMk/>
            <pc:sldMk cId="540720311" sldId="2082"/>
            <ac:spMk id="83" creationId="{AB6C6637-49DD-EF6F-36AB-9B6AE71305CF}"/>
          </ac:spMkLst>
        </pc:spChg>
        <pc:spChg chg="add mod">
          <ac:chgData name="한나 조" userId="65a288ce2c9026c1" providerId="LiveId" clId="{C15A6EEB-526C-46C9-82AA-A02ABBD41001}" dt="2026-07-30T06:49:54.135" v="7585" actId="20577"/>
          <ac:spMkLst>
            <pc:docMk/>
            <pc:sldMk cId="540720311" sldId="2082"/>
            <ac:spMk id="85" creationId="{54189B9F-B2CE-0D91-4A51-038041814B71}"/>
          </ac:spMkLst>
        </pc:spChg>
        <pc:spChg chg="add">
          <ac:chgData name="한나 조" userId="65a288ce2c9026c1" providerId="LiveId" clId="{C15A6EEB-526C-46C9-82AA-A02ABBD41001}" dt="2026-07-30T06:49:50.889" v="7581" actId="22"/>
          <ac:spMkLst>
            <pc:docMk/>
            <pc:sldMk cId="540720311" sldId="2082"/>
            <ac:spMk id="87" creationId="{94171756-85EA-CD5E-EF36-07FF3E28678C}"/>
          </ac:spMkLst>
        </pc:spChg>
        <pc:spChg chg="add del mod ord">
          <ac:chgData name="한나 조" userId="65a288ce2c9026c1" providerId="LiveId" clId="{C15A6EEB-526C-46C9-82AA-A02ABBD41001}" dt="2026-07-30T07:51:52.810" v="7663" actId="21"/>
          <ac:spMkLst>
            <pc:docMk/>
            <pc:sldMk cId="540720311" sldId="2082"/>
            <ac:spMk id="90" creationId="{AC9462F7-753D-F97A-3FD5-1D9DD46B094A}"/>
          </ac:spMkLst>
        </pc:spChg>
        <pc:spChg chg="add">
          <ac:chgData name="한나 조" userId="65a288ce2c9026c1" providerId="LiveId" clId="{C15A6EEB-526C-46C9-82AA-A02ABBD41001}" dt="2026-07-30T07:52:03.410" v="7669" actId="22"/>
          <ac:spMkLst>
            <pc:docMk/>
            <pc:sldMk cId="540720311" sldId="2082"/>
            <ac:spMk id="92" creationId="{51E0DC92-2008-0C20-8BAE-7153435F968E}"/>
          </ac:spMkLst>
        </pc:spChg>
        <pc:spChg chg="add">
          <ac:chgData name="한나 조" userId="65a288ce2c9026c1" providerId="LiveId" clId="{C15A6EEB-526C-46C9-82AA-A02ABBD41001}" dt="2026-07-30T07:52:03.410" v="7669" actId="22"/>
          <ac:spMkLst>
            <pc:docMk/>
            <pc:sldMk cId="540720311" sldId="2082"/>
            <ac:spMk id="94" creationId="{72887849-373B-6FEB-E894-862F280F0B8B}"/>
          </ac:spMkLst>
        </pc:spChg>
        <pc:grpChg chg="del">
          <ac:chgData name="한나 조" userId="65a288ce2c9026c1" providerId="LiveId" clId="{C15A6EEB-526C-46C9-82AA-A02ABBD41001}" dt="2026-07-29T08:37:27.348" v="6848" actId="478"/>
          <ac:grpSpMkLst>
            <pc:docMk/>
            <pc:sldMk cId="540720311" sldId="2082"/>
            <ac:grpSpMk id="3" creationId="{CE3C6CD5-F9E6-4103-CE74-EE7428B6D7D3}"/>
          </ac:grpSpMkLst>
        </pc:grpChg>
        <pc:grpChg chg="del mod">
          <ac:chgData name="한나 조" userId="65a288ce2c9026c1" providerId="LiveId" clId="{C15A6EEB-526C-46C9-82AA-A02ABBD41001}" dt="2026-07-29T08:38:46.248" v="6850" actId="478"/>
          <ac:grpSpMkLst>
            <pc:docMk/>
            <pc:sldMk cId="540720311" sldId="2082"/>
            <ac:grpSpMk id="6" creationId="{781BEBE0-7845-F913-8F25-54E3971C3DF9}"/>
          </ac:grpSpMkLst>
        </pc:grpChg>
        <pc:grpChg chg="del">
          <ac:chgData name="한나 조" userId="65a288ce2c9026c1" providerId="LiveId" clId="{C15A6EEB-526C-46C9-82AA-A02ABBD41001}" dt="2026-07-30T03:32:25.426" v="7517" actId="478"/>
          <ac:grpSpMkLst>
            <pc:docMk/>
            <pc:sldMk cId="540720311" sldId="2082"/>
            <ac:grpSpMk id="14" creationId="{B14610D7-628C-5894-B18D-8E6CDA39F96F}"/>
          </ac:grpSpMkLst>
        </pc:grpChg>
        <pc:grpChg chg="del mod">
          <ac:chgData name="한나 조" userId="65a288ce2c9026c1" providerId="LiveId" clId="{C15A6EEB-526C-46C9-82AA-A02ABBD41001}" dt="2026-07-30T03:22:12.380" v="7491" actId="165"/>
          <ac:grpSpMkLst>
            <pc:docMk/>
            <pc:sldMk cId="540720311" sldId="2082"/>
            <ac:grpSpMk id="16" creationId="{272BA75D-FA14-A2B8-FEAF-65B4793FF421}"/>
          </ac:grpSpMkLst>
        </pc:grpChg>
        <pc:grpChg chg="add mod">
          <ac:chgData name="한나 조" userId="65a288ce2c9026c1" providerId="LiveId" clId="{C15A6EEB-526C-46C9-82AA-A02ABBD41001}" dt="2026-07-30T07:51:06.869" v="7634" actId="1035"/>
          <ac:grpSpMkLst>
            <pc:docMk/>
            <pc:sldMk cId="540720311" sldId="2082"/>
            <ac:grpSpMk id="30" creationId="{DD75DC4D-AC2C-28C3-7891-54175E772C09}"/>
          </ac:grpSpMkLst>
        </pc:grpChg>
        <pc:grpChg chg="mod">
          <ac:chgData name="한나 조" userId="65a288ce2c9026c1" providerId="LiveId" clId="{C15A6EEB-526C-46C9-82AA-A02ABBD41001}" dt="2026-07-30T06:49:33.518" v="7579" actId="1076"/>
          <ac:grpSpMkLst>
            <pc:docMk/>
            <pc:sldMk cId="540720311" sldId="2082"/>
            <ac:grpSpMk id="42" creationId="{0B1C8999-8275-2468-F39B-90A62719AC21}"/>
          </ac:grpSpMkLst>
        </pc:grpChg>
        <pc:grpChg chg="mod">
          <ac:chgData name="한나 조" userId="65a288ce2c9026c1" providerId="LiveId" clId="{C15A6EEB-526C-46C9-82AA-A02ABBD41001}" dt="2026-07-30T06:49:33.518" v="7579" actId="1076"/>
          <ac:grpSpMkLst>
            <pc:docMk/>
            <pc:sldMk cId="540720311" sldId="2082"/>
            <ac:grpSpMk id="47" creationId="{383C9F6F-74DB-ECE9-A734-ED95A7F51B62}"/>
          </ac:grpSpMkLst>
        </pc:grpChg>
        <pc:grpChg chg="del">
          <ac:chgData name="한나 조" userId="65a288ce2c9026c1" providerId="LiveId" clId="{C15A6EEB-526C-46C9-82AA-A02ABBD41001}" dt="2026-07-30T06:18:35.082" v="7552" actId="478"/>
          <ac:grpSpMkLst>
            <pc:docMk/>
            <pc:sldMk cId="540720311" sldId="2082"/>
            <ac:grpSpMk id="55" creationId="{2E7CF7B8-8756-3EEC-A0CF-CB119FAD79D6}"/>
          </ac:grpSpMkLst>
        </pc:grpChg>
        <pc:grpChg chg="mod">
          <ac:chgData name="한나 조" userId="65a288ce2c9026c1" providerId="LiveId" clId="{C15A6EEB-526C-46C9-82AA-A02ABBD41001}" dt="2026-07-30T06:17:31.379" v="7532" actId="1076"/>
          <ac:grpSpMkLst>
            <pc:docMk/>
            <pc:sldMk cId="540720311" sldId="2082"/>
            <ac:grpSpMk id="64" creationId="{15B4C736-4EEA-DF84-E389-9FCECB2FA3EE}"/>
          </ac:grpSpMkLst>
        </pc:grpChg>
        <pc:grpChg chg="add mod">
          <ac:chgData name="한나 조" userId="65a288ce2c9026c1" providerId="LiveId" clId="{C15A6EEB-526C-46C9-82AA-A02ABBD41001}" dt="2026-07-30T06:42:11.203" v="7561" actId="571"/>
          <ac:grpSpMkLst>
            <pc:docMk/>
            <pc:sldMk cId="540720311" sldId="2082"/>
            <ac:grpSpMk id="65" creationId="{28851716-3378-8C06-A910-C1459FA5BA7F}"/>
          </ac:grpSpMkLst>
        </pc:grpChg>
        <pc:grpChg chg="add mod ord">
          <ac:chgData name="한나 조" userId="65a288ce2c9026c1" providerId="LiveId" clId="{C15A6EEB-526C-46C9-82AA-A02ABBD41001}" dt="2026-07-30T06:49:33.518" v="7579" actId="1076"/>
          <ac:grpSpMkLst>
            <pc:docMk/>
            <pc:sldMk cId="540720311" sldId="2082"/>
            <ac:grpSpMk id="73" creationId="{616F9410-702F-58A3-E8C7-9F75EF558BD0}"/>
          </ac:grpSpMkLst>
        </pc:grpChg>
        <pc:graphicFrameChg chg="add modGraphic">
          <ac:chgData name="한나 조" userId="65a288ce2c9026c1" providerId="LiveId" clId="{C15A6EEB-526C-46C9-82AA-A02ABBD41001}" dt="2026-07-30T06:50:11.183" v="7588" actId="6549"/>
          <ac:graphicFrameMkLst>
            <pc:docMk/>
            <pc:sldMk cId="540720311" sldId="2082"/>
            <ac:graphicFrameMk id="89" creationId="{C6E2A379-0995-2A73-7C4A-57EB59EE23FD}"/>
          </ac:graphicFrameMkLst>
        </pc:graphicFrameChg>
        <pc:picChg chg="mod">
          <ac:chgData name="한나 조" userId="65a288ce2c9026c1" providerId="LiveId" clId="{C15A6EEB-526C-46C9-82AA-A02ABBD41001}" dt="2026-07-30T03:32:50.224" v="7522" actId="164"/>
          <ac:picMkLst>
            <pc:docMk/>
            <pc:sldMk cId="540720311" sldId="2082"/>
            <ac:picMk id="21" creationId="{A604AB34-D086-E35C-36DC-5B5B8152BB68}"/>
          </ac:picMkLst>
        </pc:picChg>
        <pc:picChg chg="mod">
          <ac:chgData name="한나 조" userId="65a288ce2c9026c1" providerId="LiveId" clId="{C15A6EEB-526C-46C9-82AA-A02ABBD41001}" dt="2026-07-30T03:32:50.224" v="7522" actId="164"/>
          <ac:picMkLst>
            <pc:docMk/>
            <pc:sldMk cId="540720311" sldId="2082"/>
            <ac:picMk id="22" creationId="{F0015D56-A6F7-148A-E144-D71AE91B3329}"/>
          </ac:picMkLst>
        </pc:picChg>
        <pc:picChg chg="mod">
          <ac:chgData name="한나 조" userId="65a288ce2c9026c1" providerId="LiveId" clId="{C15A6EEB-526C-46C9-82AA-A02ABBD41001}" dt="2026-07-30T03:32:50.224" v="7522" actId="164"/>
          <ac:picMkLst>
            <pc:docMk/>
            <pc:sldMk cId="540720311" sldId="2082"/>
            <ac:picMk id="27" creationId="{B4590399-7FF1-7AB9-1B38-06FBFEBC2134}"/>
          </ac:picMkLst>
        </pc:picChg>
        <pc:cxnChg chg="mod">
          <ac:chgData name="한나 조" userId="65a288ce2c9026c1" providerId="LiveId" clId="{C15A6EEB-526C-46C9-82AA-A02ABBD41001}" dt="2026-07-30T03:32:50.224" v="7522" actId="164"/>
          <ac:cxnSpMkLst>
            <pc:docMk/>
            <pc:sldMk cId="540720311" sldId="2082"/>
            <ac:cxnSpMk id="23" creationId="{1BA6A3AF-E765-3F4D-1D02-02C90A665C94}"/>
          </ac:cxnSpMkLst>
        </pc:cxnChg>
      </pc:sldChg>
      <pc:sldChg chg="addSp delSp modSp new mod modClrScheme chgLayout">
        <pc:chgData name="한나 조" userId="65a288ce2c9026c1" providerId="LiveId" clId="{C15A6EEB-526C-46C9-82AA-A02ABBD41001}" dt="2026-07-30T08:14:31.511" v="7879" actId="22"/>
        <pc:sldMkLst>
          <pc:docMk/>
          <pc:sldMk cId="1860338438" sldId="2083"/>
        </pc:sldMkLst>
        <pc:spChg chg="del mod">
          <ac:chgData name="한나 조" userId="65a288ce2c9026c1" providerId="LiveId" clId="{C15A6EEB-526C-46C9-82AA-A02ABBD41001}" dt="2026-07-30T07:56:56.746" v="7720" actId="478"/>
          <ac:spMkLst>
            <pc:docMk/>
            <pc:sldMk cId="1860338438" sldId="2083"/>
            <ac:spMk id="5" creationId="{F81F0A2D-19B0-6683-62FD-8321DD36DDAD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7" creationId="{0CB5F9B4-79B3-69E0-F770-E9312A883B4E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8" creationId="{CFA0DA65-5266-56BD-90A2-0DAFBD3E5257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10" creationId="{379DFB92-B1EA-151B-C577-1B67E7C67F49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11" creationId="{C5453C57-44FE-9042-CB39-9CF68CF242CB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17" creationId="{E695A1C8-D4DC-5B1B-AE3A-0B7DDF61823F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19" creationId="{D14CAAD6-9B27-D860-05C5-12BFB0C87EE7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21" creationId="{E31D0C84-7B9A-5C8E-824B-E8DA67FD177B}"/>
          </ac:spMkLst>
        </pc:spChg>
        <pc:spChg chg="mod">
          <ac:chgData name="한나 조" userId="65a288ce2c9026c1" providerId="LiveId" clId="{C15A6EEB-526C-46C9-82AA-A02ABBD41001}" dt="2026-07-30T07:57:05.080" v="7722" actId="14100"/>
          <ac:spMkLst>
            <pc:docMk/>
            <pc:sldMk cId="1860338438" sldId="2083"/>
            <ac:spMk id="24" creationId="{83E45578-CDD9-7EF6-B414-253B2D2091B4}"/>
          </ac:spMkLst>
        </pc:spChg>
        <pc:spChg chg="mod">
          <ac:chgData name="한나 조" userId="65a288ce2c9026c1" providerId="LiveId" clId="{C15A6EEB-526C-46C9-82AA-A02ABBD41001}" dt="2026-07-30T07:57:15.778" v="7726" actId="113"/>
          <ac:spMkLst>
            <pc:docMk/>
            <pc:sldMk cId="1860338438" sldId="2083"/>
            <ac:spMk id="26" creationId="{802E198B-E092-3A06-4E22-3BB5D0D946FA}"/>
          </ac:spMkLst>
        </pc:spChg>
        <pc:spChg chg="mod">
          <ac:chgData name="한나 조" userId="65a288ce2c9026c1" providerId="LiveId" clId="{C15A6EEB-526C-46C9-82AA-A02ABBD41001}" dt="2026-07-30T07:57:19.378" v="7727" actId="1076"/>
          <ac:spMkLst>
            <pc:docMk/>
            <pc:sldMk cId="1860338438" sldId="2083"/>
            <ac:spMk id="28" creationId="{4FDFE0C2-2C0D-3972-28F2-0A99FD401401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33" creationId="{273C1172-0630-3EB1-0603-E3F80259C370}"/>
          </ac:spMkLst>
        </pc:spChg>
        <pc:spChg chg="mod">
          <ac:chgData name="한나 조" userId="65a288ce2c9026c1" providerId="LiveId" clId="{C15A6EEB-526C-46C9-82AA-A02ABBD41001}" dt="2026-07-30T07:52:29.760" v="7672"/>
          <ac:spMkLst>
            <pc:docMk/>
            <pc:sldMk cId="1860338438" sldId="2083"/>
            <ac:spMk id="36" creationId="{D516FBD3-7AB5-FF7B-D75E-3653A5CA02E3}"/>
          </ac:spMkLst>
        </pc:spChg>
        <pc:spChg chg="mod">
          <ac:chgData name="한나 조" userId="65a288ce2c9026c1" providerId="LiveId" clId="{C15A6EEB-526C-46C9-82AA-A02ABBD41001}" dt="2026-07-30T07:56:46.598" v="7718" actId="164"/>
          <ac:spMkLst>
            <pc:docMk/>
            <pc:sldMk cId="1860338438" sldId="2083"/>
            <ac:spMk id="37" creationId="{B195CCB0-1FBD-7B36-5181-8B3A00366C36}"/>
          </ac:spMkLst>
        </pc:spChg>
        <pc:spChg chg="mod">
          <ac:chgData name="한나 조" userId="65a288ce2c9026c1" providerId="LiveId" clId="{C15A6EEB-526C-46C9-82AA-A02ABBD41001}" dt="2026-07-30T07:56:46.598" v="7718" actId="164"/>
          <ac:spMkLst>
            <pc:docMk/>
            <pc:sldMk cId="1860338438" sldId="2083"/>
            <ac:spMk id="38" creationId="{8FB360DD-DC88-E168-E2A3-97BF6634B82B}"/>
          </ac:spMkLst>
        </pc:spChg>
        <pc:spChg chg="add mod">
          <ac:chgData name="한나 조" userId="65a288ce2c9026c1" providerId="LiveId" clId="{C15A6EEB-526C-46C9-82AA-A02ABBD41001}" dt="2026-07-30T07:52:46.660" v="7682"/>
          <ac:spMkLst>
            <pc:docMk/>
            <pc:sldMk cId="1860338438" sldId="2083"/>
            <ac:spMk id="40" creationId="{E1E4396C-1FBF-89CF-7172-E34D8F1561A6}"/>
          </ac:spMkLst>
        </pc:spChg>
        <pc:spChg chg="add mod">
          <ac:chgData name="한나 조" userId="65a288ce2c9026c1" providerId="LiveId" clId="{C15A6EEB-526C-46C9-82AA-A02ABBD41001}" dt="2026-07-30T07:56:25.070" v="7713" actId="20577"/>
          <ac:spMkLst>
            <pc:docMk/>
            <pc:sldMk cId="1860338438" sldId="2083"/>
            <ac:spMk id="42" creationId="{A116F5E0-D3BC-6277-BAC1-A60E12D1AE2E}"/>
          </ac:spMkLst>
        </pc:spChg>
        <pc:spChg chg="add mod">
          <ac:chgData name="한나 조" userId="65a288ce2c9026c1" providerId="LiveId" clId="{C15A6EEB-526C-46C9-82AA-A02ABBD41001}" dt="2026-07-30T07:52:48.753" v="7683"/>
          <ac:spMkLst>
            <pc:docMk/>
            <pc:sldMk cId="1860338438" sldId="2083"/>
            <ac:spMk id="44" creationId="{4B867A3C-A406-5260-CF41-6EDF6A17F57A}"/>
          </ac:spMkLst>
        </pc:spChg>
        <pc:spChg chg="mod">
          <ac:chgData name="한나 조" userId="65a288ce2c9026c1" providerId="LiveId" clId="{C15A6EEB-526C-46C9-82AA-A02ABBD41001}" dt="2026-07-30T07:57:24.566" v="7729" actId="571"/>
          <ac:spMkLst>
            <pc:docMk/>
            <pc:sldMk cId="1860338438" sldId="2083"/>
            <ac:spMk id="47" creationId="{19B95B6C-8C49-8265-C6D4-104E2B325BCA}"/>
          </ac:spMkLst>
        </pc:spChg>
        <pc:spChg chg="mod">
          <ac:chgData name="한나 조" userId="65a288ce2c9026c1" providerId="LiveId" clId="{C15A6EEB-526C-46C9-82AA-A02ABBD41001}" dt="2026-07-30T07:57:24.566" v="7729" actId="571"/>
          <ac:spMkLst>
            <pc:docMk/>
            <pc:sldMk cId="1860338438" sldId="2083"/>
            <ac:spMk id="48" creationId="{11E85B7F-F3B2-72DB-16C8-55BE55F7347E}"/>
          </ac:spMkLst>
        </pc:spChg>
        <pc:spChg chg="mod">
          <ac:chgData name="한나 조" userId="65a288ce2c9026c1" providerId="LiveId" clId="{C15A6EEB-526C-46C9-82AA-A02ABBD41001}" dt="2026-07-30T07:57:24.566" v="7729" actId="571"/>
          <ac:spMkLst>
            <pc:docMk/>
            <pc:sldMk cId="1860338438" sldId="2083"/>
            <ac:spMk id="49" creationId="{D3ED52C8-BC53-53C2-1D32-3334BA13AD2D}"/>
          </ac:spMkLst>
        </pc:spChg>
        <pc:spChg chg="mod">
          <ac:chgData name="한나 조" userId="65a288ce2c9026c1" providerId="LiveId" clId="{C15A6EEB-526C-46C9-82AA-A02ABBD41001}" dt="2026-07-30T07:57:24.566" v="7729" actId="571"/>
          <ac:spMkLst>
            <pc:docMk/>
            <pc:sldMk cId="1860338438" sldId="2083"/>
            <ac:spMk id="50" creationId="{A36C1C79-A474-DEDC-84AE-3D8EA923C3D0}"/>
          </ac:spMkLst>
        </pc:spChg>
        <pc:spChg chg="mod">
          <ac:chgData name="한나 조" userId="65a288ce2c9026c1" providerId="LiveId" clId="{C15A6EEB-526C-46C9-82AA-A02ABBD41001}" dt="2026-07-30T07:57:24.566" v="7729" actId="571"/>
          <ac:spMkLst>
            <pc:docMk/>
            <pc:sldMk cId="1860338438" sldId="2083"/>
            <ac:spMk id="51" creationId="{E73EEE85-0F89-11FC-4275-15F0D8EF03F8}"/>
          </ac:spMkLst>
        </pc:spChg>
        <pc:spChg chg="mod">
          <ac:chgData name="한나 조" userId="65a288ce2c9026c1" providerId="LiveId" clId="{C15A6EEB-526C-46C9-82AA-A02ABBD41001}" dt="2026-07-30T07:57:24.566" v="7729" actId="571"/>
          <ac:spMkLst>
            <pc:docMk/>
            <pc:sldMk cId="1860338438" sldId="2083"/>
            <ac:spMk id="52" creationId="{05758C01-1E0A-971B-46F1-6DC36E05A958}"/>
          </ac:spMkLst>
        </pc:spChg>
        <pc:spChg chg="mod">
          <ac:chgData name="한나 조" userId="65a288ce2c9026c1" providerId="LiveId" clId="{C15A6EEB-526C-46C9-82AA-A02ABBD41001}" dt="2026-07-30T07:57:27.448" v="7730" actId="571"/>
          <ac:spMkLst>
            <pc:docMk/>
            <pc:sldMk cId="1860338438" sldId="2083"/>
            <ac:spMk id="54" creationId="{30CE1B01-DFDB-C559-FFB6-5638045AD027}"/>
          </ac:spMkLst>
        </pc:spChg>
        <pc:spChg chg="mod">
          <ac:chgData name="한나 조" userId="65a288ce2c9026c1" providerId="LiveId" clId="{C15A6EEB-526C-46C9-82AA-A02ABBD41001}" dt="2026-07-30T07:57:27.448" v="7730" actId="571"/>
          <ac:spMkLst>
            <pc:docMk/>
            <pc:sldMk cId="1860338438" sldId="2083"/>
            <ac:spMk id="55" creationId="{9D60537E-D064-7B88-285C-5C0C867B667A}"/>
          </ac:spMkLst>
        </pc:spChg>
        <pc:spChg chg="mod">
          <ac:chgData name="한나 조" userId="65a288ce2c9026c1" providerId="LiveId" clId="{C15A6EEB-526C-46C9-82AA-A02ABBD41001}" dt="2026-07-30T07:57:27.448" v="7730" actId="571"/>
          <ac:spMkLst>
            <pc:docMk/>
            <pc:sldMk cId="1860338438" sldId="2083"/>
            <ac:spMk id="56" creationId="{B747C7A5-5291-C566-DE5E-C71B2457E974}"/>
          </ac:spMkLst>
        </pc:spChg>
        <pc:spChg chg="mod">
          <ac:chgData name="한나 조" userId="65a288ce2c9026c1" providerId="LiveId" clId="{C15A6EEB-526C-46C9-82AA-A02ABBD41001}" dt="2026-07-30T07:57:27.448" v="7730" actId="571"/>
          <ac:spMkLst>
            <pc:docMk/>
            <pc:sldMk cId="1860338438" sldId="2083"/>
            <ac:spMk id="57" creationId="{D61954DD-11CA-EEEA-4A66-1D26C03A2861}"/>
          </ac:spMkLst>
        </pc:spChg>
        <pc:spChg chg="mod">
          <ac:chgData name="한나 조" userId="65a288ce2c9026c1" providerId="LiveId" clId="{C15A6EEB-526C-46C9-82AA-A02ABBD41001}" dt="2026-07-30T07:57:27.448" v="7730" actId="571"/>
          <ac:spMkLst>
            <pc:docMk/>
            <pc:sldMk cId="1860338438" sldId="2083"/>
            <ac:spMk id="58" creationId="{60F11175-461C-80E1-52C7-B741B571436B}"/>
          </ac:spMkLst>
        </pc:spChg>
        <pc:spChg chg="mod">
          <ac:chgData name="한나 조" userId="65a288ce2c9026c1" providerId="LiveId" clId="{C15A6EEB-526C-46C9-82AA-A02ABBD41001}" dt="2026-07-30T07:57:27.448" v="7730" actId="571"/>
          <ac:spMkLst>
            <pc:docMk/>
            <pc:sldMk cId="1860338438" sldId="2083"/>
            <ac:spMk id="59" creationId="{5B204AC0-D9F3-4D11-22F1-2CD0ED16D3AE}"/>
          </ac:spMkLst>
        </pc:spChg>
        <pc:spChg chg="add">
          <ac:chgData name="한나 조" userId="65a288ce2c9026c1" providerId="LiveId" clId="{C15A6EEB-526C-46C9-82AA-A02ABBD41001}" dt="2026-07-30T08:14:25.135" v="7876" actId="22"/>
          <ac:spMkLst>
            <pc:docMk/>
            <pc:sldMk cId="1860338438" sldId="2083"/>
            <ac:spMk id="61" creationId="{C37DAAFC-DB4A-433E-0956-50CA3B634F8A}"/>
          </ac:spMkLst>
        </pc:spChg>
        <pc:spChg chg="add">
          <ac:chgData name="한나 조" userId="65a288ce2c9026c1" providerId="LiveId" clId="{C15A6EEB-526C-46C9-82AA-A02ABBD41001}" dt="2026-07-30T08:14:25.135" v="7876" actId="22"/>
          <ac:spMkLst>
            <pc:docMk/>
            <pc:sldMk cId="1860338438" sldId="2083"/>
            <ac:spMk id="63" creationId="{14420AA6-B667-15FD-2CA1-7617EED520FA}"/>
          </ac:spMkLst>
        </pc:spChg>
        <pc:grpChg chg="del mod">
          <ac:chgData name="한나 조" userId="65a288ce2c9026c1" providerId="LiveId" clId="{C15A6EEB-526C-46C9-82AA-A02ABBD41001}" dt="2026-07-30T07:56:58.754" v="7721" actId="478"/>
          <ac:grpSpMkLst>
            <pc:docMk/>
            <pc:sldMk cId="1860338438" sldId="2083"/>
            <ac:grpSpMk id="6" creationId="{ECE954BA-ED0D-46FD-1E4A-E286DCB07FF0}"/>
          </ac:grpSpMkLst>
        </pc:grpChg>
        <pc:grpChg chg="del mod">
          <ac:chgData name="한나 조" userId="65a288ce2c9026c1" providerId="LiveId" clId="{C15A6EEB-526C-46C9-82AA-A02ABBD41001}" dt="2026-07-30T07:57:20.799" v="7728" actId="478"/>
          <ac:grpSpMkLst>
            <pc:docMk/>
            <pc:sldMk cId="1860338438" sldId="2083"/>
            <ac:grpSpMk id="9" creationId="{418C0F1B-87CC-167C-F40D-4A1483E92A83}"/>
          </ac:grpSpMkLst>
        </pc:grpChg>
        <pc:grpChg chg="del mod">
          <ac:chgData name="한나 조" userId="65a288ce2c9026c1" providerId="LiveId" clId="{C15A6EEB-526C-46C9-82AA-A02ABBD41001}" dt="2026-07-30T07:56:56.746" v="7720" actId="478"/>
          <ac:grpSpMkLst>
            <pc:docMk/>
            <pc:sldMk cId="1860338438" sldId="2083"/>
            <ac:grpSpMk id="16" creationId="{3D392DD8-9B37-5391-EFAF-9E7726B80ED4}"/>
          </ac:grpSpMkLst>
        </pc:grpChg>
        <pc:grpChg chg="mod">
          <ac:chgData name="한나 조" userId="65a288ce2c9026c1" providerId="LiveId" clId="{C15A6EEB-526C-46C9-82AA-A02ABBD41001}" dt="2026-07-30T07:56:54.085" v="7719" actId="1076"/>
          <ac:grpSpMkLst>
            <pc:docMk/>
            <pc:sldMk cId="1860338438" sldId="2083"/>
            <ac:grpSpMk id="23" creationId="{E517A94F-E988-5475-B9A8-CBAD104AE59A}"/>
          </ac:grpSpMkLst>
        </pc:grpChg>
        <pc:grpChg chg="del mod">
          <ac:chgData name="한나 조" userId="65a288ce2c9026c1" providerId="LiveId" clId="{C15A6EEB-526C-46C9-82AA-A02ABBD41001}" dt="2026-07-30T07:57:20.799" v="7728" actId="478"/>
          <ac:grpSpMkLst>
            <pc:docMk/>
            <pc:sldMk cId="1860338438" sldId="2083"/>
            <ac:grpSpMk id="30" creationId="{7DB3E4DB-F27D-A90D-5DFC-C2CA047CC85A}"/>
          </ac:grpSpMkLst>
        </pc:grpChg>
        <pc:grpChg chg="add mod">
          <ac:chgData name="한나 조" userId="65a288ce2c9026c1" providerId="LiveId" clId="{C15A6EEB-526C-46C9-82AA-A02ABBD41001}" dt="2026-07-30T07:56:46.598" v="7718" actId="164"/>
          <ac:grpSpMkLst>
            <pc:docMk/>
            <pc:sldMk cId="1860338438" sldId="2083"/>
            <ac:grpSpMk id="45" creationId="{22F54241-213D-924E-7437-67985618073A}"/>
          </ac:grpSpMkLst>
        </pc:grpChg>
        <pc:grpChg chg="add mod">
          <ac:chgData name="한나 조" userId="65a288ce2c9026c1" providerId="LiveId" clId="{C15A6EEB-526C-46C9-82AA-A02ABBD41001}" dt="2026-07-30T07:57:38.513" v="7737" actId="1036"/>
          <ac:grpSpMkLst>
            <pc:docMk/>
            <pc:sldMk cId="1860338438" sldId="2083"/>
            <ac:grpSpMk id="46" creationId="{99C4AC79-F8BE-245E-2569-9D0F4BA9AAA6}"/>
          </ac:grpSpMkLst>
        </pc:grpChg>
        <pc:grpChg chg="add mod">
          <ac:chgData name="한나 조" userId="65a288ce2c9026c1" providerId="LiveId" clId="{C15A6EEB-526C-46C9-82AA-A02ABBD41001}" dt="2026-07-30T07:57:38.513" v="7737" actId="1036"/>
          <ac:grpSpMkLst>
            <pc:docMk/>
            <pc:sldMk cId="1860338438" sldId="2083"/>
            <ac:grpSpMk id="53" creationId="{4B55E384-A161-1CA3-92D9-7BD26CB6A8B5}"/>
          </ac:grpSpMkLst>
        </pc:grpChg>
        <pc:graphicFrameChg chg="add">
          <ac:chgData name="한나 조" userId="65a288ce2c9026c1" providerId="LiveId" clId="{C15A6EEB-526C-46C9-82AA-A02ABBD41001}" dt="2026-07-30T08:14:31.511" v="7879" actId="22"/>
          <ac:graphicFrameMkLst>
            <pc:docMk/>
            <pc:sldMk cId="1860338438" sldId="2083"/>
            <ac:graphicFrameMk id="65" creationId="{BEEDD1CC-434E-187C-DA0C-86B7BA479409}"/>
          </ac:graphicFrameMkLst>
        </pc:graphicFrameChg>
      </pc:sldChg>
      <pc:sldChg chg="addSp delSp modSp add mod">
        <pc:chgData name="한나 조" userId="65a288ce2c9026c1" providerId="LiveId" clId="{C15A6EEB-526C-46C9-82AA-A02ABBD41001}" dt="2026-07-30T07:52:06.993" v="7671" actId="1036"/>
        <pc:sldMkLst>
          <pc:docMk/>
          <pc:sldMk cId="1571914615" sldId="2084"/>
        </pc:sldMkLst>
        <pc:spChg chg="del mod">
          <ac:chgData name="한나 조" userId="65a288ce2c9026c1" providerId="LiveId" clId="{C15A6EEB-526C-46C9-82AA-A02ABBD41001}" dt="2026-07-30T07:52:02.107" v="7668" actId="21"/>
          <ac:spMkLst>
            <pc:docMk/>
            <pc:sldMk cId="1571914615" sldId="2084"/>
            <ac:spMk id="3" creationId="{1050B620-B2EE-111E-601E-DE1C200F23FB}"/>
          </ac:spMkLst>
        </pc:spChg>
        <pc:spChg chg="add">
          <ac:chgData name="한나 조" userId="65a288ce2c9026c1" providerId="LiveId" clId="{C15A6EEB-526C-46C9-82AA-A02ABBD41001}" dt="2026-07-30T06:50:26.074" v="7591" actId="22"/>
          <ac:spMkLst>
            <pc:docMk/>
            <pc:sldMk cId="1571914615" sldId="2084"/>
            <ac:spMk id="5" creationId="{2A6CF07B-9BE5-2200-F455-EA357F1DB5BE}"/>
          </ac:spMkLst>
        </pc:spChg>
        <pc:spChg chg="add">
          <ac:chgData name="한나 조" userId="65a288ce2c9026c1" providerId="LiveId" clId="{C15A6EEB-526C-46C9-82AA-A02ABBD41001}" dt="2026-07-30T06:50:26.074" v="7591" actId="22"/>
          <ac:spMkLst>
            <pc:docMk/>
            <pc:sldMk cId="1571914615" sldId="2084"/>
            <ac:spMk id="7" creationId="{3FAE9505-EC79-A79A-5FD1-FC487A485EF4}"/>
          </ac:spMkLst>
        </pc:spChg>
        <pc:spChg chg="add">
          <ac:chgData name="한나 조" userId="65a288ce2c9026c1" providerId="LiveId" clId="{C15A6EEB-526C-46C9-82AA-A02ABBD41001}" dt="2026-07-30T06:50:26.074" v="7591" actId="22"/>
          <ac:spMkLst>
            <pc:docMk/>
            <pc:sldMk cId="1571914615" sldId="2084"/>
            <ac:spMk id="9" creationId="{0C120239-4598-6133-183E-5D0497F5DF38}"/>
          </ac:spMkLst>
        </pc:spChg>
        <pc:spChg chg="mod">
          <ac:chgData name="한나 조" userId="65a288ce2c9026c1" providerId="LiveId" clId="{C15A6EEB-526C-46C9-82AA-A02ABBD41001}" dt="2026-07-30T06:50:40.106" v="7592"/>
          <ac:spMkLst>
            <pc:docMk/>
            <pc:sldMk cId="1571914615" sldId="2084"/>
            <ac:spMk id="11" creationId="{9D0C09A0-C6E6-B483-0D5D-270D0DE71308}"/>
          </ac:spMkLst>
        </pc:spChg>
        <pc:spChg chg="mod">
          <ac:chgData name="한나 조" userId="65a288ce2c9026c1" providerId="LiveId" clId="{C15A6EEB-526C-46C9-82AA-A02ABBD41001}" dt="2026-07-30T06:50:40.106" v="7592"/>
          <ac:spMkLst>
            <pc:docMk/>
            <pc:sldMk cId="1571914615" sldId="2084"/>
            <ac:spMk id="12" creationId="{DA12794E-9C8A-799C-15EE-E53FA07E17BE}"/>
          </ac:spMkLst>
        </pc:spChg>
        <pc:spChg chg="mod">
          <ac:chgData name="한나 조" userId="65a288ce2c9026c1" providerId="LiveId" clId="{C15A6EEB-526C-46C9-82AA-A02ABBD41001}" dt="2026-07-30T06:50:40.106" v="7592"/>
          <ac:spMkLst>
            <pc:docMk/>
            <pc:sldMk cId="1571914615" sldId="2084"/>
            <ac:spMk id="14" creationId="{789D53DB-FA28-7CD0-F626-512AAE51ACBC}"/>
          </ac:spMkLst>
        </pc:spChg>
        <pc:spChg chg="add mod">
          <ac:chgData name="한나 조" userId="65a288ce2c9026c1" providerId="LiveId" clId="{C15A6EEB-526C-46C9-82AA-A02ABBD41001}" dt="2026-07-30T07:51:10.249" v="7635" actId="1035"/>
          <ac:spMkLst>
            <pc:docMk/>
            <pc:sldMk cId="1571914615" sldId="2084"/>
            <ac:spMk id="15" creationId="{E5A7D422-B060-A130-6A15-0453E00EDD29}"/>
          </ac:spMkLst>
        </pc:spChg>
        <pc:spChg chg="add mod">
          <ac:chgData name="한나 조" userId="65a288ce2c9026c1" providerId="LiveId" clId="{C15A6EEB-526C-46C9-82AA-A02ABBD41001}" dt="2026-07-30T07:51:10.249" v="7635" actId="1035"/>
          <ac:spMkLst>
            <pc:docMk/>
            <pc:sldMk cId="1571914615" sldId="2084"/>
            <ac:spMk id="16" creationId="{55276A25-894E-29E4-513F-CA02007D7A95}"/>
          </ac:spMkLst>
        </pc:spChg>
        <pc:spChg chg="add mod">
          <ac:chgData name="한나 조" userId="65a288ce2c9026c1" providerId="LiveId" clId="{C15A6EEB-526C-46C9-82AA-A02ABBD41001}" dt="2026-07-30T07:51:10.249" v="7635" actId="1035"/>
          <ac:spMkLst>
            <pc:docMk/>
            <pc:sldMk cId="1571914615" sldId="2084"/>
            <ac:spMk id="17" creationId="{26704798-BC05-169C-4B74-B83580656E75}"/>
          </ac:spMkLst>
        </pc:spChg>
        <pc:spChg chg="del mod">
          <ac:chgData name="한나 조" userId="65a288ce2c9026c1" providerId="LiveId" clId="{C15A6EEB-526C-46C9-82AA-A02ABBD41001}" dt="2026-07-30T07:52:02.107" v="7668" actId="21"/>
          <ac:spMkLst>
            <pc:docMk/>
            <pc:sldMk cId="1571914615" sldId="2084"/>
            <ac:spMk id="18" creationId="{90349942-3A6D-383A-B0B7-3FED9E0A3818}"/>
          </ac:spMkLst>
        </pc:spChg>
        <pc:spChg chg="add mod">
          <ac:chgData name="한나 조" userId="65a288ce2c9026c1" providerId="LiveId" clId="{C15A6EEB-526C-46C9-82AA-A02ABBD41001}" dt="2026-07-30T07:51:10.249" v="7635" actId="1035"/>
          <ac:spMkLst>
            <pc:docMk/>
            <pc:sldMk cId="1571914615" sldId="2084"/>
            <ac:spMk id="19" creationId="{846583F5-A5B7-D708-A005-1BAA0179873E}"/>
          </ac:spMkLst>
        </pc:spChg>
        <pc:spChg chg="add mod">
          <ac:chgData name="한나 조" userId="65a288ce2c9026c1" providerId="LiveId" clId="{C15A6EEB-526C-46C9-82AA-A02ABBD41001}" dt="2026-07-30T07:51:10.249" v="7635" actId="1035"/>
          <ac:spMkLst>
            <pc:docMk/>
            <pc:sldMk cId="1571914615" sldId="2084"/>
            <ac:spMk id="28" creationId="{09F3BA3E-5CE2-A41D-6E1B-97167580F388}"/>
          </ac:spMkLst>
        </pc:spChg>
        <pc:spChg chg="add mod ord">
          <ac:chgData name="한나 조" userId="65a288ce2c9026c1" providerId="LiveId" clId="{C15A6EEB-526C-46C9-82AA-A02ABBD41001}" dt="2026-07-30T06:52:15.534" v="7607" actId="207"/>
          <ac:spMkLst>
            <pc:docMk/>
            <pc:sldMk cId="1571914615" sldId="2084"/>
            <ac:spMk id="31" creationId="{0E675A65-A9CE-1F79-285F-7B5BDE5C4899}"/>
          </ac:spMkLst>
        </pc:spChg>
        <pc:spChg chg="add mod">
          <ac:chgData name="한나 조" userId="65a288ce2c9026c1" providerId="LiveId" clId="{C15A6EEB-526C-46C9-82AA-A02ABBD41001}" dt="2026-07-30T07:51:58.365" v="7665" actId="164"/>
          <ac:spMkLst>
            <pc:docMk/>
            <pc:sldMk cId="1571914615" sldId="2084"/>
            <ac:spMk id="35" creationId="{BB479F41-AF4F-4987-AB83-AB409D82F415}"/>
          </ac:spMkLst>
        </pc:spChg>
        <pc:spChg chg="add mod">
          <ac:chgData name="한나 조" userId="65a288ce2c9026c1" providerId="LiveId" clId="{C15A6EEB-526C-46C9-82AA-A02ABBD41001}" dt="2026-07-30T07:51:58.365" v="7665" actId="164"/>
          <ac:spMkLst>
            <pc:docMk/>
            <pc:sldMk cId="1571914615" sldId="2084"/>
            <ac:spMk id="37" creationId="{4062D68F-8700-5191-6F75-055E7AD88D3C}"/>
          </ac:spMkLst>
        </pc:spChg>
        <pc:spChg chg="del">
          <ac:chgData name="한나 조" userId="65a288ce2c9026c1" providerId="LiveId" clId="{C15A6EEB-526C-46C9-82AA-A02ABBD41001}" dt="2026-07-30T07:34:29.014" v="7617" actId="478"/>
          <ac:spMkLst>
            <pc:docMk/>
            <pc:sldMk cId="1571914615" sldId="2084"/>
            <ac:spMk id="41" creationId="{9FECB1D9-270B-10D9-1342-F2C6DCC11D77}"/>
          </ac:spMkLst>
        </pc:spChg>
        <pc:spChg chg="mod">
          <ac:chgData name="한나 조" userId="65a288ce2c9026c1" providerId="LiveId" clId="{C15A6EEB-526C-46C9-82AA-A02ABBD41001}" dt="2026-07-30T06:52:21.583" v="7608" actId="14100"/>
          <ac:spMkLst>
            <pc:docMk/>
            <pc:sldMk cId="1571914615" sldId="2084"/>
            <ac:spMk id="48" creationId="{57FEBA43-CD10-4CA9-D155-58E4720DEA29}"/>
          </ac:spMkLst>
        </pc:spChg>
        <pc:spChg chg="mod">
          <ac:chgData name="한나 조" userId="65a288ce2c9026c1" providerId="LiveId" clId="{C15A6EEB-526C-46C9-82AA-A02ABBD41001}" dt="2026-07-30T07:34:15.128" v="7615" actId="1076"/>
          <ac:spMkLst>
            <pc:docMk/>
            <pc:sldMk cId="1571914615" sldId="2084"/>
            <ac:spMk id="62" creationId="{5BB83CB0-DC1B-414C-408D-8AEB24099101}"/>
          </ac:spMkLst>
        </pc:spChg>
        <pc:spChg chg="mod">
          <ac:chgData name="한나 조" userId="65a288ce2c9026c1" providerId="LiveId" clId="{C15A6EEB-526C-46C9-82AA-A02ABBD41001}" dt="2026-07-30T07:34:15.128" v="7615" actId="1076"/>
          <ac:spMkLst>
            <pc:docMk/>
            <pc:sldMk cId="1571914615" sldId="2084"/>
            <ac:spMk id="63" creationId="{2C0A2E55-36BD-471A-AAE2-6431A4F47893}"/>
          </ac:spMkLst>
        </pc:spChg>
        <pc:spChg chg="mod">
          <ac:chgData name="한나 조" userId="65a288ce2c9026c1" providerId="LiveId" clId="{C15A6EEB-526C-46C9-82AA-A02ABBD41001}" dt="2026-07-30T07:34:08.257" v="7614" actId="1076"/>
          <ac:spMkLst>
            <pc:docMk/>
            <pc:sldMk cId="1571914615" sldId="2084"/>
            <ac:spMk id="77" creationId="{8489E07E-0D54-6B97-B566-F0D44A080DBA}"/>
          </ac:spMkLst>
        </pc:spChg>
        <pc:spChg chg="del">
          <ac:chgData name="한나 조" userId="65a288ce2c9026c1" providerId="LiveId" clId="{C15A6EEB-526C-46C9-82AA-A02ABBD41001}" dt="2026-07-30T06:50:25.786" v="7590" actId="478"/>
          <ac:spMkLst>
            <pc:docMk/>
            <pc:sldMk cId="1571914615" sldId="2084"/>
            <ac:spMk id="79" creationId="{F0ABC72E-3361-D4E9-AD5F-787B489007B6}"/>
          </ac:spMkLst>
        </pc:spChg>
        <pc:spChg chg="del">
          <ac:chgData name="한나 조" userId="65a288ce2c9026c1" providerId="LiveId" clId="{C15A6EEB-526C-46C9-82AA-A02ABBD41001}" dt="2026-07-30T06:50:25.786" v="7590" actId="478"/>
          <ac:spMkLst>
            <pc:docMk/>
            <pc:sldMk cId="1571914615" sldId="2084"/>
            <ac:spMk id="81" creationId="{9F57D4BD-BDD7-D71F-0037-CA234A1F8011}"/>
          </ac:spMkLst>
        </pc:spChg>
        <pc:spChg chg="del">
          <ac:chgData name="한나 조" userId="65a288ce2c9026c1" providerId="LiveId" clId="{C15A6EEB-526C-46C9-82AA-A02ABBD41001}" dt="2026-07-30T06:50:25.786" v="7590" actId="478"/>
          <ac:spMkLst>
            <pc:docMk/>
            <pc:sldMk cId="1571914615" sldId="2084"/>
            <ac:spMk id="83" creationId="{6DC5D844-1903-5271-229D-A2C95AFF7F99}"/>
          </ac:spMkLst>
        </pc:spChg>
        <pc:grpChg chg="add mod">
          <ac:chgData name="한나 조" userId="65a288ce2c9026c1" providerId="LiveId" clId="{C15A6EEB-526C-46C9-82AA-A02ABBD41001}" dt="2026-07-30T06:51:52.212" v="7603" actId="164"/>
          <ac:grpSpMkLst>
            <pc:docMk/>
            <pc:sldMk cId="1571914615" sldId="2084"/>
            <ac:grpSpMk id="10" creationId="{0A9A82DB-6B81-7941-CB96-97C7453E77A3}"/>
          </ac:grpSpMkLst>
        </pc:grpChg>
        <pc:grpChg chg="mod">
          <ac:chgData name="한나 조" userId="65a288ce2c9026c1" providerId="LiveId" clId="{C15A6EEB-526C-46C9-82AA-A02ABBD41001}" dt="2026-07-30T07:51:10.249" v="7635" actId="1035"/>
          <ac:grpSpMkLst>
            <pc:docMk/>
            <pc:sldMk cId="1571914615" sldId="2084"/>
            <ac:grpSpMk id="30" creationId="{7E50F98F-D76E-B8AC-EA97-AAC44CA5EBE1}"/>
          </ac:grpSpMkLst>
        </pc:grpChg>
        <pc:grpChg chg="add mod">
          <ac:chgData name="한나 조" userId="65a288ce2c9026c1" providerId="LiveId" clId="{C15A6EEB-526C-46C9-82AA-A02ABBD41001}" dt="2026-07-30T07:40:35.875" v="7621" actId="1076"/>
          <ac:grpSpMkLst>
            <pc:docMk/>
            <pc:sldMk cId="1571914615" sldId="2084"/>
            <ac:grpSpMk id="33" creationId="{D580783D-4D83-17E5-4593-D7DC08B9A481}"/>
          </ac:grpSpMkLst>
        </pc:grpChg>
        <pc:grpChg chg="del">
          <ac:chgData name="한나 조" userId="65a288ce2c9026c1" providerId="LiveId" clId="{C15A6EEB-526C-46C9-82AA-A02ABBD41001}" dt="2026-07-30T06:50:53.725" v="7593" actId="478"/>
          <ac:grpSpMkLst>
            <pc:docMk/>
            <pc:sldMk cId="1571914615" sldId="2084"/>
            <ac:grpSpMk id="42" creationId="{33B96033-F2AC-6A52-9156-4C4CB29834D4}"/>
          </ac:grpSpMkLst>
        </pc:grpChg>
        <pc:grpChg chg="mod">
          <ac:chgData name="한나 조" userId="65a288ce2c9026c1" providerId="LiveId" clId="{C15A6EEB-526C-46C9-82AA-A02ABBD41001}" dt="2026-07-30T07:34:15.128" v="7615" actId="1076"/>
          <ac:grpSpMkLst>
            <pc:docMk/>
            <pc:sldMk cId="1571914615" sldId="2084"/>
            <ac:grpSpMk id="47" creationId="{8C813415-C8D5-01E2-62F5-FDA6FBAE76C4}"/>
          </ac:grpSpMkLst>
        </pc:grpChg>
        <pc:grpChg chg="add mod">
          <ac:chgData name="한나 조" userId="65a288ce2c9026c1" providerId="LiveId" clId="{C15A6EEB-526C-46C9-82AA-A02ABBD41001}" dt="2026-07-30T07:52:06.993" v="7671" actId="1036"/>
          <ac:grpSpMkLst>
            <pc:docMk/>
            <pc:sldMk cId="1571914615" sldId="2084"/>
            <ac:grpSpMk id="55" creationId="{4E98E616-775A-AFCA-6864-9A8D82BC770C}"/>
          </ac:grpSpMkLst>
        </pc:grpChg>
        <pc:grpChg chg="mod">
          <ac:chgData name="한나 조" userId="65a288ce2c9026c1" providerId="LiveId" clId="{C15A6EEB-526C-46C9-82AA-A02ABBD41001}" dt="2026-07-30T07:40:35.875" v="7621" actId="1076"/>
          <ac:grpSpMkLst>
            <pc:docMk/>
            <pc:sldMk cId="1571914615" sldId="2084"/>
            <ac:grpSpMk id="65" creationId="{6BD90F4D-D870-D2B4-F127-E0E16183F91E}"/>
          </ac:grpSpMkLst>
        </pc:grpChg>
        <pc:grpChg chg="mod">
          <ac:chgData name="한나 조" userId="65a288ce2c9026c1" providerId="LiveId" clId="{C15A6EEB-526C-46C9-82AA-A02ABBD41001}" dt="2026-07-30T07:34:15.128" v="7615" actId="1076"/>
          <ac:grpSpMkLst>
            <pc:docMk/>
            <pc:sldMk cId="1571914615" sldId="2084"/>
            <ac:grpSpMk id="73" creationId="{3E90FEAF-FCFF-F6B5-A600-3176C1D27160}"/>
          </ac:grpSpMkLst>
        </pc:grpChg>
        <pc:cxnChg chg="del mod">
          <ac:chgData name="한나 조" userId="65a288ce2c9026c1" providerId="LiveId" clId="{C15A6EEB-526C-46C9-82AA-A02ABBD41001}" dt="2026-07-30T06:51:04.127" v="7595" actId="478"/>
          <ac:cxnSpMkLst>
            <pc:docMk/>
            <pc:sldMk cId="1571914615" sldId="2084"/>
            <ac:cxnSpMk id="13" creationId="{3AC97336-4221-EF7B-0665-CCAD71512623}"/>
          </ac:cxnSpMkLst>
        </pc:cxnChg>
      </pc:sldChg>
      <pc:sldChg chg="addSp delSp modSp new mod modClrScheme chgLayout">
        <pc:chgData name="한나 조" userId="65a288ce2c9026c1" providerId="LiveId" clId="{C15A6EEB-526C-46C9-82AA-A02ABBD41001}" dt="2026-07-30T08:14:24.416" v="7875" actId="22"/>
        <pc:sldMkLst>
          <pc:docMk/>
          <pc:sldMk cId="2543713442" sldId="2085"/>
        </pc:sldMkLst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3" creationId="{81D79EA7-19B4-23B1-80F9-133C661F184D}"/>
          </ac:spMkLst>
        </pc:spChg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4" creationId="{7B7DD384-66A3-15DE-5396-B0C9DF20E6F6}"/>
          </ac:spMkLst>
        </pc:spChg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5" creationId="{9B94DBFB-4344-DE04-2A06-3074D081D266}"/>
          </ac:spMkLst>
        </pc:spChg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6" creationId="{4213C866-9A56-4820-AA5E-99B5B915152A}"/>
          </ac:spMkLst>
        </pc:spChg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7" creationId="{92C2BE5D-7F2C-3138-0863-A4F60784B5C8}"/>
          </ac:spMkLst>
        </pc:spChg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8" creationId="{A7285753-564F-9305-0AF3-18F10AF6921A}"/>
          </ac:spMkLst>
        </pc:spChg>
        <pc:spChg chg="mod topLvl">
          <ac:chgData name="한나 조" userId="65a288ce2c9026c1" providerId="LiveId" clId="{C15A6EEB-526C-46C9-82AA-A02ABBD41001}" dt="2026-07-30T07:41:01.050" v="7628" actId="164"/>
          <ac:spMkLst>
            <pc:docMk/>
            <pc:sldMk cId="2543713442" sldId="2085"/>
            <ac:spMk id="9" creationId="{28B34CD9-97EB-A0F4-A7BA-4C019B8ABEB4}"/>
          </ac:spMkLst>
        </pc:spChg>
        <pc:spChg chg="mod">
          <ac:chgData name="한나 조" userId="65a288ce2c9026c1" providerId="LiveId" clId="{C15A6EEB-526C-46C9-82AA-A02ABBD41001}" dt="2026-07-30T07:41:38.082" v="7629" actId="14100"/>
          <ac:spMkLst>
            <pc:docMk/>
            <pc:sldMk cId="2543713442" sldId="2085"/>
            <ac:spMk id="11" creationId="{6212BE10-91D5-084F-B21F-2A700932C21E}"/>
          </ac:spMkLst>
        </pc:spChg>
        <pc:spChg chg="mod">
          <ac:chgData name="한나 조" userId="65a288ce2c9026c1" providerId="LiveId" clId="{C15A6EEB-526C-46C9-82AA-A02ABBD41001}" dt="2026-07-30T07:41:54.476" v="7633" actId="14100"/>
          <ac:spMkLst>
            <pc:docMk/>
            <pc:sldMk cId="2543713442" sldId="2085"/>
            <ac:spMk id="13" creationId="{2A6F910D-9E1C-5FA3-CAAD-A39A2BDC7044}"/>
          </ac:spMkLst>
        </pc:spChg>
        <pc:spChg chg="mod">
          <ac:chgData name="한나 조" userId="65a288ce2c9026c1" providerId="LiveId" clId="{C15A6EEB-526C-46C9-82AA-A02ABBD41001}" dt="2026-07-30T07:40:38.389" v="7622"/>
          <ac:spMkLst>
            <pc:docMk/>
            <pc:sldMk cId="2543713442" sldId="2085"/>
            <ac:spMk id="15" creationId="{5BA1D0E7-6EC5-7916-E8C2-B15988CB91B5}"/>
          </ac:spMkLst>
        </pc:spChg>
        <pc:spChg chg="mod">
          <ac:chgData name="한나 조" userId="65a288ce2c9026c1" providerId="LiveId" clId="{C15A6EEB-526C-46C9-82AA-A02ABBD41001}" dt="2026-07-30T07:40:42.725" v="7623"/>
          <ac:spMkLst>
            <pc:docMk/>
            <pc:sldMk cId="2543713442" sldId="2085"/>
            <ac:spMk id="17" creationId="{C31FE2F6-057A-1BAF-69C7-FDF79224A88E}"/>
          </ac:spMkLst>
        </pc:spChg>
        <pc:spChg chg="mod">
          <ac:chgData name="한나 조" userId="65a288ce2c9026c1" providerId="LiveId" clId="{C15A6EEB-526C-46C9-82AA-A02ABBD41001}" dt="2026-07-30T07:40:42.725" v="7623"/>
          <ac:spMkLst>
            <pc:docMk/>
            <pc:sldMk cId="2543713442" sldId="2085"/>
            <ac:spMk id="18" creationId="{67C4C5A5-504B-FF1D-CBC4-850209CD9328}"/>
          </ac:spMkLst>
        </pc:spChg>
        <pc:spChg chg="mod">
          <ac:chgData name="한나 조" userId="65a288ce2c9026c1" providerId="LiveId" clId="{C15A6EEB-526C-46C9-82AA-A02ABBD41001}" dt="2026-07-30T07:40:42.725" v="7623"/>
          <ac:spMkLst>
            <pc:docMk/>
            <pc:sldMk cId="2543713442" sldId="2085"/>
            <ac:spMk id="19" creationId="{0ACD888C-FCDB-B92C-DC1E-05E5ABDC29D3}"/>
          </ac:spMkLst>
        </pc:spChg>
        <pc:spChg chg="mod">
          <ac:chgData name="한나 조" userId="65a288ce2c9026c1" providerId="LiveId" clId="{C15A6EEB-526C-46C9-82AA-A02ABBD41001}" dt="2026-07-30T07:40:42.725" v="7623"/>
          <ac:spMkLst>
            <pc:docMk/>
            <pc:sldMk cId="2543713442" sldId="2085"/>
            <ac:spMk id="20" creationId="{9E46839B-DFC5-9B80-9201-1FB17FD71DC2}"/>
          </ac:spMkLst>
        </pc:spChg>
        <pc:spChg chg="add del">
          <ac:chgData name="한나 조" userId="65a288ce2c9026c1" providerId="LiveId" clId="{C15A6EEB-526C-46C9-82AA-A02ABBD41001}" dt="2026-07-30T08:14:24.416" v="7875" actId="22"/>
          <ac:spMkLst>
            <pc:docMk/>
            <pc:sldMk cId="2543713442" sldId="2085"/>
            <ac:spMk id="23" creationId="{34D4B33E-270E-6E20-88C0-5FE9ED7BFA25}"/>
          </ac:spMkLst>
        </pc:spChg>
        <pc:spChg chg="add del">
          <ac:chgData name="한나 조" userId="65a288ce2c9026c1" providerId="LiveId" clId="{C15A6EEB-526C-46C9-82AA-A02ABBD41001}" dt="2026-07-30T08:14:24.416" v="7875" actId="22"/>
          <ac:spMkLst>
            <pc:docMk/>
            <pc:sldMk cId="2543713442" sldId="2085"/>
            <ac:spMk id="25" creationId="{6F96536B-3CD5-B007-F005-8635339A86B0}"/>
          </ac:spMkLst>
        </pc:spChg>
        <pc:grpChg chg="del mod">
          <ac:chgData name="한나 조" userId="65a288ce2c9026c1" providerId="LiveId" clId="{C15A6EEB-526C-46C9-82AA-A02ABBD41001}" dt="2026-07-30T07:40:51.967" v="7625" actId="165"/>
          <ac:grpSpMkLst>
            <pc:docMk/>
            <pc:sldMk cId="2543713442" sldId="2085"/>
            <ac:grpSpMk id="2" creationId="{4A7B0A4D-77A9-EF90-B17D-5A3AC15DAD2A}"/>
          </ac:grpSpMkLst>
        </pc:grpChg>
        <pc:grpChg chg="mod">
          <ac:chgData name="한나 조" userId="65a288ce2c9026c1" providerId="LiveId" clId="{C15A6EEB-526C-46C9-82AA-A02ABBD41001}" dt="2026-07-30T07:41:01.050" v="7628" actId="164"/>
          <ac:grpSpMkLst>
            <pc:docMk/>
            <pc:sldMk cId="2543713442" sldId="2085"/>
            <ac:grpSpMk id="10" creationId="{F4083655-0261-C1E1-7D44-2C9F7C8A4892}"/>
          </ac:grpSpMkLst>
        </pc:grpChg>
        <pc:grpChg chg="add mod">
          <ac:chgData name="한나 조" userId="65a288ce2c9026c1" providerId="LiveId" clId="{C15A6EEB-526C-46C9-82AA-A02ABBD41001}" dt="2026-07-30T07:41:01.050" v="7628" actId="164"/>
          <ac:grpSpMkLst>
            <pc:docMk/>
            <pc:sldMk cId="2543713442" sldId="2085"/>
            <ac:grpSpMk id="16" creationId="{A369B381-4331-0D37-79B9-6B25C6867BA7}"/>
          </ac:grpSpMkLst>
        </pc:grpChg>
        <pc:grpChg chg="add mod">
          <ac:chgData name="한나 조" userId="65a288ce2c9026c1" providerId="LiveId" clId="{C15A6EEB-526C-46C9-82AA-A02ABBD41001}" dt="2026-07-30T07:41:01.050" v="7628" actId="164"/>
          <ac:grpSpMkLst>
            <pc:docMk/>
            <pc:sldMk cId="2543713442" sldId="2085"/>
            <ac:grpSpMk id="21" creationId="{DC0F03B4-BDC7-ED97-0330-DCDD2A8EBF79}"/>
          </ac:grpSpMkLst>
        </pc:grpChg>
      </pc:sldChg>
      <pc:sldChg chg="addSp delSp modSp add mod modClrScheme chgLayout">
        <pc:chgData name="한나 조" userId="65a288ce2c9026c1" providerId="LiveId" clId="{C15A6EEB-526C-46C9-82AA-A02ABBD41001}" dt="2026-07-30T08:14:33.551" v="7881" actId="22"/>
        <pc:sldMkLst>
          <pc:docMk/>
          <pc:sldMk cId="3856301759" sldId="2086"/>
        </pc:sldMkLst>
        <pc:spChg chg="mod">
          <ac:chgData name="한나 조" userId="65a288ce2c9026c1" providerId="LiveId" clId="{C15A6EEB-526C-46C9-82AA-A02ABBD41001}" dt="2026-07-30T08:14:18.832" v="7873" actId="20577"/>
          <ac:spMkLst>
            <pc:docMk/>
            <pc:sldMk cId="3856301759" sldId="2086"/>
            <ac:spMk id="4" creationId="{8BEF9684-5380-7FF6-9777-1C29C06AFBC7}"/>
          </ac:spMkLst>
        </pc:spChg>
        <pc:spChg chg="mod">
          <ac:chgData name="한나 조" userId="65a288ce2c9026c1" providerId="LiveId" clId="{C15A6EEB-526C-46C9-82AA-A02ABBD41001}" dt="2026-07-30T07:59:30.808" v="7739"/>
          <ac:spMkLst>
            <pc:docMk/>
            <pc:sldMk cId="3856301759" sldId="2086"/>
            <ac:spMk id="6" creationId="{43DDDBB4-DECA-06AA-D1AC-618F84536FF7}"/>
          </ac:spMkLst>
        </pc:spChg>
        <pc:spChg chg="mod">
          <ac:chgData name="한나 조" userId="65a288ce2c9026c1" providerId="LiveId" clId="{C15A6EEB-526C-46C9-82AA-A02ABBD41001}" dt="2026-07-30T07:59:30.808" v="7739"/>
          <ac:spMkLst>
            <pc:docMk/>
            <pc:sldMk cId="3856301759" sldId="2086"/>
            <ac:spMk id="7" creationId="{63048ECE-08E1-1C8F-A7D3-478CF13C7117}"/>
          </ac:spMkLst>
        </pc:spChg>
        <pc:spChg chg="mod">
          <ac:chgData name="한나 조" userId="65a288ce2c9026c1" providerId="LiveId" clId="{C15A6EEB-526C-46C9-82AA-A02ABBD41001}" dt="2026-07-30T07:59:55.830" v="7743"/>
          <ac:spMkLst>
            <pc:docMk/>
            <pc:sldMk cId="3856301759" sldId="2086"/>
            <ac:spMk id="9" creationId="{BBE2BBAE-1C22-8727-A6AB-5B7B4F6849DB}"/>
          </ac:spMkLst>
        </pc:spChg>
        <pc:spChg chg="mod">
          <ac:chgData name="한나 조" userId="65a288ce2c9026c1" providerId="LiveId" clId="{C15A6EEB-526C-46C9-82AA-A02ABBD41001}" dt="2026-07-30T07:59:55.830" v="7743"/>
          <ac:spMkLst>
            <pc:docMk/>
            <pc:sldMk cId="3856301759" sldId="2086"/>
            <ac:spMk id="13" creationId="{B211D4E6-1F05-7FFF-3586-7CE1BE973289}"/>
          </ac:spMkLst>
        </pc:spChg>
        <pc:spChg chg="mod">
          <ac:chgData name="한나 조" userId="65a288ce2c9026c1" providerId="LiveId" clId="{C15A6EEB-526C-46C9-82AA-A02ABBD41001}" dt="2026-07-30T07:59:55.830" v="7743"/>
          <ac:spMkLst>
            <pc:docMk/>
            <pc:sldMk cId="3856301759" sldId="2086"/>
            <ac:spMk id="14" creationId="{1DE49F34-C2C3-34E4-E775-2A6E85F7EC4F}"/>
          </ac:spMkLst>
        </pc:spChg>
        <pc:spChg chg="mod">
          <ac:chgData name="한나 조" userId="65a288ce2c9026c1" providerId="LiveId" clId="{C15A6EEB-526C-46C9-82AA-A02ABBD41001}" dt="2026-07-30T07:59:55.830" v="7743"/>
          <ac:spMkLst>
            <pc:docMk/>
            <pc:sldMk cId="3856301759" sldId="2086"/>
            <ac:spMk id="15" creationId="{D55A061D-72A1-CC46-8827-34645A8ABE80}"/>
          </ac:spMkLst>
        </pc:spChg>
        <pc:spChg chg="mod">
          <ac:chgData name="한나 조" userId="65a288ce2c9026c1" providerId="LiveId" clId="{C15A6EEB-526C-46C9-82AA-A02ABBD41001}" dt="2026-07-30T07:59:55.830" v="7743"/>
          <ac:spMkLst>
            <pc:docMk/>
            <pc:sldMk cId="3856301759" sldId="2086"/>
            <ac:spMk id="17" creationId="{89BA8BB1-47D6-457A-E61F-1869CC0DC5B3}"/>
          </ac:spMkLst>
        </pc:spChg>
        <pc:spChg chg="add del mod">
          <ac:chgData name="한나 조" userId="65a288ce2c9026c1" providerId="LiveId" clId="{C15A6EEB-526C-46C9-82AA-A02ABBD41001}" dt="2026-07-30T07:59:58.967" v="7744" actId="478"/>
          <ac:spMkLst>
            <pc:docMk/>
            <pc:sldMk cId="3856301759" sldId="2086"/>
            <ac:spMk id="18" creationId="{77D99F2B-0472-1535-2C69-4D1495AF9F90}"/>
          </ac:spMkLst>
        </pc:spChg>
        <pc:spChg chg="add del mod">
          <ac:chgData name="한나 조" userId="65a288ce2c9026c1" providerId="LiveId" clId="{C15A6EEB-526C-46C9-82AA-A02ABBD41001}" dt="2026-07-30T07:59:58.967" v="7744" actId="478"/>
          <ac:spMkLst>
            <pc:docMk/>
            <pc:sldMk cId="3856301759" sldId="2086"/>
            <ac:spMk id="19" creationId="{DA10C004-F2C5-D7CC-788C-40C313EC59A2}"/>
          </ac:spMkLst>
        </pc:spChg>
        <pc:spChg chg="add del mod">
          <ac:chgData name="한나 조" userId="65a288ce2c9026c1" providerId="LiveId" clId="{C15A6EEB-526C-46C9-82AA-A02ABBD41001}" dt="2026-07-30T07:59:58.967" v="7744" actId="478"/>
          <ac:spMkLst>
            <pc:docMk/>
            <pc:sldMk cId="3856301759" sldId="2086"/>
            <ac:spMk id="20" creationId="{8A71B91E-6205-5F83-1DC0-FB7C08071669}"/>
          </ac:spMkLst>
        </pc:spChg>
        <pc:spChg chg="add del mod">
          <ac:chgData name="한나 조" userId="65a288ce2c9026c1" providerId="LiveId" clId="{C15A6EEB-526C-46C9-82AA-A02ABBD41001}" dt="2026-07-30T07:59:58.967" v="7744" actId="478"/>
          <ac:spMkLst>
            <pc:docMk/>
            <pc:sldMk cId="3856301759" sldId="2086"/>
            <ac:spMk id="21" creationId="{B53C27ED-21C8-685A-B43B-B3C500C9B707}"/>
          </ac:spMkLst>
        </pc:spChg>
        <pc:spChg chg="add del mod">
          <ac:chgData name="한나 조" userId="65a288ce2c9026c1" providerId="LiveId" clId="{C15A6EEB-526C-46C9-82AA-A02ABBD41001}" dt="2026-07-30T07:59:58.967" v="7744" actId="478"/>
          <ac:spMkLst>
            <pc:docMk/>
            <pc:sldMk cId="3856301759" sldId="2086"/>
            <ac:spMk id="22" creationId="{A5E587B7-528A-74C5-9CC4-571173F6A15A}"/>
          </ac:spMkLst>
        </pc:spChg>
        <pc:spChg chg="mod">
          <ac:chgData name="한나 조" userId="65a288ce2c9026c1" providerId="LiveId" clId="{C15A6EEB-526C-46C9-82AA-A02ABBD41001}" dt="2026-07-30T08:01:28.989" v="7759" actId="14100"/>
          <ac:spMkLst>
            <pc:docMk/>
            <pc:sldMk cId="3856301759" sldId="2086"/>
            <ac:spMk id="31" creationId="{3D23E203-CA20-55A7-B837-52569AEE6989}"/>
          </ac:spMkLst>
        </pc:spChg>
        <pc:spChg chg="mod">
          <ac:chgData name="한나 조" userId="65a288ce2c9026c1" providerId="LiveId" clId="{C15A6EEB-526C-46C9-82AA-A02ABBD41001}" dt="2026-07-30T08:01:10.089" v="7756" actId="1076"/>
          <ac:spMkLst>
            <pc:docMk/>
            <pc:sldMk cId="3856301759" sldId="2086"/>
            <ac:spMk id="32" creationId="{71E3F2DE-D444-7CE5-8182-33504E7FEC2B}"/>
          </ac:spMkLst>
        </pc:spChg>
        <pc:spChg chg="mod">
          <ac:chgData name="한나 조" userId="65a288ce2c9026c1" providerId="LiveId" clId="{C15A6EEB-526C-46C9-82AA-A02ABBD41001}" dt="2026-07-30T08:01:03.478" v="7754" actId="14100"/>
          <ac:spMkLst>
            <pc:docMk/>
            <pc:sldMk cId="3856301759" sldId="2086"/>
            <ac:spMk id="33" creationId="{934E11E0-8DD7-AD15-351A-9207EA6C7719}"/>
          </ac:spMkLst>
        </pc:spChg>
        <pc:spChg chg="mod">
          <ac:chgData name="한나 조" userId="65a288ce2c9026c1" providerId="LiveId" clId="{C15A6EEB-526C-46C9-82AA-A02ABBD41001}" dt="2026-07-30T08:01:01.641" v="7753"/>
          <ac:spMkLst>
            <pc:docMk/>
            <pc:sldMk cId="3856301759" sldId="2086"/>
            <ac:spMk id="34" creationId="{DA537EF8-810B-CEF9-BE53-68FB55F99463}"/>
          </ac:spMkLst>
        </pc:spChg>
        <pc:spChg chg="mod">
          <ac:chgData name="한나 조" userId="65a288ce2c9026c1" providerId="LiveId" clId="{C15A6EEB-526C-46C9-82AA-A02ABBD41001}" dt="2026-07-30T08:01:01.641" v="7753"/>
          <ac:spMkLst>
            <pc:docMk/>
            <pc:sldMk cId="3856301759" sldId="2086"/>
            <ac:spMk id="35" creationId="{551BA842-324C-D8BC-32B0-4E434846A2C4}"/>
          </ac:spMkLst>
        </pc:spChg>
        <pc:spChg chg="mod">
          <ac:chgData name="한나 조" userId="65a288ce2c9026c1" providerId="LiveId" clId="{C15A6EEB-526C-46C9-82AA-A02ABBD41001}" dt="2026-07-30T08:01:23.283" v="7758" actId="1076"/>
          <ac:spMkLst>
            <pc:docMk/>
            <pc:sldMk cId="3856301759" sldId="2086"/>
            <ac:spMk id="36" creationId="{73ED3E1E-98C5-F82A-E261-9334BAF1CC81}"/>
          </ac:spMkLst>
        </pc:spChg>
        <pc:spChg chg="mod">
          <ac:chgData name="한나 조" userId="65a288ce2c9026c1" providerId="LiveId" clId="{C15A6EEB-526C-46C9-82AA-A02ABBD41001}" dt="2026-07-30T08:01:23.283" v="7758" actId="1076"/>
          <ac:spMkLst>
            <pc:docMk/>
            <pc:sldMk cId="3856301759" sldId="2086"/>
            <ac:spMk id="39" creationId="{268C0DBC-1FD0-ED3C-E389-3567F74F07C0}"/>
          </ac:spMkLst>
        </pc:spChg>
        <pc:spChg chg="mod">
          <ac:chgData name="한나 조" userId="65a288ce2c9026c1" providerId="LiveId" clId="{C15A6EEB-526C-46C9-82AA-A02ABBD41001}" dt="2026-07-30T08:01:17.144" v="7757" actId="1076"/>
          <ac:spMkLst>
            <pc:docMk/>
            <pc:sldMk cId="3856301759" sldId="2086"/>
            <ac:spMk id="41" creationId="{FCC50600-6BDE-85F7-4E8C-C95FC4E940D1}"/>
          </ac:spMkLst>
        </pc:spChg>
        <pc:spChg chg="del">
          <ac:chgData name="한나 조" userId="65a288ce2c9026c1" providerId="LiveId" clId="{C15A6EEB-526C-46C9-82AA-A02ABBD41001}" dt="2026-07-30T07:59:44.386" v="7741" actId="478"/>
          <ac:spMkLst>
            <pc:docMk/>
            <pc:sldMk cId="3856301759" sldId="2086"/>
            <ac:spMk id="42" creationId="{02259105-C857-3248-D670-9211CA6C20A1}"/>
          </ac:spMkLst>
        </pc:spChg>
        <pc:spChg chg="mod">
          <ac:chgData name="한나 조" userId="65a288ce2c9026c1" providerId="LiveId" clId="{C15A6EEB-526C-46C9-82AA-A02ABBD41001}" dt="2026-07-30T08:01:01.641" v="7753"/>
          <ac:spMkLst>
            <pc:docMk/>
            <pc:sldMk cId="3856301759" sldId="2086"/>
            <ac:spMk id="43" creationId="{40B687F8-EF61-291B-A733-4012C40DC029}"/>
          </ac:spMkLst>
        </pc:spChg>
        <pc:spChg chg="del">
          <ac:chgData name="한나 조" userId="65a288ce2c9026c1" providerId="LiveId" clId="{C15A6EEB-526C-46C9-82AA-A02ABBD41001}" dt="2026-07-30T07:59:44.386" v="7741" actId="478"/>
          <ac:spMkLst>
            <pc:docMk/>
            <pc:sldMk cId="3856301759" sldId="2086"/>
            <ac:spMk id="44" creationId="{34C920A5-7096-0455-9F3B-2A107F9C035B}"/>
          </ac:spMkLst>
        </pc:spChg>
        <pc:spChg chg="mod">
          <ac:chgData name="한나 조" userId="65a288ce2c9026c1" providerId="LiveId" clId="{C15A6EEB-526C-46C9-82AA-A02ABBD41001}" dt="2026-07-30T08:01:01.641" v="7753"/>
          <ac:spMkLst>
            <pc:docMk/>
            <pc:sldMk cId="3856301759" sldId="2086"/>
            <ac:spMk id="60" creationId="{EE2724F3-C938-FA20-3ACB-3000C7CA19EB}"/>
          </ac:spMkLst>
        </pc:spChg>
        <pc:spChg chg="mod">
          <ac:chgData name="한나 조" userId="65a288ce2c9026c1" providerId="LiveId" clId="{C15A6EEB-526C-46C9-82AA-A02ABBD41001}" dt="2026-07-30T08:01:01.641" v="7753"/>
          <ac:spMkLst>
            <pc:docMk/>
            <pc:sldMk cId="3856301759" sldId="2086"/>
            <ac:spMk id="61" creationId="{0DCB2E47-CB28-23BB-8C17-2F66809E4DF1}"/>
          </ac:spMkLst>
        </pc:spChg>
        <pc:spChg chg="mod">
          <ac:chgData name="한나 조" userId="65a288ce2c9026c1" providerId="LiveId" clId="{C15A6EEB-526C-46C9-82AA-A02ABBD41001}" dt="2026-07-30T08:00:18.252" v="7746"/>
          <ac:spMkLst>
            <pc:docMk/>
            <pc:sldMk cId="3856301759" sldId="2086"/>
            <ac:spMk id="65" creationId="{00C50780-127F-90E3-46FA-F0BE25AEC55C}"/>
          </ac:spMkLst>
        </pc:spChg>
        <pc:spChg chg="mod">
          <ac:chgData name="한나 조" userId="65a288ce2c9026c1" providerId="LiveId" clId="{C15A6EEB-526C-46C9-82AA-A02ABBD41001}" dt="2026-07-30T08:00:18.252" v="7746"/>
          <ac:spMkLst>
            <pc:docMk/>
            <pc:sldMk cId="3856301759" sldId="2086"/>
            <ac:spMk id="70" creationId="{47C2D33C-027B-4C15-AF92-5EBF9F5B62B6}"/>
          </ac:spMkLst>
        </pc:spChg>
        <pc:spChg chg="mod">
          <ac:chgData name="한나 조" userId="65a288ce2c9026c1" providerId="LiveId" clId="{C15A6EEB-526C-46C9-82AA-A02ABBD41001}" dt="2026-07-30T08:00:18.252" v="7746"/>
          <ac:spMkLst>
            <pc:docMk/>
            <pc:sldMk cId="3856301759" sldId="2086"/>
            <ac:spMk id="73" creationId="{31ED4456-0EB2-2359-F812-88C2EACEE090}"/>
          </ac:spMkLst>
        </pc:spChg>
        <pc:spChg chg="mod">
          <ac:chgData name="한나 조" userId="65a288ce2c9026c1" providerId="LiveId" clId="{C15A6EEB-526C-46C9-82AA-A02ABBD41001}" dt="2026-07-30T08:00:18.252" v="7746"/>
          <ac:spMkLst>
            <pc:docMk/>
            <pc:sldMk cId="3856301759" sldId="2086"/>
            <ac:spMk id="75" creationId="{3525BAF5-7B52-4267-5084-534FA40BFF11}"/>
          </ac:spMkLst>
        </pc:spChg>
        <pc:spChg chg="mod">
          <ac:chgData name="한나 조" userId="65a288ce2c9026c1" providerId="LiveId" clId="{C15A6EEB-526C-46C9-82AA-A02ABBD41001}" dt="2026-07-30T08:00:18.252" v="7746"/>
          <ac:spMkLst>
            <pc:docMk/>
            <pc:sldMk cId="3856301759" sldId="2086"/>
            <ac:spMk id="76" creationId="{7E459AE2-313F-81FE-AE59-901D92A8A54F}"/>
          </ac:spMkLst>
        </pc:spChg>
        <pc:spChg chg="del">
          <ac:chgData name="한나 조" userId="65a288ce2c9026c1" providerId="LiveId" clId="{C15A6EEB-526C-46C9-82AA-A02ABBD41001}" dt="2026-07-30T08:03:01.091" v="7783" actId="21"/>
          <ac:spMkLst>
            <pc:docMk/>
            <pc:sldMk cId="3856301759" sldId="2086"/>
            <ac:spMk id="82" creationId="{AA74562A-0D39-99A3-6FE5-916D68A89BFB}"/>
          </ac:spMkLst>
        </pc:spChg>
        <pc:spChg chg="del mod">
          <ac:chgData name="한나 조" userId="65a288ce2c9026c1" providerId="LiveId" clId="{C15A6EEB-526C-46C9-82AA-A02ABBD41001}" dt="2026-07-30T08:03:01.091" v="7783" actId="21"/>
          <ac:spMkLst>
            <pc:docMk/>
            <pc:sldMk cId="3856301759" sldId="2086"/>
            <ac:spMk id="83" creationId="{A594C98D-045E-343F-DDF5-4A26F9BEA080}"/>
          </ac:spMkLst>
        </pc:spChg>
        <pc:spChg chg="del">
          <ac:chgData name="한나 조" userId="65a288ce2c9026c1" providerId="LiveId" clId="{C15A6EEB-526C-46C9-82AA-A02ABBD41001}" dt="2026-07-30T08:03:01.091" v="7783" actId="21"/>
          <ac:spMkLst>
            <pc:docMk/>
            <pc:sldMk cId="3856301759" sldId="2086"/>
            <ac:spMk id="84" creationId="{7578A68B-CE52-7ED4-AFD3-06F02F4D1171}"/>
          </ac:spMkLst>
        </pc:spChg>
        <pc:spChg chg="mod">
          <ac:chgData name="한나 조" userId="65a288ce2c9026c1" providerId="LiveId" clId="{C15A6EEB-526C-46C9-82AA-A02ABBD41001}" dt="2026-07-30T08:03:22.516" v="7792" actId="14100"/>
          <ac:spMkLst>
            <pc:docMk/>
            <pc:sldMk cId="3856301759" sldId="2086"/>
            <ac:spMk id="86" creationId="{012EE491-78E6-11ED-4525-B95BA9E71DE7}"/>
          </ac:spMkLst>
        </pc:spChg>
        <pc:spChg chg="mod">
          <ac:chgData name="한나 조" userId="65a288ce2c9026c1" providerId="LiveId" clId="{C15A6EEB-526C-46C9-82AA-A02ABBD41001}" dt="2026-07-30T08:01:59.498" v="7766" actId="571"/>
          <ac:spMkLst>
            <pc:docMk/>
            <pc:sldMk cId="3856301759" sldId="2086"/>
            <ac:spMk id="87" creationId="{9E01E647-F678-7CCD-EDC0-AA24C2CBC524}"/>
          </ac:spMkLst>
        </pc:spChg>
        <pc:spChg chg="mod">
          <ac:chgData name="한나 조" userId="65a288ce2c9026c1" providerId="LiveId" clId="{C15A6EEB-526C-46C9-82AA-A02ABBD41001}" dt="2026-07-30T08:01:59.498" v="7766" actId="571"/>
          <ac:spMkLst>
            <pc:docMk/>
            <pc:sldMk cId="3856301759" sldId="2086"/>
            <ac:spMk id="89" creationId="{9D8E7095-E387-8F33-CCF6-A4BA0DAAF5BA}"/>
          </ac:spMkLst>
        </pc:spChg>
        <pc:spChg chg="mod">
          <ac:chgData name="한나 조" userId="65a288ce2c9026c1" providerId="LiveId" clId="{C15A6EEB-526C-46C9-82AA-A02ABBD41001}" dt="2026-07-30T08:01:59.498" v="7766" actId="571"/>
          <ac:spMkLst>
            <pc:docMk/>
            <pc:sldMk cId="3856301759" sldId="2086"/>
            <ac:spMk id="90" creationId="{CCDB49D1-B773-021B-52CA-3B465C531C74}"/>
          </ac:spMkLst>
        </pc:spChg>
        <pc:spChg chg="mod">
          <ac:chgData name="한나 조" userId="65a288ce2c9026c1" providerId="LiveId" clId="{C15A6EEB-526C-46C9-82AA-A02ABBD41001}" dt="2026-07-30T08:03:31.334" v="7800" actId="1035"/>
          <ac:spMkLst>
            <pc:docMk/>
            <pc:sldMk cId="3856301759" sldId="2086"/>
            <ac:spMk id="91" creationId="{16839135-DD8B-63D0-E0FE-BC42873C3B4D}"/>
          </ac:spMkLst>
        </pc:spChg>
        <pc:spChg chg="mod">
          <ac:chgData name="한나 조" userId="65a288ce2c9026c1" providerId="LiveId" clId="{C15A6EEB-526C-46C9-82AA-A02ABBD41001}" dt="2026-07-30T08:03:31.334" v="7800" actId="1035"/>
          <ac:spMkLst>
            <pc:docMk/>
            <pc:sldMk cId="3856301759" sldId="2086"/>
            <ac:spMk id="92" creationId="{41CFA59D-3972-87A2-D458-E98AE6D91F55}"/>
          </ac:spMkLst>
        </pc:spChg>
        <pc:spChg chg="mod">
          <ac:chgData name="한나 조" userId="65a288ce2c9026c1" providerId="LiveId" clId="{C15A6EEB-526C-46C9-82AA-A02ABBD41001}" dt="2026-07-30T08:03:31.334" v="7800" actId="1035"/>
          <ac:spMkLst>
            <pc:docMk/>
            <pc:sldMk cId="3856301759" sldId="2086"/>
            <ac:spMk id="93" creationId="{DD776AF2-C811-B1B1-0ED2-56F712A91F34}"/>
          </ac:spMkLst>
        </pc:spChg>
        <pc:spChg chg="del mod">
          <ac:chgData name="한나 조" userId="65a288ce2c9026c1" providerId="LiveId" clId="{C15A6EEB-526C-46C9-82AA-A02ABBD41001}" dt="2026-07-30T08:02:52.787" v="7780" actId="478"/>
          <ac:spMkLst>
            <pc:docMk/>
            <pc:sldMk cId="3856301759" sldId="2086"/>
            <ac:spMk id="94" creationId="{3E1E03DB-F585-F463-ACF0-77454EBEB471}"/>
          </ac:spMkLst>
        </pc:spChg>
        <pc:spChg chg="mod">
          <ac:chgData name="한나 조" userId="65a288ce2c9026c1" providerId="LiveId" clId="{C15A6EEB-526C-46C9-82AA-A02ABBD41001}" dt="2026-07-30T08:03:37.657" v="7804" actId="1036"/>
          <ac:spMkLst>
            <pc:docMk/>
            <pc:sldMk cId="3856301759" sldId="2086"/>
            <ac:spMk id="95" creationId="{A0847691-B416-81EB-31B0-5C36DAF354B6}"/>
          </ac:spMkLst>
        </pc:spChg>
        <pc:spChg chg="del mod">
          <ac:chgData name="한나 조" userId="65a288ce2c9026c1" providerId="LiveId" clId="{C15A6EEB-526C-46C9-82AA-A02ABBD41001}" dt="2026-07-30T08:02:56.515" v="7782" actId="478"/>
          <ac:spMkLst>
            <pc:docMk/>
            <pc:sldMk cId="3856301759" sldId="2086"/>
            <ac:spMk id="96" creationId="{10DB5AAE-28DE-0FB5-696E-8D4E39CEC9FD}"/>
          </ac:spMkLst>
        </pc:spChg>
        <pc:spChg chg="add del mod">
          <ac:chgData name="한나 조" userId="65a288ce2c9026c1" providerId="LiveId" clId="{C15A6EEB-526C-46C9-82AA-A02ABBD41001}" dt="2026-07-30T08:03:24.088" v="7793" actId="478"/>
          <ac:spMkLst>
            <pc:docMk/>
            <pc:sldMk cId="3856301759" sldId="2086"/>
            <ac:spMk id="98" creationId="{10950832-6030-D50F-523A-A8BA21C158B7}"/>
          </ac:spMkLst>
        </pc:spChg>
        <pc:spChg chg="add">
          <ac:chgData name="한나 조" userId="65a288ce2c9026c1" providerId="LiveId" clId="{C15A6EEB-526C-46C9-82AA-A02ABBD41001}" dt="2026-07-30T08:02:16.774" v="7770" actId="22"/>
          <ac:spMkLst>
            <pc:docMk/>
            <pc:sldMk cId="3856301759" sldId="2086"/>
            <ac:spMk id="100" creationId="{50437F36-D7DF-CFB5-993E-53E39855E28B}"/>
          </ac:spMkLst>
        </pc:spChg>
        <pc:spChg chg="add mod">
          <ac:chgData name="한나 조" userId="65a288ce2c9026c1" providerId="LiveId" clId="{C15A6EEB-526C-46C9-82AA-A02ABBD41001}" dt="2026-07-30T08:03:09.550" v="7789" actId="14100"/>
          <ac:spMkLst>
            <pc:docMk/>
            <pc:sldMk cId="3856301759" sldId="2086"/>
            <ac:spMk id="102" creationId="{F880349F-F2D8-37BE-5BD4-F02C174DC960}"/>
          </ac:spMkLst>
        </pc:spChg>
        <pc:spChg chg="add mod">
          <ac:chgData name="한나 조" userId="65a288ce2c9026c1" providerId="LiveId" clId="{C15A6EEB-526C-46C9-82AA-A02ABBD41001}" dt="2026-07-30T08:03:04.339" v="7786" actId="164"/>
          <ac:spMkLst>
            <pc:docMk/>
            <pc:sldMk cId="3856301759" sldId="2086"/>
            <ac:spMk id="104" creationId="{5D9F81D9-F52A-B3A7-1857-C41B70AE6DCD}"/>
          </ac:spMkLst>
        </pc:spChg>
        <pc:spChg chg="add mod">
          <ac:chgData name="한나 조" userId="65a288ce2c9026c1" providerId="LiveId" clId="{C15A6EEB-526C-46C9-82AA-A02ABBD41001}" dt="2026-07-30T08:03:11.852" v="7790" actId="1076"/>
          <ac:spMkLst>
            <pc:docMk/>
            <pc:sldMk cId="3856301759" sldId="2086"/>
            <ac:spMk id="106" creationId="{2793A4F5-19CD-FF95-3F66-4CB2A949C4BF}"/>
          </ac:spMkLst>
        </pc:spChg>
        <pc:spChg chg="add">
          <ac:chgData name="한나 조" userId="65a288ce2c9026c1" providerId="LiveId" clId="{C15A6EEB-526C-46C9-82AA-A02ABBD41001}" dt="2026-07-30T08:14:26.622" v="7878" actId="22"/>
          <ac:spMkLst>
            <pc:docMk/>
            <pc:sldMk cId="3856301759" sldId="2086"/>
            <ac:spMk id="109" creationId="{FE401ED9-F815-90AE-6A87-39A0C3D091FF}"/>
          </ac:spMkLst>
        </pc:spChg>
        <pc:spChg chg="add">
          <ac:chgData name="한나 조" userId="65a288ce2c9026c1" providerId="LiveId" clId="{C15A6EEB-526C-46C9-82AA-A02ABBD41001}" dt="2026-07-30T08:14:26.622" v="7878" actId="22"/>
          <ac:spMkLst>
            <pc:docMk/>
            <pc:sldMk cId="3856301759" sldId="2086"/>
            <ac:spMk id="111" creationId="{7A5381C9-A0A4-1A79-282B-6854F75BD73A}"/>
          </ac:spMkLst>
        </pc:spChg>
        <pc:grpChg chg="add mod">
          <ac:chgData name="한나 조" userId="65a288ce2c9026c1" providerId="LiveId" clId="{C15A6EEB-526C-46C9-82AA-A02ABBD41001}" dt="2026-07-30T07:59:34.518" v="7740" actId="1076"/>
          <ac:grpSpMkLst>
            <pc:docMk/>
            <pc:sldMk cId="3856301759" sldId="2086"/>
            <ac:grpSpMk id="5" creationId="{226A4EEC-8E18-A7A5-7120-58DBFFB5F331}"/>
          </ac:grpSpMkLst>
        </pc:grpChg>
        <pc:grpChg chg="mod">
          <ac:chgData name="한나 조" userId="65a288ce2c9026c1" providerId="LiveId" clId="{C15A6EEB-526C-46C9-82AA-A02ABBD41001}" dt="2026-07-30T08:01:50.067" v="7763" actId="1076"/>
          <ac:grpSpMkLst>
            <pc:docMk/>
            <pc:sldMk cId="3856301759" sldId="2086"/>
            <ac:grpSpMk id="8" creationId="{69B25D7F-9251-8B07-6F49-B46AE4F2966E}"/>
          </ac:grpSpMkLst>
        </pc:grpChg>
        <pc:grpChg chg="del">
          <ac:chgData name="한나 조" userId="65a288ce2c9026c1" providerId="LiveId" clId="{C15A6EEB-526C-46C9-82AA-A02ABBD41001}" dt="2026-07-30T08:00:17.736" v="7745" actId="478"/>
          <ac:grpSpMkLst>
            <pc:docMk/>
            <pc:sldMk cId="3856301759" sldId="2086"/>
            <ac:grpSpMk id="23" creationId="{317A9958-8042-CBBC-B7DA-73755C35E6E7}"/>
          </ac:grpSpMkLst>
        </pc:grpChg>
        <pc:grpChg chg="mod">
          <ac:chgData name="한나 조" userId="65a288ce2c9026c1" providerId="LiveId" clId="{C15A6EEB-526C-46C9-82AA-A02ABBD41001}" dt="2026-07-30T08:01:52.402" v="7764" actId="1076"/>
          <ac:grpSpMkLst>
            <pc:docMk/>
            <pc:sldMk cId="3856301759" sldId="2086"/>
            <ac:grpSpMk id="30" creationId="{D90661B0-42A1-4196-66B8-B3602B680A91}"/>
          </ac:grpSpMkLst>
        </pc:grpChg>
        <pc:grpChg chg="del">
          <ac:chgData name="한나 조" userId="65a288ce2c9026c1" providerId="LiveId" clId="{C15A6EEB-526C-46C9-82AA-A02ABBD41001}" dt="2026-07-30T07:59:47.207" v="7742" actId="478"/>
          <ac:grpSpMkLst>
            <pc:docMk/>
            <pc:sldMk cId="3856301759" sldId="2086"/>
            <ac:grpSpMk id="45" creationId="{E72D2465-132C-66A8-5E09-0409EC843887}"/>
          </ac:grpSpMkLst>
        </pc:grpChg>
        <pc:grpChg chg="del">
          <ac:chgData name="한나 조" userId="65a288ce2c9026c1" providerId="LiveId" clId="{C15A6EEB-526C-46C9-82AA-A02ABBD41001}" dt="2026-07-30T08:00:17.736" v="7745" actId="478"/>
          <ac:grpSpMkLst>
            <pc:docMk/>
            <pc:sldMk cId="3856301759" sldId="2086"/>
            <ac:grpSpMk id="46" creationId="{BF3CB3D9-7B61-F5E1-9FC7-C1026A35089A}"/>
          </ac:grpSpMkLst>
        </pc:grpChg>
        <pc:grpChg chg="del">
          <ac:chgData name="한나 조" userId="65a288ce2c9026c1" providerId="LiveId" clId="{C15A6EEB-526C-46C9-82AA-A02ABBD41001}" dt="2026-07-30T08:01:53.779" v="7765" actId="478"/>
          <ac:grpSpMkLst>
            <pc:docMk/>
            <pc:sldMk cId="3856301759" sldId="2086"/>
            <ac:grpSpMk id="53" creationId="{33E0922C-B69A-03EB-38D1-663EF66B5621}"/>
          </ac:grpSpMkLst>
        </pc:grpChg>
        <pc:grpChg chg="del mod">
          <ac:chgData name="한나 조" userId="65a288ce2c9026c1" providerId="LiveId" clId="{C15A6EEB-526C-46C9-82AA-A02ABBD41001}" dt="2026-07-30T08:01:36.003" v="7760" actId="478"/>
          <ac:grpSpMkLst>
            <pc:docMk/>
            <pc:sldMk cId="3856301759" sldId="2086"/>
            <ac:grpSpMk id="62" creationId="{4E7D5731-857B-822A-00D1-883E22977C9E}"/>
          </ac:grpSpMkLst>
        </pc:grpChg>
        <pc:grpChg chg="del mod">
          <ac:chgData name="한나 조" userId="65a288ce2c9026c1" providerId="LiveId" clId="{C15A6EEB-526C-46C9-82AA-A02ABBD41001}" dt="2026-07-30T08:03:25.695" v="7794" actId="478"/>
          <ac:grpSpMkLst>
            <pc:docMk/>
            <pc:sldMk cId="3856301759" sldId="2086"/>
            <ac:grpSpMk id="72" creationId="{6DC24FCD-9D7C-4C76-FCD7-92F0FBE81959}"/>
          </ac:grpSpMkLst>
        </pc:grpChg>
        <pc:grpChg chg="mod">
          <ac:chgData name="한나 조" userId="65a288ce2c9026c1" providerId="LiveId" clId="{C15A6EEB-526C-46C9-82AA-A02ABBD41001}" dt="2026-07-30T08:02:23.633" v="7772" actId="14100"/>
          <ac:grpSpMkLst>
            <pc:docMk/>
            <pc:sldMk cId="3856301759" sldId="2086"/>
            <ac:grpSpMk id="85" creationId="{033DEEDE-C317-ED0D-8D74-0877A82F388F}"/>
          </ac:grpSpMkLst>
        </pc:grpChg>
        <pc:grpChg chg="add mod">
          <ac:chgData name="한나 조" userId="65a288ce2c9026c1" providerId="LiveId" clId="{C15A6EEB-526C-46C9-82AA-A02ABBD41001}" dt="2026-07-30T08:03:17.453" v="7791" actId="1076"/>
          <ac:grpSpMkLst>
            <pc:docMk/>
            <pc:sldMk cId="3856301759" sldId="2086"/>
            <ac:grpSpMk id="107" creationId="{CADAB170-E6B4-477C-93F8-591D6DBCFB28}"/>
          </ac:grpSpMkLst>
        </pc:grpChg>
        <pc:graphicFrameChg chg="add">
          <ac:chgData name="한나 조" userId="65a288ce2c9026c1" providerId="LiveId" clId="{C15A6EEB-526C-46C9-82AA-A02ABBD41001}" dt="2026-07-30T08:14:33.551" v="7881" actId="22"/>
          <ac:graphicFrameMkLst>
            <pc:docMk/>
            <pc:sldMk cId="3856301759" sldId="2086"/>
            <ac:graphicFrameMk id="113" creationId="{2653C3A2-90F3-38B3-8462-D2AFCCBC5C63}"/>
          </ac:graphicFrameMkLst>
        </pc:graphicFrameChg>
      </pc:sldChg>
      <pc:sldChg chg="addSp delSp modSp new mod">
        <pc:chgData name="한나 조" userId="65a288ce2c9026c1" providerId="LiveId" clId="{C15A6EEB-526C-46C9-82AA-A02ABBD41001}" dt="2026-07-30T08:14:32.557" v="7880" actId="22"/>
        <pc:sldMkLst>
          <pc:docMk/>
          <pc:sldMk cId="1668572739" sldId="2087"/>
        </pc:sldMkLst>
        <pc:spChg chg="add mod">
          <ac:chgData name="한나 조" userId="65a288ce2c9026c1" providerId="LiveId" clId="{C15A6EEB-526C-46C9-82AA-A02ABBD41001}" dt="2026-07-30T08:13:22.701" v="7868" actId="1076"/>
          <ac:spMkLst>
            <pc:docMk/>
            <pc:sldMk cId="1668572739" sldId="2087"/>
            <ac:spMk id="2" creationId="{0D7F4C3A-2C11-DC4E-CAA3-BDFB1ACC0FE3}"/>
          </ac:spMkLst>
        </pc:spChg>
        <pc:spChg chg="mod">
          <ac:chgData name="한나 조" userId="65a288ce2c9026c1" providerId="LiveId" clId="{C15A6EEB-526C-46C9-82AA-A02ABBD41001}" dt="2026-07-30T08:09:16.689" v="7806"/>
          <ac:spMkLst>
            <pc:docMk/>
            <pc:sldMk cId="1668572739" sldId="2087"/>
            <ac:spMk id="4" creationId="{E2A49BE6-9B03-7FD9-EC79-084F035F8257}"/>
          </ac:spMkLst>
        </pc:spChg>
        <pc:spChg chg="mod">
          <ac:chgData name="한나 조" userId="65a288ce2c9026c1" providerId="LiveId" clId="{C15A6EEB-526C-46C9-82AA-A02ABBD41001}" dt="2026-07-30T08:09:50.750" v="7815"/>
          <ac:spMkLst>
            <pc:docMk/>
            <pc:sldMk cId="1668572739" sldId="2087"/>
            <ac:spMk id="5" creationId="{FBFA1E6C-0DA6-1F6A-3458-5947A4C82967}"/>
          </ac:spMkLst>
        </pc:spChg>
        <pc:spChg chg="mod">
          <ac:chgData name="한나 조" userId="65a288ce2c9026c1" providerId="LiveId" clId="{C15A6EEB-526C-46C9-82AA-A02ABBD41001}" dt="2026-07-30T08:09:16.689" v="7806"/>
          <ac:spMkLst>
            <pc:docMk/>
            <pc:sldMk cId="1668572739" sldId="2087"/>
            <ac:spMk id="6" creationId="{138E4576-A3AB-798D-F13B-24D22213B005}"/>
          </ac:spMkLst>
        </pc:spChg>
        <pc:spChg chg="add mod">
          <ac:chgData name="한나 조" userId="65a288ce2c9026c1" providerId="LiveId" clId="{C15A6EEB-526C-46C9-82AA-A02ABBD41001}" dt="2026-07-30T08:13:40.273" v="7871" actId="1076"/>
          <ac:spMkLst>
            <pc:docMk/>
            <pc:sldMk cId="1668572739" sldId="2087"/>
            <ac:spMk id="8" creationId="{5E22838F-D69C-D6B2-9CEA-6BFD86232A5E}"/>
          </ac:spMkLst>
        </pc:spChg>
        <pc:spChg chg="mod">
          <ac:chgData name="한나 조" userId="65a288ce2c9026c1" providerId="LiveId" clId="{C15A6EEB-526C-46C9-82AA-A02ABBD41001}" dt="2026-07-30T08:11:41.739" v="7839" actId="14100"/>
          <ac:spMkLst>
            <pc:docMk/>
            <pc:sldMk cId="1668572739" sldId="2087"/>
            <ac:spMk id="10" creationId="{AEA7836B-1DB3-0712-E894-8124A349F62C}"/>
          </ac:spMkLst>
        </pc:spChg>
        <pc:spChg chg="mod">
          <ac:chgData name="한나 조" userId="65a288ce2c9026c1" providerId="LiveId" clId="{C15A6EEB-526C-46C9-82AA-A02ABBD41001}" dt="2026-07-30T08:11:51.188" v="7841" actId="1076"/>
          <ac:spMkLst>
            <pc:docMk/>
            <pc:sldMk cId="1668572739" sldId="2087"/>
            <ac:spMk id="11" creationId="{1997FF3C-5E2B-093F-F1A8-287548D56743}"/>
          </ac:spMkLst>
        </pc:spChg>
        <pc:spChg chg="mod">
          <ac:chgData name="한나 조" userId="65a288ce2c9026c1" providerId="LiveId" clId="{C15A6EEB-526C-46C9-82AA-A02ABBD41001}" dt="2026-07-30T08:12:01.251" v="7843" actId="1076"/>
          <ac:spMkLst>
            <pc:docMk/>
            <pc:sldMk cId="1668572739" sldId="2087"/>
            <ac:spMk id="12" creationId="{8C40623D-E9BE-B2F4-F512-B749D4A18E69}"/>
          </ac:spMkLst>
        </pc:spChg>
        <pc:spChg chg="mod">
          <ac:chgData name="한나 조" userId="65a288ce2c9026c1" providerId="LiveId" clId="{C15A6EEB-526C-46C9-82AA-A02ABBD41001}" dt="2026-07-30T08:12:01.251" v="7843" actId="1076"/>
          <ac:spMkLst>
            <pc:docMk/>
            <pc:sldMk cId="1668572739" sldId="2087"/>
            <ac:spMk id="13" creationId="{C02E8A8D-3197-3424-081C-DA4772C605F7}"/>
          </ac:spMkLst>
        </pc:spChg>
        <pc:spChg chg="add del mod">
          <ac:chgData name="한나 조" userId="65a288ce2c9026c1" providerId="LiveId" clId="{C15A6EEB-526C-46C9-82AA-A02ABBD41001}" dt="2026-07-30T08:13:40.273" v="7871" actId="1076"/>
          <ac:spMkLst>
            <pc:docMk/>
            <pc:sldMk cId="1668572739" sldId="2087"/>
            <ac:spMk id="14" creationId="{1E83358F-D87C-54D5-79E4-8DB3ED951475}"/>
          </ac:spMkLst>
        </pc:spChg>
        <pc:spChg chg="mod">
          <ac:chgData name="한나 조" userId="65a288ce2c9026c1" providerId="LiveId" clId="{C15A6EEB-526C-46C9-82AA-A02ABBD41001}" dt="2026-07-30T08:13:40.273" v="7871" actId="1076"/>
          <ac:spMkLst>
            <pc:docMk/>
            <pc:sldMk cId="1668572739" sldId="2087"/>
            <ac:spMk id="15" creationId="{24467E92-C06B-28E6-59F0-F3FA5F686628}"/>
          </ac:spMkLst>
        </pc:spChg>
        <pc:spChg chg="add mod">
          <ac:chgData name="한나 조" userId="65a288ce2c9026c1" providerId="LiveId" clId="{C15A6EEB-526C-46C9-82AA-A02ABBD41001}" dt="2026-07-30T08:13:40.273" v="7871" actId="1076"/>
          <ac:spMkLst>
            <pc:docMk/>
            <pc:sldMk cId="1668572739" sldId="2087"/>
            <ac:spMk id="19" creationId="{AEA46734-A9EE-B819-B4D8-77B54DFA234F}"/>
          </ac:spMkLst>
        </pc:spChg>
        <pc:spChg chg="add">
          <ac:chgData name="한나 조" userId="65a288ce2c9026c1" providerId="LiveId" clId="{C15A6EEB-526C-46C9-82AA-A02ABBD41001}" dt="2026-07-30T08:09:22.053" v="7807" actId="22"/>
          <ac:spMkLst>
            <pc:docMk/>
            <pc:sldMk cId="1668572739" sldId="2087"/>
            <ac:spMk id="21" creationId="{613F98D3-44F3-9CE8-DC25-504AB99B4613}"/>
          </ac:spMkLst>
        </pc:spChg>
        <pc:spChg chg="add">
          <ac:chgData name="한나 조" userId="65a288ce2c9026c1" providerId="LiveId" clId="{C15A6EEB-526C-46C9-82AA-A02ABBD41001}" dt="2026-07-30T08:14:09.331" v="7872" actId="22"/>
          <ac:spMkLst>
            <pc:docMk/>
            <pc:sldMk cId="1668572739" sldId="2087"/>
            <ac:spMk id="23" creationId="{435A72BD-DECC-767B-CC4F-97F65AE4D049}"/>
          </ac:spMkLst>
        </pc:spChg>
        <pc:spChg chg="add">
          <ac:chgData name="한나 조" userId="65a288ce2c9026c1" providerId="LiveId" clId="{C15A6EEB-526C-46C9-82AA-A02ABBD41001}" dt="2026-07-30T08:14:09.331" v="7872" actId="22"/>
          <ac:spMkLst>
            <pc:docMk/>
            <pc:sldMk cId="1668572739" sldId="2087"/>
            <ac:spMk id="25" creationId="{FEE6F057-236C-F370-8EA0-43EC1EBF4243}"/>
          </ac:spMkLst>
        </pc:spChg>
        <pc:spChg chg="add">
          <ac:chgData name="한나 조" userId="65a288ce2c9026c1" providerId="LiveId" clId="{C15A6EEB-526C-46C9-82AA-A02ABBD41001}" dt="2026-07-30T08:14:09.331" v="7872" actId="22"/>
          <ac:spMkLst>
            <pc:docMk/>
            <pc:sldMk cId="1668572739" sldId="2087"/>
            <ac:spMk id="27" creationId="{C6BE4B30-2440-A1E2-2DA9-96A596E8F7DE}"/>
          </ac:spMkLst>
        </pc:spChg>
        <pc:spChg chg="add">
          <ac:chgData name="한나 조" userId="65a288ce2c9026c1" providerId="LiveId" clId="{C15A6EEB-526C-46C9-82AA-A02ABBD41001}" dt="2026-07-30T08:14:25.863" v="7877" actId="22"/>
          <ac:spMkLst>
            <pc:docMk/>
            <pc:sldMk cId="1668572739" sldId="2087"/>
            <ac:spMk id="29" creationId="{79C717D9-A164-61D9-148C-3E50E99F21F2}"/>
          </ac:spMkLst>
        </pc:spChg>
        <pc:spChg chg="add">
          <ac:chgData name="한나 조" userId="65a288ce2c9026c1" providerId="LiveId" clId="{C15A6EEB-526C-46C9-82AA-A02ABBD41001}" dt="2026-07-30T08:14:25.863" v="7877" actId="22"/>
          <ac:spMkLst>
            <pc:docMk/>
            <pc:sldMk cId="1668572739" sldId="2087"/>
            <ac:spMk id="31" creationId="{CFC46CAA-F877-597A-D894-2254617942D7}"/>
          </ac:spMkLst>
        </pc:spChg>
        <pc:grpChg chg="mod">
          <ac:chgData name="한나 조" userId="65a288ce2c9026c1" providerId="LiveId" clId="{C15A6EEB-526C-46C9-82AA-A02ABBD41001}" dt="2026-07-30T08:13:40.273" v="7871" actId="1076"/>
          <ac:grpSpMkLst>
            <pc:docMk/>
            <pc:sldMk cId="1668572739" sldId="2087"/>
            <ac:grpSpMk id="3" creationId="{A5F0BC5B-ECE2-FB47-7EC5-995D1F5F0211}"/>
          </ac:grpSpMkLst>
        </pc:grpChg>
        <pc:grpChg chg="mod">
          <ac:chgData name="한나 조" userId="65a288ce2c9026c1" providerId="LiveId" clId="{C15A6EEB-526C-46C9-82AA-A02ABBD41001}" dt="2026-07-30T08:13:40.273" v="7871" actId="1076"/>
          <ac:grpSpMkLst>
            <pc:docMk/>
            <pc:sldMk cId="1668572739" sldId="2087"/>
            <ac:grpSpMk id="9" creationId="{5978D86E-0A73-70F5-1B2E-9D065774FC0E}"/>
          </ac:grpSpMkLst>
        </pc:grpChg>
        <pc:grpChg chg="mod">
          <ac:chgData name="한나 조" userId="65a288ce2c9026c1" providerId="LiveId" clId="{C15A6EEB-526C-46C9-82AA-A02ABBD41001}" dt="2026-07-30T08:13:40.273" v="7871" actId="1076"/>
          <ac:grpSpMkLst>
            <pc:docMk/>
            <pc:sldMk cId="1668572739" sldId="2087"/>
            <ac:grpSpMk id="16" creationId="{43FA6207-76C5-F36D-E15B-37EC28D7F6BB}"/>
          </ac:grpSpMkLst>
        </pc:grpChg>
        <pc:graphicFrameChg chg="add">
          <ac:chgData name="한나 조" userId="65a288ce2c9026c1" providerId="LiveId" clId="{C15A6EEB-526C-46C9-82AA-A02ABBD41001}" dt="2026-07-30T08:14:32.557" v="7880" actId="22"/>
          <ac:graphicFrameMkLst>
            <pc:docMk/>
            <pc:sldMk cId="1668572739" sldId="2087"/>
            <ac:graphicFrameMk id="33" creationId="{1282144F-2B8F-DFF1-391C-F73EACD3385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내 정보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문의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리뷰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563782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2026-07-28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579994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635231" y="2645346"/>
            <a:ext cx="169148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내회원정보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685505"/>
              </p:ext>
            </p:extLst>
          </p:nvPr>
        </p:nvGraphicFramePr>
        <p:xfrm>
          <a:off x="720329" y="3348261"/>
          <a:ext cx="11521280" cy="685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문의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문의 목록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(1:1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CH-U-MY-04-01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내 문의 목록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상품문의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CH-U-MY-04-02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678275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리뷰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리뷰_작성 가능 리뷰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CH-U-MY-05-01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00872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내가 작성한 리뷰 화면(TAB)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CH-U-MY-05-02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93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DF85C3-6B01-04F6-7F18-02C68F68432D}"/>
              </a:ext>
            </a:extLst>
          </p:cNvPr>
          <p:cNvSpPr/>
          <p:nvPr/>
        </p:nvSpPr>
        <p:spPr>
          <a:xfrm>
            <a:off x="8335355" y="2241805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3842E0-0041-3C5A-E54B-6B685DF4F1C6}"/>
              </a:ext>
            </a:extLst>
          </p:cNvPr>
          <p:cNvSpPr/>
          <p:nvPr/>
        </p:nvSpPr>
        <p:spPr>
          <a:xfrm>
            <a:off x="4356317" y="1925601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F5A09F-A51B-D071-1215-5C5B25F2B02E}"/>
              </a:ext>
            </a:extLst>
          </p:cNvPr>
          <p:cNvSpPr/>
          <p:nvPr/>
        </p:nvSpPr>
        <p:spPr>
          <a:xfrm>
            <a:off x="1592248" y="1938022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50">
            <a:extLst>
              <a:ext uri="{FF2B5EF4-FFF2-40B4-BE49-F238E27FC236}">
                <a16:creationId xmlns:a16="http://schemas.microsoft.com/office/drawing/2014/main" id="{134ADAFA-E86E-DE69-794B-48681F986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278152"/>
              </p:ext>
            </p:extLst>
          </p:nvPr>
        </p:nvGraphicFramePr>
        <p:xfrm>
          <a:off x="432297" y="508419"/>
          <a:ext cx="12241358" cy="5730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9752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59260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288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리뷰 작성하기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CH-U-MY-05-01</a:t>
                      </a:r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 입력요소 누락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후기 텍스트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클릭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후기를 작성해야 등록 가능합니다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리뷰 작성하기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CH-U-MY-05-01</a:t>
                      </a:r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등록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 초과할 경우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등록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이미지는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 등록 가능합니다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92652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리뷰 수정하기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CH-U-MY-05-01</a:t>
                      </a:r>
                      <a:endParaRPr lang="ko-KR" altLang="en-US" sz="800" dirty="0"/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내용 수정 후 취소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뒤로가기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선택 시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confirm</a:t>
                      </a: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수정을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취소하시겠습니까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?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 내용은 저장되지 않습니다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이전 화면으로 이동</a:t>
                      </a: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취소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confirm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296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6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93862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1965300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1563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48407"/>
                  </a:ext>
                </a:extLst>
              </a:tr>
              <a:tr h="288792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9019998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164324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861867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28260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380095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  <a:tr h="299734"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52650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CC01-7D4F-4693-2B43-8CB83FDB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D61FFAB0-2B6D-9276-47DD-CCEE821BB2F9}"/>
              </a:ext>
            </a:extLst>
          </p:cNvPr>
          <p:cNvSpPr/>
          <p:nvPr/>
        </p:nvSpPr>
        <p:spPr>
          <a:xfrm>
            <a:off x="3814949" y="1908101"/>
            <a:ext cx="3196218" cy="27086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D42547D9-15EE-B19D-8166-493086C5790F}"/>
              </a:ext>
            </a:extLst>
          </p:cNvPr>
          <p:cNvSpPr/>
          <p:nvPr/>
        </p:nvSpPr>
        <p:spPr>
          <a:xfrm>
            <a:off x="3889482" y="3376814"/>
            <a:ext cx="3019934" cy="1123576"/>
          </a:xfrm>
          <a:prstGeom prst="roundRect">
            <a:avLst>
              <a:gd name="adj" fmla="val 9948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F9FE1-7C30-2F52-CCA8-3F312D7C96E5}"/>
              </a:ext>
            </a:extLst>
          </p:cNvPr>
          <p:cNvSpPr txBox="1"/>
          <p:nvPr/>
        </p:nvSpPr>
        <p:spPr>
          <a:xfrm>
            <a:off x="1307907" y="78285"/>
            <a:ext cx="12827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문의 목록 화면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E9E56-EE41-5165-570E-153795A96075}"/>
              </a:ext>
            </a:extLst>
          </p:cNvPr>
          <p:cNvSpPr txBox="1"/>
          <p:nvPr/>
        </p:nvSpPr>
        <p:spPr>
          <a:xfrm>
            <a:off x="1302717" y="330494"/>
            <a:ext cx="1475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C9982D-9CA2-CF12-9AE8-140CA1AE647F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CH-U-MY-04-01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15224F-2EF9-3405-734A-2F342126213B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16F06-A8BA-B4AB-8126-7A42C2817BBE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789ED4ED-3314-7A49-FC36-8C53A419D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715217"/>
              </p:ext>
            </p:extLst>
          </p:nvPr>
        </p:nvGraphicFramePr>
        <p:xfrm>
          <a:off x="10128399" y="623854"/>
          <a:ext cx="2850436" cy="492804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기간필터 </a:t>
                      </a: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바텀시트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팝업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기간지정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최초 진입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개월이 디폴트로 지정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지정 필터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기간필터 항목 중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‘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기간지정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’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시에만 활성화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주문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배송 목록</a:t>
                      </a:r>
                      <a:r>
                        <a:rPr lang="en-US" altLang="ko-KR" sz="800" dirty="0"/>
                        <a:t>(CH-U-MY-02-01-01)</a:t>
                      </a:r>
                      <a:r>
                        <a:rPr lang="ko-KR" altLang="en-US" sz="800" dirty="0"/>
                        <a:t>페이지 내 필터 기능과 동일하게 운영</a:t>
                      </a:r>
                      <a:endParaRPr lang="en-US" altLang="ko-KR" sz="80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[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]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아코디언 형태 리스트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최신순으로 정렬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우측 화살표 클릭 시 상세 내용 열림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접힘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문의 상세 내용은 한번에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건만 펼칠 수 있음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. (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펼친 상태에서 다른 문의 클릭 시 기존 내용 접히고 새로 열림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문의 내역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답변 대기 케이스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제목 영역 말머리에 답변대기 태그 표시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버튼 클릭 시 수정화면 이동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spc="-80" dirty="0"/>
                        <a:t>CH-U-CO-03-01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문의 내역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답변 완료 케이스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제목 영역 말머리에 답변완료 태그 표시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삭제 버튼 비활성화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조회 결과 없음 케이스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노출할 결과값 없을 경우 아이콘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안내문구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문의하기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1:1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문의 작성 화면으로 이동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(CH-U-CO-03-01)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43549516-C173-10AA-E4D1-CECCF09D60C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569A4-CDB5-2DBD-3FB7-E7CC57B87494}"/>
              </a:ext>
            </a:extLst>
          </p:cNvPr>
          <p:cNvSpPr txBox="1"/>
          <p:nvPr/>
        </p:nvSpPr>
        <p:spPr>
          <a:xfrm>
            <a:off x="377783" y="72025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ED2499-3B6C-1068-028E-2BECF4F06EE8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427ABD1-BD97-0EAC-8B9E-6C37761F7A66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012EEEC-0F09-3E07-9C90-61372CD0C8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8F96EB-A2D1-F609-5DAE-55477A787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177F1DE8-BBFC-4B42-1E78-783D5A6DD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45CA6E8-3187-B5AD-93E7-5F27950E70A6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DD00322-CE5A-E169-82A6-DE96591929BD}"/>
              </a:ext>
            </a:extLst>
          </p:cNvPr>
          <p:cNvGrpSpPr/>
          <p:nvPr/>
        </p:nvGrpSpPr>
        <p:grpSpPr>
          <a:xfrm>
            <a:off x="302663" y="1092082"/>
            <a:ext cx="3142476" cy="256384"/>
            <a:chOff x="258975" y="1064288"/>
            <a:chExt cx="3099344" cy="219456"/>
          </a:xfrm>
        </p:grpSpPr>
        <p:sp>
          <p:nvSpPr>
            <p:cNvPr id="14" name="Rounded Rectangle 35">
              <a:extLst>
                <a:ext uri="{FF2B5EF4-FFF2-40B4-BE49-F238E27FC236}">
                  <a16:creationId xmlns:a16="http://schemas.microsoft.com/office/drawing/2014/main" id="{4058D532-A723-A64A-7190-20958645166D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상품 문의</a:t>
              </a:r>
            </a:p>
          </p:txBody>
        </p:sp>
        <p:sp>
          <p:nvSpPr>
            <p:cNvPr id="15" name="Rounded Rectangle 35">
              <a:extLst>
                <a:ext uri="{FF2B5EF4-FFF2-40B4-BE49-F238E27FC236}">
                  <a16:creationId xmlns:a16="http://schemas.microsoft.com/office/drawing/2014/main" id="{B2C9C568-D81F-6650-7E6F-BADD5F4FCEDC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ea typeface="맑은 고딕"/>
                </a:rPr>
                <a:t>1:1 </a:t>
              </a:r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문의</a:t>
              </a:r>
            </a:p>
          </p:txBody>
        </p:sp>
      </p:grp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C4103C65-D667-FDAF-80F0-1889B41A244C}"/>
              </a:ext>
            </a:extLst>
          </p:cNvPr>
          <p:cNvSpPr/>
          <p:nvPr/>
        </p:nvSpPr>
        <p:spPr>
          <a:xfrm>
            <a:off x="529416" y="5491595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F4DAAB2-2873-1934-2E0F-2077AEE327BE}"/>
              </a:ext>
            </a:extLst>
          </p:cNvPr>
          <p:cNvSpPr txBox="1"/>
          <p:nvPr/>
        </p:nvSpPr>
        <p:spPr>
          <a:xfrm>
            <a:off x="3895701" y="1964850"/>
            <a:ext cx="26781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ea typeface="맑은 고딕"/>
              </a:rPr>
              <a:t>            제목 영역입니다</a:t>
            </a:r>
            <a:r>
              <a:rPr lang="en-US" altLang="ko-KR" sz="800" b="1" dirty="0">
                <a:ea typeface="맑은 고딕"/>
              </a:rPr>
              <a:t>. </a:t>
            </a:r>
            <a:r>
              <a:rPr lang="ko-KR" altLang="en-US" sz="800" b="1" dirty="0">
                <a:ea typeface="맑은 고딕"/>
              </a:rPr>
              <a:t>제목 영역입니다</a:t>
            </a:r>
            <a:r>
              <a:rPr lang="en-US" altLang="ko-KR" sz="800" b="1" dirty="0">
                <a:ea typeface="맑은 고딕"/>
              </a:rPr>
              <a:t>. 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D3676BD-434A-0C3B-AA4A-A1336AE5FD03}"/>
              </a:ext>
            </a:extLst>
          </p:cNvPr>
          <p:cNvSpPr txBox="1"/>
          <p:nvPr/>
        </p:nvSpPr>
        <p:spPr>
          <a:xfrm>
            <a:off x="4332355" y="2262808"/>
            <a:ext cx="1280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2026-07-28 16:45:57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9820799-3A07-D6BC-5FAE-6DDCE875A5F2}"/>
              </a:ext>
            </a:extLst>
          </p:cNvPr>
          <p:cNvSpPr txBox="1"/>
          <p:nvPr/>
        </p:nvSpPr>
        <p:spPr>
          <a:xfrm>
            <a:off x="6161470" y="1964850"/>
            <a:ext cx="74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b="1" dirty="0">
                <a:latin typeface="맑은 고딕"/>
                <a:ea typeface="맑은 고딕"/>
              </a:rPr>
              <a:t>▲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93D498FF-4C98-23BB-CAEF-C08FCFD47E97}"/>
              </a:ext>
            </a:extLst>
          </p:cNvPr>
          <p:cNvSpPr txBox="1"/>
          <p:nvPr/>
        </p:nvSpPr>
        <p:spPr>
          <a:xfrm>
            <a:off x="3889482" y="2439760"/>
            <a:ext cx="305148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문의 상세 내용입니다</a:t>
            </a:r>
            <a:r>
              <a:rPr lang="en-US" altLang="ko-KR" sz="700" dirty="0">
                <a:latin typeface="맑은 고딕"/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BC783AF-79D7-9EC8-8619-514DDED6FF23}"/>
              </a:ext>
            </a:extLst>
          </p:cNvPr>
          <p:cNvSpPr txBox="1"/>
          <p:nvPr/>
        </p:nvSpPr>
        <p:spPr>
          <a:xfrm>
            <a:off x="3889482" y="2261281"/>
            <a:ext cx="7479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atin typeface="맑은 고딕"/>
                <a:ea typeface="맑은 고딕"/>
              </a:rPr>
              <a:t>문의내용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662428B-D890-617D-5443-B5A4EA2A73D7}"/>
              </a:ext>
            </a:extLst>
          </p:cNvPr>
          <p:cNvSpPr txBox="1"/>
          <p:nvPr/>
        </p:nvSpPr>
        <p:spPr>
          <a:xfrm>
            <a:off x="3889482" y="3596272"/>
            <a:ext cx="305148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문의 상세 내용입니다</a:t>
            </a:r>
            <a:r>
              <a:rPr lang="en-US" altLang="ko-KR" sz="700" dirty="0">
                <a:latin typeface="맑은 고딕"/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90D21C9-D3AD-E17E-25EB-144667C59845}"/>
              </a:ext>
            </a:extLst>
          </p:cNvPr>
          <p:cNvSpPr txBox="1"/>
          <p:nvPr/>
        </p:nvSpPr>
        <p:spPr>
          <a:xfrm>
            <a:off x="3889483" y="3417793"/>
            <a:ext cx="7479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latin typeface="맑은 고딕"/>
                <a:ea typeface="맑은 고딕"/>
              </a:rPr>
              <a:t>답변완료</a:t>
            </a:r>
            <a:endParaRPr lang="ko-KR" altLang="en-US" sz="700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A783ADE-E543-D77E-C1B2-D732B4169587}"/>
              </a:ext>
            </a:extLst>
          </p:cNvPr>
          <p:cNvSpPr txBox="1"/>
          <p:nvPr/>
        </p:nvSpPr>
        <p:spPr>
          <a:xfrm>
            <a:off x="4332355" y="3419267"/>
            <a:ext cx="1280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2026-07-28 20:45:57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82" name="Rounded Rectangle 35">
            <a:extLst>
              <a:ext uri="{FF2B5EF4-FFF2-40B4-BE49-F238E27FC236}">
                <a16:creationId xmlns:a16="http://schemas.microsoft.com/office/drawing/2014/main" id="{1A6F0AE9-14C4-25BE-EC10-5615E6645CF2}"/>
              </a:ext>
            </a:extLst>
          </p:cNvPr>
          <p:cNvSpPr/>
          <p:nvPr/>
        </p:nvSpPr>
        <p:spPr>
          <a:xfrm>
            <a:off x="529416" y="5220470"/>
            <a:ext cx="2686082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ea typeface="맑은 고딕"/>
              </a:rPr>
              <a:t>1:1 </a:t>
            </a:r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문의하기</a:t>
            </a:r>
            <a:endParaRPr lang="en-US" altLang="ko-KR" sz="8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C387335-9A92-9A15-2929-686EA390A549}"/>
              </a:ext>
            </a:extLst>
          </p:cNvPr>
          <p:cNvGrpSpPr/>
          <p:nvPr/>
        </p:nvGrpSpPr>
        <p:grpSpPr>
          <a:xfrm>
            <a:off x="260415" y="4010351"/>
            <a:ext cx="3196218" cy="346023"/>
            <a:chOff x="260415" y="4237502"/>
            <a:chExt cx="3196218" cy="346023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01F629E1-009A-A0EC-4FD1-941D8644F292}"/>
                </a:ext>
              </a:extLst>
            </p:cNvPr>
            <p:cNvSpPr/>
            <p:nvPr/>
          </p:nvSpPr>
          <p:spPr>
            <a:xfrm>
              <a:off x="260415" y="4237502"/>
              <a:ext cx="3196218" cy="3460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D8EE3455-F467-17BA-496F-CFEC4CD14695}"/>
                </a:ext>
              </a:extLst>
            </p:cNvPr>
            <p:cNvSpPr txBox="1"/>
            <p:nvPr/>
          </p:nvSpPr>
          <p:spPr>
            <a:xfrm>
              <a:off x="341167" y="4294249"/>
              <a:ext cx="268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0117DBD-0141-B225-4AF6-255CD57E087B}"/>
                </a:ext>
              </a:extLst>
            </p:cNvPr>
            <p:cNvSpPr txBox="1"/>
            <p:nvPr/>
          </p:nvSpPr>
          <p:spPr>
            <a:xfrm>
              <a:off x="2606936" y="42942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ea typeface="맑은 고딕"/>
                </a:rPr>
                <a:t>▼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C16D043C-8532-9F33-5315-C172C8752650}"/>
                </a:ext>
              </a:extLst>
            </p:cNvPr>
            <p:cNvSpPr/>
            <p:nvPr/>
          </p:nvSpPr>
          <p:spPr>
            <a:xfrm>
              <a:off x="401249" y="4321422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답변완료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95AE4A7-CC72-8139-F3C6-FABEA7468F91}"/>
              </a:ext>
            </a:extLst>
          </p:cNvPr>
          <p:cNvGrpSpPr/>
          <p:nvPr/>
        </p:nvGrpSpPr>
        <p:grpSpPr>
          <a:xfrm>
            <a:off x="260415" y="1968982"/>
            <a:ext cx="3196218" cy="1966877"/>
            <a:chOff x="260415" y="2245900"/>
            <a:chExt cx="3196218" cy="1966877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CB3F092-65FB-5815-AA54-DE1164B6BB6C}"/>
                </a:ext>
              </a:extLst>
            </p:cNvPr>
            <p:cNvSpPr/>
            <p:nvPr/>
          </p:nvSpPr>
          <p:spPr>
            <a:xfrm>
              <a:off x="260415" y="2245900"/>
              <a:ext cx="3196218" cy="19668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B0D9D38-C3DC-FCA2-22AC-F04994B8684A}"/>
                </a:ext>
              </a:extLst>
            </p:cNvPr>
            <p:cNvSpPr txBox="1"/>
            <p:nvPr/>
          </p:nvSpPr>
          <p:spPr>
            <a:xfrm>
              <a:off x="341167" y="2268141"/>
              <a:ext cx="2725836" cy="437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58D467D5-041C-0882-5464-8CE5FDF44922}"/>
                </a:ext>
              </a:extLst>
            </p:cNvPr>
            <p:cNvSpPr txBox="1"/>
            <p:nvPr/>
          </p:nvSpPr>
          <p:spPr>
            <a:xfrm>
              <a:off x="332784" y="2962501"/>
              <a:ext cx="3051480" cy="846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15BA1C9-9109-0AB6-D4E9-FE369F0C7309}"/>
                </a:ext>
              </a:extLst>
            </p:cNvPr>
            <p:cNvSpPr txBox="1"/>
            <p:nvPr/>
          </p:nvSpPr>
          <p:spPr>
            <a:xfrm>
              <a:off x="763469" y="2792667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A2F48C7-CC1F-AE5D-0C50-19CD14E39B08}"/>
                </a:ext>
              </a:extLst>
            </p:cNvPr>
            <p:cNvSpPr txBox="1"/>
            <p:nvPr/>
          </p:nvSpPr>
          <p:spPr>
            <a:xfrm>
              <a:off x="2606936" y="23026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latin typeface="맑은 고딕"/>
                  <a:ea typeface="맑은 고딕"/>
                </a:rPr>
                <a:t>▲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4FE35E24-39E1-CD9A-1748-51E7ACACF8A0}"/>
                </a:ext>
              </a:extLst>
            </p:cNvPr>
            <p:cNvSpPr txBox="1"/>
            <p:nvPr/>
          </p:nvSpPr>
          <p:spPr>
            <a:xfrm>
              <a:off x="332784" y="2788166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문의내용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DEFC064D-5759-14CF-ADE2-D20154C2B5B8}"/>
                </a:ext>
              </a:extLst>
            </p:cNvPr>
            <p:cNvSpPr/>
            <p:nvPr/>
          </p:nvSpPr>
          <p:spPr>
            <a:xfrm>
              <a:off x="408587" y="232911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답변대기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31042336-7D2A-9F5E-3F4B-E7EA4BA4CE2F}"/>
              </a:ext>
            </a:extLst>
          </p:cNvPr>
          <p:cNvGrpSpPr/>
          <p:nvPr/>
        </p:nvGrpSpPr>
        <p:grpSpPr>
          <a:xfrm>
            <a:off x="260415" y="4428382"/>
            <a:ext cx="3196218" cy="536707"/>
            <a:chOff x="260415" y="4848039"/>
            <a:chExt cx="3196218" cy="53670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D050F0F-CE1F-BBB9-B8B8-9C49AFF94740}"/>
                </a:ext>
              </a:extLst>
            </p:cNvPr>
            <p:cNvSpPr/>
            <p:nvPr/>
          </p:nvSpPr>
          <p:spPr>
            <a:xfrm>
              <a:off x="260415" y="4848039"/>
              <a:ext cx="3196218" cy="5367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76F3F1-AFE2-A0C5-A1C2-A2792DFE6546}"/>
                </a:ext>
              </a:extLst>
            </p:cNvPr>
            <p:cNvSpPr txBox="1"/>
            <p:nvPr/>
          </p:nvSpPr>
          <p:spPr>
            <a:xfrm>
              <a:off x="341167" y="4870280"/>
              <a:ext cx="2725836" cy="437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2E3BC1F-67A8-E89A-4F32-06AD59FFF8A6}"/>
                </a:ext>
              </a:extLst>
            </p:cNvPr>
            <p:cNvSpPr txBox="1"/>
            <p:nvPr/>
          </p:nvSpPr>
          <p:spPr>
            <a:xfrm>
              <a:off x="2606936" y="4904788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ea typeface="맑은 고딕"/>
                </a:rPr>
                <a:t>▼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8853A310-5873-6FC1-51B7-79DAD110B4C3}"/>
                </a:ext>
              </a:extLst>
            </p:cNvPr>
            <p:cNvSpPr/>
            <p:nvPr/>
          </p:nvSpPr>
          <p:spPr>
            <a:xfrm>
              <a:off x="408587" y="493363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답변대기</a:t>
              </a:r>
            </a:p>
          </p:txBody>
        </p:sp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6719BDB-EA65-5BDC-AC89-E385E4A897E5}"/>
              </a:ext>
            </a:extLst>
          </p:cNvPr>
          <p:cNvSpPr/>
          <p:nvPr/>
        </p:nvSpPr>
        <p:spPr>
          <a:xfrm>
            <a:off x="3973517" y="1988358"/>
            <a:ext cx="414078" cy="167947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답변완료</a:t>
            </a:r>
          </a:p>
        </p:txBody>
      </p:sp>
      <p:sp>
        <p:nvSpPr>
          <p:cNvPr id="44" name="모서리가 둥근 직사각형 114">
            <a:extLst>
              <a:ext uri="{FF2B5EF4-FFF2-40B4-BE49-F238E27FC236}">
                <a16:creationId xmlns:a16="http://schemas.microsoft.com/office/drawing/2014/main" id="{3262E789-B71F-D44B-90F5-9177209E51FD}"/>
              </a:ext>
            </a:extLst>
          </p:cNvPr>
          <p:cNvSpPr/>
          <p:nvPr/>
        </p:nvSpPr>
        <p:spPr>
          <a:xfrm>
            <a:off x="153903" y="11464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모서리가 둥근 직사각형 114">
            <a:extLst>
              <a:ext uri="{FF2B5EF4-FFF2-40B4-BE49-F238E27FC236}">
                <a16:creationId xmlns:a16="http://schemas.microsoft.com/office/drawing/2014/main" id="{FE76D8CC-6B37-6469-D6B1-CE363CCFD1E2}"/>
              </a:ext>
            </a:extLst>
          </p:cNvPr>
          <p:cNvSpPr/>
          <p:nvPr/>
        </p:nvSpPr>
        <p:spPr>
          <a:xfrm>
            <a:off x="153903" y="191739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9" name="모서리가 둥근 직사각형 114">
            <a:extLst>
              <a:ext uri="{FF2B5EF4-FFF2-40B4-BE49-F238E27FC236}">
                <a16:creationId xmlns:a16="http://schemas.microsoft.com/office/drawing/2014/main" id="{DE723F87-8727-1C3A-D9C8-1DFCF672DB94}"/>
              </a:ext>
            </a:extLst>
          </p:cNvPr>
          <p:cNvSpPr/>
          <p:nvPr/>
        </p:nvSpPr>
        <p:spPr>
          <a:xfrm>
            <a:off x="3676444" y="191739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2" name="모서리가 둥근 직사각형 114">
            <a:extLst>
              <a:ext uri="{FF2B5EF4-FFF2-40B4-BE49-F238E27FC236}">
                <a16:creationId xmlns:a16="http://schemas.microsoft.com/office/drawing/2014/main" id="{EE581FB6-6DBF-12AD-0F02-24F0DBFCA454}"/>
              </a:ext>
            </a:extLst>
          </p:cNvPr>
          <p:cNvSpPr/>
          <p:nvPr/>
        </p:nvSpPr>
        <p:spPr>
          <a:xfrm>
            <a:off x="137040" y="525130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3" name="모서리가 둥근 직사각형 114">
            <a:extLst>
              <a:ext uri="{FF2B5EF4-FFF2-40B4-BE49-F238E27FC236}">
                <a16:creationId xmlns:a16="http://schemas.microsoft.com/office/drawing/2014/main" id="{0EAF76D7-05E6-E428-97EB-2377738FDA34}"/>
              </a:ext>
            </a:extLst>
          </p:cNvPr>
          <p:cNvSpPr/>
          <p:nvPr/>
        </p:nvSpPr>
        <p:spPr>
          <a:xfrm>
            <a:off x="137040" y="55375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EB1E2EE8-04DB-C62E-E724-4673B75C0919}"/>
              </a:ext>
            </a:extLst>
          </p:cNvPr>
          <p:cNvSpPr/>
          <p:nvPr/>
        </p:nvSpPr>
        <p:spPr>
          <a:xfrm>
            <a:off x="8094872" y="2117103"/>
            <a:ext cx="504000" cy="50400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ICON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D802CB-951E-3160-EB81-50CE28869509}"/>
              </a:ext>
            </a:extLst>
          </p:cNvPr>
          <p:cNvSpPr txBox="1"/>
          <p:nvPr/>
        </p:nvSpPr>
        <p:spPr>
          <a:xfrm>
            <a:off x="7798550" y="2711303"/>
            <a:ext cx="10983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 결과가 없습니다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114">
            <a:extLst>
              <a:ext uri="{FF2B5EF4-FFF2-40B4-BE49-F238E27FC236}">
                <a16:creationId xmlns:a16="http://schemas.microsoft.com/office/drawing/2014/main" id="{C5B9D93C-0C90-BD54-6B62-876100E43D85}"/>
              </a:ext>
            </a:extLst>
          </p:cNvPr>
          <p:cNvSpPr/>
          <p:nvPr/>
        </p:nvSpPr>
        <p:spPr>
          <a:xfrm>
            <a:off x="7735451" y="191739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Rounded Rectangle 35">
            <a:extLst>
              <a:ext uri="{FF2B5EF4-FFF2-40B4-BE49-F238E27FC236}">
                <a16:creationId xmlns:a16="http://schemas.microsoft.com/office/drawing/2014/main" id="{C93E6AA4-43BC-66CE-73FF-34EBE5AF67BF}"/>
              </a:ext>
            </a:extLst>
          </p:cNvPr>
          <p:cNvSpPr/>
          <p:nvPr/>
        </p:nvSpPr>
        <p:spPr>
          <a:xfrm>
            <a:off x="1894926" y="3600667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삭제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A5EF42F0-F7EA-DB67-CADD-45B23DA153D6}"/>
              </a:ext>
            </a:extLst>
          </p:cNvPr>
          <p:cNvSpPr/>
          <p:nvPr/>
        </p:nvSpPr>
        <p:spPr>
          <a:xfrm>
            <a:off x="676688" y="3598768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수정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8355594C-1473-4217-98D4-F491AEC9BEFE}"/>
              </a:ext>
            </a:extLst>
          </p:cNvPr>
          <p:cNvSpPr/>
          <p:nvPr/>
        </p:nvSpPr>
        <p:spPr>
          <a:xfrm>
            <a:off x="324314" y="1533215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40D090A1-711D-039B-3DF6-6BBCE05C5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518271"/>
            <a:ext cx="253915" cy="230832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88BB20E-A0D0-C5F3-9055-13280AE913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518271"/>
            <a:ext cx="253915" cy="230832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7534FBE8-046F-9339-68D7-68EC4600EB6F}"/>
              </a:ext>
            </a:extLst>
          </p:cNvPr>
          <p:cNvCxnSpPr/>
          <p:nvPr/>
        </p:nvCxnSpPr>
        <p:spPr>
          <a:xfrm>
            <a:off x="1431337" y="1749103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386C07A-DE70-9D60-4084-DA2AB7D0280B}"/>
              </a:ext>
            </a:extLst>
          </p:cNvPr>
          <p:cNvSpPr txBox="1"/>
          <p:nvPr/>
        </p:nvSpPr>
        <p:spPr>
          <a:xfrm>
            <a:off x="1497724" y="1539648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CD2CA6-1334-A41C-9C7B-8558BF14E6CB}"/>
              </a:ext>
            </a:extLst>
          </p:cNvPr>
          <p:cNvSpPr txBox="1"/>
          <p:nvPr/>
        </p:nvSpPr>
        <p:spPr>
          <a:xfrm>
            <a:off x="2521729" y="1539648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3727579-44A8-2D66-9BF3-513DABCA5200}"/>
              </a:ext>
            </a:extLst>
          </p:cNvPr>
          <p:cNvSpPr txBox="1"/>
          <p:nvPr/>
        </p:nvSpPr>
        <p:spPr>
          <a:xfrm>
            <a:off x="2274949" y="1539648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0" name="그림 59">
            <a:extLst>
              <a:ext uri="{FF2B5EF4-FFF2-40B4-BE49-F238E27FC236}">
                <a16:creationId xmlns:a16="http://schemas.microsoft.com/office/drawing/2014/main" id="{48386C60-9829-139D-84DF-8C395E62A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916" y="1518271"/>
            <a:ext cx="253915" cy="230832"/>
          </a:xfrm>
          <a:prstGeom prst="rect">
            <a:avLst/>
          </a:prstGeom>
        </p:spPr>
      </p:pic>
      <p:sp>
        <p:nvSpPr>
          <p:cNvPr id="46" name="모서리가 둥근 직사각형 114">
            <a:extLst>
              <a:ext uri="{FF2B5EF4-FFF2-40B4-BE49-F238E27FC236}">
                <a16:creationId xmlns:a16="http://schemas.microsoft.com/office/drawing/2014/main" id="{1DD4563F-2C42-3A7B-09A0-690F989CE2C6}"/>
              </a:ext>
            </a:extLst>
          </p:cNvPr>
          <p:cNvSpPr/>
          <p:nvPr/>
        </p:nvSpPr>
        <p:spPr>
          <a:xfrm>
            <a:off x="153903" y="14264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7" name="모서리가 둥근 직사각형 114">
            <a:extLst>
              <a:ext uri="{FF2B5EF4-FFF2-40B4-BE49-F238E27FC236}">
                <a16:creationId xmlns:a16="http://schemas.microsoft.com/office/drawing/2014/main" id="{A0CF2CDD-BBE4-46CA-DB50-D9739282E66B}"/>
              </a:ext>
            </a:extLst>
          </p:cNvPr>
          <p:cNvSpPr/>
          <p:nvPr/>
        </p:nvSpPr>
        <p:spPr>
          <a:xfrm>
            <a:off x="1325255" y="14256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70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8686-EB5B-C931-F92A-C2B8FAA83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62C8A-CD4D-1D60-44BE-BEEB554F5376}"/>
              </a:ext>
            </a:extLst>
          </p:cNvPr>
          <p:cNvSpPr txBox="1"/>
          <p:nvPr/>
        </p:nvSpPr>
        <p:spPr>
          <a:xfrm>
            <a:off x="1307907" y="78285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문의 목록 화면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상품문의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85A94-C0BD-FE4A-F158-B0B2D2571C48}"/>
              </a:ext>
            </a:extLst>
          </p:cNvPr>
          <p:cNvSpPr txBox="1"/>
          <p:nvPr/>
        </p:nvSpPr>
        <p:spPr>
          <a:xfrm>
            <a:off x="1302717" y="330494"/>
            <a:ext cx="1550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상품문의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9BD856-7DEE-5DE0-EACC-B8CC53A42467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CH-U-MY-04-02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D6E3B-1A9E-A6D6-1700-A90AFF20807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3FDC46-6798-0565-BA40-4716356881D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F51A4C9-7C20-AAA0-6917-2DA5BE44A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84288"/>
              </p:ext>
            </p:extLst>
          </p:nvPr>
        </p:nvGraphicFramePr>
        <p:xfrm>
          <a:off x="10128399" y="623854"/>
          <a:ext cx="2850436" cy="40891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문의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기간별 문의내역 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기간별 내역 조회 기능 제공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지정 필터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상단 버튼 중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‘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기간조회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’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시에만 활성화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주문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배송 목록</a:t>
                      </a:r>
                      <a:r>
                        <a:rPr lang="en-US" altLang="ko-KR" sz="800" dirty="0"/>
                        <a:t>(CH-U-MY-02-01-01)</a:t>
                      </a:r>
                      <a:r>
                        <a:rPr lang="ko-KR" altLang="en-US" sz="800" dirty="0"/>
                        <a:t>페이지 내 필터 기능과 동일하게 운영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[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]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1:1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문의 내 답변목록 기능과 동일하게 운영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문의 내역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답변 대기 케이스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제목 영역 말머리에 답변대기 태그 표시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버튼 클릭 시 수정화면 이동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spc="-80" dirty="0"/>
                        <a:t>CH-U-CO-03-01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문의 내역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답변 완료 케이스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제목 영역 말머리에 답변완료 태그 표시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삭제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상품보기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해당 상품 상세페이지로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17BFFA-3568-D105-BBCF-B446B4A6523C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5A9BA2-D291-D714-FE9D-277B0D3E2453}"/>
              </a:ext>
            </a:extLst>
          </p:cNvPr>
          <p:cNvSpPr txBox="1"/>
          <p:nvPr/>
        </p:nvSpPr>
        <p:spPr>
          <a:xfrm>
            <a:off x="377783" y="72025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9A4568-B4ED-B12B-2F64-54C57E0F1E77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16C59C3-005A-D98C-E06D-4D092B86F360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6AA69C5-F711-BA02-5E0D-ACFD0A85F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D15B0D78-79DA-B0F5-9635-8285B41BA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D92BD79B-9A44-06ED-F55C-632E32F8F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DDC76BA8-07DF-634B-59F4-83C63BE58525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BC5E428-3660-36E6-C16D-154868022946}"/>
              </a:ext>
            </a:extLst>
          </p:cNvPr>
          <p:cNvGrpSpPr/>
          <p:nvPr/>
        </p:nvGrpSpPr>
        <p:grpSpPr>
          <a:xfrm>
            <a:off x="302663" y="1092082"/>
            <a:ext cx="3137885" cy="256384"/>
            <a:chOff x="258975" y="1064288"/>
            <a:chExt cx="3094816" cy="219456"/>
          </a:xfrm>
        </p:grpSpPr>
        <p:sp>
          <p:nvSpPr>
            <p:cNvPr id="14" name="Rounded Rectangle 35">
              <a:extLst>
                <a:ext uri="{FF2B5EF4-FFF2-40B4-BE49-F238E27FC236}">
                  <a16:creationId xmlns:a16="http://schemas.microsoft.com/office/drawing/2014/main" id="{1AD53509-DE9A-3C3A-A28D-EB488AC943F1}"/>
                </a:ext>
              </a:extLst>
            </p:cNvPr>
            <p:cNvSpPr/>
            <p:nvPr/>
          </p:nvSpPr>
          <p:spPr>
            <a:xfrm>
              <a:off x="258975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1:1 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문의    </a:t>
              </a:r>
              <a:r>
                <a:rPr lang="en-US" altLang="ko-KR" sz="800" dirty="0">
                  <a:solidFill>
                    <a:schemeClr val="bg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  <p:sp>
          <p:nvSpPr>
            <p:cNvPr id="15" name="Rounded Rectangle 35">
              <a:extLst>
                <a:ext uri="{FF2B5EF4-FFF2-40B4-BE49-F238E27FC236}">
                  <a16:creationId xmlns:a16="http://schemas.microsoft.com/office/drawing/2014/main" id="{A6201BA5-2011-65E7-C509-1EF94AC0BDEB}"/>
                </a:ext>
              </a:extLst>
            </p:cNvPr>
            <p:cNvSpPr/>
            <p:nvPr/>
          </p:nvSpPr>
          <p:spPr>
            <a:xfrm>
              <a:off x="1734524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상품 문의</a:t>
              </a:r>
            </a:p>
          </p:txBody>
        </p:sp>
      </p:grp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8FCFCB9B-0E9C-AA23-3116-4AD2F8A68144}"/>
              </a:ext>
            </a:extLst>
          </p:cNvPr>
          <p:cNvSpPr/>
          <p:nvPr/>
        </p:nvSpPr>
        <p:spPr>
          <a:xfrm>
            <a:off x="529416" y="5949752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D07FAED-44ED-5DE9-AF9F-E5AD82C57D08}"/>
              </a:ext>
            </a:extLst>
          </p:cNvPr>
          <p:cNvSpPr/>
          <p:nvPr/>
        </p:nvSpPr>
        <p:spPr>
          <a:xfrm>
            <a:off x="3814949" y="2196132"/>
            <a:ext cx="3196218" cy="33843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B1D0AE0-8932-FA68-6B9A-751E14083C76}"/>
              </a:ext>
            </a:extLst>
          </p:cNvPr>
          <p:cNvSpPr/>
          <p:nvPr/>
        </p:nvSpPr>
        <p:spPr>
          <a:xfrm>
            <a:off x="3889482" y="3664845"/>
            <a:ext cx="3019934" cy="1123576"/>
          </a:xfrm>
          <a:prstGeom prst="roundRect">
            <a:avLst>
              <a:gd name="adj" fmla="val 9948"/>
            </a:avLst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6D90F9-64C6-F4E9-1419-76B6085ECAB8}"/>
              </a:ext>
            </a:extLst>
          </p:cNvPr>
          <p:cNvSpPr txBox="1"/>
          <p:nvPr/>
        </p:nvSpPr>
        <p:spPr>
          <a:xfrm>
            <a:off x="3895701" y="2252881"/>
            <a:ext cx="26781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ea typeface="맑은 고딕"/>
              </a:rPr>
              <a:t>            제목 영역입니다</a:t>
            </a:r>
            <a:r>
              <a:rPr lang="en-US" altLang="ko-KR" sz="800" b="1" dirty="0">
                <a:ea typeface="맑은 고딕"/>
              </a:rPr>
              <a:t>. </a:t>
            </a:r>
            <a:r>
              <a:rPr lang="ko-KR" altLang="en-US" sz="800" b="1" dirty="0">
                <a:ea typeface="맑은 고딕"/>
              </a:rPr>
              <a:t>제목 영역입니다</a:t>
            </a:r>
            <a:r>
              <a:rPr lang="en-US" altLang="ko-KR" sz="800" b="1" dirty="0">
                <a:ea typeface="맑은 고딕"/>
              </a:rPr>
              <a:t>. </a:t>
            </a:r>
            <a:endParaRPr lang="ko-KR" altLang="en-US" sz="8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E86F86-C068-3EE3-AE6A-FA812AD0EA34}"/>
              </a:ext>
            </a:extLst>
          </p:cNvPr>
          <p:cNvSpPr txBox="1"/>
          <p:nvPr/>
        </p:nvSpPr>
        <p:spPr>
          <a:xfrm>
            <a:off x="4332355" y="2550839"/>
            <a:ext cx="1280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2026-07-28 16:45:57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F62471-8108-13DE-B285-F2D722DA0A91}"/>
              </a:ext>
            </a:extLst>
          </p:cNvPr>
          <p:cNvSpPr txBox="1"/>
          <p:nvPr/>
        </p:nvSpPr>
        <p:spPr>
          <a:xfrm>
            <a:off x="6161470" y="2252881"/>
            <a:ext cx="74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b="1" dirty="0">
                <a:latin typeface="맑은 고딕"/>
                <a:ea typeface="맑은 고딕"/>
              </a:rPr>
              <a:t>▲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2BE855-BEA2-720F-7734-31D4DC5E9DD8}"/>
              </a:ext>
            </a:extLst>
          </p:cNvPr>
          <p:cNvSpPr txBox="1"/>
          <p:nvPr/>
        </p:nvSpPr>
        <p:spPr>
          <a:xfrm>
            <a:off x="3889482" y="2727791"/>
            <a:ext cx="305148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문의 상세 내용입니다</a:t>
            </a:r>
            <a:r>
              <a:rPr lang="en-US" altLang="ko-KR" sz="700" dirty="0">
                <a:latin typeface="맑은 고딕"/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97750C-1576-E9A7-BB5F-88485A1335A0}"/>
              </a:ext>
            </a:extLst>
          </p:cNvPr>
          <p:cNvSpPr txBox="1"/>
          <p:nvPr/>
        </p:nvSpPr>
        <p:spPr>
          <a:xfrm>
            <a:off x="3889482" y="2549312"/>
            <a:ext cx="7479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atin typeface="맑은 고딕"/>
                <a:ea typeface="맑은 고딕"/>
              </a:rPr>
              <a:t>문의내용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91F660-1C0F-E6BF-B228-83AC9D8AB0FB}"/>
              </a:ext>
            </a:extLst>
          </p:cNvPr>
          <p:cNvSpPr txBox="1"/>
          <p:nvPr/>
        </p:nvSpPr>
        <p:spPr>
          <a:xfrm>
            <a:off x="3889482" y="3884303"/>
            <a:ext cx="305148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문의 상세 내용입니다</a:t>
            </a:r>
            <a:r>
              <a:rPr lang="en-US" altLang="ko-KR" sz="700" dirty="0">
                <a:latin typeface="맑은 고딕"/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D547FE-C6A3-B6BA-8D5F-F85269AE5EE4}"/>
              </a:ext>
            </a:extLst>
          </p:cNvPr>
          <p:cNvSpPr txBox="1"/>
          <p:nvPr/>
        </p:nvSpPr>
        <p:spPr>
          <a:xfrm>
            <a:off x="3889483" y="3705824"/>
            <a:ext cx="7479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solidFill>
                  <a:srgbClr val="234DD3"/>
                </a:solidFill>
                <a:latin typeface="맑은 고딕"/>
                <a:ea typeface="맑은 고딕"/>
              </a:rPr>
              <a:t>답변완료</a:t>
            </a:r>
            <a:endParaRPr lang="ko-KR" altLang="en-US" sz="700" dirty="0">
              <a:solidFill>
                <a:srgbClr val="234DD3"/>
              </a:solidFill>
              <a:ea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19C180-564E-CCB5-5363-DE946C27C04E}"/>
              </a:ext>
            </a:extLst>
          </p:cNvPr>
          <p:cNvSpPr txBox="1"/>
          <p:nvPr/>
        </p:nvSpPr>
        <p:spPr>
          <a:xfrm>
            <a:off x="4332355" y="3707298"/>
            <a:ext cx="1280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2026-07-28 20:45:57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810E148-338B-6A35-4903-0EEC829434F6}"/>
              </a:ext>
            </a:extLst>
          </p:cNvPr>
          <p:cNvGrpSpPr/>
          <p:nvPr/>
        </p:nvGrpSpPr>
        <p:grpSpPr>
          <a:xfrm>
            <a:off x="260415" y="4904787"/>
            <a:ext cx="3196218" cy="346023"/>
            <a:chOff x="260415" y="4237502"/>
            <a:chExt cx="3196218" cy="346023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49385B0-11C2-1D03-FAE0-B4349AAE3695}"/>
                </a:ext>
              </a:extLst>
            </p:cNvPr>
            <p:cNvSpPr/>
            <p:nvPr/>
          </p:nvSpPr>
          <p:spPr>
            <a:xfrm>
              <a:off x="260415" y="4237502"/>
              <a:ext cx="3196218" cy="3460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130794C-D84B-78FC-138D-BE5B552BF726}"/>
                </a:ext>
              </a:extLst>
            </p:cNvPr>
            <p:cNvSpPr txBox="1"/>
            <p:nvPr/>
          </p:nvSpPr>
          <p:spPr>
            <a:xfrm>
              <a:off x="341167" y="4294249"/>
              <a:ext cx="268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068A1C57-605A-68BA-B04C-28EE2AA55C53}"/>
                </a:ext>
              </a:extLst>
            </p:cNvPr>
            <p:cNvSpPr txBox="1"/>
            <p:nvPr/>
          </p:nvSpPr>
          <p:spPr>
            <a:xfrm>
              <a:off x="2606936" y="42942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ea typeface="맑은 고딕"/>
                </a:rPr>
                <a:t>▼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F9F944DA-5A78-C48F-31D3-FC809C17E4E1}"/>
                </a:ext>
              </a:extLst>
            </p:cNvPr>
            <p:cNvSpPr/>
            <p:nvPr/>
          </p:nvSpPr>
          <p:spPr>
            <a:xfrm>
              <a:off x="401249" y="4321422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답변완료</a:t>
              </a:r>
            </a:p>
          </p:txBody>
        </p: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4119F8A-4014-452E-F2D8-4C3A088A4770}"/>
              </a:ext>
            </a:extLst>
          </p:cNvPr>
          <p:cNvSpPr/>
          <p:nvPr/>
        </p:nvSpPr>
        <p:spPr>
          <a:xfrm>
            <a:off x="260415" y="2257013"/>
            <a:ext cx="3196218" cy="256821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D6C4DC9-9CF4-55D9-053A-83C54005BA08}"/>
              </a:ext>
            </a:extLst>
          </p:cNvPr>
          <p:cNvSpPr txBox="1"/>
          <p:nvPr/>
        </p:nvSpPr>
        <p:spPr>
          <a:xfrm>
            <a:off x="341167" y="2279254"/>
            <a:ext cx="2725836" cy="43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맑은 고딕"/>
                <a:ea typeface="맑은 고딕"/>
              </a:rPr>
              <a:t>            제목 영역입니다</a:t>
            </a:r>
            <a:r>
              <a:rPr lang="en-US" altLang="ko-KR" sz="800" b="1" dirty="0">
                <a:latin typeface="맑은 고딕"/>
                <a:ea typeface="맑은 고딕"/>
              </a:rPr>
              <a:t>. </a:t>
            </a:r>
            <a:r>
              <a:rPr lang="ko-KR" altLang="en-US" sz="800" b="1" dirty="0">
                <a:latin typeface="맑은 고딕"/>
                <a:ea typeface="맑은 고딕"/>
              </a:rPr>
              <a:t>제목 영역입니다</a:t>
            </a:r>
            <a:r>
              <a:rPr lang="en-US" altLang="ko-KR" sz="800" b="1" dirty="0">
                <a:latin typeface="맑은 고딕"/>
                <a:ea typeface="맑은 고딕"/>
              </a:rPr>
              <a:t>. </a:t>
            </a:r>
            <a:r>
              <a:rPr lang="ko-KR" altLang="en-US" sz="800" b="1" dirty="0">
                <a:ea typeface="맑은 고딕"/>
              </a:rPr>
              <a:t>제목 영역입니다</a:t>
            </a:r>
            <a:r>
              <a:rPr lang="en-US" altLang="ko-KR" sz="800" b="1" dirty="0">
                <a:ea typeface="맑은 고딕"/>
              </a:rPr>
              <a:t>. </a:t>
            </a:r>
            <a:r>
              <a:rPr lang="ko-KR" altLang="en-US" sz="800" b="1" dirty="0">
                <a:ea typeface="맑은 고딕"/>
              </a:rPr>
              <a:t>제목 영역입니다</a:t>
            </a:r>
            <a:r>
              <a:rPr lang="en-US" altLang="ko-KR" sz="800" b="1" dirty="0">
                <a:ea typeface="맑은 고딕"/>
              </a:rPr>
              <a:t>. </a:t>
            </a:r>
            <a:r>
              <a:rPr lang="ko-KR" altLang="en-US" sz="800" b="1" dirty="0">
                <a:ea typeface="맑은 고딕"/>
              </a:rPr>
              <a:t>제목 영역입니다</a:t>
            </a:r>
            <a:r>
              <a:rPr lang="en-US" altLang="ko-KR" sz="800" b="1" dirty="0">
                <a:ea typeface="맑은 고딕"/>
              </a:rPr>
              <a:t>. </a:t>
            </a:r>
            <a:r>
              <a:rPr lang="ko-KR" altLang="en-US" sz="800" b="1" dirty="0">
                <a:latin typeface="맑은 고딕"/>
                <a:ea typeface="맑은 고딕"/>
              </a:rPr>
              <a:t>제목 영역</a:t>
            </a:r>
            <a:r>
              <a:rPr lang="en-US" altLang="ko-KR" sz="800" b="1" dirty="0">
                <a:latin typeface="맑은 고딕"/>
                <a:ea typeface="맑은 고딕"/>
              </a:rPr>
              <a:t>…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C7FC3F3-B110-11AD-94CB-151AD7FE557E}"/>
              </a:ext>
            </a:extLst>
          </p:cNvPr>
          <p:cNvSpPr txBox="1"/>
          <p:nvPr/>
        </p:nvSpPr>
        <p:spPr>
          <a:xfrm>
            <a:off x="332784" y="2973614"/>
            <a:ext cx="305148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>
                <a:latin typeface="맑은 고딕"/>
                <a:ea typeface="맑은 고딕"/>
              </a:rPr>
              <a:t>문의 상세 내용입니다</a:t>
            </a:r>
            <a:r>
              <a:rPr lang="en-US" altLang="ko-KR" sz="700" dirty="0">
                <a:latin typeface="맑은 고딕"/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r>
              <a:rPr lang="ko-KR" altLang="en-US" sz="700" dirty="0">
                <a:ea typeface="맑은 고딕"/>
              </a:rPr>
              <a:t>문의 상세 내용입니다</a:t>
            </a:r>
            <a:r>
              <a:rPr lang="en-US" altLang="ko-KR" sz="700" dirty="0">
                <a:ea typeface="맑은 고딕"/>
              </a:rPr>
              <a:t>. </a:t>
            </a:r>
            <a:endParaRPr lang="ko-KR" altLang="en-US" sz="700" dirty="0">
              <a:solidFill>
                <a:srgbClr val="8A8A8A"/>
              </a:solidFill>
              <a:ea typeface="맑은 고딕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463A07B-B302-E52C-24A2-101F4722622A}"/>
              </a:ext>
            </a:extLst>
          </p:cNvPr>
          <p:cNvSpPr txBox="1"/>
          <p:nvPr/>
        </p:nvSpPr>
        <p:spPr>
          <a:xfrm>
            <a:off x="763469" y="2803780"/>
            <a:ext cx="128075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rPr>
              <a:t>2026-07-28 16:45:57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  <a:latin typeface="맑은 고딕"/>
              <a:ea typeface="맑은 고딕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D170C8E-EEEA-4B4F-C1BD-944CBEBCCDF9}"/>
              </a:ext>
            </a:extLst>
          </p:cNvPr>
          <p:cNvSpPr txBox="1"/>
          <p:nvPr/>
        </p:nvSpPr>
        <p:spPr>
          <a:xfrm>
            <a:off x="2606936" y="2313762"/>
            <a:ext cx="74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800" b="1" dirty="0">
                <a:latin typeface="맑은 고딕"/>
                <a:ea typeface="맑은 고딕"/>
              </a:rPr>
              <a:t>▲</a:t>
            </a:r>
            <a:endParaRPr lang="ko-KR" altLang="en-US" sz="800" dirty="0">
              <a:solidFill>
                <a:srgbClr val="8A8A8A"/>
              </a:solidFill>
              <a:latin typeface="맑은 고딕"/>
              <a:ea typeface="맑은 고딕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93A6173-916C-AC03-80A1-FDF48D0AFDD9}"/>
              </a:ext>
            </a:extLst>
          </p:cNvPr>
          <p:cNvSpPr txBox="1"/>
          <p:nvPr/>
        </p:nvSpPr>
        <p:spPr>
          <a:xfrm>
            <a:off x="332784" y="2799279"/>
            <a:ext cx="74794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b="1" dirty="0">
                <a:latin typeface="맑은 고딕"/>
                <a:ea typeface="맑은 고딕"/>
              </a:rPr>
              <a:t>문의내용</a:t>
            </a:r>
            <a:endParaRPr lang="ko-KR" altLang="en-US" sz="700" dirty="0">
              <a:ea typeface="맑은 고딕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8228C544-EDAE-6895-96A0-EB82C053C895}"/>
              </a:ext>
            </a:extLst>
          </p:cNvPr>
          <p:cNvSpPr/>
          <p:nvPr/>
        </p:nvSpPr>
        <p:spPr>
          <a:xfrm>
            <a:off x="408587" y="2340226"/>
            <a:ext cx="414078" cy="167947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답변대기</a:t>
            </a:r>
          </a:p>
        </p:txBody>
      </p: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C0D1AD97-1B56-0739-0397-2F29FE2257D2}"/>
              </a:ext>
            </a:extLst>
          </p:cNvPr>
          <p:cNvGrpSpPr/>
          <p:nvPr/>
        </p:nvGrpSpPr>
        <p:grpSpPr>
          <a:xfrm>
            <a:off x="260415" y="5322818"/>
            <a:ext cx="3196218" cy="536707"/>
            <a:chOff x="260415" y="4848039"/>
            <a:chExt cx="3196218" cy="536707"/>
          </a:xfrm>
        </p:grpSpPr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A40A6F13-0901-A3E4-E2C8-C15EDC13E053}"/>
                </a:ext>
              </a:extLst>
            </p:cNvPr>
            <p:cNvSpPr/>
            <p:nvPr/>
          </p:nvSpPr>
          <p:spPr>
            <a:xfrm>
              <a:off x="260415" y="4848039"/>
              <a:ext cx="3196218" cy="53670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C0B57D10-23E2-E615-373F-5CE1E924B41D}"/>
                </a:ext>
              </a:extLst>
            </p:cNvPr>
            <p:cNvSpPr txBox="1"/>
            <p:nvPr/>
          </p:nvSpPr>
          <p:spPr>
            <a:xfrm>
              <a:off x="341167" y="4870280"/>
              <a:ext cx="2725836" cy="437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DD7EF4C-F559-B709-60EC-255DC84E70A9}"/>
                </a:ext>
              </a:extLst>
            </p:cNvPr>
            <p:cNvSpPr txBox="1"/>
            <p:nvPr/>
          </p:nvSpPr>
          <p:spPr>
            <a:xfrm>
              <a:off x="2606936" y="4904788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ea typeface="맑은 고딕"/>
                </a:rPr>
                <a:t>▼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BD325EEF-91FF-2E85-D0A6-16102F141D6A}"/>
                </a:ext>
              </a:extLst>
            </p:cNvPr>
            <p:cNvSpPr/>
            <p:nvPr/>
          </p:nvSpPr>
          <p:spPr>
            <a:xfrm>
              <a:off x="408587" y="493363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답변대기</a:t>
              </a:r>
            </a:p>
          </p:txBody>
        </p:sp>
      </p:grp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033152EC-9D15-74C6-F727-EEDC1ECDF29E}"/>
              </a:ext>
            </a:extLst>
          </p:cNvPr>
          <p:cNvSpPr/>
          <p:nvPr/>
        </p:nvSpPr>
        <p:spPr>
          <a:xfrm>
            <a:off x="3973517" y="2276389"/>
            <a:ext cx="414078" cy="167947"/>
          </a:xfrm>
          <a:prstGeom prst="round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rgbClr val="234DD3"/>
                </a:solidFill>
                <a:ea typeface="맑은 고딕"/>
              </a:rPr>
              <a:t>답변완료</a:t>
            </a:r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50698A7B-6C6D-2BB3-61FD-AE41675F1DB8}"/>
              </a:ext>
            </a:extLst>
          </p:cNvPr>
          <p:cNvGrpSpPr/>
          <p:nvPr/>
        </p:nvGrpSpPr>
        <p:grpSpPr>
          <a:xfrm>
            <a:off x="362491" y="4201471"/>
            <a:ext cx="3006367" cy="511200"/>
            <a:chOff x="8023460" y="3413125"/>
            <a:chExt cx="3006367" cy="511200"/>
          </a:xfrm>
        </p:grpSpPr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EF8B214-4FEF-D5B0-A059-54BBAF851C7A}"/>
                </a:ext>
              </a:extLst>
            </p:cNvPr>
            <p:cNvSpPr txBox="1"/>
            <p:nvPr/>
          </p:nvSpPr>
          <p:spPr>
            <a:xfrm>
              <a:off x="8554732" y="352804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[</a:t>
              </a:r>
              <a:r>
                <a:rPr lang="ko-KR" altLang="en-US" sz="700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dirty="0">
                  <a:latin typeface="맑은 고딕"/>
                  <a:ea typeface="맑은 고딕"/>
                </a:rPr>
                <a:t>]</a:t>
              </a:r>
              <a:r>
                <a:rPr lang="ko-KR" altLang="en-US" sz="700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dirty="0">
                  <a:latin typeface="맑은 고딕"/>
                  <a:ea typeface="맑은 고딕"/>
                </a:rPr>
                <a:t> 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dirty="0">
                  <a:latin typeface="맑은 고딕"/>
                  <a:ea typeface="맑은 고딕"/>
                </a:rPr>
                <a:t>/</a:t>
              </a:r>
              <a:r>
                <a:rPr lang="ko-KR" altLang="en-US" sz="700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85DC9C61-E02B-4243-F40A-9F6EDC6316EF}"/>
                </a:ext>
              </a:extLst>
            </p:cNvPr>
            <p:cNvSpPr/>
            <p:nvPr/>
          </p:nvSpPr>
          <p:spPr>
            <a:xfrm>
              <a:off x="8117262" y="3503697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525CBF93-6A8E-A43E-EE5E-F98D2F1CB90A}"/>
                </a:ext>
              </a:extLst>
            </p:cNvPr>
            <p:cNvCxnSpPr/>
            <p:nvPr/>
          </p:nvCxnSpPr>
          <p:spPr>
            <a:xfrm>
              <a:off x="8023460" y="3413125"/>
              <a:ext cx="297368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EF35665-A536-7B8E-7C55-4DA444D69216}"/>
                </a:ext>
              </a:extLst>
            </p:cNvPr>
            <p:cNvSpPr txBox="1"/>
            <p:nvPr/>
          </p:nvSpPr>
          <p:spPr>
            <a:xfrm>
              <a:off x="8554733" y="369923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u="sng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상품보기</a:t>
              </a:r>
              <a:endParaRPr lang="en-US" altLang="ko-KR" sz="700" u="sng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941836E8-463B-F4CA-ED79-A36F629A6F28}"/>
              </a:ext>
            </a:extLst>
          </p:cNvPr>
          <p:cNvGrpSpPr/>
          <p:nvPr/>
        </p:nvGrpSpPr>
        <p:grpSpPr>
          <a:xfrm>
            <a:off x="3903658" y="4916394"/>
            <a:ext cx="3006367" cy="511200"/>
            <a:chOff x="8023460" y="3413125"/>
            <a:chExt cx="3006367" cy="511200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E487272-0578-EA49-9EBC-016AE0D61180}"/>
                </a:ext>
              </a:extLst>
            </p:cNvPr>
            <p:cNvSpPr txBox="1"/>
            <p:nvPr/>
          </p:nvSpPr>
          <p:spPr>
            <a:xfrm>
              <a:off x="8554732" y="3528042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[</a:t>
              </a:r>
              <a:r>
                <a:rPr lang="ko-KR" altLang="en-US" sz="700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dirty="0">
                  <a:latin typeface="맑은 고딕"/>
                  <a:ea typeface="맑은 고딕"/>
                </a:rPr>
                <a:t>]</a:t>
              </a:r>
              <a:r>
                <a:rPr lang="ko-KR" altLang="en-US" sz="700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dirty="0">
                  <a:latin typeface="맑은 고딕"/>
                  <a:ea typeface="맑은 고딕"/>
                </a:rPr>
                <a:t> 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dirty="0">
                  <a:latin typeface="맑은 고딕"/>
                  <a:ea typeface="맑은 고딕"/>
                </a:rPr>
                <a:t>/</a:t>
              </a:r>
              <a:r>
                <a:rPr lang="ko-KR" altLang="en-US" sz="700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416324DB-4480-8711-F97F-C70A76818C69}"/>
                </a:ext>
              </a:extLst>
            </p:cNvPr>
            <p:cNvSpPr/>
            <p:nvPr/>
          </p:nvSpPr>
          <p:spPr>
            <a:xfrm>
              <a:off x="8117262" y="3503697"/>
              <a:ext cx="419402" cy="4206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83" name="직선 연결선 182">
              <a:extLst>
                <a:ext uri="{FF2B5EF4-FFF2-40B4-BE49-F238E27FC236}">
                  <a16:creationId xmlns:a16="http://schemas.microsoft.com/office/drawing/2014/main" id="{5D320C97-3AB2-C8D0-8C78-C7111C6E815A}"/>
                </a:ext>
              </a:extLst>
            </p:cNvPr>
            <p:cNvCxnSpPr/>
            <p:nvPr/>
          </p:nvCxnSpPr>
          <p:spPr>
            <a:xfrm>
              <a:off x="8023460" y="3413125"/>
              <a:ext cx="2973684" cy="0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56C9CFFB-6A26-406E-8EE4-2BD7E2102826}"/>
                </a:ext>
              </a:extLst>
            </p:cNvPr>
            <p:cNvSpPr txBox="1"/>
            <p:nvPr/>
          </p:nvSpPr>
          <p:spPr>
            <a:xfrm>
              <a:off x="8554733" y="3699238"/>
              <a:ext cx="67249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u="sng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상품보기</a:t>
              </a:r>
              <a:endParaRPr lang="en-US" altLang="ko-KR" sz="700" u="sng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86" name="모서리가 둥근 직사각형 114">
            <a:extLst>
              <a:ext uri="{FF2B5EF4-FFF2-40B4-BE49-F238E27FC236}">
                <a16:creationId xmlns:a16="http://schemas.microsoft.com/office/drawing/2014/main" id="{4920C68F-4A5C-6714-EA4D-438648A9C408}"/>
              </a:ext>
            </a:extLst>
          </p:cNvPr>
          <p:cNvSpPr/>
          <p:nvPr/>
        </p:nvSpPr>
        <p:spPr>
          <a:xfrm>
            <a:off x="153903" y="11464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2" name="모서리가 둥근 직사각형 114">
            <a:extLst>
              <a:ext uri="{FF2B5EF4-FFF2-40B4-BE49-F238E27FC236}">
                <a16:creationId xmlns:a16="http://schemas.microsoft.com/office/drawing/2014/main" id="{9313D972-723C-9A92-A580-160577199F17}"/>
              </a:ext>
            </a:extLst>
          </p:cNvPr>
          <p:cNvSpPr/>
          <p:nvPr/>
        </p:nvSpPr>
        <p:spPr>
          <a:xfrm>
            <a:off x="153903" y="220542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4" name="모서리가 둥근 직사각형 114">
            <a:extLst>
              <a:ext uri="{FF2B5EF4-FFF2-40B4-BE49-F238E27FC236}">
                <a16:creationId xmlns:a16="http://schemas.microsoft.com/office/drawing/2014/main" id="{F85AD986-F2E0-147C-FF63-D78CCAB43B9E}"/>
              </a:ext>
            </a:extLst>
          </p:cNvPr>
          <p:cNvSpPr/>
          <p:nvPr/>
        </p:nvSpPr>
        <p:spPr>
          <a:xfrm>
            <a:off x="3676444" y="21601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6" name="모서리가 둥근 직사각형 114">
            <a:extLst>
              <a:ext uri="{FF2B5EF4-FFF2-40B4-BE49-F238E27FC236}">
                <a16:creationId xmlns:a16="http://schemas.microsoft.com/office/drawing/2014/main" id="{92EE3418-3844-146A-620F-289DCBB729F5}"/>
              </a:ext>
            </a:extLst>
          </p:cNvPr>
          <p:cNvSpPr/>
          <p:nvPr/>
        </p:nvSpPr>
        <p:spPr>
          <a:xfrm>
            <a:off x="137040" y="598747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7" name="모서리가 둥근 직사각형 114">
            <a:extLst>
              <a:ext uri="{FF2B5EF4-FFF2-40B4-BE49-F238E27FC236}">
                <a16:creationId xmlns:a16="http://schemas.microsoft.com/office/drawing/2014/main" id="{46481CA9-945B-EEC6-9E7F-7D7B50393D0D}"/>
              </a:ext>
            </a:extLst>
          </p:cNvPr>
          <p:cNvSpPr/>
          <p:nvPr/>
        </p:nvSpPr>
        <p:spPr>
          <a:xfrm>
            <a:off x="568809" y="45274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" name="Rounded Rectangle 35">
            <a:extLst>
              <a:ext uri="{FF2B5EF4-FFF2-40B4-BE49-F238E27FC236}">
                <a16:creationId xmlns:a16="http://schemas.microsoft.com/office/drawing/2014/main" id="{9946313C-B16A-8CC3-17D2-FD3D5B2A299C}"/>
              </a:ext>
            </a:extLst>
          </p:cNvPr>
          <p:cNvSpPr/>
          <p:nvPr/>
        </p:nvSpPr>
        <p:spPr>
          <a:xfrm>
            <a:off x="1894926" y="3888698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삭제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6" name="Rounded Rectangle 35">
            <a:extLst>
              <a:ext uri="{FF2B5EF4-FFF2-40B4-BE49-F238E27FC236}">
                <a16:creationId xmlns:a16="http://schemas.microsoft.com/office/drawing/2014/main" id="{E73F2FB7-BD6D-3A9C-F6D1-C0159786E37A}"/>
              </a:ext>
            </a:extLst>
          </p:cNvPr>
          <p:cNvSpPr/>
          <p:nvPr/>
        </p:nvSpPr>
        <p:spPr>
          <a:xfrm>
            <a:off x="676688" y="3886799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수정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0" name="Rounded Rectangle 35">
            <a:extLst>
              <a:ext uri="{FF2B5EF4-FFF2-40B4-BE49-F238E27FC236}">
                <a16:creationId xmlns:a16="http://schemas.microsoft.com/office/drawing/2014/main" id="{53DD0F5A-2CED-3AEB-0875-03D373741088}"/>
              </a:ext>
            </a:extLst>
          </p:cNvPr>
          <p:cNvSpPr/>
          <p:nvPr/>
        </p:nvSpPr>
        <p:spPr>
          <a:xfrm>
            <a:off x="324314" y="1533215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216B1B4-4373-98CC-7A02-588AEE6DDEE5}"/>
              </a:ext>
            </a:extLst>
          </p:cNvPr>
          <p:cNvSpPr/>
          <p:nvPr/>
        </p:nvSpPr>
        <p:spPr>
          <a:xfrm>
            <a:off x="307424" y="1893293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4468E65-6946-5DBF-2889-44B60746828F}"/>
              </a:ext>
            </a:extLst>
          </p:cNvPr>
          <p:cNvSpPr/>
          <p:nvPr/>
        </p:nvSpPr>
        <p:spPr>
          <a:xfrm>
            <a:off x="763723" y="189329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상품문의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025E3931-6900-9E3A-18B1-AC3223E98205}"/>
              </a:ext>
            </a:extLst>
          </p:cNvPr>
          <p:cNvSpPr/>
          <p:nvPr/>
        </p:nvSpPr>
        <p:spPr>
          <a:xfrm>
            <a:off x="1431337" y="189329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배송문의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3D9E35F-F070-C526-1C5C-8965D204F232}"/>
              </a:ext>
            </a:extLst>
          </p:cNvPr>
          <p:cNvSpPr/>
          <p:nvPr/>
        </p:nvSpPr>
        <p:spPr>
          <a:xfrm>
            <a:off x="2098951" y="189329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반품문의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A85790D-BA12-61DA-B410-4092C71C1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518271"/>
            <a:ext cx="253915" cy="23083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E3CAB5B-BCE3-76B7-D20C-47B4B29B2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518271"/>
            <a:ext cx="253915" cy="230832"/>
          </a:xfrm>
          <a:prstGeom prst="rect">
            <a:avLst/>
          </a:prstGeom>
        </p:spPr>
      </p:pic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79EDF5E3-EC7A-2A4D-B778-8094FB80E109}"/>
              </a:ext>
            </a:extLst>
          </p:cNvPr>
          <p:cNvCxnSpPr/>
          <p:nvPr/>
        </p:nvCxnSpPr>
        <p:spPr>
          <a:xfrm>
            <a:off x="1431337" y="1749103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5E057E-119B-FCE4-F1F9-E43BF594C477}"/>
              </a:ext>
            </a:extLst>
          </p:cNvPr>
          <p:cNvSpPr txBox="1"/>
          <p:nvPr/>
        </p:nvSpPr>
        <p:spPr>
          <a:xfrm>
            <a:off x="1497724" y="1539648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5487D7-7A44-25B2-D306-A9B3798C8BD8}"/>
              </a:ext>
            </a:extLst>
          </p:cNvPr>
          <p:cNvSpPr txBox="1"/>
          <p:nvPr/>
        </p:nvSpPr>
        <p:spPr>
          <a:xfrm>
            <a:off x="2521729" y="1539648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C1E997-3FC9-FDCF-09F3-BB7BF3BD01B2}"/>
              </a:ext>
            </a:extLst>
          </p:cNvPr>
          <p:cNvSpPr txBox="1"/>
          <p:nvPr/>
        </p:nvSpPr>
        <p:spPr>
          <a:xfrm>
            <a:off x="2274949" y="1539648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0CFB3C5-67E4-4753-AF37-5DED261F48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916" y="1518271"/>
            <a:ext cx="253915" cy="230832"/>
          </a:xfrm>
          <a:prstGeom prst="rect">
            <a:avLst/>
          </a:prstGeom>
        </p:spPr>
      </p:pic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653FE25-0CDC-57A0-AAEC-E74F3EB9C4C9}"/>
              </a:ext>
            </a:extLst>
          </p:cNvPr>
          <p:cNvSpPr/>
          <p:nvPr/>
        </p:nvSpPr>
        <p:spPr>
          <a:xfrm>
            <a:off x="2768754" y="1893293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교환문의</a:t>
            </a:r>
          </a:p>
        </p:txBody>
      </p:sp>
      <p:sp>
        <p:nvSpPr>
          <p:cNvPr id="188" name="모서리가 둥근 직사각형 114">
            <a:extLst>
              <a:ext uri="{FF2B5EF4-FFF2-40B4-BE49-F238E27FC236}">
                <a16:creationId xmlns:a16="http://schemas.microsoft.com/office/drawing/2014/main" id="{F60E0715-03FF-2249-2E17-70D6C5891E04}"/>
              </a:ext>
            </a:extLst>
          </p:cNvPr>
          <p:cNvSpPr/>
          <p:nvPr/>
        </p:nvSpPr>
        <p:spPr>
          <a:xfrm>
            <a:off x="153903" y="145021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90" name="모서리가 둥근 직사각형 114">
            <a:extLst>
              <a:ext uri="{FF2B5EF4-FFF2-40B4-BE49-F238E27FC236}">
                <a16:creationId xmlns:a16="http://schemas.microsoft.com/office/drawing/2014/main" id="{96C6BC7B-DBCA-69F8-2215-DEAE4C59AC7B}"/>
              </a:ext>
            </a:extLst>
          </p:cNvPr>
          <p:cNvSpPr/>
          <p:nvPr/>
        </p:nvSpPr>
        <p:spPr>
          <a:xfrm>
            <a:off x="153903" y="18111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48" name="모서리가 둥근 직사각형 114">
            <a:extLst>
              <a:ext uri="{FF2B5EF4-FFF2-40B4-BE49-F238E27FC236}">
                <a16:creationId xmlns:a16="http://schemas.microsoft.com/office/drawing/2014/main" id="{2A2F3917-6C87-6D5A-C69D-C3CC9AF589AC}"/>
              </a:ext>
            </a:extLst>
          </p:cNvPr>
          <p:cNvSpPr/>
          <p:nvPr/>
        </p:nvSpPr>
        <p:spPr>
          <a:xfrm>
            <a:off x="1265171" y="14526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06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0E4C-8D45-54DB-49E7-C28203E4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13994E-D688-EA3A-FC1D-D4F407A4CB34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작성가능한 리뷰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DA86A-8D0B-CD39-A812-D498319C1EFB}"/>
              </a:ext>
            </a:extLst>
          </p:cNvPr>
          <p:cNvSpPr txBox="1"/>
          <p:nvPr/>
        </p:nvSpPr>
        <p:spPr>
          <a:xfrm>
            <a:off x="1302717" y="330494"/>
            <a:ext cx="18806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가능한 리뷰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1934695-D317-F065-3F6D-D4DA50C380C2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CH-U-MY-05-01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65446-89D1-ACDD-59FC-E501F1A8FC39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31F9A-7277-806D-1D3C-6532C0E673DF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1B780545-6315-5B3D-FBE4-DBFACE766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446337"/>
              </p:ext>
            </p:extLst>
          </p:nvPr>
        </p:nvGraphicFramePr>
        <p:xfrm>
          <a:off x="10128399" y="623854"/>
          <a:ext cx="2850436" cy="241135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리뷰 작성 가능 리스트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리뷰작성 버튼 클릭 시 작성페이지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dirty="0"/>
                        <a:t>CH-U-MY-05-01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이동</a:t>
                      </a:r>
                      <a:endParaRPr lang="ko-KR" altLang="en-US" sz="80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29D81C5-F234-B204-A1C5-BBD1B5B42FC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73515E-C951-3782-702E-9D1D800CEF37}"/>
              </a:ext>
            </a:extLst>
          </p:cNvPr>
          <p:cNvSpPr txBox="1"/>
          <p:nvPr/>
        </p:nvSpPr>
        <p:spPr>
          <a:xfrm>
            <a:off x="377783" y="72025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B1B025-D9B6-A454-6D68-1D9532013457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D580508-2CB0-165E-DB32-A2A1A841A97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5CF2A8D-65B1-DF56-9EFC-692585683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94F0A1C-774D-685B-8B7F-F4229FF52A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360C0557-DABF-F8A7-60B7-8224F0AA4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C07DB467-4A18-80FD-986E-04347E1E8666}"/>
              </a:ext>
            </a:extLst>
          </p:cNvPr>
          <p:cNvSpPr/>
          <p:nvPr/>
        </p:nvSpPr>
        <p:spPr>
          <a:xfrm>
            <a:off x="9257359" y="1332037"/>
            <a:ext cx="589339" cy="43196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6BAF7A13-94AF-E8BA-BAB9-6CC2E88C5B89}"/>
              </a:ext>
            </a:extLst>
          </p:cNvPr>
          <p:cNvSpPr/>
          <p:nvPr/>
        </p:nvSpPr>
        <p:spPr>
          <a:xfrm>
            <a:off x="529416" y="5917393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A586915-E443-9432-0456-1BC083E86E0D}"/>
              </a:ext>
            </a:extLst>
          </p:cNvPr>
          <p:cNvGrpSpPr/>
          <p:nvPr/>
        </p:nvGrpSpPr>
        <p:grpSpPr>
          <a:xfrm>
            <a:off x="302663" y="1092082"/>
            <a:ext cx="3142476" cy="256384"/>
            <a:chOff x="258975" y="1064288"/>
            <a:chExt cx="3099344" cy="219456"/>
          </a:xfrm>
        </p:grpSpPr>
        <p:sp>
          <p:nvSpPr>
            <p:cNvPr id="24" name="Rounded Rectangle 35">
              <a:extLst>
                <a:ext uri="{FF2B5EF4-FFF2-40B4-BE49-F238E27FC236}">
                  <a16:creationId xmlns:a16="http://schemas.microsoft.com/office/drawing/2014/main" id="{99ACAF33-E494-157E-53F1-6C77845B769A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내가 작성한 리뷰</a:t>
              </a:r>
            </a:p>
          </p:txBody>
        </p:sp>
        <p:sp>
          <p:nvSpPr>
            <p:cNvPr id="25" name="Rounded Rectangle 35">
              <a:extLst>
                <a:ext uri="{FF2B5EF4-FFF2-40B4-BE49-F238E27FC236}">
                  <a16:creationId xmlns:a16="http://schemas.microsoft.com/office/drawing/2014/main" id="{AF1C6905-42E2-7F6C-8882-BD6F7ED81620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작성 가능한 리뷰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F62A0500-143A-13F6-22C4-D63AA890A3FA}"/>
              </a:ext>
            </a:extLst>
          </p:cNvPr>
          <p:cNvGrpSpPr/>
          <p:nvPr/>
        </p:nvGrpSpPr>
        <p:grpSpPr>
          <a:xfrm>
            <a:off x="274703" y="4072014"/>
            <a:ext cx="3196218" cy="831368"/>
            <a:chOff x="233270" y="2244785"/>
            <a:chExt cx="3196218" cy="831368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12BDC774-AF53-E33E-5374-39ECF4043DC6}"/>
                </a:ext>
              </a:extLst>
            </p:cNvPr>
            <p:cNvSpPr/>
            <p:nvPr/>
          </p:nvSpPr>
          <p:spPr>
            <a:xfrm>
              <a:off x="233270" y="2244785"/>
              <a:ext cx="3196218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D4DA3355-FB57-28E7-D5B3-5B969F7F3B48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F85203F-F4C5-14AF-D269-B8282C7EEEC2}"/>
                </a:ext>
              </a:extLst>
            </p:cNvPr>
            <p:cNvSpPr txBox="1"/>
            <p:nvPr/>
          </p:nvSpPr>
          <p:spPr>
            <a:xfrm>
              <a:off x="921915" y="2340149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31E4D559-9CEA-3CA4-92C2-884570DB8CC6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1" name="Rounded Rectangle 35">
              <a:extLst>
                <a:ext uri="{FF2B5EF4-FFF2-40B4-BE49-F238E27FC236}">
                  <a16:creationId xmlns:a16="http://schemas.microsoft.com/office/drawing/2014/main" id="{7E6B93F3-C2B6-8C18-02CB-238EC26A14AF}"/>
                </a:ext>
              </a:extLst>
            </p:cNvPr>
            <p:cNvSpPr/>
            <p:nvPr/>
          </p:nvSpPr>
          <p:spPr>
            <a:xfrm>
              <a:off x="2299532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193A41D9-6B31-5520-B374-8075E5F2C64C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06A8B95-7F9B-49B0-9F1E-4DFA9C986379}"/>
              </a:ext>
            </a:extLst>
          </p:cNvPr>
          <p:cNvGrpSpPr/>
          <p:nvPr/>
        </p:nvGrpSpPr>
        <p:grpSpPr>
          <a:xfrm>
            <a:off x="274703" y="4977117"/>
            <a:ext cx="3196218" cy="831368"/>
            <a:chOff x="233270" y="2244785"/>
            <a:chExt cx="3196218" cy="831368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1EF60B26-59A5-A93E-8CAC-CECE585533CD}"/>
                </a:ext>
              </a:extLst>
            </p:cNvPr>
            <p:cNvSpPr/>
            <p:nvPr/>
          </p:nvSpPr>
          <p:spPr>
            <a:xfrm>
              <a:off x="233270" y="2244785"/>
              <a:ext cx="3196218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5285017-A959-24F9-2E55-BC3D2EF8F90E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2E53CDC-E593-F689-D6AF-C2E4F0F7A0B4}"/>
                </a:ext>
              </a:extLst>
            </p:cNvPr>
            <p:cNvSpPr txBox="1"/>
            <p:nvPr/>
          </p:nvSpPr>
          <p:spPr>
            <a:xfrm>
              <a:off x="921915" y="2340149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784C1EF6-81B6-8847-1EE0-72F5F03726DB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Rounded Rectangle 35">
              <a:extLst>
                <a:ext uri="{FF2B5EF4-FFF2-40B4-BE49-F238E27FC236}">
                  <a16:creationId xmlns:a16="http://schemas.microsoft.com/office/drawing/2014/main" id="{FFB14A05-6E4C-7136-8076-4430E09B7D90}"/>
                </a:ext>
              </a:extLst>
            </p:cNvPr>
            <p:cNvSpPr/>
            <p:nvPr/>
          </p:nvSpPr>
          <p:spPr>
            <a:xfrm>
              <a:off x="2299532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A8C93660-DE06-AC3D-B114-B0FD11C9EAF7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76BCE79E-A014-30CA-C217-1BD09539CCFA}"/>
              </a:ext>
            </a:extLst>
          </p:cNvPr>
          <p:cNvGrpSpPr/>
          <p:nvPr/>
        </p:nvGrpSpPr>
        <p:grpSpPr>
          <a:xfrm>
            <a:off x="274703" y="2268102"/>
            <a:ext cx="3196218" cy="831368"/>
            <a:chOff x="233270" y="2244785"/>
            <a:chExt cx="3196218" cy="831368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6E06B52D-51EA-BF48-7A9F-51E5343E3BFA}"/>
                </a:ext>
              </a:extLst>
            </p:cNvPr>
            <p:cNvSpPr/>
            <p:nvPr/>
          </p:nvSpPr>
          <p:spPr>
            <a:xfrm>
              <a:off x="233270" y="2244785"/>
              <a:ext cx="3196218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9A762D4C-FF51-33DF-3D23-E7C09EDAD80D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A07B6D45-B3E3-8328-BC9E-0CA98BDD9E37}"/>
                </a:ext>
              </a:extLst>
            </p:cNvPr>
            <p:cNvSpPr txBox="1"/>
            <p:nvPr/>
          </p:nvSpPr>
          <p:spPr>
            <a:xfrm>
              <a:off x="921915" y="2340149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204" name="직사각형 203">
              <a:extLst>
                <a:ext uri="{FF2B5EF4-FFF2-40B4-BE49-F238E27FC236}">
                  <a16:creationId xmlns:a16="http://schemas.microsoft.com/office/drawing/2014/main" id="{C3CF2D13-7817-1C68-8809-A6817669576A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6" name="Rounded Rectangle 35">
              <a:extLst>
                <a:ext uri="{FF2B5EF4-FFF2-40B4-BE49-F238E27FC236}">
                  <a16:creationId xmlns:a16="http://schemas.microsoft.com/office/drawing/2014/main" id="{31DE771E-5AAA-2050-FFE6-82E45379AD2C}"/>
                </a:ext>
              </a:extLst>
            </p:cNvPr>
            <p:cNvSpPr/>
            <p:nvPr/>
          </p:nvSpPr>
          <p:spPr>
            <a:xfrm>
              <a:off x="2299532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72EA945E-8C52-55C9-3F4A-1845D85D2A5B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69AFB32E-3342-7909-272D-B6671E851ADD}"/>
              </a:ext>
            </a:extLst>
          </p:cNvPr>
          <p:cNvGrpSpPr/>
          <p:nvPr/>
        </p:nvGrpSpPr>
        <p:grpSpPr>
          <a:xfrm>
            <a:off x="274703" y="3173205"/>
            <a:ext cx="3196218" cy="831368"/>
            <a:chOff x="233270" y="2244785"/>
            <a:chExt cx="3196218" cy="831368"/>
          </a:xfrm>
        </p:grpSpPr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6F05F346-0C38-2307-9DAC-5BEA885200FC}"/>
                </a:ext>
              </a:extLst>
            </p:cNvPr>
            <p:cNvSpPr/>
            <p:nvPr/>
          </p:nvSpPr>
          <p:spPr>
            <a:xfrm>
              <a:off x="233270" y="2244785"/>
              <a:ext cx="3196218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902C4141-3EAE-9BAA-D848-B772058DDBAB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23225E5D-DC5E-F7D0-7AAA-A9E713774F4C}"/>
                </a:ext>
              </a:extLst>
            </p:cNvPr>
            <p:cNvSpPr txBox="1"/>
            <p:nvPr/>
          </p:nvSpPr>
          <p:spPr>
            <a:xfrm>
              <a:off x="921915" y="2340149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A4592B51-5442-193D-0421-53FFAD983798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3" name="Rounded Rectangle 35">
              <a:extLst>
                <a:ext uri="{FF2B5EF4-FFF2-40B4-BE49-F238E27FC236}">
                  <a16:creationId xmlns:a16="http://schemas.microsoft.com/office/drawing/2014/main" id="{4F204744-F0B3-E21A-068F-F18214AA67AF}"/>
                </a:ext>
              </a:extLst>
            </p:cNvPr>
            <p:cNvSpPr/>
            <p:nvPr/>
          </p:nvSpPr>
          <p:spPr>
            <a:xfrm>
              <a:off x="2299532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488C611D-2664-371C-3781-FE2932D866A0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sp>
        <p:nvSpPr>
          <p:cNvPr id="216" name="모서리가 둥근 직사각형 114">
            <a:extLst>
              <a:ext uri="{FF2B5EF4-FFF2-40B4-BE49-F238E27FC236}">
                <a16:creationId xmlns:a16="http://schemas.microsoft.com/office/drawing/2014/main" id="{464BC60B-FF46-9DE5-7957-A31DFD4010B2}"/>
              </a:ext>
            </a:extLst>
          </p:cNvPr>
          <p:cNvSpPr/>
          <p:nvPr/>
        </p:nvSpPr>
        <p:spPr>
          <a:xfrm>
            <a:off x="153903" y="11464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4B04C2FF-2DAE-FC67-2A9F-7C01EB2B8750}"/>
              </a:ext>
            </a:extLst>
          </p:cNvPr>
          <p:cNvSpPr/>
          <p:nvPr/>
        </p:nvSpPr>
        <p:spPr>
          <a:xfrm>
            <a:off x="153903" y="227595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4CA5FAF8-4280-6297-0027-A712E7F80FA5}"/>
              </a:ext>
            </a:extLst>
          </p:cNvPr>
          <p:cNvSpPr/>
          <p:nvPr/>
        </p:nvSpPr>
        <p:spPr>
          <a:xfrm>
            <a:off x="153903" y="59551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F36E5E1-3E85-C6D3-9838-06751BCC06CB}"/>
              </a:ext>
            </a:extLst>
          </p:cNvPr>
          <p:cNvSpPr/>
          <p:nvPr/>
        </p:nvSpPr>
        <p:spPr>
          <a:xfrm>
            <a:off x="302663" y="1454524"/>
            <a:ext cx="3142476" cy="750010"/>
          </a:xfrm>
          <a:prstGeom prst="roundRect">
            <a:avLst>
              <a:gd name="adj" fmla="val 10573"/>
            </a:avLst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D7FF6-9EAB-D88D-8BCC-73A4B943E0E9}"/>
              </a:ext>
            </a:extLst>
          </p:cNvPr>
          <p:cNvSpPr txBox="1"/>
          <p:nvPr/>
        </p:nvSpPr>
        <p:spPr>
          <a:xfrm>
            <a:off x="401722" y="1481180"/>
            <a:ext cx="2941470" cy="6924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dirty="0">
                <a:latin typeface="맑은 고딕"/>
                <a:ea typeface="맑은 고딕"/>
              </a:rPr>
              <a:t>리뷰 작성하고 마일리지 혜택 받아가세요</a:t>
            </a:r>
            <a:r>
              <a:rPr lang="en-US" altLang="ko-KR" sz="800" b="1" dirty="0">
                <a:latin typeface="맑은 고딕"/>
                <a:ea typeface="맑은 고딕"/>
              </a:rPr>
              <a:t>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맑은 고딕"/>
                <a:ea typeface="맑은 고딕"/>
              </a:rPr>
              <a:t>텍스트 후기 작성 시 </a:t>
            </a:r>
            <a:r>
              <a:rPr lang="en-US" altLang="ko-KR" sz="700" b="1" dirty="0">
                <a:latin typeface="맑은 고딕"/>
                <a:ea typeface="맑은 고딕"/>
              </a:rPr>
              <a:t>300P</a:t>
            </a:r>
            <a:r>
              <a:rPr lang="ko-KR" altLang="en-US" sz="700" dirty="0">
                <a:latin typeface="맑은 고딕"/>
                <a:ea typeface="맑은 고딕"/>
              </a:rPr>
              <a:t> 적립</a:t>
            </a:r>
            <a:endParaRPr lang="en-US" altLang="ko-KR" sz="700" dirty="0"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700" dirty="0">
                <a:latin typeface="맑은 고딕"/>
                <a:ea typeface="맑은 고딕"/>
              </a:rPr>
              <a:t>포토 후기 작성 시 </a:t>
            </a:r>
            <a:r>
              <a:rPr lang="en-US" altLang="ko-KR" sz="700" b="1" dirty="0">
                <a:latin typeface="맑은 고딕"/>
                <a:ea typeface="맑은 고딕"/>
              </a:rPr>
              <a:t>500P</a:t>
            </a:r>
            <a:r>
              <a:rPr lang="ko-KR" altLang="en-US" sz="700" dirty="0">
                <a:latin typeface="맑은 고딕"/>
                <a:ea typeface="맑은 고딕"/>
              </a:rPr>
              <a:t> 적립</a:t>
            </a:r>
            <a:endParaRPr lang="en-US" altLang="ko-KR" sz="700" dirty="0"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600" dirty="0">
              <a:latin typeface="맑은 고딕"/>
              <a:ea typeface="맑은 고딕"/>
            </a:endParaRPr>
          </a:p>
          <a:p>
            <a:r>
              <a:rPr lang="en-US" altLang="ko-KR" sz="700" dirty="0">
                <a:latin typeface="맑은 고딕"/>
                <a:ea typeface="맑은 고딕"/>
              </a:rPr>
              <a:t>※ </a:t>
            </a:r>
            <a:r>
              <a:rPr lang="ko-KR" altLang="en-US" sz="700" dirty="0">
                <a:latin typeface="맑은 고딕"/>
                <a:ea typeface="맑은 고딕"/>
              </a:rPr>
              <a:t>구매확정 후 </a:t>
            </a:r>
            <a:r>
              <a:rPr lang="en-US" altLang="ko-KR" sz="700" dirty="0">
                <a:latin typeface="맑은 고딕"/>
                <a:ea typeface="맑은 고딕"/>
              </a:rPr>
              <a:t>60</a:t>
            </a:r>
            <a:r>
              <a:rPr lang="ko-KR" altLang="en-US" sz="700" dirty="0">
                <a:latin typeface="맑은 고딕"/>
                <a:ea typeface="맑은 고딕"/>
              </a:rPr>
              <a:t>일 내에 리뷰 작성이 가능합니다</a:t>
            </a:r>
            <a:r>
              <a:rPr lang="en-US" altLang="ko-KR" sz="700" dirty="0">
                <a:latin typeface="맑은 고딕"/>
                <a:ea typeface="맑은 고딕"/>
              </a:rPr>
              <a:t>.</a:t>
            </a:r>
            <a:endParaRPr lang="ko-KR" altLang="en-US" sz="700" spc="-150" dirty="0">
              <a:solidFill>
                <a:srgbClr val="FF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546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8D102-4CBD-8E65-D862-B4340085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D23BA-B4FA-DA11-39B7-7C37298493AC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리뷰 작성하기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F448E-18CE-3E49-945B-1DEF2782EAE0}"/>
              </a:ext>
            </a:extLst>
          </p:cNvPr>
          <p:cNvSpPr txBox="1"/>
          <p:nvPr/>
        </p:nvSpPr>
        <p:spPr>
          <a:xfrm>
            <a:off x="1302717" y="330494"/>
            <a:ext cx="23679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가능한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리뷰작성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477FE0-C931-5AE6-5A94-E144DCE261DD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CH-U-MY-05-01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A119E-5C06-8384-840D-99845C8CDA38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C50304-5B86-2B40-B749-01A9C9B501E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8614617B-C786-DCBC-BDA5-BF746098B5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979765"/>
              </p:ext>
            </p:extLst>
          </p:nvPr>
        </p:nvGraphicFramePr>
        <p:xfrm>
          <a:off x="10128399" y="623854"/>
          <a:ext cx="2850436" cy="40891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구매 상품 정보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사용자가 구매한 상품 정보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입력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 작성 영역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선택한 </a:t>
                      </a:r>
                      <a:r>
                        <a:rPr lang="ko-KR" altLang="ko-KR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별점</a:t>
                      </a:r>
                      <a:r>
                        <a:rPr lang="ko-KR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개수에 연동하여 하단 상태 텍스트 출력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b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별로에요</a:t>
                      </a:r>
                      <a:b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그저그래요</a:t>
                      </a:r>
                      <a:b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보통이에요</a:t>
                      </a:r>
                      <a:b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아주 좋아요</a:t>
                      </a:r>
                      <a:b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점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최고에요</a:t>
                      </a:r>
                      <a:endParaRPr lang="en-US" altLang="ko-KR" sz="800" b="0" u="none" kern="0" spc="-70" baseline="0" noProof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리뷰 작성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 작성 영역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2,000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자까지 입력 가능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최대 글자수 초과시 텍스트 작성 불가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4-1 </a:t>
                      </a: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사진 첨부 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영역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이미지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장 이상 등록 시 등록 버튼 안내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4-2  </a:t>
                      </a:r>
                      <a:r>
                        <a:rPr kumimoji="0" lang="ko-KR" altLang="en-US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사진 첨부 후 썸네일 </a:t>
                      </a:r>
                      <a:r>
                        <a:rPr kumimoji="0" lang="en-US" altLang="ko-KR" sz="800" b="1" i="0" u="sng" strike="noStrike" kern="0" cap="none" spc="-7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VIEW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필수 항목 </a:t>
                      </a:r>
                      <a:r>
                        <a:rPr lang="ko-KR" altLang="en-US" sz="800" b="0" u="none" kern="0" spc="-7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 등록 불가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리뷰 등록 완료 후 </a:t>
                      </a:r>
                      <a:r>
                        <a:rPr lang="ko-KR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작성 가능한 리뷰 페이지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CH-U-MY-05-01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 이동</a:t>
                      </a:r>
                      <a:endParaRPr lang="ko-KR" altLang="en-US" sz="80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6761813E-4031-E7F5-3795-A1DEE41026D8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3F5211-6C2F-DD07-D5D2-BE6FF9922BC9}"/>
              </a:ext>
            </a:extLst>
          </p:cNvPr>
          <p:cNvSpPr txBox="1"/>
          <p:nvPr/>
        </p:nvSpPr>
        <p:spPr>
          <a:xfrm>
            <a:off x="377783" y="720258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 작성하기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B4EDDB-3C78-2030-6A09-3DDAE4ABCC33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4A0C2B6-D983-CCA3-09B7-D35437F3D5FC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7E5BE223-5594-693D-40E1-676FC9C01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EF5B18D-BFF7-89C3-C2FE-9699E28121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EDDA0A84-A318-3F15-499C-7309B8C4A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BE2231E-511C-9DDA-D4A3-1F244F777613}"/>
              </a:ext>
            </a:extLst>
          </p:cNvPr>
          <p:cNvGrpSpPr/>
          <p:nvPr/>
        </p:nvGrpSpPr>
        <p:grpSpPr>
          <a:xfrm>
            <a:off x="354451" y="1210127"/>
            <a:ext cx="3036721" cy="554355"/>
            <a:chOff x="360289" y="2398377"/>
            <a:chExt cx="3036721" cy="55435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FBEEFC9-6809-3C52-585F-4A9CDE5E924B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A21D97-FE57-DD2A-8E69-FED16146FCA2}"/>
                </a:ext>
              </a:extLst>
            </p:cNvPr>
            <p:cNvSpPr txBox="1"/>
            <p:nvPr/>
          </p:nvSpPr>
          <p:spPr>
            <a:xfrm>
              <a:off x="921915" y="2409420"/>
              <a:ext cx="24750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755140E-F362-FFAD-E665-576A90733EE0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BE7470B-EBDE-5F49-DDB8-881B18AD95F5}"/>
                </a:ext>
              </a:extLst>
            </p:cNvPr>
            <p:cNvSpPr txBox="1"/>
            <p:nvPr/>
          </p:nvSpPr>
          <p:spPr>
            <a:xfrm>
              <a:off x="921915" y="2571053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sp>
        <p:nvSpPr>
          <p:cNvPr id="39" name="Rounded Rectangle 35">
            <a:extLst>
              <a:ext uri="{FF2B5EF4-FFF2-40B4-BE49-F238E27FC236}">
                <a16:creationId xmlns:a16="http://schemas.microsoft.com/office/drawing/2014/main" id="{78ABE79A-94D6-5BF2-61BA-3E7E3FB7C3DC}"/>
              </a:ext>
            </a:extLst>
          </p:cNvPr>
          <p:cNvSpPr/>
          <p:nvPr/>
        </p:nvSpPr>
        <p:spPr>
          <a:xfrm>
            <a:off x="354451" y="5833911"/>
            <a:ext cx="2960675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등록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CBFC9BA-DD27-920C-9CC3-2E376EDA7A63}"/>
              </a:ext>
            </a:extLst>
          </p:cNvPr>
          <p:cNvGrpSpPr/>
          <p:nvPr/>
        </p:nvGrpSpPr>
        <p:grpSpPr>
          <a:xfrm>
            <a:off x="274703" y="2017692"/>
            <a:ext cx="3196218" cy="508102"/>
            <a:chOff x="274703" y="2065971"/>
            <a:chExt cx="3196218" cy="508102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BA74B69-DF68-1BD9-00A1-796557E3EBC6}"/>
                </a:ext>
              </a:extLst>
            </p:cNvPr>
            <p:cNvSpPr/>
            <p:nvPr/>
          </p:nvSpPr>
          <p:spPr>
            <a:xfrm>
              <a:off x="274703" y="2065971"/>
              <a:ext cx="3196218" cy="5081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B0D5D4-1669-522E-E9E6-0BFE028E7C6B}"/>
                </a:ext>
              </a:extLst>
            </p:cNvPr>
            <p:cNvSpPr txBox="1"/>
            <p:nvPr/>
          </p:nvSpPr>
          <p:spPr>
            <a:xfrm>
              <a:off x="553207" y="2204491"/>
              <a:ext cx="16072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상품이 어떠셨나요</a:t>
              </a:r>
              <a:r>
                <a:rPr lang="en-US" altLang="ko-KR" sz="900" b="1" dirty="0">
                  <a:latin typeface="맑은 고딕"/>
                  <a:ea typeface="맑은 고딕"/>
                </a:rPr>
                <a:t>?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CA487FB-DFB6-DB8D-ED54-A43823286067}"/>
                </a:ext>
              </a:extLst>
            </p:cNvPr>
            <p:cNvSpPr txBox="1"/>
            <p:nvPr/>
          </p:nvSpPr>
          <p:spPr>
            <a:xfrm>
              <a:off x="2340045" y="2121213"/>
              <a:ext cx="7841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ea typeface="맑은 고딕"/>
                </a:rPr>
                <a:t>☆☆☆☆☆</a:t>
              </a:r>
              <a:endParaRPr lang="en-US" altLang="ko-KR" sz="900" dirty="0">
                <a:latin typeface="맑은 고딕"/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88B5FD4-5493-00DA-4421-00BDFF0F7496}"/>
                </a:ext>
              </a:extLst>
            </p:cNvPr>
            <p:cNvSpPr txBox="1"/>
            <p:nvPr/>
          </p:nvSpPr>
          <p:spPr>
            <a:xfrm>
              <a:off x="2420290" y="2330130"/>
              <a:ext cx="6204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보통이에요</a:t>
              </a:r>
              <a:endPara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</p:grpSp>
      <p:sp>
        <p:nvSpPr>
          <p:cNvPr id="49" name="모서리가 둥근 직사각형 61">
            <a:extLst>
              <a:ext uri="{FF2B5EF4-FFF2-40B4-BE49-F238E27FC236}">
                <a16:creationId xmlns:a16="http://schemas.microsoft.com/office/drawing/2014/main" id="{1B35EBE7-D746-73BF-2BE2-85FEBA2C435E}"/>
              </a:ext>
            </a:extLst>
          </p:cNvPr>
          <p:cNvSpPr/>
          <p:nvPr/>
        </p:nvSpPr>
        <p:spPr>
          <a:xfrm>
            <a:off x="274704" y="2675434"/>
            <a:ext cx="3151018" cy="233355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리뷰 내용을 입력해주세요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2,000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04AF5371-A289-8F5D-55E2-BB9990BB08BC}"/>
              </a:ext>
            </a:extLst>
          </p:cNvPr>
          <p:cNvSpPr/>
          <p:nvPr/>
        </p:nvSpPr>
        <p:spPr>
          <a:xfrm>
            <a:off x="3071449" y="4792962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7B389A30-EFD8-FF8E-AF80-813B5887689B}"/>
              </a:ext>
            </a:extLst>
          </p:cNvPr>
          <p:cNvGrpSpPr/>
          <p:nvPr/>
        </p:nvGrpSpPr>
        <p:grpSpPr>
          <a:xfrm>
            <a:off x="289835" y="5176731"/>
            <a:ext cx="531568" cy="375507"/>
            <a:chOff x="620809" y="4862108"/>
            <a:chExt cx="531568" cy="375507"/>
          </a:xfrm>
        </p:grpSpPr>
        <p:sp>
          <p:nvSpPr>
            <p:cNvPr id="54" name="모서리가 둥근 직사각형 61">
              <a:extLst>
                <a:ext uri="{FF2B5EF4-FFF2-40B4-BE49-F238E27FC236}">
                  <a16:creationId xmlns:a16="http://schemas.microsoft.com/office/drawing/2014/main" id="{4C8B6D05-6C68-1684-5F82-B05500BF54B0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ABE0FFD0-B490-46A1-DA7F-7FE56FBCA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E6B40708-D98B-0DB7-752F-86F48A9CE83A}"/>
              </a:ext>
            </a:extLst>
          </p:cNvPr>
          <p:cNvSpPr txBox="1"/>
          <p:nvPr/>
        </p:nvSpPr>
        <p:spPr>
          <a:xfrm>
            <a:off x="206530" y="5525392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87" name="모서리가 둥근 직사각형 114">
            <a:extLst>
              <a:ext uri="{FF2B5EF4-FFF2-40B4-BE49-F238E27FC236}">
                <a16:creationId xmlns:a16="http://schemas.microsoft.com/office/drawing/2014/main" id="{E3461878-898D-8C57-7B1C-A30921297815}"/>
              </a:ext>
            </a:extLst>
          </p:cNvPr>
          <p:cNvSpPr/>
          <p:nvPr/>
        </p:nvSpPr>
        <p:spPr>
          <a:xfrm>
            <a:off x="110954" y="10979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0" name="모서리가 둥근 직사각형 114">
            <a:extLst>
              <a:ext uri="{FF2B5EF4-FFF2-40B4-BE49-F238E27FC236}">
                <a16:creationId xmlns:a16="http://schemas.microsoft.com/office/drawing/2014/main" id="{1FC0F1FC-8ADA-FEFD-E9C1-5BD6A161FC74}"/>
              </a:ext>
            </a:extLst>
          </p:cNvPr>
          <p:cNvSpPr/>
          <p:nvPr/>
        </p:nvSpPr>
        <p:spPr>
          <a:xfrm>
            <a:off x="110954" y="20370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1" name="모서리가 둥근 직사각형 114">
            <a:extLst>
              <a:ext uri="{FF2B5EF4-FFF2-40B4-BE49-F238E27FC236}">
                <a16:creationId xmlns:a16="http://schemas.microsoft.com/office/drawing/2014/main" id="{D58195EF-79D3-036A-423A-0BB91C4A85D0}"/>
              </a:ext>
            </a:extLst>
          </p:cNvPr>
          <p:cNvSpPr/>
          <p:nvPr/>
        </p:nvSpPr>
        <p:spPr>
          <a:xfrm>
            <a:off x="110954" y="26096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2" name="모서리가 둥근 직사각형 114">
            <a:extLst>
              <a:ext uri="{FF2B5EF4-FFF2-40B4-BE49-F238E27FC236}">
                <a16:creationId xmlns:a16="http://schemas.microsoft.com/office/drawing/2014/main" id="{09817048-9BED-D933-53DC-775A30B1AB84}"/>
              </a:ext>
            </a:extLst>
          </p:cNvPr>
          <p:cNvSpPr/>
          <p:nvPr/>
        </p:nvSpPr>
        <p:spPr>
          <a:xfrm>
            <a:off x="110954" y="51047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21EEA949-A91F-7614-9CEA-90F6D4AB51F7}"/>
              </a:ext>
            </a:extLst>
          </p:cNvPr>
          <p:cNvSpPr/>
          <p:nvPr/>
        </p:nvSpPr>
        <p:spPr>
          <a:xfrm>
            <a:off x="110954" y="58491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2BD24D3-1330-DC79-6EF2-DE8B72D3BAF9}"/>
              </a:ext>
            </a:extLst>
          </p:cNvPr>
          <p:cNvGrpSpPr/>
          <p:nvPr/>
        </p:nvGrpSpPr>
        <p:grpSpPr>
          <a:xfrm>
            <a:off x="4896793" y="5060985"/>
            <a:ext cx="531568" cy="375507"/>
            <a:chOff x="620809" y="4862108"/>
            <a:chExt cx="531568" cy="375507"/>
          </a:xfrm>
        </p:grpSpPr>
        <p:sp>
          <p:nvSpPr>
            <p:cNvPr id="25" name="모서리가 둥근 직사각형 61">
              <a:extLst>
                <a:ext uri="{FF2B5EF4-FFF2-40B4-BE49-F238E27FC236}">
                  <a16:creationId xmlns:a16="http://schemas.microsoft.com/office/drawing/2014/main" id="{5BC45338-854D-8E15-C185-EB67BA6EFA20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>
              <a:defPPr>
                <a:defRPr lang="ko-KR"/>
              </a:defPPr>
              <a:lvl1pPr marL="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598200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1964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794601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3928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991002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5892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187403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785604" algn="l" defTabSz="1196401" rtl="0" eaLnBrk="1" latinLnBrk="1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B17A597E-E300-A5A8-52EC-E29349B59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16" name="TextBox 76">
            <a:extLst>
              <a:ext uri="{FF2B5EF4-FFF2-40B4-BE49-F238E27FC236}">
                <a16:creationId xmlns:a16="http://schemas.microsoft.com/office/drawing/2014/main" id="{75EC9806-534D-C5C5-EF6E-19661570A9A7}"/>
              </a:ext>
            </a:extLst>
          </p:cNvPr>
          <p:cNvSpPr txBox="1"/>
          <p:nvPr/>
        </p:nvSpPr>
        <p:spPr>
          <a:xfrm>
            <a:off x="4116360" y="5429485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17" name="모서리가 둥근 직사각형 61">
            <a:extLst>
              <a:ext uri="{FF2B5EF4-FFF2-40B4-BE49-F238E27FC236}">
                <a16:creationId xmlns:a16="http://schemas.microsoft.com/office/drawing/2014/main" id="{F9401F3A-10F9-1970-38A0-4F5C9C26F826}"/>
              </a:ext>
            </a:extLst>
          </p:cNvPr>
          <p:cNvSpPr/>
          <p:nvPr/>
        </p:nvSpPr>
        <p:spPr>
          <a:xfrm>
            <a:off x="4321304" y="5063582"/>
            <a:ext cx="531568" cy="37550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4961ABFD-4C10-281B-7275-AC760A91F57E}"/>
              </a:ext>
            </a:extLst>
          </p:cNvPr>
          <p:cNvSpPr/>
          <p:nvPr/>
        </p:nvSpPr>
        <p:spPr>
          <a:xfrm>
            <a:off x="4597176" y="49090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166B834-862D-95A5-4B8F-9DF5D3BCDE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871" y="5100048"/>
            <a:ext cx="310610" cy="343707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C97F842D-9A2C-A21D-5292-7DFF794B599B}"/>
              </a:ext>
            </a:extLst>
          </p:cNvPr>
          <p:cNvCxnSpPr/>
          <p:nvPr/>
        </p:nvCxnSpPr>
        <p:spPr>
          <a:xfrm>
            <a:off x="3767617" y="5013043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05A2DD9-1503-AD86-3483-CA15ED5C5D67}"/>
              </a:ext>
            </a:extLst>
          </p:cNvPr>
          <p:cNvCxnSpPr/>
          <p:nvPr/>
        </p:nvCxnSpPr>
        <p:spPr>
          <a:xfrm>
            <a:off x="3767617" y="5683682"/>
            <a:ext cx="2808312" cy="0"/>
          </a:xfrm>
          <a:prstGeom prst="line">
            <a:avLst/>
          </a:prstGeom>
          <a:ln w="3175">
            <a:solidFill>
              <a:srgbClr val="234DD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010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BC8EC-69DA-1928-F24E-8CC6F2C3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A7E62-4140-8848-7C19-CF30D4EA080F}"/>
              </a:ext>
            </a:extLst>
          </p:cNvPr>
          <p:cNvSpPr txBox="1"/>
          <p:nvPr/>
        </p:nvSpPr>
        <p:spPr>
          <a:xfrm>
            <a:off x="1307907" y="78285"/>
            <a:ext cx="111280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작성한 리뷰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ABFCA-105A-64B0-4BA9-000300AF8CE7}"/>
              </a:ext>
            </a:extLst>
          </p:cNvPr>
          <p:cNvSpPr txBox="1"/>
          <p:nvPr/>
        </p:nvSpPr>
        <p:spPr>
          <a:xfrm>
            <a:off x="1302717" y="330494"/>
            <a:ext cx="18806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내가 작성한 리뷰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90D7BB-26A6-49FB-020A-990E4F60C2D3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CH-U-MY-05-02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DFEB3-3E91-52BB-AF72-49485737B49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DCED8-F25B-B64D-9A81-A311A812848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5F071C2C-1BBC-F43A-93FC-2517983EB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152115"/>
              </p:ext>
            </p:extLst>
          </p:nvPr>
        </p:nvGraphicFramePr>
        <p:xfrm>
          <a:off x="10128399" y="623854"/>
          <a:ext cx="2850436" cy="372338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리뷰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각 항목에 맞는 콘텐츠 노출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기간별 문의내역 조회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기간별 내역 조회 기능 제공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날짜 지정 필터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상단 버튼 중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‘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기간조회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’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선택 시에만 활성화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dirty="0"/>
                        <a:t>주문</a:t>
                      </a:r>
                      <a:r>
                        <a:rPr lang="en-US" altLang="ko-KR" sz="800" dirty="0"/>
                        <a:t>/</a:t>
                      </a:r>
                      <a:r>
                        <a:rPr lang="ko-KR" altLang="en-US" sz="800" dirty="0"/>
                        <a:t>배송 목록</a:t>
                      </a:r>
                      <a:r>
                        <a:rPr lang="en-US" altLang="ko-KR" sz="800" dirty="0"/>
                        <a:t>(CH-U-MY-02-01-01)</a:t>
                      </a:r>
                      <a:r>
                        <a:rPr lang="ko-KR" altLang="en-US" sz="800" dirty="0"/>
                        <a:t>페이지 내 필터 기능과 동일하게 운영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[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]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이미지 작은 사이즈로 최초 노출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사이즈 확대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확대된 이미지 클릭 시 다시 축소됨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수정 버튼 클릭 시 수정 페이지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en-US" altLang="ko-KR" sz="800" dirty="0"/>
                        <a:t>CH-U-MY-05-01) </a:t>
                      </a:r>
                      <a:r>
                        <a:rPr lang="ko-KR" altLang="en-US" sz="800" dirty="0"/>
                        <a:t>이동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리뷰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이미지 등록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짧은 문구 케이스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리뷰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이미지 등록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긴 문구 케이스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리뷰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이미지 등록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이미지 확대 케이스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4-4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리뷰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이미지 미등록 케이스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더보기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페이지 최초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진입시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게시글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더보기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버튼 클릭 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개씩 추가 노출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C044623-6332-792A-BF5F-7766CA4FC2A0}"/>
              </a:ext>
            </a:extLst>
          </p:cNvPr>
          <p:cNvSpPr/>
          <p:nvPr/>
        </p:nvSpPr>
        <p:spPr>
          <a:xfrm>
            <a:off x="168443" y="665138"/>
            <a:ext cx="3430800" cy="27699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F6FFE1-EE68-E7B5-288E-30729FF45075}"/>
              </a:ext>
            </a:extLst>
          </p:cNvPr>
          <p:cNvSpPr txBox="1"/>
          <p:nvPr/>
        </p:nvSpPr>
        <p:spPr>
          <a:xfrm>
            <a:off x="377783" y="720258"/>
            <a:ext cx="6238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FFA59-DC07-F70A-A6EC-F099A5893B20}"/>
              </a:ext>
            </a:extLst>
          </p:cNvPr>
          <p:cNvSpPr txBox="1"/>
          <p:nvPr/>
        </p:nvSpPr>
        <p:spPr>
          <a:xfrm>
            <a:off x="169406" y="697398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68B2C8E-7A7E-9295-1EFE-7F854A9785E0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2BB915D-3E78-ED4E-67F8-5FCB964298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FB610A59-84BD-BA7A-6132-CF57E78B2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42BFF0A0-6C1C-4045-E91B-6D4FAFB7C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45" name="Rounded Rectangle 35">
            <a:extLst>
              <a:ext uri="{FF2B5EF4-FFF2-40B4-BE49-F238E27FC236}">
                <a16:creationId xmlns:a16="http://schemas.microsoft.com/office/drawing/2014/main" id="{0F471EDC-D227-C98A-B8D2-27888A579D59}"/>
              </a:ext>
            </a:extLst>
          </p:cNvPr>
          <p:cNvSpPr/>
          <p:nvPr/>
        </p:nvSpPr>
        <p:spPr>
          <a:xfrm>
            <a:off x="523357" y="5609549"/>
            <a:ext cx="2686082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더보기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8CC9540-A233-BBCD-7A31-0B1816317AAF}"/>
              </a:ext>
            </a:extLst>
          </p:cNvPr>
          <p:cNvGrpSpPr/>
          <p:nvPr/>
        </p:nvGrpSpPr>
        <p:grpSpPr>
          <a:xfrm>
            <a:off x="302663" y="1092082"/>
            <a:ext cx="3137885" cy="256384"/>
            <a:chOff x="258975" y="1064288"/>
            <a:chExt cx="3094816" cy="219456"/>
          </a:xfrm>
        </p:grpSpPr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76014E51-C546-27AB-8821-C59006333DCA}"/>
                </a:ext>
              </a:extLst>
            </p:cNvPr>
            <p:cNvSpPr/>
            <p:nvPr/>
          </p:nvSpPr>
          <p:spPr>
            <a:xfrm>
              <a:off x="258975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작성 가능한 리뷰    </a:t>
              </a:r>
              <a:r>
                <a:rPr lang="en-US" altLang="ko-KR" sz="800" dirty="0">
                  <a:solidFill>
                    <a:schemeClr val="bg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  <p:sp>
          <p:nvSpPr>
            <p:cNvPr id="21" name="Rounded Rectangle 35">
              <a:extLst>
                <a:ext uri="{FF2B5EF4-FFF2-40B4-BE49-F238E27FC236}">
                  <a16:creationId xmlns:a16="http://schemas.microsoft.com/office/drawing/2014/main" id="{C9B45C25-A4D6-5835-9E20-D9D9FDE0DADD}"/>
                </a:ext>
              </a:extLst>
            </p:cNvPr>
            <p:cNvSpPr/>
            <p:nvPr/>
          </p:nvSpPr>
          <p:spPr>
            <a:xfrm>
              <a:off x="1734524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내가 작성한 리뷰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01FEA331-16EB-51D1-A49D-D818345B7118}"/>
              </a:ext>
            </a:extLst>
          </p:cNvPr>
          <p:cNvGrpSpPr/>
          <p:nvPr/>
        </p:nvGrpSpPr>
        <p:grpSpPr>
          <a:xfrm>
            <a:off x="279864" y="1918023"/>
            <a:ext cx="3196218" cy="2047716"/>
            <a:chOff x="261204" y="2193888"/>
            <a:chExt cx="3196218" cy="2047716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667DB60-29D6-26C7-015E-049657150718}"/>
                </a:ext>
              </a:extLst>
            </p:cNvPr>
            <p:cNvSpPr/>
            <p:nvPr/>
          </p:nvSpPr>
          <p:spPr>
            <a:xfrm>
              <a:off x="261204" y="2193888"/>
              <a:ext cx="3196218" cy="204771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5E5958D-90B1-3711-8163-247CB3821F24}"/>
                </a:ext>
              </a:extLst>
            </p:cNvPr>
            <p:cNvSpPr txBox="1"/>
            <p:nvPr/>
          </p:nvSpPr>
          <p:spPr>
            <a:xfrm>
              <a:off x="1879290" y="2466815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2026-07-29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87D14DF-0542-ADB2-5DA0-311EA303B9EC}"/>
                </a:ext>
              </a:extLst>
            </p:cNvPr>
            <p:cNvSpPr txBox="1"/>
            <p:nvPr/>
          </p:nvSpPr>
          <p:spPr>
            <a:xfrm>
              <a:off x="755824" y="2290228"/>
              <a:ext cx="258775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 기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97590E0-38F7-4606-36D2-6C1A8C2ED418}"/>
                </a:ext>
              </a:extLst>
            </p:cNvPr>
            <p:cNvSpPr/>
            <p:nvPr/>
          </p:nvSpPr>
          <p:spPr>
            <a:xfrm>
              <a:off x="388223" y="2283757"/>
              <a:ext cx="349673" cy="350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76E0243-BB36-982A-B0BF-2907613EF5DD}"/>
                </a:ext>
              </a:extLst>
            </p:cNvPr>
            <p:cNvSpPr txBox="1"/>
            <p:nvPr/>
          </p:nvSpPr>
          <p:spPr>
            <a:xfrm>
              <a:off x="768731" y="244865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ea typeface="맑은 고딕"/>
                </a:rPr>
                <a:t>★★★★☆</a:t>
              </a:r>
              <a:endParaRPr lang="en-US" altLang="ko-KR" sz="700" dirty="0">
                <a:latin typeface="맑은 고딕"/>
                <a:ea typeface="맑은 고딕"/>
              </a:endParaRPr>
            </a:p>
          </p:txBody>
        </p:sp>
        <p:sp>
          <p:nvSpPr>
            <p:cNvPr id="61" name="Rounded Rectangle 35">
              <a:extLst>
                <a:ext uri="{FF2B5EF4-FFF2-40B4-BE49-F238E27FC236}">
                  <a16:creationId xmlns:a16="http://schemas.microsoft.com/office/drawing/2014/main" id="{8E2CEAD9-5112-C1A0-2F0B-C52842EC454D}"/>
                </a:ext>
              </a:extLst>
            </p:cNvPr>
            <p:cNvSpPr/>
            <p:nvPr/>
          </p:nvSpPr>
          <p:spPr>
            <a:xfrm>
              <a:off x="1876266" y="3929287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삭제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62" name="Rounded Rectangle 35">
              <a:extLst>
                <a:ext uri="{FF2B5EF4-FFF2-40B4-BE49-F238E27FC236}">
                  <a16:creationId xmlns:a16="http://schemas.microsoft.com/office/drawing/2014/main" id="{3F35FFEA-C172-024A-A07A-AD9643A4D70E}"/>
                </a:ext>
              </a:extLst>
            </p:cNvPr>
            <p:cNvSpPr/>
            <p:nvPr/>
          </p:nvSpPr>
          <p:spPr>
            <a:xfrm>
              <a:off x="658028" y="3927388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수정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2B6B854-6A96-0994-0BD0-639FEA4E8489}"/>
                </a:ext>
              </a:extLst>
            </p:cNvPr>
            <p:cNvSpPr txBox="1"/>
            <p:nvPr/>
          </p:nvSpPr>
          <p:spPr>
            <a:xfrm>
              <a:off x="294399" y="3634497"/>
              <a:ext cx="230615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구매옵션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: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1) (26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년형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1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단계 밴드형 공용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60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매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x 9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NS61</a:t>
              </a: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F5E95305-0B7C-1369-6A39-E6A7F4C8E8D9}"/>
                </a:ext>
              </a:extLst>
            </p:cNvPr>
            <p:cNvSpPr/>
            <p:nvPr/>
          </p:nvSpPr>
          <p:spPr>
            <a:xfrm>
              <a:off x="392804" y="2806711"/>
              <a:ext cx="751854" cy="7540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29185BC2-5748-85D4-328B-C1B3AA7BA33C}"/>
                </a:ext>
              </a:extLst>
            </p:cNvPr>
            <p:cNvSpPr txBox="1"/>
            <p:nvPr/>
          </p:nvSpPr>
          <p:spPr>
            <a:xfrm>
              <a:off x="1154686" y="2811077"/>
              <a:ext cx="22432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</a:p>
            <a:p>
              <a:endPara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C379E92-AEBC-8532-8765-92081CAC98A8}"/>
                </a:ext>
              </a:extLst>
            </p:cNvPr>
            <p:cNvSpPr txBox="1"/>
            <p:nvPr/>
          </p:nvSpPr>
          <p:spPr>
            <a:xfrm>
              <a:off x="975733" y="3360788"/>
              <a:ext cx="166763" cy="200055"/>
            </a:xfrm>
            <a:prstGeom prst="rect">
              <a:avLst/>
            </a:prstGeom>
            <a:solidFill>
              <a:schemeClr val="tx1">
                <a:alpha val="21000"/>
              </a:schemeClr>
            </a:solidFill>
          </p:spPr>
          <p:txBody>
            <a:bodyPr wrap="none" lIns="54000" rIns="54000" rtlCol="0">
              <a:spAutoFit/>
            </a:bodyPr>
            <a:lstStyle/>
            <a:p>
              <a:pPr algn="r"/>
              <a:r>
                <a:rPr lang="en-US" altLang="ko-KR" sz="7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3 </a:t>
              </a:r>
              <a:endParaRPr lang="ko-KR" altLang="en-US" sz="7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56B9C336-EA85-03B4-AD7B-D226584F41B4}"/>
              </a:ext>
            </a:extLst>
          </p:cNvPr>
          <p:cNvGrpSpPr/>
          <p:nvPr/>
        </p:nvGrpSpPr>
        <p:grpSpPr>
          <a:xfrm>
            <a:off x="279864" y="4045821"/>
            <a:ext cx="3196218" cy="1483646"/>
            <a:chOff x="261204" y="2193888"/>
            <a:chExt cx="3196218" cy="1483646"/>
          </a:xfrm>
        </p:grpSpPr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B2C326F0-DB66-4B31-6313-73ED1E423D16}"/>
                </a:ext>
              </a:extLst>
            </p:cNvPr>
            <p:cNvSpPr/>
            <p:nvPr/>
          </p:nvSpPr>
          <p:spPr>
            <a:xfrm>
              <a:off x="261204" y="2193888"/>
              <a:ext cx="3196218" cy="14836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7190BE9E-D402-68B3-3504-AF60AE4AB97B}"/>
                </a:ext>
              </a:extLst>
            </p:cNvPr>
            <p:cNvSpPr txBox="1"/>
            <p:nvPr/>
          </p:nvSpPr>
          <p:spPr>
            <a:xfrm>
              <a:off x="1879290" y="2466815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2026-07-29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42B92DFE-65A6-4CBA-5D6F-9BF931BC9791}"/>
                </a:ext>
              </a:extLst>
            </p:cNvPr>
            <p:cNvSpPr txBox="1"/>
            <p:nvPr/>
          </p:nvSpPr>
          <p:spPr>
            <a:xfrm>
              <a:off x="755824" y="2290228"/>
              <a:ext cx="258775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 기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0FA46597-EDD3-3C15-6475-B4C5E0BA8BEA}"/>
                </a:ext>
              </a:extLst>
            </p:cNvPr>
            <p:cNvSpPr/>
            <p:nvPr/>
          </p:nvSpPr>
          <p:spPr>
            <a:xfrm>
              <a:off x="388223" y="2283757"/>
              <a:ext cx="349673" cy="350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128591B-7215-41D6-245A-E4D21497CDA1}"/>
                </a:ext>
              </a:extLst>
            </p:cNvPr>
            <p:cNvSpPr txBox="1"/>
            <p:nvPr/>
          </p:nvSpPr>
          <p:spPr>
            <a:xfrm>
              <a:off x="768731" y="244865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ea typeface="맑은 고딕"/>
                </a:rPr>
                <a:t>★★★★☆</a:t>
              </a:r>
              <a:endParaRPr lang="en-US" altLang="ko-KR" sz="700" dirty="0">
                <a:latin typeface="맑은 고딕"/>
                <a:ea typeface="맑은 고딕"/>
              </a:endParaRPr>
            </a:p>
          </p:txBody>
        </p:sp>
        <p:sp>
          <p:nvSpPr>
            <p:cNvPr id="160" name="Rounded Rectangle 35">
              <a:extLst>
                <a:ext uri="{FF2B5EF4-FFF2-40B4-BE49-F238E27FC236}">
                  <a16:creationId xmlns:a16="http://schemas.microsoft.com/office/drawing/2014/main" id="{AF9DA55E-0E48-184A-CCCB-17A5A9CFD516}"/>
                </a:ext>
              </a:extLst>
            </p:cNvPr>
            <p:cNvSpPr/>
            <p:nvPr/>
          </p:nvSpPr>
          <p:spPr>
            <a:xfrm>
              <a:off x="1876266" y="3373913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삭제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61" name="Rounded Rectangle 35">
              <a:extLst>
                <a:ext uri="{FF2B5EF4-FFF2-40B4-BE49-F238E27FC236}">
                  <a16:creationId xmlns:a16="http://schemas.microsoft.com/office/drawing/2014/main" id="{61A1AE3E-9AAD-F4D4-F0BC-73D8745C67E1}"/>
                </a:ext>
              </a:extLst>
            </p:cNvPr>
            <p:cNvSpPr/>
            <p:nvPr/>
          </p:nvSpPr>
          <p:spPr>
            <a:xfrm>
              <a:off x="658028" y="3372014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수정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55604028-6DB3-BF8F-D116-700958686641}"/>
                </a:ext>
              </a:extLst>
            </p:cNvPr>
            <p:cNvSpPr txBox="1"/>
            <p:nvPr/>
          </p:nvSpPr>
          <p:spPr>
            <a:xfrm>
              <a:off x="294399" y="3104003"/>
              <a:ext cx="230615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구매옵션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: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1) (26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년형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1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단계 밴드형 공용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60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매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x 9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NS61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0ADD1A7-E13B-9DB9-D1BE-AF0745C3B1C8}"/>
                </a:ext>
              </a:extLst>
            </p:cNvPr>
            <p:cNvSpPr txBox="1"/>
            <p:nvPr/>
          </p:nvSpPr>
          <p:spPr>
            <a:xfrm>
              <a:off x="284003" y="2719782"/>
              <a:ext cx="3173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</a:p>
          </p:txBody>
        </p:sp>
      </p:grp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55C98D7B-7478-05BD-7860-0214C4CA6C06}"/>
              </a:ext>
            </a:extLst>
          </p:cNvPr>
          <p:cNvGrpSpPr/>
          <p:nvPr/>
        </p:nvGrpSpPr>
        <p:grpSpPr>
          <a:xfrm>
            <a:off x="3705015" y="2530846"/>
            <a:ext cx="3196218" cy="2557774"/>
            <a:chOff x="261204" y="2193888"/>
            <a:chExt cx="3196218" cy="2557774"/>
          </a:xfrm>
        </p:grpSpPr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BE987DF6-4ECB-C889-C3A0-5ADB63D7D094}"/>
                </a:ext>
              </a:extLst>
            </p:cNvPr>
            <p:cNvSpPr/>
            <p:nvPr/>
          </p:nvSpPr>
          <p:spPr>
            <a:xfrm>
              <a:off x="261204" y="2193888"/>
              <a:ext cx="3196218" cy="255777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97C8947B-D65D-F6CC-6CA8-DF62009557EA}"/>
                </a:ext>
              </a:extLst>
            </p:cNvPr>
            <p:cNvSpPr txBox="1"/>
            <p:nvPr/>
          </p:nvSpPr>
          <p:spPr>
            <a:xfrm>
              <a:off x="1879290" y="2466815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2026-07-29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A63D8958-2377-CDFC-DF15-48A61DB6C57A}"/>
                </a:ext>
              </a:extLst>
            </p:cNvPr>
            <p:cNvSpPr txBox="1"/>
            <p:nvPr/>
          </p:nvSpPr>
          <p:spPr>
            <a:xfrm>
              <a:off x="755824" y="2290228"/>
              <a:ext cx="258775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 기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63CF2C03-5FB2-9207-9CF1-8D216C970C35}"/>
                </a:ext>
              </a:extLst>
            </p:cNvPr>
            <p:cNvSpPr/>
            <p:nvPr/>
          </p:nvSpPr>
          <p:spPr>
            <a:xfrm>
              <a:off x="388223" y="2283757"/>
              <a:ext cx="349673" cy="350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F4384F2A-46AC-9ABA-7900-7C1C1ACC69F5}"/>
                </a:ext>
              </a:extLst>
            </p:cNvPr>
            <p:cNvSpPr txBox="1"/>
            <p:nvPr/>
          </p:nvSpPr>
          <p:spPr>
            <a:xfrm>
              <a:off x="768731" y="244865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ea typeface="맑은 고딕"/>
                </a:rPr>
                <a:t>★★★★☆</a:t>
              </a:r>
              <a:endParaRPr lang="en-US" altLang="ko-KR" sz="700" dirty="0">
                <a:latin typeface="맑은 고딕"/>
                <a:ea typeface="맑은 고딕"/>
              </a:endParaRPr>
            </a:p>
          </p:txBody>
        </p:sp>
        <p:sp>
          <p:nvSpPr>
            <p:cNvPr id="248" name="Rounded Rectangle 35">
              <a:extLst>
                <a:ext uri="{FF2B5EF4-FFF2-40B4-BE49-F238E27FC236}">
                  <a16:creationId xmlns:a16="http://schemas.microsoft.com/office/drawing/2014/main" id="{1AF860CC-8C82-88FD-2EFB-00A475B2337E}"/>
                </a:ext>
              </a:extLst>
            </p:cNvPr>
            <p:cNvSpPr/>
            <p:nvPr/>
          </p:nvSpPr>
          <p:spPr>
            <a:xfrm>
              <a:off x="1876266" y="4421744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삭제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49" name="Rounded Rectangle 35">
              <a:extLst>
                <a:ext uri="{FF2B5EF4-FFF2-40B4-BE49-F238E27FC236}">
                  <a16:creationId xmlns:a16="http://schemas.microsoft.com/office/drawing/2014/main" id="{D355A460-BD77-D2ED-AFC6-97E7E7CB26B0}"/>
                </a:ext>
              </a:extLst>
            </p:cNvPr>
            <p:cNvSpPr/>
            <p:nvPr/>
          </p:nvSpPr>
          <p:spPr>
            <a:xfrm>
              <a:off x="658028" y="4419845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수정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DECC017F-EAAB-12A5-BE2C-6A4F806C3F61}"/>
                </a:ext>
              </a:extLst>
            </p:cNvPr>
            <p:cNvSpPr txBox="1"/>
            <p:nvPr/>
          </p:nvSpPr>
          <p:spPr>
            <a:xfrm>
              <a:off x="294399" y="4126954"/>
              <a:ext cx="230615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구매옵션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: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1) (26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년형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1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단계 밴드형 공용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60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매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x 9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NS61</a:t>
              </a: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5F93BB6C-CD2F-0D40-119F-761D231BEC60}"/>
                </a:ext>
              </a:extLst>
            </p:cNvPr>
            <p:cNvSpPr/>
            <p:nvPr/>
          </p:nvSpPr>
          <p:spPr>
            <a:xfrm>
              <a:off x="392804" y="2806711"/>
              <a:ext cx="751854" cy="7540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3A23748C-8471-D0D9-1A89-30012976CFC9}"/>
                </a:ext>
              </a:extLst>
            </p:cNvPr>
            <p:cNvSpPr txBox="1"/>
            <p:nvPr/>
          </p:nvSpPr>
          <p:spPr>
            <a:xfrm>
              <a:off x="1154686" y="2811077"/>
              <a:ext cx="224322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영역입니</a:t>
              </a:r>
              <a:endPara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A3E92D1D-0BF8-D644-8D12-B4EF70069F53}"/>
                </a:ext>
              </a:extLst>
            </p:cNvPr>
            <p:cNvSpPr txBox="1"/>
            <p:nvPr/>
          </p:nvSpPr>
          <p:spPr>
            <a:xfrm>
              <a:off x="975733" y="3360788"/>
              <a:ext cx="166763" cy="200055"/>
            </a:xfrm>
            <a:prstGeom prst="rect">
              <a:avLst/>
            </a:prstGeom>
            <a:solidFill>
              <a:schemeClr val="tx1">
                <a:alpha val="21000"/>
              </a:schemeClr>
            </a:solidFill>
          </p:spPr>
          <p:txBody>
            <a:bodyPr wrap="none" lIns="54000" rIns="54000" rtlCol="0">
              <a:spAutoFit/>
            </a:bodyPr>
            <a:lstStyle/>
            <a:p>
              <a:pPr algn="r"/>
              <a:r>
                <a:rPr lang="en-US" altLang="ko-KR" sz="7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3 </a:t>
              </a:r>
              <a:endParaRPr lang="ko-KR" altLang="en-US" sz="7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92FE702C-9E4F-F927-208C-2084B67BA578}"/>
                </a:ext>
              </a:extLst>
            </p:cNvPr>
            <p:cNvSpPr txBox="1"/>
            <p:nvPr/>
          </p:nvSpPr>
          <p:spPr>
            <a:xfrm>
              <a:off x="300520" y="3579611"/>
              <a:ext cx="310373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</a:p>
          </p:txBody>
        </p:sp>
      </p:grpSp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89FD0BC8-F8D7-0141-97CF-96309EA2D91C}"/>
              </a:ext>
            </a:extLst>
          </p:cNvPr>
          <p:cNvGrpSpPr/>
          <p:nvPr/>
        </p:nvGrpSpPr>
        <p:grpSpPr>
          <a:xfrm>
            <a:off x="6975665" y="2528296"/>
            <a:ext cx="3196218" cy="3208396"/>
            <a:chOff x="7159331" y="2804161"/>
            <a:chExt cx="3196218" cy="3208396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24D7D8BA-A2C5-010C-A7DD-88F8970C98C1}"/>
                </a:ext>
              </a:extLst>
            </p:cNvPr>
            <p:cNvSpPr/>
            <p:nvPr/>
          </p:nvSpPr>
          <p:spPr>
            <a:xfrm>
              <a:off x="7159331" y="2804161"/>
              <a:ext cx="3196218" cy="32083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A69A0BAF-EF5E-1B65-C8BC-81EEA3DBB234}"/>
                </a:ext>
              </a:extLst>
            </p:cNvPr>
            <p:cNvSpPr txBox="1"/>
            <p:nvPr/>
          </p:nvSpPr>
          <p:spPr>
            <a:xfrm>
              <a:off x="8777417" y="3077088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2026-07-29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68DFA1A8-7ACC-ABAF-1139-EBBC53A54430}"/>
                </a:ext>
              </a:extLst>
            </p:cNvPr>
            <p:cNvSpPr txBox="1"/>
            <p:nvPr/>
          </p:nvSpPr>
          <p:spPr>
            <a:xfrm>
              <a:off x="7653951" y="2900501"/>
              <a:ext cx="258775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latin typeface="맑은 고딕"/>
                  <a:ea typeface="맑은 고딕"/>
                </a:rPr>
                <a:t>[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썸머러버</a:t>
              </a:r>
              <a:r>
                <a:rPr lang="en-US" altLang="ko-KR" sz="700" b="1" dirty="0">
                  <a:latin typeface="맑은 고딕"/>
                  <a:ea typeface="맑은 고딕"/>
                </a:rPr>
                <a:t>]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하기스</a:t>
              </a:r>
              <a:r>
                <a:rPr lang="ko-KR" altLang="en-US" sz="700" b="1" dirty="0">
                  <a:latin typeface="맑은 고딕"/>
                  <a:ea typeface="맑은 고딕"/>
                </a:rPr>
                <a:t> </a:t>
              </a:r>
              <a:r>
                <a:rPr lang="ko-KR" altLang="en-US" sz="700" b="1" dirty="0" err="1">
                  <a:latin typeface="맑은 고딕"/>
                  <a:ea typeface="맑은 고딕"/>
                </a:rPr>
                <a:t>맥스드라이</a:t>
              </a:r>
              <a:r>
                <a:rPr lang="ko-KR" altLang="en-US" sz="700" b="1" dirty="0">
                  <a:latin typeface="맑은 고딕"/>
                  <a:ea typeface="맑은 고딕"/>
                </a:rPr>
                <a:t> 에어 밴드</a:t>
              </a:r>
              <a:r>
                <a:rPr lang="en-US" altLang="ko-KR" sz="700" b="1" dirty="0">
                  <a:latin typeface="맑은 고딕"/>
                  <a:ea typeface="맑은 고딕"/>
                </a:rPr>
                <a:t>/</a:t>
              </a:r>
              <a:r>
                <a:rPr lang="ko-KR" altLang="en-US" sz="700" b="1" dirty="0">
                  <a:latin typeface="맑은 고딕"/>
                  <a:ea typeface="맑은 고딕"/>
                </a:rPr>
                <a:t>팬티형 통기성 기</a:t>
              </a:r>
              <a:r>
                <a:rPr lang="en-US" altLang="ko-KR" sz="700" b="1" dirty="0">
                  <a:latin typeface="맑은 고딕"/>
                  <a:ea typeface="맑은 고딕"/>
                </a:rPr>
                <a:t>…</a:t>
              </a:r>
            </a:p>
          </p:txBody>
        </p: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918F84E5-9D59-DB65-1C0C-4C2AA03A5132}"/>
                </a:ext>
              </a:extLst>
            </p:cNvPr>
            <p:cNvSpPr/>
            <p:nvPr/>
          </p:nvSpPr>
          <p:spPr>
            <a:xfrm>
              <a:off x="7286350" y="2894030"/>
              <a:ext cx="349673" cy="350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B4617709-68B8-E366-D1D1-81AE7FE0B2FA}"/>
                </a:ext>
              </a:extLst>
            </p:cNvPr>
            <p:cNvSpPr txBox="1"/>
            <p:nvPr/>
          </p:nvSpPr>
          <p:spPr>
            <a:xfrm>
              <a:off x="7666858" y="3058925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ea typeface="맑은 고딕"/>
                </a:rPr>
                <a:t>★★★★☆</a:t>
              </a:r>
              <a:endParaRPr lang="en-US" altLang="ko-KR" sz="700" dirty="0">
                <a:latin typeface="맑은 고딕"/>
                <a:ea typeface="맑은 고딕"/>
              </a:endParaRPr>
            </a:p>
          </p:txBody>
        </p:sp>
        <p:sp>
          <p:nvSpPr>
            <p:cNvPr id="273" name="Rounded Rectangle 35">
              <a:extLst>
                <a:ext uri="{FF2B5EF4-FFF2-40B4-BE49-F238E27FC236}">
                  <a16:creationId xmlns:a16="http://schemas.microsoft.com/office/drawing/2014/main" id="{BC1DBC40-C32A-C04D-52B8-A72D2DA3E2F1}"/>
                </a:ext>
              </a:extLst>
            </p:cNvPr>
            <p:cNvSpPr/>
            <p:nvPr/>
          </p:nvSpPr>
          <p:spPr>
            <a:xfrm>
              <a:off x="8774393" y="5667506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삭제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74" name="Rounded Rectangle 35">
              <a:extLst>
                <a:ext uri="{FF2B5EF4-FFF2-40B4-BE49-F238E27FC236}">
                  <a16:creationId xmlns:a16="http://schemas.microsoft.com/office/drawing/2014/main" id="{7F4B4FFE-3B32-2021-66C9-9869FCEEC369}"/>
                </a:ext>
              </a:extLst>
            </p:cNvPr>
            <p:cNvSpPr/>
            <p:nvPr/>
          </p:nvSpPr>
          <p:spPr>
            <a:xfrm>
              <a:off x="7556155" y="5665607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수정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75" name="TextBox 274">
              <a:extLst>
                <a:ext uri="{FF2B5EF4-FFF2-40B4-BE49-F238E27FC236}">
                  <a16:creationId xmlns:a16="http://schemas.microsoft.com/office/drawing/2014/main" id="{F908D630-BDD7-526F-6A96-59BDA16E04A1}"/>
                </a:ext>
              </a:extLst>
            </p:cNvPr>
            <p:cNvSpPr txBox="1"/>
            <p:nvPr/>
          </p:nvSpPr>
          <p:spPr>
            <a:xfrm>
              <a:off x="7192526" y="5397596"/>
              <a:ext cx="230615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구매옵션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: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1) (26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년형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1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단계 밴드형 공용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60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매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x 9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NS61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ABAF2114-091A-3339-10AD-4888216A9780}"/>
                </a:ext>
              </a:extLst>
            </p:cNvPr>
            <p:cNvSpPr txBox="1"/>
            <p:nvPr/>
          </p:nvSpPr>
          <p:spPr>
            <a:xfrm>
              <a:off x="7182130" y="5013375"/>
              <a:ext cx="3173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</a:p>
          </p:txBody>
        </p:sp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id="{689A192F-4D2B-64CC-0F20-AEFE5DC2392B}"/>
                </a:ext>
              </a:extLst>
            </p:cNvPr>
            <p:cNvSpPr/>
            <p:nvPr/>
          </p:nvSpPr>
          <p:spPr>
            <a:xfrm>
              <a:off x="7746265" y="3423861"/>
              <a:ext cx="2022350" cy="147095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1" name="TextBox 280">
              <a:extLst>
                <a:ext uri="{FF2B5EF4-FFF2-40B4-BE49-F238E27FC236}">
                  <a16:creationId xmlns:a16="http://schemas.microsoft.com/office/drawing/2014/main" id="{FE173847-12E0-670B-386E-40B573ACD9ED}"/>
                </a:ext>
              </a:extLst>
            </p:cNvPr>
            <p:cNvSpPr txBox="1"/>
            <p:nvPr/>
          </p:nvSpPr>
          <p:spPr>
            <a:xfrm>
              <a:off x="7222582" y="3762759"/>
              <a:ext cx="309251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            &gt;</a:t>
              </a:r>
              <a:endParaRPr lang="ko-KR" altLang="en-US" sz="44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3" name="사각형: 둥근 모서리 282">
              <a:extLst>
                <a:ext uri="{FF2B5EF4-FFF2-40B4-BE49-F238E27FC236}">
                  <a16:creationId xmlns:a16="http://schemas.microsoft.com/office/drawing/2014/main" id="{0FA1DDFA-24F9-EDE2-2C1D-C0D860EABD8D}"/>
                </a:ext>
              </a:extLst>
            </p:cNvPr>
            <p:cNvSpPr/>
            <p:nvPr/>
          </p:nvSpPr>
          <p:spPr>
            <a:xfrm>
              <a:off x="8486352" y="4709196"/>
              <a:ext cx="542175" cy="1568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1/3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287" name="모서리가 둥근 직사각형 114">
            <a:extLst>
              <a:ext uri="{FF2B5EF4-FFF2-40B4-BE49-F238E27FC236}">
                <a16:creationId xmlns:a16="http://schemas.microsoft.com/office/drawing/2014/main" id="{D2F77FF4-7987-6A49-F0FF-60FCB828FF01}"/>
              </a:ext>
            </a:extLst>
          </p:cNvPr>
          <p:cNvSpPr/>
          <p:nvPr/>
        </p:nvSpPr>
        <p:spPr>
          <a:xfrm>
            <a:off x="153903" y="11464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1" name="모서리가 둥근 직사각형 114">
            <a:extLst>
              <a:ext uri="{FF2B5EF4-FFF2-40B4-BE49-F238E27FC236}">
                <a16:creationId xmlns:a16="http://schemas.microsoft.com/office/drawing/2014/main" id="{30080FDF-92C2-A377-488E-228439483129}"/>
              </a:ext>
            </a:extLst>
          </p:cNvPr>
          <p:cNvSpPr/>
          <p:nvPr/>
        </p:nvSpPr>
        <p:spPr>
          <a:xfrm>
            <a:off x="153903" y="19368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4" name="모서리가 둥근 직사각형 114">
            <a:extLst>
              <a:ext uri="{FF2B5EF4-FFF2-40B4-BE49-F238E27FC236}">
                <a16:creationId xmlns:a16="http://schemas.microsoft.com/office/drawing/2014/main" id="{BDC88E6D-D11C-40DE-78D2-3FB017EF0431}"/>
              </a:ext>
            </a:extLst>
          </p:cNvPr>
          <p:cNvSpPr/>
          <p:nvPr/>
        </p:nvSpPr>
        <p:spPr>
          <a:xfrm>
            <a:off x="3607682" y="25160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5" name="모서리가 둥근 직사각형 114">
            <a:extLst>
              <a:ext uri="{FF2B5EF4-FFF2-40B4-BE49-F238E27FC236}">
                <a16:creationId xmlns:a16="http://schemas.microsoft.com/office/drawing/2014/main" id="{F658FB9B-0C1B-286C-830E-D2176B26E14D}"/>
              </a:ext>
            </a:extLst>
          </p:cNvPr>
          <p:cNvSpPr/>
          <p:nvPr/>
        </p:nvSpPr>
        <p:spPr>
          <a:xfrm>
            <a:off x="6849371" y="25160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6" name="모서리가 둥근 직사각형 114">
            <a:extLst>
              <a:ext uri="{FF2B5EF4-FFF2-40B4-BE49-F238E27FC236}">
                <a16:creationId xmlns:a16="http://schemas.microsoft.com/office/drawing/2014/main" id="{69BCF22A-03AA-23D3-65C2-4C9B02F683FB}"/>
              </a:ext>
            </a:extLst>
          </p:cNvPr>
          <p:cNvSpPr/>
          <p:nvPr/>
        </p:nvSpPr>
        <p:spPr>
          <a:xfrm>
            <a:off x="153903" y="402814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97" name="모서리가 둥근 직사각형 114">
            <a:extLst>
              <a:ext uri="{FF2B5EF4-FFF2-40B4-BE49-F238E27FC236}">
                <a16:creationId xmlns:a16="http://schemas.microsoft.com/office/drawing/2014/main" id="{0CBBE873-EFE1-D0ED-1B30-A25B4FE27890}"/>
              </a:ext>
            </a:extLst>
          </p:cNvPr>
          <p:cNvSpPr/>
          <p:nvPr/>
        </p:nvSpPr>
        <p:spPr>
          <a:xfrm>
            <a:off x="153903" y="56428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" name="Rounded Rectangle 35">
            <a:extLst>
              <a:ext uri="{FF2B5EF4-FFF2-40B4-BE49-F238E27FC236}">
                <a16:creationId xmlns:a16="http://schemas.microsoft.com/office/drawing/2014/main" id="{40949076-753F-E051-08B3-7143D205F612}"/>
              </a:ext>
            </a:extLst>
          </p:cNvPr>
          <p:cNvSpPr/>
          <p:nvPr/>
        </p:nvSpPr>
        <p:spPr>
          <a:xfrm>
            <a:off x="324314" y="1533215"/>
            <a:ext cx="1029552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기간지정         </a:t>
            </a:r>
            <a:r>
              <a:rPr lang="ko-KR" altLang="en-US" sz="800" dirty="0">
                <a:solidFill>
                  <a:srgbClr val="595959"/>
                </a:solidFill>
                <a:ea typeface="맑은 고딕"/>
              </a:rPr>
              <a:t>▼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C6A4DC8-78E9-79C8-3B15-45BAF4A60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518271"/>
            <a:ext cx="253915" cy="2308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BC1FB5-AC3B-4466-A09A-AF702DF87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793" y="1518271"/>
            <a:ext cx="253915" cy="230832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08590D3-3349-F42C-E4F3-803578947C89}"/>
              </a:ext>
            </a:extLst>
          </p:cNvPr>
          <p:cNvCxnSpPr/>
          <p:nvPr/>
        </p:nvCxnSpPr>
        <p:spPr>
          <a:xfrm>
            <a:off x="1431337" y="1749103"/>
            <a:ext cx="202737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B3B86D6-0D02-F3F6-0EE3-B72994165438}"/>
              </a:ext>
            </a:extLst>
          </p:cNvPr>
          <p:cNvSpPr txBox="1"/>
          <p:nvPr/>
        </p:nvSpPr>
        <p:spPr>
          <a:xfrm>
            <a:off x="1497724" y="1539648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2026. 01. 01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35FED5-E771-470C-67A4-FD5F3B7CE99E}"/>
              </a:ext>
            </a:extLst>
          </p:cNvPr>
          <p:cNvSpPr txBox="1"/>
          <p:nvPr/>
        </p:nvSpPr>
        <p:spPr>
          <a:xfrm>
            <a:off x="2521729" y="1539648"/>
            <a:ext cx="59824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2026. 05. 31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0D6CE7-2348-E8C6-A71E-9C73C017A994}"/>
              </a:ext>
            </a:extLst>
          </p:cNvPr>
          <p:cNvSpPr txBox="1"/>
          <p:nvPr/>
        </p:nvSpPr>
        <p:spPr>
          <a:xfrm>
            <a:off x="2274949" y="1539648"/>
            <a:ext cx="24558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~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6D1EE2A3-147A-6904-30D9-ADDAD2AE4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9916" y="1518271"/>
            <a:ext cx="253915" cy="230832"/>
          </a:xfrm>
          <a:prstGeom prst="rect">
            <a:avLst/>
          </a:prstGeom>
        </p:spPr>
      </p:pic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BBAF3761-87C0-D2F7-6CBF-3A5C6F7DEAAF}"/>
              </a:ext>
            </a:extLst>
          </p:cNvPr>
          <p:cNvSpPr/>
          <p:nvPr/>
        </p:nvSpPr>
        <p:spPr>
          <a:xfrm>
            <a:off x="153903" y="145021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647C1B53-AC32-00E8-55B0-95B044C3F7E0}"/>
              </a:ext>
            </a:extLst>
          </p:cNvPr>
          <p:cNvSpPr/>
          <p:nvPr/>
        </p:nvSpPr>
        <p:spPr>
          <a:xfrm>
            <a:off x="1265171" y="14526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ko-KR"/>
            </a:defPPr>
            <a:lvl1pPr marL="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98200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964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794601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3928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991002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5892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187403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785604" algn="l" defTabSz="1196401" rtl="0" eaLnBrk="1" latinLnBrk="1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233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87FF-63A1-107B-4EB8-0860F0B24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6266E-310B-DB55-D236-23AED50F6F1E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825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BB910D-9228-3EA1-5CAF-1D450FE4467B}"/>
              </a:ext>
            </a:extLst>
          </p:cNvPr>
          <p:cNvSpPr txBox="1"/>
          <p:nvPr/>
        </p:nvSpPr>
        <p:spPr>
          <a:xfrm>
            <a:off x="4611298" y="111601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D75DC4D-AC2C-28C3-7891-54175E772C09}"/>
              </a:ext>
            </a:extLst>
          </p:cNvPr>
          <p:cNvGrpSpPr/>
          <p:nvPr/>
        </p:nvGrpSpPr>
        <p:grpSpPr>
          <a:xfrm>
            <a:off x="1440409" y="2112423"/>
            <a:ext cx="4356807" cy="252209"/>
            <a:chOff x="3240609" y="2254612"/>
            <a:chExt cx="4356807" cy="252209"/>
          </a:xfrm>
        </p:grpSpPr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2A8317A5-EEC4-35FB-3523-5210891AD398}"/>
                </a:ext>
              </a:extLst>
            </p:cNvPr>
            <p:cNvSpPr/>
            <p:nvPr/>
          </p:nvSpPr>
          <p:spPr>
            <a:xfrm>
              <a:off x="3240609" y="2264849"/>
              <a:ext cx="1516665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최근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A604AB34-D086-E35C-36DC-5B5B8152B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5802" y="2254612"/>
              <a:ext cx="253915" cy="23083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0015D56-A6F7-148A-E144-D71AE91B33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5802" y="2254612"/>
              <a:ext cx="253915" cy="230832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BA6A3AF-E765-3F4D-1D02-02C90A665C94}"/>
                </a:ext>
              </a:extLst>
            </p:cNvPr>
            <p:cNvCxnSpPr/>
            <p:nvPr/>
          </p:nvCxnSpPr>
          <p:spPr>
            <a:xfrm>
              <a:off x="4782346" y="2485444"/>
              <a:ext cx="202737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8A8B34E-A2EE-5E1A-051C-856AE5AD525D}"/>
                </a:ext>
              </a:extLst>
            </p:cNvPr>
            <p:cNvSpPr txBox="1"/>
            <p:nvPr/>
          </p:nvSpPr>
          <p:spPr>
            <a:xfrm>
              <a:off x="4848733" y="2275989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2026. 01. 01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22707D-4B9E-08ED-CD85-5C71587593DC}"/>
                </a:ext>
              </a:extLst>
            </p:cNvPr>
            <p:cNvSpPr txBox="1"/>
            <p:nvPr/>
          </p:nvSpPr>
          <p:spPr>
            <a:xfrm>
              <a:off x="5872738" y="2275989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2026. 05. 31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6EEE70-3123-5886-CB2C-E4BFF047F706}"/>
                </a:ext>
              </a:extLst>
            </p:cNvPr>
            <p:cNvSpPr txBox="1"/>
            <p:nvPr/>
          </p:nvSpPr>
          <p:spPr>
            <a:xfrm>
              <a:off x="5625958" y="2275989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B4590399-7FF1-7AB9-1B38-06FBFEBC2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0925" y="2254612"/>
              <a:ext cx="253915" cy="230832"/>
            </a:xfrm>
            <a:prstGeom prst="rect">
              <a:avLst/>
            </a:prstGeom>
          </p:spPr>
        </p:pic>
        <p:sp>
          <p:nvSpPr>
            <p:cNvPr id="29" name="Rounded Rectangle 33">
              <a:extLst>
                <a:ext uri="{FF2B5EF4-FFF2-40B4-BE49-F238E27FC236}">
                  <a16:creationId xmlns:a16="http://schemas.microsoft.com/office/drawing/2014/main" id="{F0E94134-88C0-94BC-2732-E1B85185DD09}"/>
                </a:ext>
              </a:extLst>
            </p:cNvPr>
            <p:cNvSpPr/>
            <p:nvPr/>
          </p:nvSpPr>
          <p:spPr>
            <a:xfrm>
              <a:off x="7015033" y="2264849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</p:grpSp>
      <p:sp>
        <p:nvSpPr>
          <p:cNvPr id="41" name="Rounded Rectangle 35">
            <a:extLst>
              <a:ext uri="{FF2B5EF4-FFF2-40B4-BE49-F238E27FC236}">
                <a16:creationId xmlns:a16="http://schemas.microsoft.com/office/drawing/2014/main" id="{492A50BC-3929-16AC-8CB5-50E6140A019C}"/>
              </a:ext>
            </a:extLst>
          </p:cNvPr>
          <p:cNvSpPr/>
          <p:nvPr/>
        </p:nvSpPr>
        <p:spPr>
          <a:xfrm>
            <a:off x="6324935" y="2122660"/>
            <a:ext cx="1866226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ea typeface="맑은 고딕"/>
              </a:rPr>
              <a:t>1:1 </a:t>
            </a:r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문의하기</a:t>
            </a:r>
            <a:endParaRPr lang="en-US" altLang="ko-KR" sz="800" dirty="0">
              <a:solidFill>
                <a:schemeClr val="bg1"/>
              </a:solidFill>
              <a:ea typeface="맑은 고딕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0B1C8999-8275-2468-F39B-90A62719AC21}"/>
              </a:ext>
            </a:extLst>
          </p:cNvPr>
          <p:cNvGrpSpPr/>
          <p:nvPr/>
        </p:nvGrpSpPr>
        <p:grpSpPr>
          <a:xfrm>
            <a:off x="1440409" y="3978166"/>
            <a:ext cx="6750752" cy="346023"/>
            <a:chOff x="260415" y="4237502"/>
            <a:chExt cx="6750752" cy="346023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5C3F973-D064-EC1C-6D34-9E031C50971E}"/>
                </a:ext>
              </a:extLst>
            </p:cNvPr>
            <p:cNvSpPr/>
            <p:nvPr/>
          </p:nvSpPr>
          <p:spPr>
            <a:xfrm>
              <a:off x="260415" y="4237502"/>
              <a:ext cx="6750752" cy="3460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45D27FF-9861-420D-F26E-99EB8D547701}"/>
                </a:ext>
              </a:extLst>
            </p:cNvPr>
            <p:cNvSpPr txBox="1"/>
            <p:nvPr/>
          </p:nvSpPr>
          <p:spPr>
            <a:xfrm>
              <a:off x="341167" y="4294249"/>
              <a:ext cx="268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A7E187-203B-3826-8393-06B99D79DA4D}"/>
                </a:ext>
              </a:extLst>
            </p:cNvPr>
            <p:cNvSpPr txBox="1"/>
            <p:nvPr/>
          </p:nvSpPr>
          <p:spPr>
            <a:xfrm>
              <a:off x="6235644" y="42942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ea typeface="맑은 고딕"/>
                </a:rPr>
                <a:t>▼</a:t>
              </a:r>
              <a:endParaRPr lang="ko-KR" altLang="en-US" sz="8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B814EE3E-AB38-2127-8C03-D76F6662A0BB}"/>
                </a:ext>
              </a:extLst>
            </p:cNvPr>
            <p:cNvSpPr/>
            <p:nvPr/>
          </p:nvSpPr>
          <p:spPr>
            <a:xfrm>
              <a:off x="401249" y="4321422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답변완료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383C9F6F-74DB-ECE9-A734-ED95A7F51B62}"/>
              </a:ext>
            </a:extLst>
          </p:cNvPr>
          <p:cNvGrpSpPr/>
          <p:nvPr/>
        </p:nvGrpSpPr>
        <p:grpSpPr>
          <a:xfrm>
            <a:off x="1440409" y="2511758"/>
            <a:ext cx="6750752" cy="1426850"/>
            <a:chOff x="260415" y="2245901"/>
            <a:chExt cx="6750752" cy="1426850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98A3E55-2F8D-DDF1-C37E-BB75CE8327A9}"/>
                </a:ext>
              </a:extLst>
            </p:cNvPr>
            <p:cNvSpPr/>
            <p:nvPr/>
          </p:nvSpPr>
          <p:spPr>
            <a:xfrm>
              <a:off x="260415" y="2245901"/>
              <a:ext cx="6750752" cy="14268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2C0DD68-FAB9-5E95-FD3E-9E39307B40F3}"/>
                </a:ext>
              </a:extLst>
            </p:cNvPr>
            <p:cNvSpPr txBox="1"/>
            <p:nvPr/>
          </p:nvSpPr>
          <p:spPr>
            <a:xfrm>
              <a:off x="341167" y="2268141"/>
              <a:ext cx="6255952" cy="25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</a:t>
              </a:r>
              <a:r>
                <a:rPr lang="ko-KR" altLang="en-US" sz="800" b="1" dirty="0" err="1">
                  <a:ea typeface="맑은 고딕"/>
                </a:rPr>
                <a:t>영역입니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13B129-0F73-F63B-B8CE-61B1B9D8DAC5}"/>
                </a:ext>
              </a:extLst>
            </p:cNvPr>
            <p:cNvSpPr txBox="1"/>
            <p:nvPr/>
          </p:nvSpPr>
          <p:spPr>
            <a:xfrm>
              <a:off x="332783" y="2724392"/>
              <a:ext cx="64803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CAD6D42-8B05-EAFD-99D9-587F1DFC0ADD}"/>
                </a:ext>
              </a:extLst>
            </p:cNvPr>
            <p:cNvSpPr txBox="1"/>
            <p:nvPr/>
          </p:nvSpPr>
          <p:spPr>
            <a:xfrm>
              <a:off x="763469" y="2554558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A2DD533-1146-D34F-3D4F-93D68F0E6558}"/>
                </a:ext>
              </a:extLst>
            </p:cNvPr>
            <p:cNvSpPr txBox="1"/>
            <p:nvPr/>
          </p:nvSpPr>
          <p:spPr>
            <a:xfrm>
              <a:off x="6235644" y="23026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latin typeface="맑은 고딕"/>
                  <a:ea typeface="맑은 고딕"/>
                </a:rPr>
                <a:t>▲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466A5C7-9614-169F-2FB3-3E8F5ACBDD7C}"/>
                </a:ext>
              </a:extLst>
            </p:cNvPr>
            <p:cNvSpPr txBox="1"/>
            <p:nvPr/>
          </p:nvSpPr>
          <p:spPr>
            <a:xfrm>
              <a:off x="332784" y="2550057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문의내용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7E0F289D-5AEF-2ED0-6158-C18CE5CF946B}"/>
                </a:ext>
              </a:extLst>
            </p:cNvPr>
            <p:cNvSpPr/>
            <p:nvPr/>
          </p:nvSpPr>
          <p:spPr>
            <a:xfrm>
              <a:off x="408587" y="232911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답변대기</a:t>
              </a:r>
            </a:p>
          </p:txBody>
        </p:sp>
      </p:grpSp>
      <p:sp>
        <p:nvSpPr>
          <p:cNvPr id="62" name="Rounded Rectangle 35">
            <a:extLst>
              <a:ext uri="{FF2B5EF4-FFF2-40B4-BE49-F238E27FC236}">
                <a16:creationId xmlns:a16="http://schemas.microsoft.com/office/drawing/2014/main" id="{D48A087A-FCCF-3E0D-62BD-283010D0A166}"/>
              </a:ext>
            </a:extLst>
          </p:cNvPr>
          <p:cNvSpPr/>
          <p:nvPr/>
        </p:nvSpPr>
        <p:spPr>
          <a:xfrm>
            <a:off x="7005305" y="3577481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삭제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3" name="Rounded Rectangle 35">
            <a:extLst>
              <a:ext uri="{FF2B5EF4-FFF2-40B4-BE49-F238E27FC236}">
                <a16:creationId xmlns:a16="http://schemas.microsoft.com/office/drawing/2014/main" id="{9EF28779-7FBF-240B-18D7-FA4EDB313E63}"/>
              </a:ext>
            </a:extLst>
          </p:cNvPr>
          <p:cNvSpPr/>
          <p:nvPr/>
        </p:nvSpPr>
        <p:spPr>
          <a:xfrm>
            <a:off x="5787067" y="3575582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수정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28851716-3378-8C06-A910-C1459FA5BA7F}"/>
              </a:ext>
            </a:extLst>
          </p:cNvPr>
          <p:cNvGrpSpPr/>
          <p:nvPr/>
        </p:nvGrpSpPr>
        <p:grpSpPr>
          <a:xfrm>
            <a:off x="1440409" y="4370203"/>
            <a:ext cx="6750752" cy="2009408"/>
            <a:chOff x="260415" y="2245901"/>
            <a:chExt cx="6750752" cy="2009408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B281B0C8-4A0F-0D8E-D48C-8EA041F47C78}"/>
                </a:ext>
              </a:extLst>
            </p:cNvPr>
            <p:cNvSpPr/>
            <p:nvPr/>
          </p:nvSpPr>
          <p:spPr>
            <a:xfrm>
              <a:off x="260415" y="2245901"/>
              <a:ext cx="6750752" cy="20094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1E0CEE0-1B84-C16A-C50D-1E21A37D411A}"/>
                </a:ext>
              </a:extLst>
            </p:cNvPr>
            <p:cNvSpPr txBox="1"/>
            <p:nvPr/>
          </p:nvSpPr>
          <p:spPr>
            <a:xfrm>
              <a:off x="341167" y="2268141"/>
              <a:ext cx="6255952" cy="25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</a:t>
              </a:r>
              <a:r>
                <a:rPr lang="ko-KR" altLang="en-US" sz="800" b="1" dirty="0" err="1">
                  <a:ea typeface="맑은 고딕"/>
                </a:rPr>
                <a:t>영역입니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EE127A8-D671-C5AC-6723-0830122A9B97}"/>
                </a:ext>
              </a:extLst>
            </p:cNvPr>
            <p:cNvSpPr txBox="1"/>
            <p:nvPr/>
          </p:nvSpPr>
          <p:spPr>
            <a:xfrm>
              <a:off x="332783" y="2724392"/>
              <a:ext cx="64803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4FE5566-52D2-586C-9081-70BA2E1BBC75}"/>
                </a:ext>
              </a:extLst>
            </p:cNvPr>
            <p:cNvSpPr txBox="1"/>
            <p:nvPr/>
          </p:nvSpPr>
          <p:spPr>
            <a:xfrm>
              <a:off x="763469" y="2554558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E5F177F-77C2-6276-62DB-12824D51E561}"/>
                </a:ext>
              </a:extLst>
            </p:cNvPr>
            <p:cNvSpPr txBox="1"/>
            <p:nvPr/>
          </p:nvSpPr>
          <p:spPr>
            <a:xfrm>
              <a:off x="6235644" y="23026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latin typeface="맑은 고딕"/>
                  <a:ea typeface="맑은 고딕"/>
                </a:rPr>
                <a:t>▲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B63FDDA-3EDD-A41E-7A7E-3FF68D3149DE}"/>
                </a:ext>
              </a:extLst>
            </p:cNvPr>
            <p:cNvSpPr txBox="1"/>
            <p:nvPr/>
          </p:nvSpPr>
          <p:spPr>
            <a:xfrm>
              <a:off x="332784" y="2550057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문의내용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C2EB4F09-45C7-3C70-EDA1-5DCD04C57548}"/>
                </a:ext>
              </a:extLst>
            </p:cNvPr>
            <p:cNvSpPr/>
            <p:nvPr/>
          </p:nvSpPr>
          <p:spPr>
            <a:xfrm>
              <a:off x="408587" y="232911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답변완료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616F9410-702F-58A3-E8C7-9F75EF558BD0}"/>
              </a:ext>
            </a:extLst>
          </p:cNvPr>
          <p:cNvGrpSpPr/>
          <p:nvPr/>
        </p:nvGrpSpPr>
        <p:grpSpPr>
          <a:xfrm>
            <a:off x="1523839" y="5405099"/>
            <a:ext cx="6541305" cy="870445"/>
            <a:chOff x="8499717" y="4336076"/>
            <a:chExt cx="6541305" cy="870445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7E2C405B-EE4D-9016-BBC2-3974248BDACC}"/>
                </a:ext>
              </a:extLst>
            </p:cNvPr>
            <p:cNvSpPr/>
            <p:nvPr/>
          </p:nvSpPr>
          <p:spPr>
            <a:xfrm>
              <a:off x="8499717" y="4336076"/>
              <a:ext cx="6541305" cy="870445"/>
            </a:xfrm>
            <a:prstGeom prst="roundRect">
              <a:avLst>
                <a:gd name="adj" fmla="val 9948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1B1ED0-0D54-6FB8-0B64-4B32D37CD709}"/>
                </a:ext>
              </a:extLst>
            </p:cNvPr>
            <p:cNvSpPr txBox="1"/>
            <p:nvPr/>
          </p:nvSpPr>
          <p:spPr>
            <a:xfrm>
              <a:off x="8499718" y="4555534"/>
              <a:ext cx="6469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4A259FD-7D86-2762-94BB-1E86B39F5D63}"/>
                </a:ext>
              </a:extLst>
            </p:cNvPr>
            <p:cNvSpPr txBox="1"/>
            <p:nvPr/>
          </p:nvSpPr>
          <p:spPr>
            <a:xfrm>
              <a:off x="8499719" y="4377055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latin typeface="맑은 고딕"/>
                  <a:ea typeface="맑은 고딕"/>
                </a:rPr>
                <a:t>답변완료</a:t>
              </a:r>
              <a:endParaRPr lang="ko-KR" altLang="en-US" sz="700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8051054-DFED-97D1-69D8-933A293AEFD8}"/>
                </a:ext>
              </a:extLst>
            </p:cNvPr>
            <p:cNvSpPr txBox="1"/>
            <p:nvPr/>
          </p:nvSpPr>
          <p:spPr>
            <a:xfrm>
              <a:off x="8942591" y="4378529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20:45:57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6D40DBA-58D4-1B49-5B3C-F39344E1C005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47BFCDE2-10FA-0656-3EBA-7065BDB2B4F7}"/>
              </a:ext>
            </a:extLst>
          </p:cNvPr>
          <p:cNvSpPr/>
          <p:nvPr/>
        </p:nvSpPr>
        <p:spPr>
          <a:xfrm>
            <a:off x="69715" y="6456245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44ECD2A-981D-B2A7-9322-AF0819AE1740}"/>
              </a:ext>
            </a:extLst>
          </p:cNvPr>
          <p:cNvSpPr txBox="1"/>
          <p:nvPr/>
        </p:nvSpPr>
        <p:spPr>
          <a:xfrm>
            <a:off x="1307907" y="78285"/>
            <a:ext cx="12827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문의 목록 화면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문의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3F04864-81E8-FA9A-7C35-977C8D17EEAC}"/>
              </a:ext>
            </a:extLst>
          </p:cNvPr>
          <p:cNvSpPr txBox="1"/>
          <p:nvPr/>
        </p:nvSpPr>
        <p:spPr>
          <a:xfrm>
            <a:off x="1302717" y="330494"/>
            <a:ext cx="1475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1:1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B6C6637-49DD-EF6F-36AB-9B6AE71305CF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CH-U-MY-04-01</a:t>
            </a:r>
            <a:endParaRPr lang="ko-KR" altLang="en-US" sz="10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189B9F-B2CE-0D91-4A51-038041814B7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171756-85EA-CD5E-EF36-07FF3E28678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9" name="Group 59">
            <a:extLst>
              <a:ext uri="{FF2B5EF4-FFF2-40B4-BE49-F238E27FC236}">
                <a16:creationId xmlns:a16="http://schemas.microsoft.com/office/drawing/2014/main" id="{C6E2A379-0995-2A73-7C4A-57EB59EE2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719066"/>
              </p:ext>
            </p:extLst>
          </p:nvPr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2" name="Rounded Rectangle 35">
            <a:extLst>
              <a:ext uri="{FF2B5EF4-FFF2-40B4-BE49-F238E27FC236}">
                <a16:creationId xmlns:a16="http://schemas.microsoft.com/office/drawing/2014/main" id="{51E0DC92-2008-0C20-8BAE-7153435F968E}"/>
              </a:ext>
            </a:extLst>
          </p:cNvPr>
          <p:cNvSpPr/>
          <p:nvPr/>
        </p:nvSpPr>
        <p:spPr>
          <a:xfrm>
            <a:off x="4831581" y="1692077"/>
            <a:ext cx="1756531" cy="25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상품문의</a:t>
            </a:r>
          </a:p>
        </p:txBody>
      </p:sp>
      <p:sp>
        <p:nvSpPr>
          <p:cNvPr id="94" name="Rounded Rectangle 35">
            <a:extLst>
              <a:ext uri="{FF2B5EF4-FFF2-40B4-BE49-F238E27FC236}">
                <a16:creationId xmlns:a16="http://schemas.microsoft.com/office/drawing/2014/main" id="{72887849-373B-6FEB-E894-862F280F0B8B}"/>
              </a:ext>
            </a:extLst>
          </p:cNvPr>
          <p:cNvSpPr/>
          <p:nvPr/>
        </p:nvSpPr>
        <p:spPr>
          <a:xfrm>
            <a:off x="3450227" y="1692077"/>
            <a:ext cx="1641802" cy="2563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ea typeface="맑은 고딕"/>
              </a:rPr>
              <a:t>1:1 </a:t>
            </a:r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문의</a:t>
            </a:r>
          </a:p>
        </p:txBody>
      </p:sp>
    </p:spTree>
    <p:extLst>
      <p:ext uri="{BB962C8B-B14F-4D97-AF65-F5344CB8AC3E}">
        <p14:creationId xmlns:p14="http://schemas.microsoft.com/office/powerpoint/2010/main" val="540720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6662-D128-88F3-B456-DCDB0097E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E334D4-4C78-7F4B-AF2B-1927B4471967}"/>
              </a:ext>
            </a:extLst>
          </p:cNvPr>
          <p:cNvSpPr txBox="1"/>
          <p:nvPr/>
        </p:nvSpPr>
        <p:spPr>
          <a:xfrm>
            <a:off x="4611298" y="111601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E50F98F-D76E-B8AC-EA97-AAC44CA5EBE1}"/>
              </a:ext>
            </a:extLst>
          </p:cNvPr>
          <p:cNvGrpSpPr/>
          <p:nvPr/>
        </p:nvGrpSpPr>
        <p:grpSpPr>
          <a:xfrm>
            <a:off x="1440409" y="2112423"/>
            <a:ext cx="4356807" cy="252209"/>
            <a:chOff x="3240609" y="2254612"/>
            <a:chExt cx="4356807" cy="252209"/>
          </a:xfrm>
        </p:grpSpPr>
        <p:sp>
          <p:nvSpPr>
            <p:cNvPr id="20" name="Rounded Rectangle 35">
              <a:extLst>
                <a:ext uri="{FF2B5EF4-FFF2-40B4-BE49-F238E27FC236}">
                  <a16:creationId xmlns:a16="http://schemas.microsoft.com/office/drawing/2014/main" id="{7BEBC684-4C36-A1DF-25C5-4EF7FD6E7F6B}"/>
                </a:ext>
              </a:extLst>
            </p:cNvPr>
            <p:cNvSpPr/>
            <p:nvPr/>
          </p:nvSpPr>
          <p:spPr>
            <a:xfrm>
              <a:off x="3240609" y="2264849"/>
              <a:ext cx="1516665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최근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4C15E9BE-4F34-C10F-0EF1-14D49D8BA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5802" y="2254612"/>
              <a:ext cx="253915" cy="230832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66E18F4-E9B1-83F2-B3CA-5B6DF517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5802" y="2254612"/>
              <a:ext cx="253915" cy="230832"/>
            </a:xfrm>
            <a:prstGeom prst="rect">
              <a:avLst/>
            </a:prstGeom>
          </p:spPr>
        </p:pic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B4B4703-FEB7-9D26-E32C-386A33C408B7}"/>
                </a:ext>
              </a:extLst>
            </p:cNvPr>
            <p:cNvCxnSpPr/>
            <p:nvPr/>
          </p:nvCxnSpPr>
          <p:spPr>
            <a:xfrm>
              <a:off x="4782346" y="2485444"/>
              <a:ext cx="202737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D8CCAB1-932B-E1C6-A5A0-6EFA80F0282B}"/>
                </a:ext>
              </a:extLst>
            </p:cNvPr>
            <p:cNvSpPr txBox="1"/>
            <p:nvPr/>
          </p:nvSpPr>
          <p:spPr>
            <a:xfrm>
              <a:off x="4848733" y="2275989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2026. 01. 01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72F6274-7770-34FD-936B-7ADF38525B77}"/>
                </a:ext>
              </a:extLst>
            </p:cNvPr>
            <p:cNvSpPr txBox="1"/>
            <p:nvPr/>
          </p:nvSpPr>
          <p:spPr>
            <a:xfrm>
              <a:off x="5872738" y="2275989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2026. 05. 31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DAE2BDC-3375-06FE-CFCD-F57F12478090}"/>
                </a:ext>
              </a:extLst>
            </p:cNvPr>
            <p:cNvSpPr txBox="1"/>
            <p:nvPr/>
          </p:nvSpPr>
          <p:spPr>
            <a:xfrm>
              <a:off x="5625958" y="2275989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5E912E3D-B77F-8375-975A-7EC853ED3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0925" y="2254612"/>
              <a:ext cx="253915" cy="230832"/>
            </a:xfrm>
            <a:prstGeom prst="rect">
              <a:avLst/>
            </a:prstGeom>
          </p:spPr>
        </p:pic>
        <p:sp>
          <p:nvSpPr>
            <p:cNvPr id="29" name="Rounded Rectangle 33">
              <a:extLst>
                <a:ext uri="{FF2B5EF4-FFF2-40B4-BE49-F238E27FC236}">
                  <a16:creationId xmlns:a16="http://schemas.microsoft.com/office/drawing/2014/main" id="{E23EEDF3-9E00-9D25-9942-2E4DF40AD333}"/>
                </a:ext>
              </a:extLst>
            </p:cNvPr>
            <p:cNvSpPr/>
            <p:nvPr/>
          </p:nvSpPr>
          <p:spPr>
            <a:xfrm>
              <a:off x="7015033" y="2264849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C813415-C8D5-01E2-62F5-FDA6FBAE76C4}"/>
              </a:ext>
            </a:extLst>
          </p:cNvPr>
          <p:cNvGrpSpPr/>
          <p:nvPr/>
        </p:nvGrpSpPr>
        <p:grpSpPr>
          <a:xfrm>
            <a:off x="1440409" y="2798233"/>
            <a:ext cx="6750752" cy="1752917"/>
            <a:chOff x="260415" y="2245900"/>
            <a:chExt cx="6750752" cy="1752917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57FEBA43-CD10-4CA9-D155-58E4720DEA29}"/>
                </a:ext>
              </a:extLst>
            </p:cNvPr>
            <p:cNvSpPr/>
            <p:nvPr/>
          </p:nvSpPr>
          <p:spPr>
            <a:xfrm>
              <a:off x="260415" y="2245900"/>
              <a:ext cx="6750752" cy="175291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82FAE3-A9E6-E75F-12A0-78191D390657}"/>
                </a:ext>
              </a:extLst>
            </p:cNvPr>
            <p:cNvSpPr txBox="1"/>
            <p:nvPr/>
          </p:nvSpPr>
          <p:spPr>
            <a:xfrm>
              <a:off x="341167" y="2268141"/>
              <a:ext cx="6255952" cy="25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</a:t>
              </a:r>
              <a:r>
                <a:rPr lang="ko-KR" altLang="en-US" sz="800" b="1" dirty="0" err="1">
                  <a:ea typeface="맑은 고딕"/>
                </a:rPr>
                <a:t>영역입니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05F477B-0606-D208-8DEA-6D83AF36FD3F}"/>
                </a:ext>
              </a:extLst>
            </p:cNvPr>
            <p:cNvSpPr txBox="1"/>
            <p:nvPr/>
          </p:nvSpPr>
          <p:spPr>
            <a:xfrm>
              <a:off x="332783" y="2724392"/>
              <a:ext cx="64803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96C8A4D-8F92-C75B-B45A-53EFB1DC3A08}"/>
                </a:ext>
              </a:extLst>
            </p:cNvPr>
            <p:cNvSpPr txBox="1"/>
            <p:nvPr/>
          </p:nvSpPr>
          <p:spPr>
            <a:xfrm>
              <a:off x="763469" y="2554558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E55E9F8-A4FC-3D00-D370-FE99E9F4E414}"/>
                </a:ext>
              </a:extLst>
            </p:cNvPr>
            <p:cNvSpPr txBox="1"/>
            <p:nvPr/>
          </p:nvSpPr>
          <p:spPr>
            <a:xfrm>
              <a:off x="6235644" y="23026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latin typeface="맑은 고딕"/>
                  <a:ea typeface="맑은 고딕"/>
                </a:rPr>
                <a:t>▲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E5430C6-C6FA-C3C7-FAD8-D6D52B1B9355}"/>
                </a:ext>
              </a:extLst>
            </p:cNvPr>
            <p:cNvSpPr txBox="1"/>
            <p:nvPr/>
          </p:nvSpPr>
          <p:spPr>
            <a:xfrm>
              <a:off x="332784" y="2550057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문의내용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2D0CFFE6-C353-9C5A-F3BA-0557EC56EC7B}"/>
                </a:ext>
              </a:extLst>
            </p:cNvPr>
            <p:cNvSpPr/>
            <p:nvPr/>
          </p:nvSpPr>
          <p:spPr>
            <a:xfrm>
              <a:off x="408587" y="232911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답변대기</a:t>
              </a:r>
            </a:p>
          </p:txBody>
        </p:sp>
      </p:grpSp>
      <p:sp>
        <p:nvSpPr>
          <p:cNvPr id="62" name="Rounded Rectangle 35">
            <a:extLst>
              <a:ext uri="{FF2B5EF4-FFF2-40B4-BE49-F238E27FC236}">
                <a16:creationId xmlns:a16="http://schemas.microsoft.com/office/drawing/2014/main" id="{5BB83CB0-DC1B-414C-408D-8AEB24099101}"/>
              </a:ext>
            </a:extLst>
          </p:cNvPr>
          <p:cNvSpPr/>
          <p:nvPr/>
        </p:nvSpPr>
        <p:spPr>
          <a:xfrm>
            <a:off x="6915362" y="4048401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삭제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3" name="Rounded Rectangle 35">
            <a:extLst>
              <a:ext uri="{FF2B5EF4-FFF2-40B4-BE49-F238E27FC236}">
                <a16:creationId xmlns:a16="http://schemas.microsoft.com/office/drawing/2014/main" id="{2C0A2E55-36BD-471A-AAE2-6431A4F47893}"/>
              </a:ext>
            </a:extLst>
          </p:cNvPr>
          <p:cNvSpPr/>
          <p:nvPr/>
        </p:nvSpPr>
        <p:spPr>
          <a:xfrm>
            <a:off x="5697124" y="4046502"/>
            <a:ext cx="1143806" cy="2116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수정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6BD90F4D-D870-D2B4-F127-E0E16183F91E}"/>
              </a:ext>
            </a:extLst>
          </p:cNvPr>
          <p:cNvGrpSpPr/>
          <p:nvPr/>
        </p:nvGrpSpPr>
        <p:grpSpPr>
          <a:xfrm>
            <a:off x="1440409" y="4656679"/>
            <a:ext cx="6750752" cy="2009408"/>
            <a:chOff x="260415" y="2245901"/>
            <a:chExt cx="6750752" cy="2009408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D4FC2D3-D690-5E90-E5B0-F2E2A1769220}"/>
                </a:ext>
              </a:extLst>
            </p:cNvPr>
            <p:cNvSpPr/>
            <p:nvPr/>
          </p:nvSpPr>
          <p:spPr>
            <a:xfrm>
              <a:off x="260415" y="2245901"/>
              <a:ext cx="6750752" cy="200940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F1920A-116D-0A39-5EA5-CC92181100C9}"/>
                </a:ext>
              </a:extLst>
            </p:cNvPr>
            <p:cNvSpPr txBox="1"/>
            <p:nvPr/>
          </p:nvSpPr>
          <p:spPr>
            <a:xfrm>
              <a:off x="341167" y="2268141"/>
              <a:ext cx="6255952" cy="25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</a:t>
              </a:r>
              <a:r>
                <a:rPr lang="ko-KR" altLang="en-US" sz="800" b="1" dirty="0" err="1">
                  <a:ea typeface="맑은 고딕"/>
                </a:rPr>
                <a:t>영역입니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99DDF18-A03C-DB50-A22C-DC37EC184CE7}"/>
                </a:ext>
              </a:extLst>
            </p:cNvPr>
            <p:cNvSpPr txBox="1"/>
            <p:nvPr/>
          </p:nvSpPr>
          <p:spPr>
            <a:xfrm>
              <a:off x="332783" y="2724392"/>
              <a:ext cx="64803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D4E6984-B59F-263E-8FEA-FAB371B9BC31}"/>
                </a:ext>
              </a:extLst>
            </p:cNvPr>
            <p:cNvSpPr txBox="1"/>
            <p:nvPr/>
          </p:nvSpPr>
          <p:spPr>
            <a:xfrm>
              <a:off x="763469" y="2554558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9FCD932-F332-63F3-E0F9-3EAE21080B0C}"/>
                </a:ext>
              </a:extLst>
            </p:cNvPr>
            <p:cNvSpPr txBox="1"/>
            <p:nvPr/>
          </p:nvSpPr>
          <p:spPr>
            <a:xfrm>
              <a:off x="6235644" y="2302649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latin typeface="맑은 고딕"/>
                  <a:ea typeface="맑은 고딕"/>
                </a:rPr>
                <a:t>▲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394EE71-0733-C0E8-050D-6CDDEF2F86DA}"/>
                </a:ext>
              </a:extLst>
            </p:cNvPr>
            <p:cNvSpPr txBox="1"/>
            <p:nvPr/>
          </p:nvSpPr>
          <p:spPr>
            <a:xfrm>
              <a:off x="332784" y="2550057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문의내용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7D42A094-8970-6CE4-A463-B372FB31F37A}"/>
                </a:ext>
              </a:extLst>
            </p:cNvPr>
            <p:cNvSpPr/>
            <p:nvPr/>
          </p:nvSpPr>
          <p:spPr>
            <a:xfrm>
              <a:off x="408587" y="2329113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답변완료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E90FEAF-FCFF-F6B5-A600-3176C1D27160}"/>
              </a:ext>
            </a:extLst>
          </p:cNvPr>
          <p:cNvGrpSpPr/>
          <p:nvPr/>
        </p:nvGrpSpPr>
        <p:grpSpPr>
          <a:xfrm>
            <a:off x="1523839" y="5691575"/>
            <a:ext cx="6541305" cy="870445"/>
            <a:chOff x="8499717" y="4336076"/>
            <a:chExt cx="6541305" cy="870445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FD2398C-46B8-B6B5-3D3B-BEFE646E20B0}"/>
                </a:ext>
              </a:extLst>
            </p:cNvPr>
            <p:cNvSpPr/>
            <p:nvPr/>
          </p:nvSpPr>
          <p:spPr>
            <a:xfrm>
              <a:off x="8499717" y="4336076"/>
              <a:ext cx="6541305" cy="870445"/>
            </a:xfrm>
            <a:prstGeom prst="roundRect">
              <a:avLst>
                <a:gd name="adj" fmla="val 9948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D59A570-0615-AC94-3DD8-2EA323A7572B}"/>
                </a:ext>
              </a:extLst>
            </p:cNvPr>
            <p:cNvSpPr txBox="1"/>
            <p:nvPr/>
          </p:nvSpPr>
          <p:spPr>
            <a:xfrm>
              <a:off x="8499718" y="4555534"/>
              <a:ext cx="64692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AADFD6C-EE46-BECA-6DAA-B9D569D67333}"/>
                </a:ext>
              </a:extLst>
            </p:cNvPr>
            <p:cNvSpPr txBox="1"/>
            <p:nvPr/>
          </p:nvSpPr>
          <p:spPr>
            <a:xfrm>
              <a:off x="8499719" y="4377055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solidFill>
                    <a:srgbClr val="234DD3"/>
                  </a:solidFill>
                  <a:latin typeface="맑은 고딕"/>
                  <a:ea typeface="맑은 고딕"/>
                </a:rPr>
                <a:t>답변완료</a:t>
              </a:r>
              <a:endParaRPr lang="ko-KR" altLang="en-US" sz="700" dirty="0">
                <a:solidFill>
                  <a:srgbClr val="234DD3"/>
                </a:solidFill>
                <a:ea typeface="맑은 고딕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FB414E3-D7BB-8A7B-F95A-EE5C1B798C40}"/>
                </a:ext>
              </a:extLst>
            </p:cNvPr>
            <p:cNvSpPr txBox="1"/>
            <p:nvPr/>
          </p:nvSpPr>
          <p:spPr>
            <a:xfrm>
              <a:off x="8942591" y="4378529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20:45:57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4889C88-EEF5-273B-1C67-1F3115A4855C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8489E07E-0D54-6B97-B566-F0D44A080DBA}"/>
              </a:ext>
            </a:extLst>
          </p:cNvPr>
          <p:cNvSpPr/>
          <p:nvPr/>
        </p:nvSpPr>
        <p:spPr>
          <a:xfrm>
            <a:off x="69715" y="6456245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8204F55-50CA-ADEA-B9D5-E223F637FED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0675949-20CD-CEF0-DC6D-3122B2DD8199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9" name="Group 59">
            <a:extLst>
              <a:ext uri="{FF2B5EF4-FFF2-40B4-BE49-F238E27FC236}">
                <a16:creationId xmlns:a16="http://schemas.microsoft.com/office/drawing/2014/main" id="{B4558CA4-94BC-ACB6-0830-E71561FEF37B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6CF07B-9BE5-2200-F455-EA357F1DB5BE}"/>
              </a:ext>
            </a:extLst>
          </p:cNvPr>
          <p:cNvSpPr txBox="1"/>
          <p:nvPr/>
        </p:nvSpPr>
        <p:spPr>
          <a:xfrm>
            <a:off x="1307907" y="78285"/>
            <a:ext cx="13580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내 문의 목록 화면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상품문의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E9505-EC79-A79A-5FD1-FC487A485EF4}"/>
              </a:ext>
            </a:extLst>
          </p:cNvPr>
          <p:cNvSpPr txBox="1"/>
          <p:nvPr/>
        </p:nvSpPr>
        <p:spPr>
          <a:xfrm>
            <a:off x="1302717" y="330494"/>
            <a:ext cx="15504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문의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상품문의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120239-4598-6133-183E-5D0497F5DF38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CH-U-MY-04-02</a:t>
            </a:r>
            <a:endParaRPr lang="ko-KR" altLang="en-US" sz="10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5A7D422-B060-A130-6A15-0453E00EDD29}"/>
              </a:ext>
            </a:extLst>
          </p:cNvPr>
          <p:cNvSpPr/>
          <p:nvPr/>
        </p:nvSpPr>
        <p:spPr>
          <a:xfrm>
            <a:off x="1440409" y="2413522"/>
            <a:ext cx="402653" cy="230832"/>
          </a:xfrm>
          <a:prstGeom prst="roundRect">
            <a:avLst/>
          </a:prstGeom>
          <a:solidFill>
            <a:schemeClr val="tx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ea typeface="맑은 고딕"/>
              </a:rPr>
              <a:t>전체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5276A25-894E-29E4-513F-CA02007D7A95}"/>
              </a:ext>
            </a:extLst>
          </p:cNvPr>
          <p:cNvSpPr/>
          <p:nvPr/>
        </p:nvSpPr>
        <p:spPr>
          <a:xfrm>
            <a:off x="1896708" y="2413522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상품문의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6704798-BC05-169C-4B74-B83580656E75}"/>
              </a:ext>
            </a:extLst>
          </p:cNvPr>
          <p:cNvSpPr/>
          <p:nvPr/>
        </p:nvSpPr>
        <p:spPr>
          <a:xfrm>
            <a:off x="2564322" y="2413522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배송문의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46583F5-A5B7-D708-A005-1BAA0179873E}"/>
              </a:ext>
            </a:extLst>
          </p:cNvPr>
          <p:cNvSpPr/>
          <p:nvPr/>
        </p:nvSpPr>
        <p:spPr>
          <a:xfrm>
            <a:off x="3231936" y="2413522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반품문의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9F3BA3E-5CE2-A41D-6E1B-97167580F388}"/>
              </a:ext>
            </a:extLst>
          </p:cNvPr>
          <p:cNvSpPr/>
          <p:nvPr/>
        </p:nvSpPr>
        <p:spPr>
          <a:xfrm>
            <a:off x="3901739" y="2413522"/>
            <a:ext cx="613968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교환문의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580783D-4D83-17E5-4593-D7DC08B9A481}"/>
              </a:ext>
            </a:extLst>
          </p:cNvPr>
          <p:cNvGrpSpPr/>
          <p:nvPr/>
        </p:nvGrpSpPr>
        <p:grpSpPr>
          <a:xfrm>
            <a:off x="1587120" y="3834686"/>
            <a:ext cx="3579252" cy="604091"/>
            <a:chOff x="1512777" y="3513469"/>
            <a:chExt cx="3579252" cy="604091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0E675A65-A9CE-1F79-285F-7B5BDE5C4899}"/>
                </a:ext>
              </a:extLst>
            </p:cNvPr>
            <p:cNvSpPr/>
            <p:nvPr/>
          </p:nvSpPr>
          <p:spPr>
            <a:xfrm>
              <a:off x="1512777" y="3513469"/>
              <a:ext cx="3579252" cy="604091"/>
            </a:xfrm>
            <a:prstGeom prst="roundRect">
              <a:avLst>
                <a:gd name="adj" fmla="val 479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0A9A82DB-6B81-7941-CB96-97C7453E77A3}"/>
                </a:ext>
              </a:extLst>
            </p:cNvPr>
            <p:cNvGrpSpPr/>
            <p:nvPr/>
          </p:nvGrpSpPr>
          <p:grpSpPr>
            <a:xfrm>
              <a:off x="1614214" y="3596267"/>
              <a:ext cx="2912565" cy="420628"/>
              <a:chOff x="8117262" y="3503697"/>
              <a:chExt cx="2912565" cy="420628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D0C09A0-C6E6-B483-0D5D-270D0DE71308}"/>
                  </a:ext>
                </a:extLst>
              </p:cNvPr>
              <p:cNvSpPr txBox="1"/>
              <p:nvPr/>
            </p:nvSpPr>
            <p:spPr>
              <a:xfrm>
                <a:off x="8554732" y="3528042"/>
                <a:ext cx="2475095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700" dirty="0">
                    <a:latin typeface="맑은 고딕"/>
                    <a:ea typeface="맑은 고딕"/>
                  </a:rPr>
                  <a:t>[</a:t>
                </a:r>
                <a:r>
                  <a:rPr lang="ko-KR" altLang="en-US" sz="700" dirty="0" err="1">
                    <a:latin typeface="맑은 고딕"/>
                    <a:ea typeface="맑은 고딕"/>
                  </a:rPr>
                  <a:t>썸머러버</a:t>
                </a:r>
                <a:r>
                  <a:rPr lang="en-US" altLang="ko-KR" sz="700" dirty="0">
                    <a:latin typeface="맑은 고딕"/>
                    <a:ea typeface="맑은 고딕"/>
                  </a:rPr>
                  <a:t>]</a:t>
                </a:r>
                <a:r>
                  <a:rPr lang="ko-KR" altLang="en-US" sz="700" dirty="0" err="1">
                    <a:latin typeface="맑은 고딕"/>
                    <a:ea typeface="맑은 고딕"/>
                  </a:rPr>
                  <a:t>하기스</a:t>
                </a:r>
                <a:r>
                  <a:rPr lang="ko-KR" altLang="en-US" sz="700" dirty="0">
                    <a:latin typeface="맑은 고딕"/>
                    <a:ea typeface="맑은 고딕"/>
                  </a:rPr>
                  <a:t> </a:t>
                </a:r>
                <a:r>
                  <a:rPr lang="ko-KR" altLang="en-US" sz="700" dirty="0" err="1">
                    <a:latin typeface="맑은 고딕"/>
                    <a:ea typeface="맑은 고딕"/>
                  </a:rPr>
                  <a:t>맥스드라이</a:t>
                </a:r>
                <a:r>
                  <a:rPr lang="ko-KR" altLang="en-US" sz="700" dirty="0">
                    <a:latin typeface="맑은 고딕"/>
                    <a:ea typeface="맑은 고딕"/>
                  </a:rPr>
                  <a:t> 에어 밴드</a:t>
                </a:r>
                <a:r>
                  <a:rPr lang="en-US" altLang="ko-KR" sz="700" dirty="0">
                    <a:latin typeface="맑은 고딕"/>
                    <a:ea typeface="맑은 고딕"/>
                  </a:rPr>
                  <a:t>/</a:t>
                </a:r>
                <a:r>
                  <a:rPr lang="ko-KR" altLang="en-US" sz="700" dirty="0">
                    <a:latin typeface="맑은 고딕"/>
                    <a:ea typeface="맑은 고딕"/>
                  </a:rPr>
                  <a:t>팬티형 통기성</a:t>
                </a:r>
                <a:r>
                  <a:rPr lang="en-US" altLang="ko-KR" sz="700" dirty="0">
                    <a:latin typeface="맑은 고딕"/>
                    <a:ea typeface="맑은 고딕"/>
                  </a:rPr>
                  <a:t>…</a:t>
                </a: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A12794E-9C8A-799C-15EE-E53FA07E17BE}"/>
                  </a:ext>
                </a:extLst>
              </p:cNvPr>
              <p:cNvSpPr/>
              <p:nvPr/>
            </p:nvSpPr>
            <p:spPr>
              <a:xfrm>
                <a:off x="8117262" y="3503697"/>
                <a:ext cx="419402" cy="4206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1">
                        <a:lumMod val="50000"/>
                      </a:schemeClr>
                    </a:solidFill>
                  </a:rPr>
                  <a:t>IMG</a:t>
                </a:r>
                <a:endParaRPr lang="ko-KR" altLang="en-US" sz="7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9D53DB-FA28-7CD0-F626-512AAE51ACBC}"/>
                  </a:ext>
                </a:extLst>
              </p:cNvPr>
              <p:cNvSpPr txBox="1"/>
              <p:nvPr/>
            </p:nvSpPr>
            <p:spPr>
              <a:xfrm>
                <a:off x="8554733" y="3699238"/>
                <a:ext cx="672494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u="sng" dirty="0">
                    <a:solidFill>
                      <a:schemeClr val="bg1">
                        <a:lumMod val="50000"/>
                      </a:schemeClr>
                    </a:solidFill>
                    <a:latin typeface="맑은 고딕"/>
                    <a:ea typeface="맑은 고딕"/>
                  </a:rPr>
                  <a:t>상품보기</a:t>
                </a:r>
                <a:endParaRPr lang="en-US" altLang="ko-KR" sz="700" u="sng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endParaRPr>
              </a:p>
            </p:txBody>
          </p: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E98E616-775A-AFCA-6864-9A8D82BC770C}"/>
              </a:ext>
            </a:extLst>
          </p:cNvPr>
          <p:cNvGrpSpPr/>
          <p:nvPr/>
        </p:nvGrpSpPr>
        <p:grpSpPr>
          <a:xfrm>
            <a:off x="3444693" y="1651717"/>
            <a:ext cx="3143419" cy="256384"/>
            <a:chOff x="3444693" y="1692077"/>
            <a:chExt cx="3143419" cy="256384"/>
          </a:xfrm>
        </p:grpSpPr>
        <p:sp>
          <p:nvSpPr>
            <p:cNvPr id="35" name="Rounded Rectangle 35">
              <a:extLst>
                <a:ext uri="{FF2B5EF4-FFF2-40B4-BE49-F238E27FC236}">
                  <a16:creationId xmlns:a16="http://schemas.microsoft.com/office/drawing/2014/main" id="{BB479F41-AF4F-4987-AB83-AB409D82F415}"/>
                </a:ext>
              </a:extLst>
            </p:cNvPr>
            <p:cNvSpPr/>
            <p:nvPr/>
          </p:nvSpPr>
          <p:spPr>
            <a:xfrm>
              <a:off x="3444693" y="1692077"/>
              <a:ext cx="1756531" cy="256384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>
                  <a:solidFill>
                    <a:sysClr val="windowText" lastClr="000000"/>
                  </a:solidFill>
                  <a:ea typeface="맑은 고딕"/>
                </a:rPr>
                <a:t>1:1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문의</a:t>
              </a:r>
            </a:p>
          </p:txBody>
        </p:sp>
        <p:sp>
          <p:nvSpPr>
            <p:cNvPr id="37" name="Rounded Rectangle 35">
              <a:extLst>
                <a:ext uri="{FF2B5EF4-FFF2-40B4-BE49-F238E27FC236}">
                  <a16:creationId xmlns:a16="http://schemas.microsoft.com/office/drawing/2014/main" id="{4062D68F-8700-5191-6F75-055E7AD88D3C}"/>
                </a:ext>
              </a:extLst>
            </p:cNvPr>
            <p:cNvSpPr/>
            <p:nvPr/>
          </p:nvSpPr>
          <p:spPr>
            <a:xfrm>
              <a:off x="4946310" y="1692077"/>
              <a:ext cx="1641802" cy="25638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상품문의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1914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>
            <a:extLst>
              <a:ext uri="{FF2B5EF4-FFF2-40B4-BE49-F238E27FC236}">
                <a16:creationId xmlns:a16="http://schemas.microsoft.com/office/drawing/2014/main" id="{DC0F03B4-BDC7-ED97-0330-DCDD2A8EBF79}"/>
              </a:ext>
            </a:extLst>
          </p:cNvPr>
          <p:cNvGrpSpPr/>
          <p:nvPr/>
        </p:nvGrpSpPr>
        <p:grpSpPr>
          <a:xfrm>
            <a:off x="1440409" y="323925"/>
            <a:ext cx="6750752" cy="2736304"/>
            <a:chOff x="1440409" y="323925"/>
            <a:chExt cx="6750752" cy="273630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81D79EA7-19B4-23B1-80F9-133C661F184D}"/>
                </a:ext>
              </a:extLst>
            </p:cNvPr>
            <p:cNvSpPr/>
            <p:nvPr/>
          </p:nvSpPr>
          <p:spPr>
            <a:xfrm>
              <a:off x="1440409" y="323925"/>
              <a:ext cx="6750752" cy="27363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7DD384-66A3-15DE-5396-B0C9DF20E6F6}"/>
                </a:ext>
              </a:extLst>
            </p:cNvPr>
            <p:cNvSpPr txBox="1"/>
            <p:nvPr/>
          </p:nvSpPr>
          <p:spPr>
            <a:xfrm>
              <a:off x="1521161" y="346165"/>
              <a:ext cx="6255952" cy="2532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            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latin typeface="맑은 고딕"/>
                  <a:ea typeface="맑은 고딕"/>
                </a:rPr>
                <a:t>제목 영역입니다</a:t>
              </a:r>
              <a:r>
                <a:rPr lang="en-US" altLang="ko-KR" sz="800" b="1" dirty="0">
                  <a:latin typeface="맑은 고딕"/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영역입니다</a:t>
              </a:r>
              <a:r>
                <a:rPr lang="en-US" altLang="ko-KR" sz="800" b="1" dirty="0">
                  <a:ea typeface="맑은 고딕"/>
                </a:rPr>
                <a:t>. </a:t>
              </a:r>
              <a:r>
                <a:rPr lang="ko-KR" altLang="en-US" sz="800" b="1" dirty="0">
                  <a:ea typeface="맑은 고딕"/>
                </a:rPr>
                <a:t>제목 </a:t>
              </a:r>
              <a:r>
                <a:rPr lang="ko-KR" altLang="en-US" sz="800" b="1" dirty="0" err="1">
                  <a:ea typeface="맑은 고딕"/>
                </a:rPr>
                <a:t>영역입니</a:t>
              </a:r>
              <a:r>
                <a:rPr lang="en-US" altLang="ko-KR" sz="800" b="1" dirty="0">
                  <a:latin typeface="맑은 고딕"/>
                  <a:ea typeface="맑은 고딕"/>
                </a:rPr>
                <a:t>…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94DBFB-4344-DE04-2A06-3074D081D266}"/>
                </a:ext>
              </a:extLst>
            </p:cNvPr>
            <p:cNvSpPr txBox="1"/>
            <p:nvPr/>
          </p:nvSpPr>
          <p:spPr>
            <a:xfrm>
              <a:off x="1512777" y="802416"/>
              <a:ext cx="648035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latin typeface="맑은 고딕"/>
                  <a:ea typeface="맑은 고딕"/>
                </a:rPr>
                <a:t>문의 상세 내용입니다</a:t>
              </a:r>
              <a:r>
                <a:rPr lang="en-US" altLang="ko-KR" sz="700" dirty="0">
                  <a:latin typeface="맑은 고딕"/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r>
                <a:rPr lang="ko-KR" altLang="en-US" sz="700" dirty="0">
                  <a:ea typeface="맑은 고딕"/>
                </a:rPr>
                <a:t>문의 상세 내용입니다</a:t>
              </a:r>
              <a:r>
                <a:rPr lang="en-US" altLang="ko-KR" sz="700" dirty="0">
                  <a:ea typeface="맑은 고딕"/>
                </a:rPr>
                <a:t>. </a:t>
              </a:r>
              <a:endParaRPr lang="ko-KR" altLang="en-US" sz="700" dirty="0">
                <a:solidFill>
                  <a:srgbClr val="8A8A8A"/>
                </a:solidFill>
                <a:ea typeface="맑은 고딕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13C866-9A56-4820-AA5E-99B5B915152A}"/>
                </a:ext>
              </a:extLst>
            </p:cNvPr>
            <p:cNvSpPr txBox="1"/>
            <p:nvPr/>
          </p:nvSpPr>
          <p:spPr>
            <a:xfrm>
              <a:off x="1943463" y="632582"/>
              <a:ext cx="1280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2C2BE5D-7F2C-3138-0863-A4F60784B5C8}"/>
                </a:ext>
              </a:extLst>
            </p:cNvPr>
            <p:cNvSpPr txBox="1"/>
            <p:nvPr/>
          </p:nvSpPr>
          <p:spPr>
            <a:xfrm>
              <a:off x="7415638" y="380673"/>
              <a:ext cx="74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800" b="1" dirty="0">
                  <a:latin typeface="맑은 고딕"/>
                  <a:ea typeface="맑은 고딕"/>
                </a:rPr>
                <a:t>▲</a:t>
              </a:r>
              <a:endParaRPr lang="ko-KR" altLang="en-US" sz="800" dirty="0">
                <a:solidFill>
                  <a:srgbClr val="8A8A8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285753-564F-9305-0AF3-18F10AF6921A}"/>
                </a:ext>
              </a:extLst>
            </p:cNvPr>
            <p:cNvSpPr txBox="1"/>
            <p:nvPr/>
          </p:nvSpPr>
          <p:spPr>
            <a:xfrm>
              <a:off x="1512778" y="628081"/>
              <a:ext cx="74794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>
                  <a:latin typeface="맑은 고딕"/>
                  <a:ea typeface="맑은 고딕"/>
                </a:rPr>
                <a:t>문의내용</a:t>
              </a:r>
              <a:endParaRPr lang="ko-KR" altLang="en-US" sz="700" dirty="0">
                <a:ea typeface="맑은 고딕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28B34CD9-97EB-A0F4-A7BA-4C019B8ABEB4}"/>
                </a:ext>
              </a:extLst>
            </p:cNvPr>
            <p:cNvSpPr/>
            <p:nvPr/>
          </p:nvSpPr>
          <p:spPr>
            <a:xfrm>
              <a:off x="1588581" y="407137"/>
              <a:ext cx="414078" cy="167947"/>
            </a:xfrm>
            <a:prstGeom prst="round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rgbClr val="234DD3"/>
                  </a:solidFill>
                  <a:ea typeface="맑은 고딕"/>
                </a:rPr>
                <a:t>답변완료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F4083655-0261-C1E1-7D44-2C9F7C8A4892}"/>
                </a:ext>
              </a:extLst>
            </p:cNvPr>
            <p:cNvGrpSpPr/>
            <p:nvPr/>
          </p:nvGrpSpPr>
          <p:grpSpPr>
            <a:xfrm>
              <a:off x="1587120" y="2330113"/>
              <a:ext cx="6478024" cy="604091"/>
              <a:chOff x="1512777" y="3513469"/>
              <a:chExt cx="6478024" cy="604091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6212BE10-91D5-084F-B21F-2A700932C21E}"/>
                  </a:ext>
                </a:extLst>
              </p:cNvPr>
              <p:cNvSpPr/>
              <p:nvPr/>
            </p:nvSpPr>
            <p:spPr>
              <a:xfrm>
                <a:off x="1512777" y="3513469"/>
                <a:ext cx="6478024" cy="604091"/>
              </a:xfrm>
              <a:prstGeom prst="roundRect">
                <a:avLst>
                  <a:gd name="adj" fmla="val 4795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57682988-93E4-5E71-C087-1205DBBA1CA7}"/>
                  </a:ext>
                </a:extLst>
              </p:cNvPr>
              <p:cNvGrpSpPr/>
              <p:nvPr/>
            </p:nvGrpSpPr>
            <p:grpSpPr>
              <a:xfrm>
                <a:off x="1614214" y="3596267"/>
                <a:ext cx="5224460" cy="420628"/>
                <a:chOff x="8117262" y="3503697"/>
                <a:chExt cx="5224460" cy="420628"/>
              </a:xfrm>
            </p:grpSpPr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A6F910D-9E1C-5FA3-CAAD-A39A2BDC7044}"/>
                    </a:ext>
                  </a:extLst>
                </p:cNvPr>
                <p:cNvSpPr txBox="1"/>
                <p:nvPr/>
              </p:nvSpPr>
              <p:spPr>
                <a:xfrm>
                  <a:off x="8554732" y="3528042"/>
                  <a:ext cx="4786990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700" dirty="0">
                      <a:latin typeface="맑은 고딕"/>
                      <a:ea typeface="맑은 고딕"/>
                    </a:rPr>
                    <a:t>[</a:t>
                  </a:r>
                  <a:r>
                    <a:rPr lang="ko-KR" altLang="en-US" sz="700" dirty="0" err="1">
                      <a:latin typeface="맑은 고딕"/>
                      <a:ea typeface="맑은 고딕"/>
                    </a:rPr>
                    <a:t>썸머러버</a:t>
                  </a:r>
                  <a:r>
                    <a:rPr lang="en-US" altLang="ko-KR" sz="700" dirty="0">
                      <a:latin typeface="맑은 고딕"/>
                      <a:ea typeface="맑은 고딕"/>
                    </a:rPr>
                    <a:t>] </a:t>
                  </a:r>
                  <a:r>
                    <a:rPr lang="ko-KR" altLang="en-US" sz="700" dirty="0" err="1">
                      <a:latin typeface="맑은 고딕"/>
                      <a:ea typeface="맑은 고딕"/>
                    </a:rPr>
                    <a:t>하기스</a:t>
                  </a:r>
                  <a:r>
                    <a:rPr lang="ko-KR" altLang="en-US" sz="700" dirty="0">
                      <a:latin typeface="맑은 고딕"/>
                      <a:ea typeface="맑은 고딕"/>
                    </a:rPr>
                    <a:t> </a:t>
                  </a:r>
                  <a:r>
                    <a:rPr lang="ko-KR" altLang="en-US" sz="700" dirty="0" err="1">
                      <a:latin typeface="맑은 고딕"/>
                      <a:ea typeface="맑은 고딕"/>
                    </a:rPr>
                    <a:t>맥스드라이</a:t>
                  </a:r>
                  <a:r>
                    <a:rPr lang="ko-KR" altLang="en-US" sz="700" dirty="0">
                      <a:latin typeface="맑은 고딕"/>
                      <a:ea typeface="맑은 고딕"/>
                    </a:rPr>
                    <a:t> 에어 밴드</a:t>
                  </a:r>
                  <a:r>
                    <a:rPr lang="en-US" altLang="ko-KR" sz="700" dirty="0">
                      <a:latin typeface="맑은 고딕"/>
                      <a:ea typeface="맑은 고딕"/>
                    </a:rPr>
                    <a:t>/</a:t>
                  </a:r>
                  <a:r>
                    <a:rPr lang="ko-KR" altLang="en-US" sz="700" dirty="0">
                      <a:latin typeface="맑은 고딕"/>
                      <a:ea typeface="맑은 고딕"/>
                    </a:rPr>
                    <a:t>팬티형 통기성 기저귀 </a:t>
                  </a:r>
                  <a:r>
                    <a:rPr lang="en-US" altLang="ko-KR" sz="700" dirty="0">
                      <a:latin typeface="맑은 고딕"/>
                      <a:ea typeface="맑은 고딕"/>
                    </a:rPr>
                    <a:t>[3</a:t>
                  </a:r>
                  <a:r>
                    <a:rPr lang="ko-KR" altLang="en-US" sz="700" dirty="0">
                      <a:latin typeface="맑은 고딕"/>
                      <a:ea typeface="맑은 고딕"/>
                    </a:rPr>
                    <a:t>박스 구성</a:t>
                  </a:r>
                  <a:r>
                    <a:rPr lang="en-US" altLang="ko-KR" sz="700" dirty="0">
                      <a:latin typeface="맑은 고딕"/>
                      <a:ea typeface="맑은 고딕"/>
                    </a:rPr>
                    <a:t>] </a:t>
                  </a:r>
                  <a:r>
                    <a:rPr lang="ko-KR" altLang="en-US" sz="700" dirty="0">
                      <a:latin typeface="맑은 고딕"/>
                      <a:ea typeface="맑은 고딕"/>
                    </a:rPr>
                    <a:t>총 </a:t>
                  </a:r>
                  <a:r>
                    <a:rPr lang="en-US" altLang="ko-KR" sz="700" dirty="0">
                      <a:latin typeface="맑은 고딕"/>
                      <a:ea typeface="맑은 고딕"/>
                    </a:rPr>
                    <a:t>24</a:t>
                  </a:r>
                  <a:r>
                    <a:rPr lang="ko-KR" altLang="en-US" sz="700" dirty="0">
                      <a:latin typeface="맑은 고딕"/>
                      <a:ea typeface="맑은 고딕"/>
                    </a:rPr>
                    <a:t>개</a:t>
                  </a:r>
                </a:p>
              </p:txBody>
            </p:sp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ACF7BA4E-C7C4-F02F-D129-D0979885CF01}"/>
                    </a:ext>
                  </a:extLst>
                </p:cNvPr>
                <p:cNvSpPr/>
                <p:nvPr/>
              </p:nvSpPr>
              <p:spPr>
                <a:xfrm>
                  <a:off x="8117262" y="3503697"/>
                  <a:ext cx="419402" cy="420628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IMG</a:t>
                  </a:r>
                  <a:endParaRPr lang="ko-KR" altLang="en-US" sz="7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BA1D0E7-6EC5-7916-E8C2-B15988CB91B5}"/>
                    </a:ext>
                  </a:extLst>
                </p:cNvPr>
                <p:cNvSpPr txBox="1"/>
                <p:nvPr/>
              </p:nvSpPr>
              <p:spPr>
                <a:xfrm>
                  <a:off x="8554733" y="3699238"/>
                  <a:ext cx="672494" cy="20005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ko-KR" altLang="en-US" sz="700" u="sng" dirty="0">
                      <a:solidFill>
                        <a:schemeClr val="bg1">
                          <a:lumMod val="50000"/>
                        </a:schemeClr>
                      </a:solidFill>
                      <a:latin typeface="맑은 고딕"/>
                      <a:ea typeface="맑은 고딕"/>
                    </a:rPr>
                    <a:t>상품보기</a:t>
                  </a:r>
                  <a:endParaRPr lang="en-US" altLang="ko-KR" sz="700" u="sng" dirty="0">
                    <a:solidFill>
                      <a:schemeClr val="bg1">
                        <a:lumMod val="50000"/>
                      </a:schemeClr>
                    </a:solidFill>
                    <a:latin typeface="맑은 고딕"/>
                    <a:ea typeface="맑은 고딕"/>
                  </a:endParaRPr>
                </a:p>
              </p:txBody>
            </p:sp>
          </p:grp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A369B381-4331-0D37-79B9-6B25C6867BA7}"/>
                </a:ext>
              </a:extLst>
            </p:cNvPr>
            <p:cNvGrpSpPr/>
            <p:nvPr/>
          </p:nvGrpSpPr>
          <p:grpSpPr>
            <a:xfrm>
              <a:off x="1523839" y="1358821"/>
              <a:ext cx="6541305" cy="870445"/>
              <a:chOff x="8499717" y="4336076"/>
              <a:chExt cx="6541305" cy="870445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id="{C31FE2F6-057A-1BAF-69C7-FDF79224A88E}"/>
                  </a:ext>
                </a:extLst>
              </p:cNvPr>
              <p:cNvSpPr/>
              <p:nvPr/>
            </p:nvSpPr>
            <p:spPr>
              <a:xfrm>
                <a:off x="8499717" y="4336076"/>
                <a:ext cx="6541305" cy="870445"/>
              </a:xfrm>
              <a:prstGeom prst="roundRect">
                <a:avLst>
                  <a:gd name="adj" fmla="val 9948"/>
                </a:avLst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7C4C5A5-504B-FF1D-CBC4-850209CD9328}"/>
                  </a:ext>
                </a:extLst>
              </p:cNvPr>
              <p:cNvSpPr txBox="1"/>
              <p:nvPr/>
            </p:nvSpPr>
            <p:spPr>
              <a:xfrm>
                <a:off x="8499718" y="4555534"/>
                <a:ext cx="64692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dirty="0">
                    <a:latin typeface="맑은 고딕"/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latin typeface="맑은 고딕"/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r>
                  <a:rPr lang="ko-KR" altLang="en-US" sz="700" dirty="0">
                    <a:ea typeface="맑은 고딕"/>
                  </a:rPr>
                  <a:t>문의 상세 내용입니다</a:t>
                </a:r>
                <a:r>
                  <a:rPr lang="en-US" altLang="ko-KR" sz="700" dirty="0">
                    <a:ea typeface="맑은 고딕"/>
                  </a:rPr>
                  <a:t>. </a:t>
                </a:r>
                <a:endParaRPr lang="ko-KR" altLang="en-US" sz="700" dirty="0">
                  <a:solidFill>
                    <a:srgbClr val="8A8A8A"/>
                  </a:solidFill>
                  <a:ea typeface="맑은 고딕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CD888C-FCDB-B92C-DC1E-05E5ABDC29D3}"/>
                  </a:ext>
                </a:extLst>
              </p:cNvPr>
              <p:cNvSpPr txBox="1"/>
              <p:nvPr/>
            </p:nvSpPr>
            <p:spPr>
              <a:xfrm>
                <a:off x="8499719" y="4377055"/>
                <a:ext cx="747946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234DD3"/>
                    </a:solidFill>
                    <a:latin typeface="맑은 고딕"/>
                    <a:ea typeface="맑은 고딕"/>
                  </a:rPr>
                  <a:t>답변완료</a:t>
                </a:r>
                <a:endParaRPr lang="ko-KR" altLang="en-US" sz="700" dirty="0">
                  <a:solidFill>
                    <a:srgbClr val="234DD3"/>
                  </a:solidFill>
                  <a:ea typeface="맑은 고딕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E46839B-DFC5-9B80-9201-1FB17FD71DC2}"/>
                  </a:ext>
                </a:extLst>
              </p:cNvPr>
              <p:cNvSpPr txBox="1"/>
              <p:nvPr/>
            </p:nvSpPr>
            <p:spPr>
              <a:xfrm>
                <a:off x="8942591" y="4378529"/>
                <a:ext cx="1280751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600" dirty="0">
                    <a:solidFill>
                      <a:schemeClr val="bg1">
                        <a:lumMod val="50000"/>
                      </a:schemeClr>
                    </a:solidFill>
                    <a:latin typeface="맑은 고딕"/>
                    <a:ea typeface="맑은 고딕"/>
                  </a:rPr>
                  <a:t>2026-07-28 20:45:57</a:t>
                </a:r>
                <a:endPara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3713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86A856-36BF-B96C-068D-5BEF137CD6E2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작성가능한 리뷰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4F4CC-6D78-5E5D-422F-842BDB64326A}"/>
              </a:ext>
            </a:extLst>
          </p:cNvPr>
          <p:cNvSpPr txBox="1"/>
          <p:nvPr/>
        </p:nvSpPr>
        <p:spPr>
          <a:xfrm>
            <a:off x="1302717" y="330494"/>
            <a:ext cx="18806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가능한 리뷰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185814-D449-9CDB-083B-DDA8C22524E0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CH-U-MY-05-01</a:t>
            </a:r>
            <a:endParaRPr lang="ko-KR" altLang="en-US" sz="10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517A94F-E988-5475-B9A8-CBAD104AE59A}"/>
              </a:ext>
            </a:extLst>
          </p:cNvPr>
          <p:cNvGrpSpPr/>
          <p:nvPr/>
        </p:nvGrpSpPr>
        <p:grpSpPr>
          <a:xfrm>
            <a:off x="1948859" y="3012082"/>
            <a:ext cx="6258494" cy="831368"/>
            <a:chOff x="233270" y="2244785"/>
            <a:chExt cx="6258494" cy="83136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3E45578-CDD9-7EF6-B414-253B2D2091B4}"/>
                </a:ext>
              </a:extLst>
            </p:cNvPr>
            <p:cNvSpPr/>
            <p:nvPr/>
          </p:nvSpPr>
          <p:spPr>
            <a:xfrm>
              <a:off x="233270" y="2244785"/>
              <a:ext cx="6258494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C164A0-3AD7-2A11-D7B7-EA659EE25D28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2E198B-E092-3A06-4E22-3BB5D0D946FA}"/>
                </a:ext>
              </a:extLst>
            </p:cNvPr>
            <p:cNvSpPr txBox="1"/>
            <p:nvPr/>
          </p:nvSpPr>
          <p:spPr>
            <a:xfrm>
              <a:off x="921915" y="2340149"/>
              <a:ext cx="49235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ea typeface="맑은 고딕"/>
                </a:rPr>
                <a:t>[</a:t>
              </a:r>
              <a:r>
                <a:rPr lang="ko-KR" altLang="en-US" sz="700" b="1" dirty="0" err="1">
                  <a:ea typeface="맑은 고딕"/>
                </a:rPr>
                <a:t>썸머러버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 err="1">
                  <a:ea typeface="맑은 고딕"/>
                </a:rPr>
                <a:t>하기스</a:t>
              </a:r>
              <a:r>
                <a:rPr lang="ko-KR" altLang="en-US" sz="700" b="1" dirty="0">
                  <a:ea typeface="맑은 고딕"/>
                </a:rPr>
                <a:t> </a:t>
              </a:r>
              <a:r>
                <a:rPr lang="ko-KR" altLang="en-US" sz="700" b="1" dirty="0" err="1">
                  <a:ea typeface="맑은 고딕"/>
                </a:rPr>
                <a:t>맥스드라이</a:t>
              </a:r>
              <a:r>
                <a:rPr lang="ko-KR" altLang="en-US" sz="700" b="1" dirty="0">
                  <a:ea typeface="맑은 고딕"/>
                </a:rPr>
                <a:t> 에어 밴드</a:t>
              </a:r>
              <a:r>
                <a:rPr lang="en-US" altLang="ko-KR" sz="700" b="1" dirty="0">
                  <a:ea typeface="맑은 고딕"/>
                </a:rPr>
                <a:t>/</a:t>
              </a:r>
              <a:r>
                <a:rPr lang="ko-KR" altLang="en-US" sz="700" b="1" dirty="0">
                  <a:ea typeface="맑은 고딕"/>
                </a:rPr>
                <a:t>팬티형 통기성 기저귀 </a:t>
              </a:r>
              <a:r>
                <a:rPr lang="en-US" altLang="ko-KR" sz="700" b="1" dirty="0">
                  <a:ea typeface="맑은 고딕"/>
                </a:rPr>
                <a:t>[3</a:t>
              </a:r>
              <a:r>
                <a:rPr lang="ko-KR" altLang="en-US" sz="700" b="1" dirty="0">
                  <a:ea typeface="맑은 고딕"/>
                </a:rPr>
                <a:t>박스 구성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>
                  <a:ea typeface="맑은 고딕"/>
                </a:rPr>
                <a:t>총 </a:t>
              </a:r>
              <a:r>
                <a:rPr lang="en-US" altLang="ko-KR" sz="700" b="1" dirty="0">
                  <a:ea typeface="맑은 고딕"/>
                </a:rPr>
                <a:t>24</a:t>
              </a:r>
              <a:r>
                <a:rPr lang="ko-KR" altLang="en-US" sz="700" b="1" dirty="0">
                  <a:ea typeface="맑은 고딕"/>
                </a:rPr>
                <a:t>개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E996C0C-837D-38C3-7D42-440E8A324E93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8" name="Rounded Rectangle 35">
              <a:extLst>
                <a:ext uri="{FF2B5EF4-FFF2-40B4-BE49-F238E27FC236}">
                  <a16:creationId xmlns:a16="http://schemas.microsoft.com/office/drawing/2014/main" id="{4FDFE0C2-2C0D-3972-28F2-0A99FD401401}"/>
                </a:ext>
              </a:extLst>
            </p:cNvPr>
            <p:cNvSpPr/>
            <p:nvPr/>
          </p:nvSpPr>
          <p:spPr>
            <a:xfrm>
              <a:off x="5375181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0891BA4-453E-8101-7A42-4D96F47DD491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2F54241-213D-924E-7437-67985618073A}"/>
              </a:ext>
            </a:extLst>
          </p:cNvPr>
          <p:cNvGrpSpPr/>
          <p:nvPr/>
        </p:nvGrpSpPr>
        <p:grpSpPr>
          <a:xfrm>
            <a:off x="1950667" y="2121812"/>
            <a:ext cx="6258494" cy="750010"/>
            <a:chOff x="1950667" y="2121812"/>
            <a:chExt cx="6258494" cy="750010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B195CCB0-1FBD-7B36-5181-8B3A00366C36}"/>
                </a:ext>
              </a:extLst>
            </p:cNvPr>
            <p:cNvSpPr/>
            <p:nvPr/>
          </p:nvSpPr>
          <p:spPr>
            <a:xfrm>
              <a:off x="1950667" y="2121812"/>
              <a:ext cx="6258494" cy="750010"/>
            </a:xfrm>
            <a:prstGeom prst="roundRect">
              <a:avLst>
                <a:gd name="adj" fmla="val 10573"/>
              </a:avLst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B360DD-DC88-E168-E2A3-97BF6634B82B}"/>
                </a:ext>
              </a:extLst>
            </p:cNvPr>
            <p:cNvSpPr txBox="1"/>
            <p:nvPr/>
          </p:nvSpPr>
          <p:spPr>
            <a:xfrm>
              <a:off x="2049726" y="2148468"/>
              <a:ext cx="2941470" cy="692497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800" b="1" dirty="0">
                  <a:latin typeface="맑은 고딕"/>
                  <a:ea typeface="맑은 고딕"/>
                </a:rPr>
                <a:t>리뷰 작성하고 마일리지 혜택 받아가세요</a:t>
              </a:r>
              <a:r>
                <a:rPr lang="en-US" altLang="ko-KR" sz="800" b="1" dirty="0">
                  <a:latin typeface="맑은 고딕"/>
                  <a:ea typeface="맑은 고딕"/>
                </a:rPr>
                <a:t>!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700" dirty="0">
                  <a:latin typeface="맑은 고딕"/>
                  <a:ea typeface="맑은 고딕"/>
                </a:rPr>
                <a:t>텍스트 후기 작성 시 </a:t>
              </a:r>
              <a:r>
                <a:rPr lang="en-US" altLang="ko-KR" sz="700" b="1" dirty="0">
                  <a:latin typeface="맑은 고딕"/>
                  <a:ea typeface="맑은 고딕"/>
                </a:rPr>
                <a:t>300P</a:t>
              </a:r>
              <a:r>
                <a:rPr lang="ko-KR" altLang="en-US" sz="700" dirty="0">
                  <a:latin typeface="맑은 고딕"/>
                  <a:ea typeface="맑은 고딕"/>
                </a:rPr>
                <a:t> 적립</a:t>
              </a:r>
              <a:endParaRPr lang="en-US" altLang="ko-KR" sz="700" dirty="0">
                <a:latin typeface="맑은 고딕"/>
                <a:ea typeface="맑은 고딕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700" dirty="0">
                  <a:latin typeface="맑은 고딕"/>
                  <a:ea typeface="맑은 고딕"/>
                </a:rPr>
                <a:t>포토 후기 작성 시 </a:t>
              </a:r>
              <a:r>
                <a:rPr lang="en-US" altLang="ko-KR" sz="700" b="1" dirty="0">
                  <a:latin typeface="맑은 고딕"/>
                  <a:ea typeface="맑은 고딕"/>
                </a:rPr>
                <a:t>500P</a:t>
              </a:r>
              <a:r>
                <a:rPr lang="ko-KR" altLang="en-US" sz="700" dirty="0">
                  <a:latin typeface="맑은 고딕"/>
                  <a:ea typeface="맑은 고딕"/>
                </a:rPr>
                <a:t> 적립</a:t>
              </a:r>
              <a:endParaRPr lang="en-US" altLang="ko-KR" sz="700" dirty="0">
                <a:latin typeface="맑은 고딕"/>
                <a:ea typeface="맑은 고딕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600" dirty="0">
                <a:latin typeface="맑은 고딕"/>
                <a:ea typeface="맑은 고딕"/>
              </a:endParaRPr>
            </a:p>
            <a:p>
              <a:r>
                <a:rPr lang="en-US" altLang="ko-KR" sz="700" dirty="0">
                  <a:latin typeface="맑은 고딕"/>
                  <a:ea typeface="맑은 고딕"/>
                </a:rPr>
                <a:t>※ </a:t>
              </a:r>
              <a:r>
                <a:rPr lang="ko-KR" altLang="en-US" sz="700" dirty="0">
                  <a:latin typeface="맑은 고딕"/>
                  <a:ea typeface="맑은 고딕"/>
                </a:rPr>
                <a:t>구매확정 후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일 내에 리뷰 작성이 가능합니다</a:t>
              </a:r>
              <a:r>
                <a:rPr lang="en-US" altLang="ko-KR" sz="700" dirty="0">
                  <a:latin typeface="맑은 고딕"/>
                  <a:ea typeface="맑은 고딕"/>
                </a:rPr>
                <a:t>.</a:t>
              </a:r>
              <a:endParaRPr lang="ko-KR" altLang="en-US" sz="700" spc="-150" dirty="0">
                <a:solidFill>
                  <a:srgbClr val="FF0000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E1E4396C-1FBF-89CF-7172-E34D8F1561A6}"/>
              </a:ext>
            </a:extLst>
          </p:cNvPr>
          <p:cNvSpPr txBox="1"/>
          <p:nvPr/>
        </p:nvSpPr>
        <p:spPr>
          <a:xfrm>
            <a:off x="4611298" y="111601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</a:t>
            </a:r>
          </a:p>
        </p:txBody>
      </p:sp>
      <p:sp>
        <p:nvSpPr>
          <p:cNvPr id="42" name="Rounded Rectangle 35">
            <a:extLst>
              <a:ext uri="{FF2B5EF4-FFF2-40B4-BE49-F238E27FC236}">
                <a16:creationId xmlns:a16="http://schemas.microsoft.com/office/drawing/2014/main" id="{A116F5E0-D3BC-6277-BAC1-A60E12D1AE2E}"/>
              </a:ext>
            </a:extLst>
          </p:cNvPr>
          <p:cNvSpPr/>
          <p:nvPr/>
        </p:nvSpPr>
        <p:spPr>
          <a:xfrm>
            <a:off x="4831581" y="1692077"/>
            <a:ext cx="1756531" cy="2563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내가 작성한 리뷰</a:t>
            </a:r>
          </a:p>
        </p:txBody>
      </p:sp>
      <p:sp>
        <p:nvSpPr>
          <p:cNvPr id="44" name="Rounded Rectangle 35">
            <a:extLst>
              <a:ext uri="{FF2B5EF4-FFF2-40B4-BE49-F238E27FC236}">
                <a16:creationId xmlns:a16="http://schemas.microsoft.com/office/drawing/2014/main" id="{4B867A3C-A406-5260-CF41-6EDF6A17F57A}"/>
              </a:ext>
            </a:extLst>
          </p:cNvPr>
          <p:cNvSpPr/>
          <p:nvPr/>
        </p:nvSpPr>
        <p:spPr>
          <a:xfrm>
            <a:off x="3450227" y="1692077"/>
            <a:ext cx="1641802" cy="25638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ea typeface="맑은 고딕"/>
              </a:rPr>
              <a:t>작성 가능한 리뷰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9C4AC79-F8BE-245E-2569-9D0F4BA9AAA6}"/>
              </a:ext>
            </a:extLst>
          </p:cNvPr>
          <p:cNvGrpSpPr/>
          <p:nvPr/>
        </p:nvGrpSpPr>
        <p:grpSpPr>
          <a:xfrm>
            <a:off x="1948859" y="3942253"/>
            <a:ext cx="6258494" cy="831368"/>
            <a:chOff x="233270" y="2244785"/>
            <a:chExt cx="6258494" cy="831368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19B95B6C-8C49-8265-C6D4-104E2B325BCA}"/>
                </a:ext>
              </a:extLst>
            </p:cNvPr>
            <p:cNvSpPr/>
            <p:nvPr/>
          </p:nvSpPr>
          <p:spPr>
            <a:xfrm>
              <a:off x="233270" y="2244785"/>
              <a:ext cx="6258494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E85B7F-F3B2-72DB-16C8-55BE55F7347E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ED52C8-BC53-53C2-1D32-3334BA13AD2D}"/>
                </a:ext>
              </a:extLst>
            </p:cNvPr>
            <p:cNvSpPr txBox="1"/>
            <p:nvPr/>
          </p:nvSpPr>
          <p:spPr>
            <a:xfrm>
              <a:off x="921915" y="2340149"/>
              <a:ext cx="49235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ea typeface="맑은 고딕"/>
                </a:rPr>
                <a:t>[</a:t>
              </a:r>
              <a:r>
                <a:rPr lang="ko-KR" altLang="en-US" sz="700" b="1" dirty="0" err="1">
                  <a:ea typeface="맑은 고딕"/>
                </a:rPr>
                <a:t>썸머러버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 err="1">
                  <a:ea typeface="맑은 고딕"/>
                </a:rPr>
                <a:t>하기스</a:t>
              </a:r>
              <a:r>
                <a:rPr lang="ko-KR" altLang="en-US" sz="700" b="1" dirty="0">
                  <a:ea typeface="맑은 고딕"/>
                </a:rPr>
                <a:t> </a:t>
              </a:r>
              <a:r>
                <a:rPr lang="ko-KR" altLang="en-US" sz="700" b="1" dirty="0" err="1">
                  <a:ea typeface="맑은 고딕"/>
                </a:rPr>
                <a:t>맥스드라이</a:t>
              </a:r>
              <a:r>
                <a:rPr lang="ko-KR" altLang="en-US" sz="700" b="1" dirty="0">
                  <a:ea typeface="맑은 고딕"/>
                </a:rPr>
                <a:t> 에어 밴드</a:t>
              </a:r>
              <a:r>
                <a:rPr lang="en-US" altLang="ko-KR" sz="700" b="1" dirty="0">
                  <a:ea typeface="맑은 고딕"/>
                </a:rPr>
                <a:t>/</a:t>
              </a:r>
              <a:r>
                <a:rPr lang="ko-KR" altLang="en-US" sz="700" b="1" dirty="0">
                  <a:ea typeface="맑은 고딕"/>
                </a:rPr>
                <a:t>팬티형 통기성 기저귀 </a:t>
              </a:r>
              <a:r>
                <a:rPr lang="en-US" altLang="ko-KR" sz="700" b="1" dirty="0">
                  <a:ea typeface="맑은 고딕"/>
                </a:rPr>
                <a:t>[3</a:t>
              </a:r>
              <a:r>
                <a:rPr lang="ko-KR" altLang="en-US" sz="700" b="1" dirty="0">
                  <a:ea typeface="맑은 고딕"/>
                </a:rPr>
                <a:t>박스 구성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>
                  <a:ea typeface="맑은 고딕"/>
                </a:rPr>
                <a:t>총 </a:t>
              </a:r>
              <a:r>
                <a:rPr lang="en-US" altLang="ko-KR" sz="700" b="1" dirty="0">
                  <a:ea typeface="맑은 고딕"/>
                </a:rPr>
                <a:t>24</a:t>
              </a:r>
              <a:r>
                <a:rPr lang="ko-KR" altLang="en-US" sz="700" b="1" dirty="0">
                  <a:ea typeface="맑은 고딕"/>
                </a:rPr>
                <a:t>개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36C1C79-A474-DEDC-84AE-3D8EA923C3D0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1" name="Rounded Rectangle 35">
              <a:extLst>
                <a:ext uri="{FF2B5EF4-FFF2-40B4-BE49-F238E27FC236}">
                  <a16:creationId xmlns:a16="http://schemas.microsoft.com/office/drawing/2014/main" id="{E73EEE85-0F89-11FC-4275-15F0D8EF03F8}"/>
                </a:ext>
              </a:extLst>
            </p:cNvPr>
            <p:cNvSpPr/>
            <p:nvPr/>
          </p:nvSpPr>
          <p:spPr>
            <a:xfrm>
              <a:off x="5375181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5758C01-1E0A-971B-46F1-6DC36E05A958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B55E384-A161-1CA3-92D9-7BD26CB6A8B5}"/>
              </a:ext>
            </a:extLst>
          </p:cNvPr>
          <p:cNvGrpSpPr/>
          <p:nvPr/>
        </p:nvGrpSpPr>
        <p:grpSpPr>
          <a:xfrm>
            <a:off x="1948859" y="4870061"/>
            <a:ext cx="6258494" cy="831368"/>
            <a:chOff x="233270" y="2244785"/>
            <a:chExt cx="6258494" cy="831368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30CE1B01-DFDB-C559-FFB6-5638045AD027}"/>
                </a:ext>
              </a:extLst>
            </p:cNvPr>
            <p:cNvSpPr/>
            <p:nvPr/>
          </p:nvSpPr>
          <p:spPr>
            <a:xfrm>
              <a:off x="233270" y="2244785"/>
              <a:ext cx="6258494" cy="8313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D60537E-D064-7B88-285C-5C0C867B667A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747C7A5-5291-C566-DE5E-C71B2457E974}"/>
                </a:ext>
              </a:extLst>
            </p:cNvPr>
            <p:cNvSpPr txBox="1"/>
            <p:nvPr/>
          </p:nvSpPr>
          <p:spPr>
            <a:xfrm>
              <a:off x="921915" y="2340149"/>
              <a:ext cx="492358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ea typeface="맑은 고딕"/>
                </a:rPr>
                <a:t>[</a:t>
              </a:r>
              <a:r>
                <a:rPr lang="ko-KR" altLang="en-US" sz="700" b="1" dirty="0" err="1">
                  <a:ea typeface="맑은 고딕"/>
                </a:rPr>
                <a:t>썸머러버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 err="1">
                  <a:ea typeface="맑은 고딕"/>
                </a:rPr>
                <a:t>하기스</a:t>
              </a:r>
              <a:r>
                <a:rPr lang="ko-KR" altLang="en-US" sz="700" b="1" dirty="0">
                  <a:ea typeface="맑은 고딕"/>
                </a:rPr>
                <a:t> </a:t>
              </a:r>
              <a:r>
                <a:rPr lang="ko-KR" altLang="en-US" sz="700" b="1" dirty="0" err="1">
                  <a:ea typeface="맑은 고딕"/>
                </a:rPr>
                <a:t>맥스드라이</a:t>
              </a:r>
              <a:r>
                <a:rPr lang="ko-KR" altLang="en-US" sz="700" b="1" dirty="0">
                  <a:ea typeface="맑은 고딕"/>
                </a:rPr>
                <a:t> 에어 밴드</a:t>
              </a:r>
              <a:r>
                <a:rPr lang="en-US" altLang="ko-KR" sz="700" b="1" dirty="0">
                  <a:ea typeface="맑은 고딕"/>
                </a:rPr>
                <a:t>/</a:t>
              </a:r>
              <a:r>
                <a:rPr lang="ko-KR" altLang="en-US" sz="700" b="1" dirty="0">
                  <a:ea typeface="맑은 고딕"/>
                </a:rPr>
                <a:t>팬티형 통기성 기저귀 </a:t>
              </a:r>
              <a:r>
                <a:rPr lang="en-US" altLang="ko-KR" sz="700" b="1" dirty="0">
                  <a:ea typeface="맑은 고딕"/>
                </a:rPr>
                <a:t>[3</a:t>
              </a:r>
              <a:r>
                <a:rPr lang="ko-KR" altLang="en-US" sz="700" b="1" dirty="0">
                  <a:ea typeface="맑은 고딕"/>
                </a:rPr>
                <a:t>박스 구성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>
                  <a:ea typeface="맑은 고딕"/>
                </a:rPr>
                <a:t>총 </a:t>
              </a:r>
              <a:r>
                <a:rPr lang="en-US" altLang="ko-KR" sz="700" b="1" dirty="0">
                  <a:ea typeface="맑은 고딕"/>
                </a:rPr>
                <a:t>24</a:t>
              </a:r>
              <a:r>
                <a:rPr lang="ko-KR" altLang="en-US" sz="700" b="1" dirty="0">
                  <a:ea typeface="맑은 고딕"/>
                </a:rPr>
                <a:t>개</a:t>
              </a: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D61954DD-11CA-EEEA-4A66-1D26C03A2861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8" name="Rounded Rectangle 35">
              <a:extLst>
                <a:ext uri="{FF2B5EF4-FFF2-40B4-BE49-F238E27FC236}">
                  <a16:creationId xmlns:a16="http://schemas.microsoft.com/office/drawing/2014/main" id="{60F11175-461C-80E1-52C7-B741B571436B}"/>
                </a:ext>
              </a:extLst>
            </p:cNvPr>
            <p:cNvSpPr/>
            <p:nvPr/>
          </p:nvSpPr>
          <p:spPr>
            <a:xfrm>
              <a:off x="5375181" y="2729993"/>
              <a:ext cx="940638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리뷰작성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B204AC0-D9F3-4D11-22F1-2CD0ED16D3AE}"/>
                </a:ext>
              </a:extLst>
            </p:cNvPr>
            <p:cNvSpPr txBox="1"/>
            <p:nvPr/>
          </p:nvSpPr>
          <p:spPr>
            <a:xfrm>
              <a:off x="921915" y="250178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37DAAFC-DB4A-433E-0956-50CA3B634F8A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420AA6-B667-15FD-2CA1-7617EED520F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65" name="Group 59">
            <a:extLst>
              <a:ext uri="{FF2B5EF4-FFF2-40B4-BE49-F238E27FC236}">
                <a16:creationId xmlns:a16="http://schemas.microsoft.com/office/drawing/2014/main" id="{BEEDD1CC-434E-187C-DA0C-86B7BA479409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338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7F4C3A-2C11-DC4E-CAA3-BDFB1ACC0FE3}"/>
              </a:ext>
            </a:extLst>
          </p:cNvPr>
          <p:cNvSpPr txBox="1"/>
          <p:nvPr/>
        </p:nvSpPr>
        <p:spPr>
          <a:xfrm>
            <a:off x="4624161" y="1609636"/>
            <a:ext cx="10278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 작성하기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5F0BC5B-ECE2-FB47-7EC5-995D1F5F0211}"/>
              </a:ext>
            </a:extLst>
          </p:cNvPr>
          <p:cNvGrpSpPr/>
          <p:nvPr/>
        </p:nvGrpSpPr>
        <p:grpSpPr>
          <a:xfrm>
            <a:off x="2016473" y="2047576"/>
            <a:ext cx="4591942" cy="554355"/>
            <a:chOff x="360289" y="2398377"/>
            <a:chExt cx="4591942" cy="5543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2A49BE6-9B03-7FD9-EC79-084F035F8257}"/>
                </a:ext>
              </a:extLst>
            </p:cNvPr>
            <p:cNvSpPr txBox="1"/>
            <p:nvPr/>
          </p:nvSpPr>
          <p:spPr>
            <a:xfrm>
              <a:off x="921915" y="2768066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구매확정일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 2026-07-28 16:45:57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FA1E6C-0DA6-1F6A-3458-5947A4C82967}"/>
                </a:ext>
              </a:extLst>
            </p:cNvPr>
            <p:cNvSpPr txBox="1"/>
            <p:nvPr/>
          </p:nvSpPr>
          <p:spPr>
            <a:xfrm>
              <a:off x="921915" y="2409420"/>
              <a:ext cx="4030316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ea typeface="맑은 고딕"/>
                </a:rPr>
                <a:t>[</a:t>
              </a:r>
              <a:r>
                <a:rPr lang="ko-KR" altLang="en-US" sz="700" b="1" dirty="0" err="1">
                  <a:ea typeface="맑은 고딕"/>
                </a:rPr>
                <a:t>썸머러버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 err="1">
                  <a:ea typeface="맑은 고딕"/>
                </a:rPr>
                <a:t>하기스</a:t>
              </a:r>
              <a:r>
                <a:rPr lang="ko-KR" altLang="en-US" sz="700" b="1" dirty="0">
                  <a:ea typeface="맑은 고딕"/>
                </a:rPr>
                <a:t> </a:t>
              </a:r>
              <a:r>
                <a:rPr lang="ko-KR" altLang="en-US" sz="700" b="1" dirty="0" err="1">
                  <a:ea typeface="맑은 고딕"/>
                </a:rPr>
                <a:t>맥스드라이</a:t>
              </a:r>
              <a:r>
                <a:rPr lang="ko-KR" altLang="en-US" sz="700" b="1" dirty="0">
                  <a:ea typeface="맑은 고딕"/>
                </a:rPr>
                <a:t> 에어 밴드</a:t>
              </a:r>
              <a:r>
                <a:rPr lang="en-US" altLang="ko-KR" sz="700" b="1" dirty="0">
                  <a:ea typeface="맑은 고딕"/>
                </a:rPr>
                <a:t>/</a:t>
              </a:r>
              <a:r>
                <a:rPr lang="ko-KR" altLang="en-US" sz="700" b="1" dirty="0">
                  <a:ea typeface="맑은 고딕"/>
                </a:rPr>
                <a:t>팬티형 통기성 기저귀 </a:t>
              </a:r>
              <a:r>
                <a:rPr lang="en-US" altLang="ko-KR" sz="700" b="1" dirty="0">
                  <a:ea typeface="맑은 고딕"/>
                </a:rPr>
                <a:t>[3</a:t>
              </a:r>
              <a:r>
                <a:rPr lang="ko-KR" altLang="en-US" sz="700" b="1" dirty="0">
                  <a:ea typeface="맑은 고딕"/>
                </a:rPr>
                <a:t>박스 구성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>
                  <a:ea typeface="맑은 고딕"/>
                </a:rPr>
                <a:t>총 </a:t>
              </a:r>
              <a:r>
                <a:rPr lang="en-US" altLang="ko-KR" sz="700" b="1" dirty="0">
                  <a:ea typeface="맑은 고딕"/>
                </a:rPr>
                <a:t>24</a:t>
              </a:r>
              <a:r>
                <a:rPr lang="ko-KR" altLang="en-US" sz="700" b="1" dirty="0">
                  <a:ea typeface="맑은 고딕"/>
                </a:rPr>
                <a:t>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38E4576-A3AB-798D-F13B-24D22213B005}"/>
                </a:ext>
              </a:extLst>
            </p:cNvPr>
            <p:cNvSpPr/>
            <p:nvPr/>
          </p:nvSpPr>
          <p:spPr>
            <a:xfrm>
              <a:off x="360289" y="2398377"/>
              <a:ext cx="525782" cy="5273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D4CB77-23E7-9554-EE82-D292D8EF30DB}"/>
                </a:ext>
              </a:extLst>
            </p:cNvPr>
            <p:cNvSpPr txBox="1"/>
            <p:nvPr/>
          </p:nvSpPr>
          <p:spPr>
            <a:xfrm>
              <a:off x="921915" y="2571053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>
                  <a:latin typeface="맑은 고딕"/>
                  <a:ea typeface="맑은 고딕"/>
                </a:rPr>
                <a:t>1) (26</a:t>
              </a:r>
              <a:r>
                <a:rPr lang="ko-KR" altLang="en-US" sz="700" dirty="0" err="1">
                  <a:latin typeface="맑은 고딕"/>
                  <a:ea typeface="맑은 고딕"/>
                </a:rPr>
                <a:t>년형</a:t>
              </a:r>
              <a:r>
                <a:rPr lang="en-US" altLang="ko-KR" sz="700" dirty="0">
                  <a:latin typeface="맑은 고딕"/>
                  <a:ea typeface="맑은 고딕"/>
                </a:rPr>
                <a:t>) 1</a:t>
              </a:r>
              <a:r>
                <a:rPr lang="ko-KR" altLang="en-US" sz="700" dirty="0">
                  <a:latin typeface="맑은 고딕"/>
                  <a:ea typeface="맑은 고딕"/>
                </a:rPr>
                <a:t>단계 밴드형 공용 </a:t>
              </a:r>
              <a:r>
                <a:rPr lang="en-US" altLang="ko-KR" sz="700" dirty="0">
                  <a:latin typeface="맑은 고딕"/>
                  <a:ea typeface="맑은 고딕"/>
                </a:rPr>
                <a:t>60</a:t>
              </a:r>
              <a:r>
                <a:rPr lang="ko-KR" altLang="en-US" sz="700" dirty="0">
                  <a:latin typeface="맑은 고딕"/>
                  <a:ea typeface="맑은 고딕"/>
                </a:rPr>
                <a:t>매 </a:t>
              </a:r>
              <a:r>
                <a:rPr lang="en-US" altLang="ko-KR" sz="700" dirty="0">
                  <a:latin typeface="맑은 고딕"/>
                  <a:ea typeface="맑은 고딕"/>
                </a:rPr>
                <a:t>x 9</a:t>
              </a:r>
              <a:r>
                <a:rPr lang="ko-KR" altLang="en-US" sz="700" dirty="0">
                  <a:latin typeface="맑은 고딕"/>
                  <a:ea typeface="맑은 고딕"/>
                </a:rPr>
                <a:t>팩 </a:t>
              </a:r>
              <a:r>
                <a:rPr lang="en-US" altLang="ko-KR" sz="700" dirty="0">
                  <a:latin typeface="맑은 고딕"/>
                  <a:ea typeface="맑은 고딕"/>
                </a:rPr>
                <a:t>NS61</a:t>
              </a:r>
            </a:p>
          </p:txBody>
        </p:sp>
      </p:grpSp>
      <p:sp>
        <p:nvSpPr>
          <p:cNvPr id="8" name="Rounded Rectangle 35">
            <a:extLst>
              <a:ext uri="{FF2B5EF4-FFF2-40B4-BE49-F238E27FC236}">
                <a16:creationId xmlns:a16="http://schemas.microsoft.com/office/drawing/2014/main" id="{5E22838F-D69C-D6B2-9CEA-6BFD86232A5E}"/>
              </a:ext>
            </a:extLst>
          </p:cNvPr>
          <p:cNvSpPr/>
          <p:nvPr/>
        </p:nvSpPr>
        <p:spPr>
          <a:xfrm>
            <a:off x="3513729" y="5528622"/>
            <a:ext cx="2960675" cy="21945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등록</a:t>
            </a:r>
            <a:endParaRPr lang="en-US" altLang="ko-KR" sz="8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78D86E-0A73-70F5-1B2E-9D065774FC0E}"/>
              </a:ext>
            </a:extLst>
          </p:cNvPr>
          <p:cNvGrpSpPr/>
          <p:nvPr/>
        </p:nvGrpSpPr>
        <p:grpSpPr>
          <a:xfrm>
            <a:off x="2016473" y="2681974"/>
            <a:ext cx="6192688" cy="508102"/>
            <a:chOff x="274703" y="2065971"/>
            <a:chExt cx="6192688" cy="508102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EA7836B-1DB3-0712-E894-8124A349F62C}"/>
                </a:ext>
              </a:extLst>
            </p:cNvPr>
            <p:cNvSpPr/>
            <p:nvPr/>
          </p:nvSpPr>
          <p:spPr>
            <a:xfrm>
              <a:off x="274703" y="2065971"/>
              <a:ext cx="6192688" cy="5081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97FF3C-5E2B-093F-F1A8-287548D56743}"/>
                </a:ext>
              </a:extLst>
            </p:cNvPr>
            <p:cNvSpPr txBox="1"/>
            <p:nvPr/>
          </p:nvSpPr>
          <p:spPr>
            <a:xfrm>
              <a:off x="360618" y="2204491"/>
              <a:ext cx="160728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>
                  <a:latin typeface="맑은 고딕"/>
                  <a:ea typeface="맑은 고딕"/>
                </a:rPr>
                <a:t>상품이 어떠셨나요</a:t>
              </a:r>
              <a:r>
                <a:rPr lang="en-US" altLang="ko-KR" sz="900" b="1" dirty="0">
                  <a:latin typeface="맑은 고딕"/>
                  <a:ea typeface="맑은 고딕"/>
                </a:rPr>
                <a:t>?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40623D-E9BE-B2F4-F512-B749D4A18E69}"/>
                </a:ext>
              </a:extLst>
            </p:cNvPr>
            <p:cNvSpPr txBox="1"/>
            <p:nvPr/>
          </p:nvSpPr>
          <p:spPr>
            <a:xfrm>
              <a:off x="1626200" y="2204491"/>
              <a:ext cx="78419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ea typeface="맑은 고딕"/>
                </a:rPr>
                <a:t>☆☆☆☆☆</a:t>
              </a:r>
              <a:endParaRPr lang="en-US" altLang="ko-KR" sz="900" dirty="0">
                <a:latin typeface="맑은 고딕"/>
                <a:ea typeface="맑은 고딕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2E8A8D-3197-3424-081C-DA4772C605F7}"/>
                </a:ext>
              </a:extLst>
            </p:cNvPr>
            <p:cNvSpPr txBox="1"/>
            <p:nvPr/>
          </p:nvSpPr>
          <p:spPr>
            <a:xfrm>
              <a:off x="2255515" y="2240270"/>
              <a:ext cx="620434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보통이에요</a:t>
              </a:r>
              <a:endPara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</p:grpSp>
      <p:sp>
        <p:nvSpPr>
          <p:cNvPr id="14" name="모서리가 둥근 직사각형 61">
            <a:extLst>
              <a:ext uri="{FF2B5EF4-FFF2-40B4-BE49-F238E27FC236}">
                <a16:creationId xmlns:a16="http://schemas.microsoft.com/office/drawing/2014/main" id="{1E83358F-D87C-54D5-79E4-8DB3ED951475}"/>
              </a:ext>
            </a:extLst>
          </p:cNvPr>
          <p:cNvSpPr/>
          <p:nvPr/>
        </p:nvSpPr>
        <p:spPr>
          <a:xfrm>
            <a:off x="2016473" y="3327136"/>
            <a:ext cx="6192688" cy="14172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리뷰 내용을 입력해주세요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2,000</a:t>
            </a:r>
            <a:r>
              <a: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 까지 입력 가능합니다</a:t>
            </a:r>
            <a:r>
              <a:rPr lang="en-US" altLang="ko-KR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endParaRPr lang="ko-KR" altLang="en-US" sz="7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모서리가 둥근 직사각형 61">
            <a:extLst>
              <a:ext uri="{FF2B5EF4-FFF2-40B4-BE49-F238E27FC236}">
                <a16:creationId xmlns:a16="http://schemas.microsoft.com/office/drawing/2014/main" id="{24467E92-C06B-28E6-59F0-F3FA5F686628}"/>
              </a:ext>
            </a:extLst>
          </p:cNvPr>
          <p:cNvSpPr/>
          <p:nvPr/>
        </p:nvSpPr>
        <p:spPr>
          <a:xfrm>
            <a:off x="7804858" y="4500389"/>
            <a:ext cx="404303" cy="181834"/>
          </a:xfrm>
          <a:prstGeom prst="roundRect">
            <a:avLst>
              <a:gd name="adj" fmla="val 0"/>
            </a:avLst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/2,000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3FA6207-76C5-F36D-E15B-37EC28D7F6BB}"/>
              </a:ext>
            </a:extLst>
          </p:cNvPr>
          <p:cNvGrpSpPr/>
          <p:nvPr/>
        </p:nvGrpSpPr>
        <p:grpSpPr>
          <a:xfrm>
            <a:off x="2099688" y="4871442"/>
            <a:ext cx="531568" cy="375507"/>
            <a:chOff x="620809" y="4862108"/>
            <a:chExt cx="531568" cy="375507"/>
          </a:xfrm>
        </p:grpSpPr>
        <p:sp>
          <p:nvSpPr>
            <p:cNvPr id="17" name="모서리가 둥근 직사각형 61">
              <a:extLst>
                <a:ext uri="{FF2B5EF4-FFF2-40B4-BE49-F238E27FC236}">
                  <a16:creationId xmlns:a16="http://schemas.microsoft.com/office/drawing/2014/main" id="{62C908D1-2D8C-CDF9-72CF-BBB53CFB1C84}"/>
                </a:ext>
              </a:extLst>
            </p:cNvPr>
            <p:cNvSpPr/>
            <p:nvPr/>
          </p:nvSpPr>
          <p:spPr>
            <a:xfrm>
              <a:off x="620809" y="4862108"/>
              <a:ext cx="531568" cy="375507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>
                <a:lnSpc>
                  <a:spcPct val="150000"/>
                </a:lnSpc>
              </a:pPr>
              <a:endParaRPr lang="ko-KR" altLang="en-US" sz="7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A5D007FB-BE87-CE80-23E2-1F91E288F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4311" y="4916874"/>
              <a:ext cx="253753" cy="253753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EA46734-A9EE-B819-B4D8-77B54DFA234F}"/>
              </a:ext>
            </a:extLst>
          </p:cNvPr>
          <p:cNvSpPr txBox="1"/>
          <p:nvPr/>
        </p:nvSpPr>
        <p:spPr>
          <a:xfrm>
            <a:off x="2016383" y="5220103"/>
            <a:ext cx="1967205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사진은 최대 </a:t>
            </a:r>
            <a:r>
              <a:rPr lang="en-US" altLang="ko-KR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 첨부 가능합니다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.(</a:t>
            </a:r>
            <a:r>
              <a:rPr lang="en-US" altLang="ko-KR" sz="7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jpg,png,gif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r>
              <a:rPr lang="en-US" altLang="ko-KR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3F98D3-44F3-9CE8-DC25-504AB99B4613}"/>
              </a:ext>
            </a:extLst>
          </p:cNvPr>
          <p:cNvSpPr txBox="1"/>
          <p:nvPr/>
        </p:nvSpPr>
        <p:spPr>
          <a:xfrm>
            <a:off x="4611298" y="111601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A72BD-DECC-767B-CC4F-97F65AE4D049}"/>
              </a:ext>
            </a:extLst>
          </p:cNvPr>
          <p:cNvSpPr txBox="1"/>
          <p:nvPr/>
        </p:nvSpPr>
        <p:spPr>
          <a:xfrm>
            <a:off x="1307907" y="78285"/>
            <a:ext cx="7825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리뷰 작성하기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E6F057-236C-F370-8EA0-43EC1EBF4243}"/>
              </a:ext>
            </a:extLst>
          </p:cNvPr>
          <p:cNvSpPr txBox="1"/>
          <p:nvPr/>
        </p:nvSpPr>
        <p:spPr>
          <a:xfrm>
            <a:off x="1302717" y="330494"/>
            <a:ext cx="23679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가능한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리뷰작성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6BE4B30-2440-A1E2-2DA9-96A596E8F7DE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CH-U-MY-05-01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C717D9-A164-61D9-148C-3E50E99F21F2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FC46CAA-F877-597A-D894-2254617942D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33" name="Group 59">
            <a:extLst>
              <a:ext uri="{FF2B5EF4-FFF2-40B4-BE49-F238E27FC236}">
                <a16:creationId xmlns:a16="http://schemas.microsoft.com/office/drawing/2014/main" id="{1282144F-2B8F-DFF1-391C-F73EACD3385A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572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BEF0-BAEF-B820-4763-0F09C3D0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54565-4A58-02A5-CE9E-AEF72EDA86B6}"/>
              </a:ext>
            </a:extLst>
          </p:cNvPr>
          <p:cNvSpPr txBox="1"/>
          <p:nvPr/>
        </p:nvSpPr>
        <p:spPr>
          <a:xfrm>
            <a:off x="1307907" y="78285"/>
            <a:ext cx="13051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작성가능한 리뷰 목록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F3018-98DC-8679-843E-333244289E83}"/>
              </a:ext>
            </a:extLst>
          </p:cNvPr>
          <p:cNvSpPr txBox="1"/>
          <p:nvPr/>
        </p:nvSpPr>
        <p:spPr>
          <a:xfrm>
            <a:off x="1302717" y="330494"/>
            <a:ext cx="18806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내정보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 가능한 리뷰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EF9684-5380-7FF6-9777-1C29C06AFBC7}"/>
              </a:ext>
            </a:extLst>
          </p:cNvPr>
          <p:cNvSpPr/>
          <p:nvPr/>
        </p:nvSpPr>
        <p:spPr>
          <a:xfrm>
            <a:off x="7921129" y="58428"/>
            <a:ext cx="11320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CH-U-MY-05-02</a:t>
            </a:r>
            <a:endParaRPr lang="ko-KR" altLang="en-US" sz="1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E6719C-9902-7A6D-C9E0-144B31244014}"/>
              </a:ext>
            </a:extLst>
          </p:cNvPr>
          <p:cNvSpPr txBox="1"/>
          <p:nvPr/>
        </p:nvSpPr>
        <p:spPr>
          <a:xfrm>
            <a:off x="4611298" y="111601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리뷰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26A4EEC-8E18-A7A5-7120-58DBFFB5F331}"/>
              </a:ext>
            </a:extLst>
          </p:cNvPr>
          <p:cNvGrpSpPr/>
          <p:nvPr/>
        </p:nvGrpSpPr>
        <p:grpSpPr>
          <a:xfrm>
            <a:off x="3450227" y="1689554"/>
            <a:ext cx="3137885" cy="256384"/>
            <a:chOff x="258975" y="1064288"/>
            <a:chExt cx="3094816" cy="219456"/>
          </a:xfrm>
        </p:grpSpPr>
        <p:sp>
          <p:nvSpPr>
            <p:cNvPr id="6" name="Rounded Rectangle 35">
              <a:extLst>
                <a:ext uri="{FF2B5EF4-FFF2-40B4-BE49-F238E27FC236}">
                  <a16:creationId xmlns:a16="http://schemas.microsoft.com/office/drawing/2014/main" id="{43DDDBB4-DECA-06AA-D1AC-618F84536FF7}"/>
                </a:ext>
              </a:extLst>
            </p:cNvPr>
            <p:cNvSpPr/>
            <p:nvPr/>
          </p:nvSpPr>
          <p:spPr>
            <a:xfrm>
              <a:off x="258975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작성 가능한 리뷰    </a:t>
              </a:r>
              <a:r>
                <a:rPr lang="en-US" altLang="ko-KR" sz="800" dirty="0">
                  <a:solidFill>
                    <a:schemeClr val="bg1"/>
                  </a:solidFill>
                  <a:ea typeface="맑은 고딕"/>
                </a:rPr>
                <a:t>.</a:t>
              </a:r>
              <a:endParaRPr lang="ko-KR" altLang="en-US" sz="800" dirty="0">
                <a:solidFill>
                  <a:schemeClr val="bg1"/>
                </a:solidFill>
                <a:ea typeface="맑은 고딕"/>
              </a:endParaRPr>
            </a:p>
          </p:txBody>
        </p:sp>
        <p:sp>
          <p:nvSpPr>
            <p:cNvPr id="7" name="Rounded Rectangle 35">
              <a:extLst>
                <a:ext uri="{FF2B5EF4-FFF2-40B4-BE49-F238E27FC236}">
                  <a16:creationId xmlns:a16="http://schemas.microsoft.com/office/drawing/2014/main" id="{63048ECE-08E1-1C8F-A7D3-478CF13C7117}"/>
                </a:ext>
              </a:extLst>
            </p:cNvPr>
            <p:cNvSpPr/>
            <p:nvPr/>
          </p:nvSpPr>
          <p:spPr>
            <a:xfrm>
              <a:off x="1734524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내가 작성한 리뷰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9B25D7F-9251-8B07-6F49-B46AE4F2966E}"/>
              </a:ext>
            </a:extLst>
          </p:cNvPr>
          <p:cNvGrpSpPr/>
          <p:nvPr/>
        </p:nvGrpSpPr>
        <p:grpSpPr>
          <a:xfrm>
            <a:off x="1936037" y="2112423"/>
            <a:ext cx="4356807" cy="252209"/>
            <a:chOff x="3240609" y="2254612"/>
            <a:chExt cx="4356807" cy="252209"/>
          </a:xfrm>
        </p:grpSpPr>
        <p:sp>
          <p:nvSpPr>
            <p:cNvPr id="9" name="Rounded Rectangle 35">
              <a:extLst>
                <a:ext uri="{FF2B5EF4-FFF2-40B4-BE49-F238E27FC236}">
                  <a16:creationId xmlns:a16="http://schemas.microsoft.com/office/drawing/2014/main" id="{BBE2BBAE-1C22-8727-A6AB-5B7B4F6849DB}"/>
                </a:ext>
              </a:extLst>
            </p:cNvPr>
            <p:cNvSpPr/>
            <p:nvPr/>
          </p:nvSpPr>
          <p:spPr>
            <a:xfrm>
              <a:off x="3240609" y="2264849"/>
              <a:ext cx="1516665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최근 </a:t>
              </a:r>
              <a:r>
                <a:rPr lang="en-US" altLang="ko-KR" sz="800" dirty="0">
                  <a:solidFill>
                    <a:sysClr val="windowText" lastClr="000000"/>
                  </a:solidFill>
                  <a:ea typeface="맑은 고딕"/>
                </a:rPr>
                <a:t>1</a:t>
              </a:r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개월                    </a:t>
              </a:r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▼</a:t>
              </a:r>
              <a:endParaRPr lang="ko-KR" altLang="en-US" sz="800" dirty="0">
                <a:solidFill>
                  <a:sysClr val="windowText" lastClr="000000"/>
                </a:solidFill>
                <a:ea typeface="맑은 고딕"/>
              </a:endParaRP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217672A-0981-3A80-3C7E-F48B5932EB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5802" y="2254612"/>
              <a:ext cx="253915" cy="2308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C60CDF7-75F9-8AA6-F32C-D73A82688D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55802" y="2254612"/>
              <a:ext cx="253915" cy="230832"/>
            </a:xfrm>
            <a:prstGeom prst="rect">
              <a:avLst/>
            </a:prstGeom>
          </p:spPr>
        </p:pic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AA2F8DE5-AA60-898E-8C3D-3DFCD064CE34}"/>
                </a:ext>
              </a:extLst>
            </p:cNvPr>
            <p:cNvCxnSpPr/>
            <p:nvPr/>
          </p:nvCxnSpPr>
          <p:spPr>
            <a:xfrm>
              <a:off x="4782346" y="2485444"/>
              <a:ext cx="2027371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11D4E6-1F05-7FFF-3586-7CE1BE973289}"/>
                </a:ext>
              </a:extLst>
            </p:cNvPr>
            <p:cNvSpPr txBox="1"/>
            <p:nvPr/>
          </p:nvSpPr>
          <p:spPr>
            <a:xfrm>
              <a:off x="4848733" y="2275989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2026. 01. 01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DE49F34-C2C3-34E4-E775-2A6E85F7EC4F}"/>
                </a:ext>
              </a:extLst>
            </p:cNvPr>
            <p:cNvSpPr txBox="1"/>
            <p:nvPr/>
          </p:nvSpPr>
          <p:spPr>
            <a:xfrm>
              <a:off x="5872738" y="2275989"/>
              <a:ext cx="59824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2026. 05. 31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55A061D-72A1-CC46-8827-34645A8ABE80}"/>
                </a:ext>
              </a:extLst>
            </p:cNvPr>
            <p:cNvSpPr txBox="1"/>
            <p:nvPr/>
          </p:nvSpPr>
          <p:spPr>
            <a:xfrm>
              <a:off x="5625958" y="2275989"/>
              <a:ext cx="24558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  <a:endPara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6937575-220A-2C29-AE0E-407D642F6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40925" y="2254612"/>
              <a:ext cx="253915" cy="230832"/>
            </a:xfrm>
            <a:prstGeom prst="rect">
              <a:avLst/>
            </a:prstGeom>
          </p:spPr>
        </p:pic>
        <p:sp>
          <p:nvSpPr>
            <p:cNvPr id="17" name="Rounded Rectangle 33">
              <a:extLst>
                <a:ext uri="{FF2B5EF4-FFF2-40B4-BE49-F238E27FC236}">
                  <a16:creationId xmlns:a16="http://schemas.microsoft.com/office/drawing/2014/main" id="{89BA8BB1-47D6-457A-E61F-1869CC0DC5B3}"/>
                </a:ext>
              </a:extLst>
            </p:cNvPr>
            <p:cNvSpPr/>
            <p:nvPr/>
          </p:nvSpPr>
          <p:spPr>
            <a:xfrm>
              <a:off x="7015033" y="2264849"/>
              <a:ext cx="582383" cy="21945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조회</a:t>
              </a:r>
              <a:endParaRPr lang="en-US" altLang="ko-KR" sz="800" dirty="0">
                <a:solidFill>
                  <a:srgbClr val="595959"/>
                </a:solidFill>
                <a:ea typeface="맑은 고딕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D90661B0-42A1-4196-66B8-B3602B680A91}"/>
              </a:ext>
            </a:extLst>
          </p:cNvPr>
          <p:cNvGrpSpPr/>
          <p:nvPr/>
        </p:nvGrpSpPr>
        <p:grpSpPr>
          <a:xfrm>
            <a:off x="1954723" y="2459996"/>
            <a:ext cx="6252630" cy="1738377"/>
            <a:chOff x="261204" y="2193888"/>
            <a:chExt cx="6252630" cy="1738377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3D23E203-CA20-55A7-B837-52569AEE6989}"/>
                </a:ext>
              </a:extLst>
            </p:cNvPr>
            <p:cNvSpPr/>
            <p:nvPr/>
          </p:nvSpPr>
          <p:spPr>
            <a:xfrm>
              <a:off x="261204" y="2193888"/>
              <a:ext cx="6252630" cy="17383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1E3F2DE-D444-7CE5-8182-33504E7FEC2B}"/>
                </a:ext>
              </a:extLst>
            </p:cNvPr>
            <p:cNvSpPr txBox="1"/>
            <p:nvPr/>
          </p:nvSpPr>
          <p:spPr>
            <a:xfrm>
              <a:off x="1288627" y="2466815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2026-07-29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34E11E0-8DD7-AD15-351A-9207EA6C7719}"/>
                </a:ext>
              </a:extLst>
            </p:cNvPr>
            <p:cNvSpPr txBox="1"/>
            <p:nvPr/>
          </p:nvSpPr>
          <p:spPr>
            <a:xfrm>
              <a:off x="755823" y="2290228"/>
              <a:ext cx="46414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ea typeface="맑은 고딕"/>
                </a:rPr>
                <a:t>[</a:t>
              </a:r>
              <a:r>
                <a:rPr lang="ko-KR" altLang="en-US" sz="700" b="1" dirty="0" err="1">
                  <a:ea typeface="맑은 고딕"/>
                </a:rPr>
                <a:t>썸머러버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 err="1">
                  <a:ea typeface="맑은 고딕"/>
                </a:rPr>
                <a:t>하기스</a:t>
              </a:r>
              <a:r>
                <a:rPr lang="ko-KR" altLang="en-US" sz="700" b="1" dirty="0">
                  <a:ea typeface="맑은 고딕"/>
                </a:rPr>
                <a:t> </a:t>
              </a:r>
              <a:r>
                <a:rPr lang="ko-KR" altLang="en-US" sz="700" b="1" dirty="0" err="1">
                  <a:ea typeface="맑은 고딕"/>
                </a:rPr>
                <a:t>맥스드라이</a:t>
              </a:r>
              <a:r>
                <a:rPr lang="ko-KR" altLang="en-US" sz="700" b="1" dirty="0">
                  <a:ea typeface="맑은 고딕"/>
                </a:rPr>
                <a:t> 에어 밴드</a:t>
              </a:r>
              <a:r>
                <a:rPr lang="en-US" altLang="ko-KR" sz="700" b="1" dirty="0">
                  <a:ea typeface="맑은 고딕"/>
                </a:rPr>
                <a:t>/</a:t>
              </a:r>
              <a:r>
                <a:rPr lang="ko-KR" altLang="en-US" sz="700" b="1" dirty="0">
                  <a:ea typeface="맑은 고딕"/>
                </a:rPr>
                <a:t>팬티형 통기성 기저귀 </a:t>
              </a:r>
              <a:r>
                <a:rPr lang="en-US" altLang="ko-KR" sz="700" b="1" dirty="0">
                  <a:ea typeface="맑은 고딕"/>
                </a:rPr>
                <a:t>[3</a:t>
              </a:r>
              <a:r>
                <a:rPr lang="ko-KR" altLang="en-US" sz="700" b="1" dirty="0">
                  <a:ea typeface="맑은 고딕"/>
                </a:rPr>
                <a:t>박스 구성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>
                  <a:ea typeface="맑은 고딕"/>
                </a:rPr>
                <a:t>총 </a:t>
              </a:r>
              <a:r>
                <a:rPr lang="en-US" altLang="ko-KR" sz="700" b="1" dirty="0">
                  <a:ea typeface="맑은 고딕"/>
                </a:rPr>
                <a:t>24</a:t>
              </a:r>
              <a:r>
                <a:rPr lang="ko-KR" altLang="en-US" sz="700" b="1" dirty="0">
                  <a:ea typeface="맑은 고딕"/>
                </a:rPr>
                <a:t>개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DA537EF8-810B-CEF9-BE53-68FB55F99463}"/>
                </a:ext>
              </a:extLst>
            </p:cNvPr>
            <p:cNvSpPr/>
            <p:nvPr/>
          </p:nvSpPr>
          <p:spPr>
            <a:xfrm>
              <a:off x="388223" y="2283757"/>
              <a:ext cx="349673" cy="350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51BA842-324C-D8BC-32B0-4E434846A2C4}"/>
                </a:ext>
              </a:extLst>
            </p:cNvPr>
            <p:cNvSpPr txBox="1"/>
            <p:nvPr/>
          </p:nvSpPr>
          <p:spPr>
            <a:xfrm>
              <a:off x="768731" y="244865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ea typeface="맑은 고딕"/>
                </a:rPr>
                <a:t>★★★★☆</a:t>
              </a:r>
              <a:endParaRPr lang="en-US" altLang="ko-KR" sz="700" dirty="0">
                <a:latin typeface="맑은 고딕"/>
                <a:ea typeface="맑은 고딕"/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73ED3E1E-98C5-F82A-E261-9334BAF1CC81}"/>
                </a:ext>
              </a:extLst>
            </p:cNvPr>
            <p:cNvSpPr/>
            <p:nvPr/>
          </p:nvSpPr>
          <p:spPr>
            <a:xfrm>
              <a:off x="5235706" y="3577192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삭제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39" name="Rounded Rectangle 35">
              <a:extLst>
                <a:ext uri="{FF2B5EF4-FFF2-40B4-BE49-F238E27FC236}">
                  <a16:creationId xmlns:a16="http://schemas.microsoft.com/office/drawing/2014/main" id="{268C0DBC-1FD0-ED3C-E389-3567F74F07C0}"/>
                </a:ext>
              </a:extLst>
            </p:cNvPr>
            <p:cNvSpPr/>
            <p:nvPr/>
          </p:nvSpPr>
          <p:spPr>
            <a:xfrm>
              <a:off x="4017468" y="3575293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수정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C50600-6BDE-85F7-4E8C-C95FC4E940D1}"/>
                </a:ext>
              </a:extLst>
            </p:cNvPr>
            <p:cNvSpPr txBox="1"/>
            <p:nvPr/>
          </p:nvSpPr>
          <p:spPr>
            <a:xfrm>
              <a:off x="1163831" y="3208427"/>
              <a:ext cx="230615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구매옵션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: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1) (26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년형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1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단계 밴드형 공용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60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매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x 9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NS61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0B687F8-EF61-291B-A733-4012C40DC029}"/>
                </a:ext>
              </a:extLst>
            </p:cNvPr>
            <p:cNvSpPr/>
            <p:nvPr/>
          </p:nvSpPr>
          <p:spPr>
            <a:xfrm>
              <a:off x="392804" y="2806711"/>
              <a:ext cx="751854" cy="75405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E2724F3-C938-FA20-3ACB-3000C7CA19EB}"/>
                </a:ext>
              </a:extLst>
            </p:cNvPr>
            <p:cNvSpPr txBox="1"/>
            <p:nvPr/>
          </p:nvSpPr>
          <p:spPr>
            <a:xfrm>
              <a:off x="1154685" y="2811077"/>
              <a:ext cx="51832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</a:p>
            <a:p>
              <a:endParaRPr lang="en-US" altLang="ko-KR" sz="6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DCB2E47-CB28-23BB-8C17-2F66809E4DF1}"/>
                </a:ext>
              </a:extLst>
            </p:cNvPr>
            <p:cNvSpPr txBox="1"/>
            <p:nvPr/>
          </p:nvSpPr>
          <p:spPr>
            <a:xfrm>
              <a:off x="975733" y="3360788"/>
              <a:ext cx="166763" cy="200055"/>
            </a:xfrm>
            <a:prstGeom prst="rect">
              <a:avLst/>
            </a:prstGeom>
            <a:solidFill>
              <a:schemeClr val="tx1">
                <a:alpha val="21000"/>
              </a:schemeClr>
            </a:solidFill>
          </p:spPr>
          <p:txBody>
            <a:bodyPr wrap="none" lIns="54000" rIns="54000" rtlCol="0">
              <a:spAutoFit/>
            </a:bodyPr>
            <a:lstStyle/>
            <a:p>
              <a:pPr algn="r"/>
              <a:r>
                <a:rPr lang="en-US" altLang="ko-KR" sz="7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3 </a:t>
              </a:r>
              <a:endParaRPr lang="ko-KR" altLang="en-US" sz="7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033DEEDE-C317-ED0D-8D74-0877A82F388F}"/>
              </a:ext>
            </a:extLst>
          </p:cNvPr>
          <p:cNvGrpSpPr/>
          <p:nvPr/>
        </p:nvGrpSpPr>
        <p:grpSpPr>
          <a:xfrm>
            <a:off x="1954723" y="4281795"/>
            <a:ext cx="6252630" cy="2409705"/>
            <a:chOff x="261204" y="2193888"/>
            <a:chExt cx="6252630" cy="2409705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012EE491-78E6-11ED-4525-B95BA9E71DE7}"/>
                </a:ext>
              </a:extLst>
            </p:cNvPr>
            <p:cNvSpPr/>
            <p:nvPr/>
          </p:nvSpPr>
          <p:spPr>
            <a:xfrm>
              <a:off x="261204" y="2193888"/>
              <a:ext cx="6252630" cy="24097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E01E647-F678-7CCD-EDC0-AA24C2CBC524}"/>
                </a:ext>
              </a:extLst>
            </p:cNvPr>
            <p:cNvSpPr txBox="1"/>
            <p:nvPr/>
          </p:nvSpPr>
          <p:spPr>
            <a:xfrm>
              <a:off x="1288627" y="2466815"/>
              <a:ext cx="1476937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/>
                  <a:ea typeface="맑은 고딕"/>
                </a:rPr>
                <a:t>2026-07-29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BC59487-1CBD-D930-4B2D-09F4D1F3FE2E}"/>
                </a:ext>
              </a:extLst>
            </p:cNvPr>
            <p:cNvSpPr txBox="1"/>
            <p:nvPr/>
          </p:nvSpPr>
          <p:spPr>
            <a:xfrm>
              <a:off x="755823" y="2290228"/>
              <a:ext cx="464142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b="1" dirty="0">
                  <a:ea typeface="맑은 고딕"/>
                </a:rPr>
                <a:t>[</a:t>
              </a:r>
              <a:r>
                <a:rPr lang="ko-KR" altLang="en-US" sz="700" b="1" dirty="0" err="1">
                  <a:ea typeface="맑은 고딕"/>
                </a:rPr>
                <a:t>썸머러버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 err="1">
                  <a:ea typeface="맑은 고딕"/>
                </a:rPr>
                <a:t>하기스</a:t>
              </a:r>
              <a:r>
                <a:rPr lang="ko-KR" altLang="en-US" sz="700" b="1" dirty="0">
                  <a:ea typeface="맑은 고딕"/>
                </a:rPr>
                <a:t> </a:t>
              </a:r>
              <a:r>
                <a:rPr lang="ko-KR" altLang="en-US" sz="700" b="1" dirty="0" err="1">
                  <a:ea typeface="맑은 고딕"/>
                </a:rPr>
                <a:t>맥스드라이</a:t>
              </a:r>
              <a:r>
                <a:rPr lang="ko-KR" altLang="en-US" sz="700" b="1" dirty="0">
                  <a:ea typeface="맑은 고딕"/>
                </a:rPr>
                <a:t> 에어 밴드</a:t>
              </a:r>
              <a:r>
                <a:rPr lang="en-US" altLang="ko-KR" sz="700" b="1" dirty="0">
                  <a:ea typeface="맑은 고딕"/>
                </a:rPr>
                <a:t>/</a:t>
              </a:r>
              <a:r>
                <a:rPr lang="ko-KR" altLang="en-US" sz="700" b="1" dirty="0">
                  <a:ea typeface="맑은 고딕"/>
                </a:rPr>
                <a:t>팬티형 통기성 기저귀 </a:t>
              </a:r>
              <a:r>
                <a:rPr lang="en-US" altLang="ko-KR" sz="700" b="1" dirty="0">
                  <a:ea typeface="맑은 고딕"/>
                </a:rPr>
                <a:t>[3</a:t>
              </a:r>
              <a:r>
                <a:rPr lang="ko-KR" altLang="en-US" sz="700" b="1" dirty="0">
                  <a:ea typeface="맑은 고딕"/>
                </a:rPr>
                <a:t>박스 구성</a:t>
              </a:r>
              <a:r>
                <a:rPr lang="en-US" altLang="ko-KR" sz="700" b="1" dirty="0">
                  <a:ea typeface="맑은 고딕"/>
                </a:rPr>
                <a:t>] </a:t>
              </a:r>
              <a:r>
                <a:rPr lang="ko-KR" altLang="en-US" sz="700" b="1" dirty="0">
                  <a:ea typeface="맑은 고딕"/>
                </a:rPr>
                <a:t>총 </a:t>
              </a:r>
              <a:r>
                <a:rPr lang="en-US" altLang="ko-KR" sz="700" b="1" dirty="0">
                  <a:ea typeface="맑은 고딕"/>
                </a:rPr>
                <a:t>24</a:t>
              </a:r>
              <a:r>
                <a:rPr lang="ko-KR" altLang="en-US" sz="700" b="1" dirty="0">
                  <a:ea typeface="맑은 고딕"/>
                </a:rPr>
                <a:t>개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D8E7095-E387-8F33-CCF6-A4BA0DAAF5BA}"/>
                </a:ext>
              </a:extLst>
            </p:cNvPr>
            <p:cNvSpPr/>
            <p:nvPr/>
          </p:nvSpPr>
          <p:spPr>
            <a:xfrm>
              <a:off x="388223" y="2283757"/>
              <a:ext cx="349673" cy="350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CCDB49D1-B773-021B-52CA-3B465C531C74}"/>
                </a:ext>
              </a:extLst>
            </p:cNvPr>
            <p:cNvSpPr txBox="1"/>
            <p:nvPr/>
          </p:nvSpPr>
          <p:spPr>
            <a:xfrm>
              <a:off x="768731" y="2448652"/>
              <a:ext cx="226314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>
                  <a:ea typeface="맑은 고딕"/>
                </a:rPr>
                <a:t>★★★★☆</a:t>
              </a:r>
              <a:endParaRPr lang="en-US" altLang="ko-KR" sz="700" dirty="0">
                <a:latin typeface="맑은 고딕"/>
                <a:ea typeface="맑은 고딕"/>
              </a:endParaRPr>
            </a:p>
          </p:txBody>
        </p:sp>
        <p:sp>
          <p:nvSpPr>
            <p:cNvPr id="91" name="Rounded Rectangle 35">
              <a:extLst>
                <a:ext uri="{FF2B5EF4-FFF2-40B4-BE49-F238E27FC236}">
                  <a16:creationId xmlns:a16="http://schemas.microsoft.com/office/drawing/2014/main" id="{16839135-DD8B-63D0-E0FE-BC42873C3B4D}"/>
                </a:ext>
              </a:extLst>
            </p:cNvPr>
            <p:cNvSpPr/>
            <p:nvPr/>
          </p:nvSpPr>
          <p:spPr>
            <a:xfrm>
              <a:off x="5235706" y="4268449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삭제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2" name="Rounded Rectangle 35">
              <a:extLst>
                <a:ext uri="{FF2B5EF4-FFF2-40B4-BE49-F238E27FC236}">
                  <a16:creationId xmlns:a16="http://schemas.microsoft.com/office/drawing/2014/main" id="{41CFA59D-3972-87A2-D458-E98AE6D91F55}"/>
                </a:ext>
              </a:extLst>
            </p:cNvPr>
            <p:cNvSpPr/>
            <p:nvPr/>
          </p:nvSpPr>
          <p:spPr>
            <a:xfrm>
              <a:off x="4017468" y="4266550"/>
              <a:ext cx="1143806" cy="21164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수정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ea typeface="맑은 고딕"/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DD776AF2-C811-B1B1-0ED2-56F712A91F34}"/>
                </a:ext>
              </a:extLst>
            </p:cNvPr>
            <p:cNvSpPr txBox="1"/>
            <p:nvPr/>
          </p:nvSpPr>
          <p:spPr>
            <a:xfrm>
              <a:off x="390597" y="4169840"/>
              <a:ext cx="230615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구매옵션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: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1) (26</a:t>
              </a:r>
              <a:r>
                <a:rPr lang="ko-KR" altLang="en-US" sz="600" dirty="0" err="1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년형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) 1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단계 밴드형 공용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60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매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x 9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팩 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NS61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0847691-B416-81EB-31B0-5C36DAF354B6}"/>
                </a:ext>
              </a:extLst>
            </p:cNvPr>
            <p:cNvSpPr txBox="1"/>
            <p:nvPr/>
          </p:nvSpPr>
          <p:spPr>
            <a:xfrm>
              <a:off x="388223" y="3804538"/>
              <a:ext cx="5949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  <a:r>
                <a:rPr lang="ko-KR" altLang="en-US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사용자 후기 영역입니다</a:t>
              </a:r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. </a:t>
              </a:r>
            </a:p>
          </p:txBody>
        </p:sp>
      </p:grp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50437F36-D7DF-CFB5-993E-53E39855E28B}"/>
              </a:ext>
            </a:extLst>
          </p:cNvPr>
          <p:cNvSpPr/>
          <p:nvPr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CADAB170-E6B4-477C-93F8-591D6DBCFB28}"/>
              </a:ext>
            </a:extLst>
          </p:cNvPr>
          <p:cNvGrpSpPr/>
          <p:nvPr/>
        </p:nvGrpSpPr>
        <p:grpSpPr>
          <a:xfrm>
            <a:off x="3495598" y="4758219"/>
            <a:ext cx="3092514" cy="1076026"/>
            <a:chOff x="3385257" y="4668933"/>
            <a:chExt cx="3092514" cy="1076026"/>
          </a:xfrm>
        </p:grpSpPr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880349F-F2D8-37BE-5BD4-F02C174DC960}"/>
                </a:ext>
              </a:extLst>
            </p:cNvPr>
            <p:cNvSpPr/>
            <p:nvPr/>
          </p:nvSpPr>
          <p:spPr>
            <a:xfrm>
              <a:off x="3908940" y="4668933"/>
              <a:ext cx="2022350" cy="10760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D9F81D9-F52A-B3A7-1857-C41B70AE6DCD}"/>
                </a:ext>
              </a:extLst>
            </p:cNvPr>
            <p:cNvSpPr txBox="1"/>
            <p:nvPr/>
          </p:nvSpPr>
          <p:spPr>
            <a:xfrm>
              <a:off x="3385257" y="4810366"/>
              <a:ext cx="309251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&lt;            &gt;</a:t>
              </a:r>
              <a:endParaRPr lang="ko-KR" altLang="en-US" sz="44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2793A4F5-19CD-FF95-3F66-4CB2A949C4BF}"/>
                </a:ext>
              </a:extLst>
            </p:cNvPr>
            <p:cNvSpPr/>
            <p:nvPr/>
          </p:nvSpPr>
          <p:spPr>
            <a:xfrm>
              <a:off x="4649027" y="5541178"/>
              <a:ext cx="542175" cy="156819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1/3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FE401ED9-F815-90AE-6A87-39A0C3D091F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2026.07.29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A5381C9-A0A4-1A79-282B-6854F75BD73A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113" name="Group 59">
            <a:extLst>
              <a:ext uri="{FF2B5EF4-FFF2-40B4-BE49-F238E27FC236}">
                <a16:creationId xmlns:a16="http://schemas.microsoft.com/office/drawing/2014/main" id="{2653C3A2-90F3-38B3-8462-D2AFCCBC5C63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254641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887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6301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31259</TotalTime>
  <Words>3991</Words>
  <Application>Microsoft Office PowerPoint</Application>
  <PresentationFormat>사용자 지정</PresentationFormat>
  <Paragraphs>643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1492</cp:revision>
  <dcterms:created xsi:type="dcterms:W3CDTF">2020-09-28T12:25:11Z</dcterms:created>
  <dcterms:modified xsi:type="dcterms:W3CDTF">2026-07-30T08:20:59Z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