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1803" r:id="rId5"/>
    <p:sldId id="624" r:id="rId6"/>
    <p:sldId id="1973" r:id="rId7"/>
    <p:sldId id="1963" r:id="rId8"/>
    <p:sldId id="2082" r:id="rId9"/>
    <p:sldId id="2070" r:id="rId10"/>
    <p:sldId id="2079" r:id="rId11"/>
    <p:sldId id="2080" r:id="rId12"/>
    <p:sldId id="2085" r:id="rId13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8623F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47165-B460-4CB0-8517-4B9D2FFC732E}" v="1243" dt="2026-07-29T02:22:28.08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38" d="100"/>
          <a:sy n="138" d="100"/>
        </p:scale>
        <p:origin x="798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">
      <pc:chgData name="한나 조" userId="65a288ce2c9026c1" providerId="LiveId" clId="{C15A6EEB-526C-46C9-82AA-A02ABBD41001}" dt="2026-07-29T02:22:31.474" v="15383" actId="47"/>
      <pc:docMkLst>
        <pc:docMk/>
      </pc:docMkLst>
      <pc:sldChg chg="modSp mod">
        <pc:chgData name="한나 조" userId="65a288ce2c9026c1" providerId="LiveId" clId="{C15A6EEB-526C-46C9-82AA-A02ABBD41001}" dt="2026-07-24T01:12:10.201" v="4025" actId="20577"/>
        <pc:sldMkLst>
          <pc:docMk/>
          <pc:sldMk cId="86950737" sldId="624"/>
        </pc:sldMkLst>
        <pc:graphicFrameChg chg="modGraphic">
          <ac:chgData name="한나 조" userId="65a288ce2c9026c1" providerId="LiveId" clId="{C15A6EEB-526C-46C9-82AA-A02ABBD41001}" dt="2026-07-24T01:12:10.201" v="4025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4T01:12:17.894" v="4040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24T01:12:17.136" v="4038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24T01:12:17.894" v="4040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modSp add mod">
        <pc:chgData name="한나 조" userId="65a288ce2c9026c1" providerId="LiveId" clId="{C15A6EEB-526C-46C9-82AA-A02ABBD41001}" dt="2026-07-29T01:28:21.200" v="14700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9T01:28:21.200" v="14700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addSp modSp mod">
        <pc:chgData name="한나 조" userId="65a288ce2c9026c1" providerId="LiveId" clId="{C15A6EEB-526C-46C9-82AA-A02ABBD41001}" dt="2026-07-29T01:10:39.319" v="14414" actId="115"/>
        <pc:sldMkLst>
          <pc:docMk/>
          <pc:sldMk cId="712698974" sldId="1973"/>
        </pc:sldMkLst>
        <pc:spChg chg="add mod">
          <ac:chgData name="한나 조" userId="65a288ce2c9026c1" providerId="LiveId" clId="{C15A6EEB-526C-46C9-82AA-A02ABBD41001}" dt="2026-07-29T01:10:39.319" v="14414" actId="115"/>
          <ac:spMkLst>
            <pc:docMk/>
            <pc:sldMk cId="712698974" sldId="1973"/>
            <ac:spMk id="2" creationId="{0F850E56-B5C9-EA7E-F53A-660F18E7E1C9}"/>
          </ac:spMkLst>
        </pc:spChg>
        <pc:spChg chg="mod">
          <ac:chgData name="한나 조" userId="65a288ce2c9026c1" providerId="LiveId" clId="{C15A6EEB-526C-46C9-82AA-A02ABBD41001}" dt="2026-07-23T07:00:07.188" v="1947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29T00:59:52.238" v="14334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 ord modClrScheme chgLayout">
        <pc:chgData name="한나 조" userId="65a288ce2c9026c1" providerId="LiveId" clId="{C15A6EEB-526C-46C9-82AA-A02ABBD41001}" dt="2026-07-29T01:40:16.566" v="14874" actId="20577"/>
        <pc:sldMkLst>
          <pc:docMk/>
          <pc:sldMk cId="2943770741" sldId="2070"/>
        </pc:sldMkLst>
        <pc:spChg chg="mod">
          <ac:chgData name="한나 조" userId="65a288ce2c9026c1" providerId="LiveId" clId="{C15A6EEB-526C-46C9-82AA-A02ABBD41001}" dt="2026-07-24T02:35:31.676" v="4181" actId="20577"/>
          <ac:spMkLst>
            <pc:docMk/>
            <pc:sldMk cId="2943770741" sldId="2070"/>
            <ac:spMk id="2" creationId="{5F6F9FE1-7C30-2F52-CCA8-3F312D7C96E5}"/>
          </ac:spMkLst>
        </pc:spChg>
        <pc:spChg chg="mod">
          <ac:chgData name="한나 조" userId="65a288ce2c9026c1" providerId="LiveId" clId="{C15A6EEB-526C-46C9-82AA-A02ABBD41001}" dt="2026-07-24T02:35:14.279" v="4180"/>
          <ac:spMkLst>
            <pc:docMk/>
            <pc:sldMk cId="2943770741" sldId="2070"/>
            <ac:spMk id="3" creationId="{D72E9E56-EE41-5165-570E-153795A96075}"/>
          </ac:spMkLst>
        </pc:spChg>
        <pc:spChg chg="mod">
          <ac:chgData name="한나 조" userId="65a288ce2c9026c1" providerId="LiveId" clId="{C15A6EEB-526C-46C9-82AA-A02ABBD41001}" dt="2026-07-24T06:06:18.650" v="6922" actId="20577"/>
          <ac:spMkLst>
            <pc:docMk/>
            <pc:sldMk cId="2943770741" sldId="2070"/>
            <ac:spMk id="4" creationId="{A4C9982D-9CA2-CF12-9AE8-140CA1AE647F}"/>
          </ac:spMkLst>
        </pc:spChg>
        <pc:spChg chg="mod">
          <ac:chgData name="한나 조" userId="65a288ce2c9026c1" providerId="LiveId" clId="{C15A6EEB-526C-46C9-82AA-A02ABBD41001}" dt="2026-07-24T06:06:14.699" v="6920" actId="20577"/>
          <ac:spMkLst>
            <pc:docMk/>
            <pc:sldMk cId="2943770741" sldId="2070"/>
            <ac:spMk id="5" creationId="{6415224F-2EF9-3405-734A-2F342126213B}"/>
          </ac:spMkLst>
        </pc:spChg>
        <pc:spChg chg="mod">
          <ac:chgData name="한나 조" userId="65a288ce2c9026c1" providerId="LiveId" clId="{C15A6EEB-526C-46C9-82AA-A02ABBD41001}" dt="2026-07-27T02:50:36.277" v="7714"/>
          <ac:spMkLst>
            <pc:docMk/>
            <pc:sldMk cId="2943770741" sldId="2070"/>
            <ac:spMk id="14" creationId="{EAD2A261-8521-C776-120D-B8C534A35DE9}"/>
          </ac:spMkLst>
        </pc:spChg>
        <pc:spChg chg="mod">
          <ac:chgData name="한나 조" userId="65a288ce2c9026c1" providerId="LiveId" clId="{C15A6EEB-526C-46C9-82AA-A02ABBD41001}" dt="2026-07-27T02:51:11.698" v="7813"/>
          <ac:spMkLst>
            <pc:docMk/>
            <pc:sldMk cId="2943770741" sldId="2070"/>
            <ac:spMk id="15" creationId="{1FBEDD54-BFD7-7B7B-6BE4-49D15236C0CA}"/>
          </ac:spMkLst>
        </pc:spChg>
        <pc:spChg chg="add mod">
          <ac:chgData name="한나 조" userId="65a288ce2c9026c1" providerId="LiveId" clId="{C15A6EEB-526C-46C9-82AA-A02ABBD41001}" dt="2026-07-24T03:24:52.318" v="4548" actId="14100"/>
          <ac:spMkLst>
            <pc:docMk/>
            <pc:sldMk cId="2943770741" sldId="2070"/>
            <ac:spMk id="16" creationId="{E963BE9E-541A-D5A4-68B6-67852E050825}"/>
          </ac:spMkLst>
        </pc:spChg>
        <pc:spChg chg="mod">
          <ac:chgData name="한나 조" userId="65a288ce2c9026c1" providerId="LiveId" clId="{C15A6EEB-526C-46C9-82AA-A02ABBD41001}" dt="2026-07-27T02:50:36.277" v="7714"/>
          <ac:spMkLst>
            <pc:docMk/>
            <pc:sldMk cId="2943770741" sldId="2070"/>
            <ac:spMk id="17" creationId="{70636876-81FE-473F-0234-E4632345E0F4}"/>
          </ac:spMkLst>
        </pc:spChg>
        <pc:spChg chg="mod">
          <ac:chgData name="한나 조" userId="65a288ce2c9026c1" providerId="LiveId" clId="{C15A6EEB-526C-46C9-82AA-A02ABBD41001}" dt="2026-07-24T02:34:16.713" v="4114"/>
          <ac:spMkLst>
            <pc:docMk/>
            <pc:sldMk cId="2943770741" sldId="2070"/>
            <ac:spMk id="18" creationId="{5F1569A4-CDB5-2DBD-3FB7-E7CC57B87494}"/>
          </ac:spMkLst>
        </pc:spChg>
        <pc:spChg chg="mod">
          <ac:chgData name="한나 조" userId="65a288ce2c9026c1" providerId="LiveId" clId="{C15A6EEB-526C-46C9-82AA-A02ABBD41001}" dt="2026-07-27T02:51:08.716" v="7796"/>
          <ac:spMkLst>
            <pc:docMk/>
            <pc:sldMk cId="2943770741" sldId="2070"/>
            <ac:spMk id="19" creationId="{AC55F86B-E044-7D5C-F4D9-5947F46039C1}"/>
          </ac:spMkLst>
        </pc:spChg>
        <pc:spChg chg="mod">
          <ac:chgData name="한나 조" userId="65a288ce2c9026c1" providerId="LiveId" clId="{C15A6EEB-526C-46C9-82AA-A02ABBD41001}" dt="2026-07-27T02:50:36.277" v="7714"/>
          <ac:spMkLst>
            <pc:docMk/>
            <pc:sldMk cId="2943770741" sldId="2070"/>
            <ac:spMk id="20" creationId="{EB5481BA-3DFF-5365-EC55-9B39165E2BF8}"/>
          </ac:spMkLst>
        </pc:spChg>
        <pc:spChg chg="add mod">
          <ac:chgData name="한나 조" userId="65a288ce2c9026c1" providerId="LiveId" clId="{C15A6EEB-526C-46C9-82AA-A02ABBD41001}" dt="2026-07-24T05:19:24.197" v="5433" actId="552"/>
          <ac:spMkLst>
            <pc:docMk/>
            <pc:sldMk cId="2943770741" sldId="2070"/>
            <ac:spMk id="21" creationId="{C3720C7E-909E-6D4C-1C8E-1864DF4C3319}"/>
          </ac:spMkLst>
        </pc:spChg>
        <pc:spChg chg="mod">
          <ac:chgData name="한나 조" userId="65a288ce2c9026c1" providerId="LiveId" clId="{C15A6EEB-526C-46C9-82AA-A02ABBD41001}" dt="2026-07-27T02:50:58.232" v="7765"/>
          <ac:spMkLst>
            <pc:docMk/>
            <pc:sldMk cId="2943770741" sldId="2070"/>
            <ac:spMk id="22" creationId="{66FADBB7-A2CB-2587-54F7-678AB75E6964}"/>
          </ac:spMkLst>
        </pc:spChg>
        <pc:spChg chg="add mod">
          <ac:chgData name="한나 조" userId="65a288ce2c9026c1" providerId="LiveId" clId="{C15A6EEB-526C-46C9-82AA-A02ABBD41001}" dt="2026-07-24T03:27:37.129" v="4640"/>
          <ac:spMkLst>
            <pc:docMk/>
            <pc:sldMk cId="2943770741" sldId="2070"/>
            <ac:spMk id="23" creationId="{57655C9E-8BF8-F9F4-9ABB-11E8988A684E}"/>
          </ac:spMkLst>
        </pc:spChg>
        <pc:spChg chg="mod">
          <ac:chgData name="한나 조" userId="65a288ce2c9026c1" providerId="LiveId" clId="{C15A6EEB-526C-46C9-82AA-A02ABBD41001}" dt="2026-07-27T02:50:36.277" v="7714"/>
          <ac:spMkLst>
            <pc:docMk/>
            <pc:sldMk cId="2943770741" sldId="2070"/>
            <ac:spMk id="25" creationId="{D0BF6ADC-2BF8-5CB0-6FF9-541261CAE000}"/>
          </ac:spMkLst>
        </pc:spChg>
        <pc:spChg chg="mod">
          <ac:chgData name="한나 조" userId="65a288ce2c9026c1" providerId="LiveId" clId="{C15A6EEB-526C-46C9-82AA-A02ABBD41001}" dt="2026-07-27T02:51:14.937" v="7830"/>
          <ac:spMkLst>
            <pc:docMk/>
            <pc:sldMk cId="2943770741" sldId="2070"/>
            <ac:spMk id="26" creationId="{37991269-0FF2-4A76-24A2-E116ED59B5A4}"/>
          </ac:spMkLst>
        </pc:spChg>
        <pc:spChg chg="add mod">
          <ac:chgData name="한나 조" userId="65a288ce2c9026c1" providerId="LiveId" clId="{C15A6EEB-526C-46C9-82AA-A02ABBD41001}" dt="2026-07-27T03:50:11.529" v="9985" actId="20577"/>
          <ac:spMkLst>
            <pc:docMk/>
            <pc:sldMk cId="2943770741" sldId="2070"/>
            <ac:spMk id="27" creationId="{F0EED6AA-5C40-E9E0-9D30-C1D04DBB578F}"/>
          </ac:spMkLst>
        </pc:spChg>
        <pc:spChg chg="add mod">
          <ac:chgData name="한나 조" userId="65a288ce2c9026c1" providerId="LiveId" clId="{C15A6EEB-526C-46C9-82AA-A02ABBD41001}" dt="2026-07-27T05:03:52.914" v="10536" actId="20577"/>
          <ac:spMkLst>
            <pc:docMk/>
            <pc:sldMk cId="2943770741" sldId="2070"/>
            <ac:spMk id="28" creationId="{0E03D164-D745-E049-7FEF-19557BC64F1E}"/>
          </ac:spMkLst>
        </pc:spChg>
        <pc:spChg chg="add mod">
          <ac:chgData name="한나 조" userId="65a288ce2c9026c1" providerId="LiveId" clId="{C15A6EEB-526C-46C9-82AA-A02ABBD41001}" dt="2026-07-27T04:00:15.872" v="10440" actId="20577"/>
          <ac:spMkLst>
            <pc:docMk/>
            <pc:sldMk cId="2943770741" sldId="2070"/>
            <ac:spMk id="29" creationId="{E66C3A9E-4147-93E4-D3D5-395931F95FA4}"/>
          </ac:spMkLst>
        </pc:spChg>
        <pc:spChg chg="add mod">
          <ac:chgData name="한나 조" userId="65a288ce2c9026c1" providerId="LiveId" clId="{C15A6EEB-526C-46C9-82AA-A02ABBD41001}" dt="2026-07-27T03:50:08.676" v="9984" actId="20577"/>
          <ac:spMkLst>
            <pc:docMk/>
            <pc:sldMk cId="2943770741" sldId="2070"/>
            <ac:spMk id="30" creationId="{12C204CA-E0B1-3361-BC35-176A4EE4CB77}"/>
          </ac:spMkLst>
        </pc:spChg>
        <pc:spChg chg="add mod">
          <ac:chgData name="한나 조" userId="65a288ce2c9026c1" providerId="LiveId" clId="{C15A6EEB-526C-46C9-82AA-A02ABBD41001}" dt="2026-07-28T03:27:28.087" v="13927" actId="20577"/>
          <ac:spMkLst>
            <pc:docMk/>
            <pc:sldMk cId="2943770741" sldId="2070"/>
            <ac:spMk id="31" creationId="{2EC2F577-C9CC-4417-4526-57BCC8CD51CF}"/>
          </ac:spMkLst>
        </pc:spChg>
        <pc:spChg chg="add mod">
          <ac:chgData name="한나 조" userId="65a288ce2c9026c1" providerId="LiveId" clId="{C15A6EEB-526C-46C9-82AA-A02ABBD41001}" dt="2026-07-29T01:39:54.010" v="14866" actId="20577"/>
          <ac:spMkLst>
            <pc:docMk/>
            <pc:sldMk cId="2943770741" sldId="2070"/>
            <ac:spMk id="32" creationId="{3173EBF3-603E-D7BF-6E85-BA6938CDD89E}"/>
          </ac:spMkLst>
        </pc:spChg>
        <pc:spChg chg="add del mod">
          <ac:chgData name="한나 조" userId="65a288ce2c9026c1" providerId="LiveId" clId="{C15A6EEB-526C-46C9-82AA-A02ABBD41001}" dt="2026-07-28T07:30:49.783" v="14066" actId="478"/>
          <ac:spMkLst>
            <pc:docMk/>
            <pc:sldMk cId="2943770741" sldId="2070"/>
            <ac:spMk id="33" creationId="{179BC7A6-44AB-39F0-D3EA-3ED11EE25821}"/>
          </ac:spMkLst>
        </pc:spChg>
        <pc:spChg chg="add mod">
          <ac:chgData name="한나 조" userId="65a288ce2c9026c1" providerId="LiveId" clId="{C15A6EEB-526C-46C9-82AA-A02ABBD41001}" dt="2026-07-29T01:39:57.650" v="14868" actId="20577"/>
          <ac:spMkLst>
            <pc:docMk/>
            <pc:sldMk cId="2943770741" sldId="2070"/>
            <ac:spMk id="34" creationId="{7EFAB9B8-D760-2120-B3E6-E937518EE923}"/>
          </ac:spMkLst>
        </pc:spChg>
        <pc:spChg chg="mod">
          <ac:chgData name="한나 조" userId="65a288ce2c9026c1" providerId="LiveId" clId="{C15A6EEB-526C-46C9-82AA-A02ABBD41001}" dt="2026-07-27T02:51:03.941" v="7783" actId="20577"/>
          <ac:spMkLst>
            <pc:docMk/>
            <pc:sldMk cId="2943770741" sldId="2070"/>
            <ac:spMk id="36" creationId="{C71AFF07-9F80-F482-36F6-ACD9D8E18A68}"/>
          </ac:spMkLst>
        </pc:spChg>
        <pc:spChg chg="mod">
          <ac:chgData name="한나 조" userId="65a288ce2c9026c1" providerId="LiveId" clId="{C15A6EEB-526C-46C9-82AA-A02ABBD41001}" dt="2026-07-24T03:27:35.694" v="4639"/>
          <ac:spMkLst>
            <pc:docMk/>
            <pc:sldMk cId="2943770741" sldId="2070"/>
            <ac:spMk id="37" creationId="{3E5B55AA-215A-E60A-5675-2E5760A32C31}"/>
          </ac:spMkLst>
        </pc:spChg>
        <pc:spChg chg="mod">
          <ac:chgData name="한나 조" userId="65a288ce2c9026c1" providerId="LiveId" clId="{C15A6EEB-526C-46C9-82AA-A02ABBD41001}" dt="2026-07-28T07:31:48.436" v="14136"/>
          <ac:spMkLst>
            <pc:docMk/>
            <pc:sldMk cId="2943770741" sldId="2070"/>
            <ac:spMk id="38" creationId="{D13AB6CA-667B-8BC5-C75A-55A313738663}"/>
          </ac:spMkLst>
        </pc:spChg>
        <pc:spChg chg="add del mod">
          <ac:chgData name="한나 조" userId="65a288ce2c9026c1" providerId="LiveId" clId="{C15A6EEB-526C-46C9-82AA-A02ABBD41001}" dt="2026-07-28T02:25:32.654" v="13450" actId="478"/>
          <ac:spMkLst>
            <pc:docMk/>
            <pc:sldMk cId="2943770741" sldId="2070"/>
            <ac:spMk id="38" creationId="{F509F8CF-FE89-3E6D-479F-A179F0449944}"/>
          </ac:spMkLst>
        </pc:spChg>
        <pc:spChg chg="mod">
          <ac:chgData name="한나 조" userId="65a288ce2c9026c1" providerId="LiveId" clId="{C15A6EEB-526C-46C9-82AA-A02ABBD41001}" dt="2026-07-28T07:31:38.725" v="14123"/>
          <ac:spMkLst>
            <pc:docMk/>
            <pc:sldMk cId="2943770741" sldId="2070"/>
            <ac:spMk id="41" creationId="{E6187B88-149F-53BB-0868-1234209CAC82}"/>
          </ac:spMkLst>
        </pc:spChg>
        <pc:spChg chg="add mod">
          <ac:chgData name="한나 조" userId="65a288ce2c9026c1" providerId="LiveId" clId="{C15A6EEB-526C-46C9-82AA-A02ABBD41001}" dt="2026-07-24T02:57:49.945" v="4259" actId="1076"/>
          <ac:spMkLst>
            <pc:docMk/>
            <pc:sldMk cId="2943770741" sldId="2070"/>
            <ac:spMk id="42" creationId="{A2F68630-A7C2-A7AE-A39B-6317B3E5FBDA}"/>
          </ac:spMkLst>
        </pc:spChg>
        <pc:spChg chg="mod">
          <ac:chgData name="한나 조" userId="65a288ce2c9026c1" providerId="LiveId" clId="{C15A6EEB-526C-46C9-82AA-A02ABBD41001}" dt="2026-07-28T07:31:55.094" v="14150"/>
          <ac:spMkLst>
            <pc:docMk/>
            <pc:sldMk cId="2943770741" sldId="2070"/>
            <ac:spMk id="44" creationId="{68B7CE23-3CAE-4C53-8B78-21DFACA8AB93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45" creationId="{372EB631-629B-0A46-E229-6D0506A324F2}"/>
          </ac:spMkLst>
        </pc:spChg>
        <pc:spChg chg="add mod">
          <ac:chgData name="한나 조" userId="65a288ce2c9026c1" providerId="LiveId" clId="{C15A6EEB-526C-46C9-82AA-A02ABBD41001}" dt="2026-07-28T07:31:38.062" v="14121" actId="571"/>
          <ac:spMkLst>
            <pc:docMk/>
            <pc:sldMk cId="2943770741" sldId="2070"/>
            <ac:spMk id="45" creationId="{8A2DBD89-BCDA-9FBB-FD70-48827AD06358}"/>
          </ac:spMkLst>
        </pc:spChg>
        <pc:spChg chg="add del mod">
          <ac:chgData name="한나 조" userId="65a288ce2c9026c1" providerId="LiveId" clId="{C15A6EEB-526C-46C9-82AA-A02ABBD41001}" dt="2026-07-29T01:30:10.238" v="14808" actId="478"/>
          <ac:spMkLst>
            <pc:docMk/>
            <pc:sldMk cId="2943770741" sldId="2070"/>
            <ac:spMk id="47" creationId="{4C5C8DEF-72BB-D2CD-CBA2-F250B9591ADD}"/>
          </ac:spMkLst>
        </pc:spChg>
        <pc:spChg chg="mod">
          <ac:chgData name="한나 조" userId="65a288ce2c9026c1" providerId="LiveId" clId="{C15A6EEB-526C-46C9-82AA-A02ABBD41001}" dt="2026-07-28T07:32:47.488" v="14213"/>
          <ac:spMkLst>
            <pc:docMk/>
            <pc:sldMk cId="2943770741" sldId="2070"/>
            <ac:spMk id="49" creationId="{A13A09E4-5591-89D6-73E5-500728E92853}"/>
          </ac:spMkLst>
        </pc:spChg>
        <pc:spChg chg="mod">
          <ac:chgData name="한나 조" userId="65a288ce2c9026c1" providerId="LiveId" clId="{C15A6EEB-526C-46C9-82AA-A02ABBD41001}" dt="2026-07-28T07:32:47.488" v="14213"/>
          <ac:spMkLst>
            <pc:docMk/>
            <pc:sldMk cId="2943770741" sldId="2070"/>
            <ac:spMk id="50" creationId="{C6603666-FA21-33A2-E3A3-B5A1F3FD49F6}"/>
          </ac:spMkLst>
        </pc:spChg>
        <pc:spChg chg="add mod">
          <ac:chgData name="한나 조" userId="65a288ce2c9026c1" providerId="LiveId" clId="{C15A6EEB-526C-46C9-82AA-A02ABBD41001}" dt="2026-07-29T01:40:00.418" v="14870" actId="20577"/>
          <ac:spMkLst>
            <pc:docMk/>
            <pc:sldMk cId="2943770741" sldId="2070"/>
            <ac:spMk id="51" creationId="{C0E9C9F5-0076-533F-72F6-68B31D0C7325}"/>
          </ac:spMkLst>
        </pc:spChg>
        <pc:spChg chg="add mod">
          <ac:chgData name="한나 조" userId="65a288ce2c9026c1" providerId="LiveId" clId="{C15A6EEB-526C-46C9-82AA-A02ABBD41001}" dt="2026-07-28T07:33:08.798" v="14217" actId="571"/>
          <ac:spMkLst>
            <pc:docMk/>
            <pc:sldMk cId="2943770741" sldId="2070"/>
            <ac:spMk id="52" creationId="{D29B0B2C-B247-D5FF-9B45-4E7F703787C5}"/>
          </ac:spMkLst>
        </pc:spChg>
        <pc:spChg chg="add del mod">
          <ac:chgData name="한나 조" userId="65a288ce2c9026c1" providerId="LiveId" clId="{C15A6EEB-526C-46C9-82AA-A02ABBD41001}" dt="2026-07-29T01:30:10.238" v="14808" actId="478"/>
          <ac:spMkLst>
            <pc:docMk/>
            <pc:sldMk cId="2943770741" sldId="2070"/>
            <ac:spMk id="53" creationId="{4F446643-6101-4C49-3B31-85C5CE086D48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54" creationId="{D3829857-9359-9A54-A7F0-75E142D2FBF7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56" creationId="{9A7A9E45-2656-7950-AFE6-C6AEEF9654AD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58" creationId="{9148B9A4-DA6B-3711-2143-22D889F3CA0A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60" creationId="{1D585391-CB4D-4C26-E1E7-57875B84D35D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62" creationId="{EF7B8A7C-046D-7F52-263A-F8542552DEC4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128" creationId="{2B8E461A-C834-CC09-EA65-D0C5F7536A7A}"/>
          </ac:spMkLst>
        </pc:spChg>
        <pc:spChg chg="add del">
          <ac:chgData name="한나 조" userId="65a288ce2c9026c1" providerId="LiveId" clId="{C15A6EEB-526C-46C9-82AA-A02ABBD41001}" dt="2026-07-29T01:30:48.751" v="14817" actId="22"/>
          <ac:spMkLst>
            <pc:docMk/>
            <pc:sldMk cId="2943770741" sldId="2070"/>
            <ac:spMk id="130" creationId="{9213FD41-003D-6B92-78A4-8EEC50EFF42A}"/>
          </ac:spMkLst>
        </pc:spChg>
        <pc:spChg chg="add mod">
          <ac:chgData name="한나 조" userId="65a288ce2c9026c1" providerId="LiveId" clId="{C15A6EEB-526C-46C9-82AA-A02ABBD41001}" dt="2026-07-29T01:32:00.582" v="14825" actId="1036"/>
          <ac:spMkLst>
            <pc:docMk/>
            <pc:sldMk cId="2943770741" sldId="2070"/>
            <ac:spMk id="132" creationId="{CDE7D329-C125-DEE3-40B9-F4180463E31D}"/>
          </ac:spMkLst>
        </pc:spChg>
        <pc:spChg chg="add mod">
          <ac:chgData name="한나 조" userId="65a288ce2c9026c1" providerId="LiveId" clId="{C15A6EEB-526C-46C9-82AA-A02ABBD41001}" dt="2026-07-29T01:32:00.582" v="14825" actId="1036"/>
          <ac:spMkLst>
            <pc:docMk/>
            <pc:sldMk cId="2943770741" sldId="2070"/>
            <ac:spMk id="134" creationId="{36D242E4-FE76-A700-D6B6-1E84290920C4}"/>
          </ac:spMkLst>
        </pc:spChg>
        <pc:spChg chg="mod topLvl">
          <ac:chgData name="한나 조" userId="65a288ce2c9026c1" providerId="LiveId" clId="{C15A6EEB-526C-46C9-82AA-A02ABBD41001}" dt="2026-07-24T03:27:38.370" v="4641"/>
          <ac:spMkLst>
            <pc:docMk/>
            <pc:sldMk cId="2943770741" sldId="2070"/>
            <ac:spMk id="136" creationId="{3E6735D5-8519-674F-4D7B-6F6DAAE05109}"/>
          </ac:spMkLst>
        </pc:spChg>
        <pc:spChg chg="add del mod">
          <ac:chgData name="한나 조" userId="65a288ce2c9026c1" providerId="LiveId" clId="{C15A6EEB-526C-46C9-82AA-A02ABBD41001}" dt="2026-07-29T01:30:59.870" v="14821" actId="478"/>
          <ac:spMkLst>
            <pc:docMk/>
            <pc:sldMk cId="2943770741" sldId="2070"/>
            <ac:spMk id="137" creationId="{A7A77A9B-CB4E-9381-4C02-94D2C3E6F3D5}"/>
          </ac:spMkLst>
        </pc:spChg>
        <pc:spChg chg="add mod">
          <ac:chgData name="한나 조" userId="65a288ce2c9026c1" providerId="LiveId" clId="{C15A6EEB-526C-46C9-82AA-A02ABBD41001}" dt="2026-07-29T01:32:04.721" v="14827" actId="1036"/>
          <ac:spMkLst>
            <pc:docMk/>
            <pc:sldMk cId="2943770741" sldId="2070"/>
            <ac:spMk id="140" creationId="{FD0C052D-4F3A-3DE1-5FC7-C720949C413C}"/>
          </ac:spMkLst>
        </pc:spChg>
        <pc:spChg chg="add mod">
          <ac:chgData name="한나 조" userId="65a288ce2c9026c1" providerId="LiveId" clId="{C15A6EEB-526C-46C9-82AA-A02ABBD41001}" dt="2026-07-29T01:32:00.582" v="14825" actId="1036"/>
          <ac:spMkLst>
            <pc:docMk/>
            <pc:sldMk cId="2943770741" sldId="2070"/>
            <ac:spMk id="142" creationId="{C7F6FCD6-0EB3-CD94-3762-9556D9392737}"/>
          </ac:spMkLst>
        </pc:spChg>
        <pc:spChg chg="add del mod">
          <ac:chgData name="한나 조" userId="65a288ce2c9026c1" providerId="LiveId" clId="{C15A6EEB-526C-46C9-82AA-A02ABBD41001}" dt="2026-07-29T01:40:02.923" v="14871" actId="478"/>
          <ac:spMkLst>
            <pc:docMk/>
            <pc:sldMk cId="2943770741" sldId="2070"/>
            <ac:spMk id="144" creationId="{FE8BAB69-84C1-ABBA-5298-1AA27FCE1341}"/>
          </ac:spMkLst>
        </pc:spChg>
        <pc:spChg chg="add del mod">
          <ac:chgData name="한나 조" userId="65a288ce2c9026c1" providerId="LiveId" clId="{C15A6EEB-526C-46C9-82AA-A02ABBD41001}" dt="2026-07-29T01:30:59.870" v="14821" actId="478"/>
          <ac:spMkLst>
            <pc:docMk/>
            <pc:sldMk cId="2943770741" sldId="2070"/>
            <ac:spMk id="146" creationId="{06E5438A-EDD7-1E88-00A8-09500E7AA3AE}"/>
          </ac:spMkLst>
        </pc:spChg>
        <pc:spChg chg="add mod">
          <ac:chgData name="한나 조" userId="65a288ce2c9026c1" providerId="LiveId" clId="{C15A6EEB-526C-46C9-82AA-A02ABBD41001}" dt="2026-07-29T01:32:00.582" v="14825" actId="1036"/>
          <ac:spMkLst>
            <pc:docMk/>
            <pc:sldMk cId="2943770741" sldId="2070"/>
            <ac:spMk id="148" creationId="{EF57DBFC-A35B-45EE-2AEC-F183C85FEE83}"/>
          </ac:spMkLst>
        </pc:spChg>
        <pc:spChg chg="mod">
          <ac:chgData name="한나 조" userId="65a288ce2c9026c1" providerId="LiveId" clId="{C15A6EEB-526C-46C9-82AA-A02ABBD41001}" dt="2026-07-24T02:57:26.254" v="4222"/>
          <ac:spMkLst>
            <pc:docMk/>
            <pc:sldMk cId="2943770741" sldId="2070"/>
            <ac:spMk id="179" creationId="{58D467D5-041C-0882-5464-8CE5FDF44922}"/>
          </ac:spMkLst>
        </pc:spChg>
        <pc:spChg chg="mod">
          <ac:chgData name="한나 조" userId="65a288ce2c9026c1" providerId="LiveId" clId="{C15A6EEB-526C-46C9-82AA-A02ABBD41001}" dt="2026-07-27T01:52:04.360" v="7517"/>
          <ac:spMkLst>
            <pc:docMk/>
            <pc:sldMk cId="2943770741" sldId="2070"/>
            <ac:spMk id="191" creationId="{E9DC4AA0-C78A-7538-D62E-FB4307771925}"/>
          </ac:spMkLst>
        </pc:spChg>
        <pc:spChg chg="mod">
          <ac:chgData name="한나 조" userId="65a288ce2c9026c1" providerId="LiveId" clId="{C15A6EEB-526C-46C9-82AA-A02ABBD41001}" dt="2026-07-27T01:51:55.974" v="7508"/>
          <ac:spMkLst>
            <pc:docMk/>
            <pc:sldMk cId="2943770741" sldId="2070"/>
            <ac:spMk id="196" creationId="{9C660CEF-A5FD-FA09-2179-A524ED45A8D0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01" creationId="{8BC4C28A-F22D-D164-074A-BB23F81BDE43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02" creationId="{0BCE787C-6959-D1E8-9B1C-4F9587E089D4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03" creationId="{5AC262FD-FB79-C064-4A21-7BD6384F4E72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09" creationId="{AA83981F-7EE8-DA30-FD58-3D82702EA80B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10" creationId="{1114A0C6-B9AD-62B5-2328-BE40D6E02E6B}"/>
          </ac:spMkLst>
        </pc:spChg>
        <pc:spChg chg="add mod">
          <ac:chgData name="한나 조" userId="65a288ce2c9026c1" providerId="LiveId" clId="{C15A6EEB-526C-46C9-82AA-A02ABBD41001}" dt="2026-07-24T03:10:09.885" v="4442" actId="1035"/>
          <ac:spMkLst>
            <pc:docMk/>
            <pc:sldMk cId="2943770741" sldId="2070"/>
            <ac:spMk id="211" creationId="{69483BE3-7F29-9064-60EF-AE1220530307}"/>
          </ac:spMkLst>
        </pc:spChg>
        <pc:spChg chg="mod">
          <ac:chgData name="한나 조" userId="65a288ce2c9026c1" providerId="LiveId" clId="{C15A6EEB-526C-46C9-82AA-A02ABBD41001}" dt="2026-07-27T01:44:19.768" v="7437" actId="478"/>
          <ac:spMkLst>
            <pc:docMk/>
            <pc:sldMk cId="2943770741" sldId="2070"/>
            <ac:spMk id="218" creationId="{AA04ED29-817B-D18B-1C5B-144E008C498F}"/>
          </ac:spMkLst>
        </pc:spChg>
        <pc:spChg chg="mod">
          <ac:chgData name="한나 조" userId="65a288ce2c9026c1" providerId="LiveId" clId="{C15A6EEB-526C-46C9-82AA-A02ABBD41001}" dt="2026-07-27T01:44:19.768" v="7437" actId="478"/>
          <ac:spMkLst>
            <pc:docMk/>
            <pc:sldMk cId="2943770741" sldId="2070"/>
            <ac:spMk id="222" creationId="{56F47AAF-13D1-8EC2-3EC9-53871EEEEBEE}"/>
          </ac:spMkLst>
        </pc:spChg>
        <pc:spChg chg="add mod">
          <ac:chgData name="한나 조" userId="65a288ce2c9026c1" providerId="LiveId" clId="{C15A6EEB-526C-46C9-82AA-A02ABBD41001}" dt="2026-07-27T01:44:19.768" v="7437" actId="478"/>
          <ac:spMkLst>
            <pc:docMk/>
            <pc:sldMk cId="2943770741" sldId="2070"/>
            <ac:spMk id="226" creationId="{3E3CCEF3-E49C-3255-7A47-FFFDB8D5EBCF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50" creationId="{765445A1-2615-C9CD-0A20-D6DAC90A01CA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52" creationId="{93FCAF8E-2FFC-6FAB-9411-44169BBAE0A0}"/>
          </ac:spMkLst>
        </pc:spChg>
        <pc:spChg chg="add">
          <ac:chgData name="한나 조" userId="65a288ce2c9026c1" providerId="LiveId" clId="{C15A6EEB-526C-46C9-82AA-A02ABBD41001}" dt="2026-07-24T03:21:26.141" v="4504" actId="22"/>
          <ac:spMkLst>
            <pc:docMk/>
            <pc:sldMk cId="2943770741" sldId="2070"/>
            <ac:spMk id="257" creationId="{4F040958-D93C-7EEC-6BFA-98B4EFE46D3B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58" creationId="{E3F3869F-1765-4933-F8D3-0DB3E7631A93}"/>
          </ac:spMkLst>
        </pc:spChg>
        <pc:spChg chg="mod topLvl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60" creationId="{55036FBF-030C-6FE0-0FD3-BCBD1CF1286A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63" creationId="{AE9A57EB-123B-E23B-D715-8798A2913AE3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72" creationId="{A5A72A8C-9C6C-27C6-029C-344AB88E6180}"/>
          </ac:spMkLst>
        </pc:spChg>
        <pc:spChg chg="add del mod">
          <ac:chgData name="한나 조" userId="65a288ce2c9026c1" providerId="LiveId" clId="{C15A6EEB-526C-46C9-82AA-A02ABBD41001}" dt="2026-07-28T07:30:49.783" v="14066" actId="478"/>
          <ac:spMkLst>
            <pc:docMk/>
            <pc:sldMk cId="2943770741" sldId="2070"/>
            <ac:spMk id="273" creationId="{F17FEA27-7FCE-FB98-9696-F5924844342A}"/>
          </ac:spMkLst>
        </pc:spChg>
        <pc:spChg chg="add del mod">
          <ac:chgData name="한나 조" userId="65a288ce2c9026c1" providerId="LiveId" clId="{C15A6EEB-526C-46C9-82AA-A02ABBD41001}" dt="2026-07-28T07:30:49.783" v="14066" actId="478"/>
          <ac:spMkLst>
            <pc:docMk/>
            <pc:sldMk cId="2943770741" sldId="2070"/>
            <ac:spMk id="274" creationId="{7D8D03BE-D830-C3BB-988D-951FDAFEEADE}"/>
          </ac:spMkLst>
        </pc:spChg>
        <pc:spChg chg="add mod">
          <ac:chgData name="한나 조" userId="65a288ce2c9026c1" providerId="LiveId" clId="{C15A6EEB-526C-46C9-82AA-A02ABBD41001}" dt="2026-07-29T01:30:16.395" v="14809" actId="1076"/>
          <ac:spMkLst>
            <pc:docMk/>
            <pc:sldMk cId="2943770741" sldId="2070"/>
            <ac:spMk id="278" creationId="{AE678813-B635-1656-031D-84348D01FADB}"/>
          </ac:spMkLst>
        </pc:spChg>
        <pc:spChg chg="add del mod">
          <ac:chgData name="한나 조" userId="65a288ce2c9026c1" providerId="LiveId" clId="{C15A6EEB-526C-46C9-82AA-A02ABBD41001}" dt="2026-07-28T07:30:49.783" v="14066" actId="478"/>
          <ac:spMkLst>
            <pc:docMk/>
            <pc:sldMk cId="2943770741" sldId="2070"/>
            <ac:spMk id="291" creationId="{D37F0358-4E5A-6F68-593E-C5C1F43AA2C7}"/>
          </ac:spMkLst>
        </pc:spChg>
        <pc:grpChg chg="add del mod">
          <ac:chgData name="한나 조" userId="65a288ce2c9026c1" providerId="LiveId" clId="{C15A6EEB-526C-46C9-82AA-A02ABBD41001}" dt="2026-07-29T01:30:10.238" v="14808" actId="478"/>
          <ac:grpSpMkLst>
            <pc:docMk/>
            <pc:sldMk cId="2943770741" sldId="2070"/>
            <ac:grpSpMk id="7" creationId="{9957E90E-7CA8-A98A-D788-58A0E1884DC7}"/>
          </ac:grpSpMkLst>
        </pc:grpChg>
        <pc:grpChg chg="mod">
          <ac:chgData name="한나 조" userId="65a288ce2c9026c1" providerId="LiveId" clId="{C15A6EEB-526C-46C9-82AA-A02ABBD41001}" dt="2026-07-27T05:34:23.477" v="11704" actId="1076"/>
          <ac:grpSpMkLst>
            <pc:docMk/>
            <pc:sldMk cId="2943770741" sldId="2070"/>
            <ac:grpSpMk id="9" creationId="{6E0A157D-F912-9AF5-FABE-30F93A4A4CFD}"/>
          </ac:grpSpMkLst>
        </pc:grpChg>
        <pc:grpChg chg="mod">
          <ac:chgData name="한나 조" userId="65a288ce2c9026c1" providerId="LiveId" clId="{C15A6EEB-526C-46C9-82AA-A02ABBD41001}" dt="2026-07-27T02:50:36.277" v="7714"/>
          <ac:grpSpMkLst>
            <pc:docMk/>
            <pc:sldMk cId="2943770741" sldId="2070"/>
            <ac:grpSpMk id="10" creationId="{7516178B-6585-240C-CD54-38DA4DF2292F}"/>
          </ac:grpSpMkLst>
        </pc:grpChg>
        <pc:grpChg chg="mod">
          <ac:chgData name="한나 조" userId="65a288ce2c9026c1" providerId="LiveId" clId="{C15A6EEB-526C-46C9-82AA-A02ABBD41001}" dt="2026-07-27T02:50:36.277" v="7714"/>
          <ac:grpSpMkLst>
            <pc:docMk/>
            <pc:sldMk cId="2943770741" sldId="2070"/>
            <ac:grpSpMk id="13" creationId="{2680E58A-7799-BA3B-6C5E-542E6346AC76}"/>
          </ac:grpSpMkLst>
        </pc:grpChg>
        <pc:grpChg chg="add mod">
          <ac:chgData name="한나 조" userId="65a288ce2c9026c1" providerId="LiveId" clId="{C15A6EEB-526C-46C9-82AA-A02ABBD41001}" dt="2026-07-24T03:08:51.578" v="4398" actId="1076"/>
          <ac:grpSpMkLst>
            <pc:docMk/>
            <pc:sldMk cId="2943770741" sldId="2070"/>
            <ac:grpSpMk id="24" creationId="{55114D90-6496-8011-345A-5B1728C71045}"/>
          </ac:grpSpMkLst>
        </pc:grpChg>
        <pc:grpChg chg="add mod">
          <ac:chgData name="한나 조" userId="65a288ce2c9026c1" providerId="LiveId" clId="{C15A6EEB-526C-46C9-82AA-A02ABBD41001}" dt="2026-07-24T03:12:13.520" v="4448" actId="1035"/>
          <ac:grpSpMkLst>
            <pc:docMk/>
            <pc:sldMk cId="2943770741" sldId="2070"/>
            <ac:grpSpMk id="35" creationId="{28B8BB24-5FBC-4560-32DE-27D21622285C}"/>
          </ac:grpSpMkLst>
        </pc:grpChg>
        <pc:grpChg chg="mod">
          <ac:chgData name="한나 조" userId="65a288ce2c9026c1" providerId="LiveId" clId="{C15A6EEB-526C-46C9-82AA-A02ABBD41001}" dt="2026-07-28T07:31:38.725" v="14123"/>
          <ac:grpSpMkLst>
            <pc:docMk/>
            <pc:sldMk cId="2943770741" sldId="2070"/>
            <ac:grpSpMk id="39" creationId="{327E84B6-1F1C-964F-4324-7A9AF86CEBD2}"/>
          </ac:grpSpMkLst>
        </pc:grpChg>
        <pc:grpChg chg="add mod">
          <ac:chgData name="한나 조" userId="65a288ce2c9026c1" providerId="LiveId" clId="{C15A6EEB-526C-46C9-82AA-A02ABBD41001}" dt="2026-07-29T01:32:00.582" v="14825" actId="1036"/>
          <ac:grpSpMkLst>
            <pc:docMk/>
            <pc:sldMk cId="2943770741" sldId="2070"/>
            <ac:grpSpMk id="48" creationId="{D4A4C2B9-939C-5968-DAA3-E60E986CF0E0}"/>
          </ac:grpSpMkLst>
        </pc:grpChg>
        <pc:grpChg chg="mod topLvl">
          <ac:chgData name="한나 조" userId="65a288ce2c9026c1" providerId="LiveId" clId="{C15A6EEB-526C-46C9-82AA-A02ABBD41001}" dt="2026-07-24T03:08:58.996" v="4399" actId="164"/>
          <ac:grpSpMkLst>
            <pc:docMk/>
            <pc:sldMk cId="2943770741" sldId="2070"/>
            <ac:grpSpMk id="139" creationId="{71B82A04-F7DA-E3AB-586C-7D9E39B2E61D}"/>
          </ac:grpSpMkLst>
        </pc:grpChg>
        <pc:grpChg chg="mod topLvl">
          <ac:chgData name="한나 조" userId="65a288ce2c9026c1" providerId="LiveId" clId="{C15A6EEB-526C-46C9-82AA-A02ABBD41001}" dt="2026-07-24T03:08:58.996" v="4399" actId="164"/>
          <ac:grpSpMkLst>
            <pc:docMk/>
            <pc:sldMk cId="2943770741" sldId="2070"/>
            <ac:grpSpMk id="180" creationId="{0E202244-EC79-381C-036A-9A76A88D4097}"/>
          </ac:grpSpMkLst>
        </pc:grpChg>
        <pc:grpChg chg="add mod">
          <ac:chgData name="한나 조" userId="65a288ce2c9026c1" providerId="LiveId" clId="{C15A6EEB-526C-46C9-82AA-A02ABBD41001}" dt="2026-07-24T03:09:01.281" v="4400" actId="164"/>
          <ac:grpSpMkLst>
            <pc:docMk/>
            <pc:sldMk cId="2943770741" sldId="2070"/>
            <ac:grpSpMk id="208" creationId="{F264DE61-6334-BAF5-A646-E63BB4B76581}"/>
          </ac:grpSpMkLst>
        </pc:grpChg>
        <pc:grpChg chg="add mod">
          <ac:chgData name="한나 조" userId="65a288ce2c9026c1" providerId="LiveId" clId="{C15A6EEB-526C-46C9-82AA-A02ABBD41001}" dt="2026-07-24T03:08:58.996" v="4399" actId="164"/>
          <ac:grpSpMkLst>
            <pc:docMk/>
            <pc:sldMk cId="2943770741" sldId="2070"/>
            <ac:grpSpMk id="212" creationId="{2C3518AE-EE71-3F94-9E11-B5848021F315}"/>
          </ac:grpSpMkLst>
        </pc:grpChg>
        <pc:grpChg chg="add mod">
          <ac:chgData name="한나 조" userId="65a288ce2c9026c1" providerId="LiveId" clId="{C15A6EEB-526C-46C9-82AA-A02ABBD41001}" dt="2026-07-24T03:09:01.281" v="4400" actId="164"/>
          <ac:grpSpMkLst>
            <pc:docMk/>
            <pc:sldMk cId="2943770741" sldId="2070"/>
            <ac:grpSpMk id="213" creationId="{A5FBE399-A7BA-1162-F8DE-5B1289133B1A}"/>
          </ac:grpSpMkLst>
        </pc:grpChg>
        <pc:grpChg chg="add mod">
          <ac:chgData name="한나 조" userId="65a288ce2c9026c1" providerId="LiveId" clId="{C15A6EEB-526C-46C9-82AA-A02ABBD41001}" dt="2026-07-27T01:44:19.768" v="7437" actId="478"/>
          <ac:grpSpMkLst>
            <pc:docMk/>
            <pc:sldMk cId="2943770741" sldId="2070"/>
            <ac:grpSpMk id="215" creationId="{D1D0E3D8-038F-9730-0E30-E25915903337}"/>
          </ac:grpSpMkLst>
        </pc:grpChg>
        <pc:grpChg chg="mod">
          <ac:chgData name="한나 조" userId="65a288ce2c9026c1" providerId="LiveId" clId="{C15A6EEB-526C-46C9-82AA-A02ABBD41001}" dt="2026-07-27T01:44:19.768" v="7437" actId="478"/>
          <ac:grpSpMkLst>
            <pc:docMk/>
            <pc:sldMk cId="2943770741" sldId="2070"/>
            <ac:grpSpMk id="220" creationId="{DC0317F4-C1FA-C469-4CA9-664B09B62A0F}"/>
          </ac:grpSpMkLst>
        </pc:grpChg>
        <pc:grpChg chg="add del mod">
          <ac:chgData name="한나 조" userId="65a288ce2c9026c1" providerId="LiveId" clId="{C15A6EEB-526C-46C9-82AA-A02ABBD41001}" dt="2026-07-28T02:25:32.654" v="13450" actId="478"/>
          <ac:grpSpMkLst>
            <pc:docMk/>
            <pc:sldMk cId="2943770741" sldId="2070"/>
            <ac:grpSpMk id="265" creationId="{4947FD37-F0D5-BB4D-2CFC-21FD3C27B7B4}"/>
          </ac:grpSpMkLst>
        </pc:grpChg>
        <pc:graphicFrameChg chg="mod modGraphic">
          <ac:chgData name="한나 조" userId="65a288ce2c9026c1" providerId="LiveId" clId="{C15A6EEB-526C-46C9-82AA-A02ABBD41001}" dt="2026-07-29T01:40:16.566" v="14874" actId="20577"/>
          <ac:graphicFrameMkLst>
            <pc:docMk/>
            <pc:sldMk cId="2943770741" sldId="2070"/>
            <ac:graphicFrameMk id="8" creationId="{789ED4ED-3314-7A49-FC36-8C53A419D0BD}"/>
          </ac:graphicFrameMkLst>
        </pc:graphicFrameChg>
        <pc:picChg chg="mod">
          <ac:chgData name="한나 조" userId="65a288ce2c9026c1" providerId="LiveId" clId="{C15A6EEB-526C-46C9-82AA-A02ABBD41001}" dt="2026-07-28T07:31:38.725" v="14123"/>
          <ac:picMkLst>
            <pc:docMk/>
            <pc:sldMk cId="2943770741" sldId="2070"/>
            <ac:picMk id="40" creationId="{10F6B77E-A7D3-C3DA-E8B5-8A2D2B8103EA}"/>
          </ac:picMkLst>
        </pc:picChg>
        <pc:picChg chg="mod">
          <ac:chgData name="한나 조" userId="65a288ce2c9026c1" providerId="LiveId" clId="{C15A6EEB-526C-46C9-82AA-A02ABBD41001}" dt="2026-07-28T07:31:38.725" v="14123"/>
          <ac:picMkLst>
            <pc:docMk/>
            <pc:sldMk cId="2943770741" sldId="2070"/>
            <ac:picMk id="43" creationId="{1F4AE601-69FD-1F88-592F-1F0EFD488EEB}"/>
          </ac:picMkLst>
        </pc:picChg>
        <pc:picChg chg="mod">
          <ac:chgData name="한나 조" userId="65a288ce2c9026c1" providerId="LiveId" clId="{C15A6EEB-526C-46C9-82AA-A02ABBD41001}" dt="2026-07-24T03:02:53.183" v="4348" actId="1076"/>
          <ac:picMkLst>
            <pc:docMk/>
            <pc:sldMk cId="2943770741" sldId="2070"/>
            <ac:picMk id="189" creationId="{9CE10057-296E-9DD1-A8EB-B8C81E18F1AF}"/>
          </ac:picMkLst>
        </pc:picChg>
        <pc:picChg chg="mod">
          <ac:chgData name="한나 조" userId="65a288ce2c9026c1" providerId="LiveId" clId="{C15A6EEB-526C-46C9-82AA-A02ABBD41001}" dt="2026-07-24T03:10:09.885" v="4442" actId="1035"/>
          <ac:picMkLst>
            <pc:docMk/>
            <pc:sldMk cId="2943770741" sldId="2070"/>
            <ac:picMk id="193" creationId="{FDA8E022-BCA9-4DF2-8E2B-8A767D54A39B}"/>
          </ac:picMkLst>
        </pc:picChg>
        <pc:picChg chg="add mod">
          <ac:chgData name="한나 조" userId="65a288ce2c9026c1" providerId="LiveId" clId="{C15A6EEB-526C-46C9-82AA-A02ABBD41001}" dt="2026-07-24T03:07:21.518" v="4350" actId="164"/>
          <ac:picMkLst>
            <pc:docMk/>
            <pc:sldMk cId="2943770741" sldId="2070"/>
            <ac:picMk id="198" creationId="{AA685C38-0DBF-59FB-2536-22FD337CCD41}"/>
          </ac:picMkLst>
        </pc:picChg>
        <pc:picChg chg="add mod">
          <ac:chgData name="한나 조" userId="65a288ce2c9026c1" providerId="LiveId" clId="{C15A6EEB-526C-46C9-82AA-A02ABBD41001}" dt="2026-07-24T03:07:21.518" v="4350" actId="164"/>
          <ac:picMkLst>
            <pc:docMk/>
            <pc:sldMk cId="2943770741" sldId="2070"/>
            <ac:picMk id="199" creationId="{7F53301C-025F-8F81-9E60-9AFF0E5E373C}"/>
          </ac:picMkLst>
        </pc:picChg>
        <pc:picChg chg="add mod">
          <ac:chgData name="한나 조" userId="65a288ce2c9026c1" providerId="LiveId" clId="{C15A6EEB-526C-46C9-82AA-A02ABBD41001}" dt="2026-07-24T03:07:21.518" v="4350" actId="164"/>
          <ac:picMkLst>
            <pc:docMk/>
            <pc:sldMk cId="2943770741" sldId="2070"/>
            <ac:picMk id="204" creationId="{C8401181-F487-529F-3302-7CBD5C5586B7}"/>
          </ac:picMkLst>
        </pc:picChg>
        <pc:picChg chg="mod">
          <ac:chgData name="한나 조" userId="65a288ce2c9026c1" providerId="LiveId" clId="{C15A6EEB-526C-46C9-82AA-A02ABBD41001}" dt="2026-07-27T01:44:19.768" v="7437" actId="478"/>
          <ac:picMkLst>
            <pc:docMk/>
            <pc:sldMk cId="2943770741" sldId="2070"/>
            <ac:picMk id="221" creationId="{957FE240-986C-E8DE-3EB0-33081FC12AFA}"/>
          </ac:picMkLst>
        </pc:picChg>
        <pc:picChg chg="add mod">
          <ac:chgData name="한나 조" userId="65a288ce2c9026c1" providerId="LiveId" clId="{C15A6EEB-526C-46C9-82AA-A02ABBD41001}" dt="2026-07-27T01:44:19.768" v="7437" actId="478"/>
          <ac:picMkLst>
            <pc:docMk/>
            <pc:sldMk cId="2943770741" sldId="2070"/>
            <ac:picMk id="225" creationId="{F8077FB3-FEC3-9EE1-0B7E-AE7F56E38029}"/>
          </ac:picMkLst>
        </pc:picChg>
        <pc:cxnChg chg="add">
          <ac:chgData name="한나 조" userId="65a288ce2c9026c1" providerId="LiveId" clId="{C15A6EEB-526C-46C9-82AA-A02ABBD41001}" dt="2026-07-24T02:57:54.440" v="4260" actId="11529"/>
          <ac:cxnSpMkLst>
            <pc:docMk/>
            <pc:sldMk cId="2943770741" sldId="2070"/>
            <ac:cxnSpMk id="46" creationId="{81B2B3A2-598C-8644-AFFF-12CBA85F37E1}"/>
          </ac:cxnSpMkLst>
        </pc:cxnChg>
        <pc:cxnChg chg="add mod">
          <ac:chgData name="한나 조" userId="65a288ce2c9026c1" providerId="LiveId" clId="{C15A6EEB-526C-46C9-82AA-A02ABBD41001}" dt="2026-07-24T03:07:21.518" v="4350" actId="164"/>
          <ac:cxnSpMkLst>
            <pc:docMk/>
            <pc:sldMk cId="2943770741" sldId="2070"/>
            <ac:cxnSpMk id="200" creationId="{7F97CCD7-EB58-1E8D-AF54-9118C157C697}"/>
          </ac:cxnSpMkLst>
        </pc:cxnChg>
        <pc:cxnChg chg="add mod">
          <ac:chgData name="한나 조" userId="65a288ce2c9026c1" providerId="LiveId" clId="{C15A6EEB-526C-46C9-82AA-A02ABBD41001}" dt="2026-07-28T07:30:56.259" v="14067" actId="1076"/>
          <ac:cxnSpMkLst>
            <pc:docMk/>
            <pc:sldMk cId="2943770741" sldId="2070"/>
            <ac:cxnSpMk id="275" creationId="{A1977A84-72CD-296B-BFC8-CE074CA1A640}"/>
          </ac:cxnSpMkLst>
        </pc:cxnChg>
        <pc:cxnChg chg="add mod">
          <ac:chgData name="한나 조" userId="65a288ce2c9026c1" providerId="LiveId" clId="{C15A6EEB-526C-46C9-82AA-A02ABBD41001}" dt="2026-07-24T03:38:15.225" v="4949" actId="1036"/>
          <ac:cxnSpMkLst>
            <pc:docMk/>
            <pc:sldMk cId="2943770741" sldId="2070"/>
            <ac:cxnSpMk id="276" creationId="{D505CC47-072B-4DCE-204E-73CAA5EC8483}"/>
          </ac:cxnSpMkLst>
        </pc:cxnChg>
      </pc:sldChg>
      <pc:sldChg chg="addSp delSp modSp new mod modClrScheme chgLayout">
        <pc:chgData name="한나 조" userId="65a288ce2c9026c1" providerId="LiveId" clId="{C15A6EEB-526C-46C9-82AA-A02ABBD41001}" dt="2026-07-29T01:52:20.445" v="15121" actId="478"/>
        <pc:sldMkLst>
          <pc:docMk/>
          <pc:sldMk cId="1869888819" sldId="2079"/>
        </pc:sldMkLst>
        <pc:spChg chg="add del mod">
          <ac:chgData name="한나 조" userId="65a288ce2c9026c1" providerId="LiveId" clId="{C15A6EEB-526C-46C9-82AA-A02ABBD41001}" dt="2026-07-28T07:32:24.351" v="14208" actId="478"/>
          <ac:spMkLst>
            <pc:docMk/>
            <pc:sldMk cId="1869888819" sldId="2079"/>
            <ac:spMk id="4" creationId="{4BDB3176-2A76-05E8-022F-E2CE3EDFC415}"/>
          </ac:spMkLst>
        </pc:spChg>
        <pc:spChg chg="mod">
          <ac:chgData name="한나 조" userId="65a288ce2c9026c1" providerId="LiveId" clId="{C15A6EEB-526C-46C9-82AA-A02ABBD41001}" dt="2026-07-29T01:34:56.988" v="14859" actId="1036"/>
          <ac:spMkLst>
            <pc:docMk/>
            <pc:sldMk cId="1869888819" sldId="2079"/>
            <ac:spMk id="4" creationId="{8D4ADC44-277E-7024-2D65-2579F65779ED}"/>
          </ac:spMkLst>
        </pc:spChg>
        <pc:spChg chg="mod">
          <ac:chgData name="한나 조" userId="65a288ce2c9026c1" providerId="LiveId" clId="{C15A6EEB-526C-46C9-82AA-A02ABBD41001}" dt="2026-07-29T01:35:09.948" v="14862" actId="1036"/>
          <ac:spMkLst>
            <pc:docMk/>
            <pc:sldMk cId="1869888819" sldId="2079"/>
            <ac:spMk id="5" creationId="{2AA1E741-D509-993B-D912-A2600E486D08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5" creationId="{A25F3F6A-5487-6C7C-552C-D426D48A4BED}"/>
          </ac:spMkLst>
        </pc:spChg>
        <pc:spChg chg="add mod topLvl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6" creationId="{AF1B2585-95B7-CBDC-E0A1-DC5AE448D068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8" creationId="{6DBE93BF-1DEC-B0A1-354B-62941583B03C}"/>
          </ac:spMkLst>
        </pc:spChg>
        <pc:spChg chg="add del mod">
          <ac:chgData name="한나 조" userId="65a288ce2c9026c1" providerId="LiveId" clId="{C15A6EEB-526C-46C9-82AA-A02ABBD41001}" dt="2026-07-28T07:32:46.495" v="14212" actId="21"/>
          <ac:spMkLst>
            <pc:docMk/>
            <pc:sldMk cId="1869888819" sldId="2079"/>
            <ac:spMk id="9" creationId="{C0E9C9F5-0076-533F-72F6-68B31D0C7325}"/>
          </ac:spMkLst>
        </pc:spChg>
        <pc:spChg chg="add del mod">
          <ac:chgData name="한나 조" userId="65a288ce2c9026c1" providerId="LiveId" clId="{C15A6EEB-526C-46C9-82AA-A02ABBD41001}" dt="2026-07-29T01:30:24.722" v="14811" actId="478"/>
          <ac:spMkLst>
            <pc:docMk/>
            <pc:sldMk cId="1869888819" sldId="2079"/>
            <ac:spMk id="10" creationId="{E6B107F7-876B-655D-0D7B-ECB44EE6CA52}"/>
          </ac:spMkLst>
        </pc:spChg>
        <pc:spChg chg="add del mod topLvl">
          <ac:chgData name="한나 조" userId="65a288ce2c9026c1" providerId="LiveId" clId="{C15A6EEB-526C-46C9-82AA-A02ABBD41001}" dt="2026-07-29T01:30:43.883" v="14815" actId="21"/>
          <ac:spMkLst>
            <pc:docMk/>
            <pc:sldMk cId="1869888819" sldId="2079"/>
            <ac:spMk id="11" creationId="{ED6EBDC5-3B8F-E7D3-92A3-57D7850753E1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12" creationId="{37047FB1-8078-2258-E5AC-4F09602A6969}"/>
          </ac:spMkLst>
        </pc:spChg>
        <pc:spChg chg="add del mod">
          <ac:chgData name="한나 조" userId="65a288ce2c9026c1" providerId="LiveId" clId="{C15A6EEB-526C-46C9-82AA-A02ABBD41001}" dt="2026-07-28T07:32:24.351" v="14208" actId="478"/>
          <ac:spMkLst>
            <pc:docMk/>
            <pc:sldMk cId="1869888819" sldId="2079"/>
            <ac:spMk id="14" creationId="{F15677DC-7CDE-48D4-5D85-9BDE5C9673B9}"/>
          </ac:spMkLst>
        </pc:spChg>
        <pc:spChg chg="mod">
          <ac:chgData name="한나 조" userId="65a288ce2c9026c1" providerId="LiveId" clId="{C15A6EEB-526C-46C9-82AA-A02ABBD41001}" dt="2026-07-29T01:41:32.954" v="14920" actId="20577"/>
          <ac:spMkLst>
            <pc:docMk/>
            <pc:sldMk cId="1869888819" sldId="2079"/>
            <ac:spMk id="14" creationId="{F4AE9211-3D8F-9F49-4E03-C894F04CCE19}"/>
          </ac:spMkLst>
        </pc:spChg>
        <pc:spChg chg="add del mod">
          <ac:chgData name="한나 조" userId="65a288ce2c9026c1" providerId="LiveId" clId="{C15A6EEB-526C-46C9-82AA-A02ABBD41001}" dt="2026-07-28T07:32:24.351" v="14208" actId="478"/>
          <ac:spMkLst>
            <pc:docMk/>
            <pc:sldMk cId="1869888819" sldId="2079"/>
            <ac:spMk id="15" creationId="{99819CAF-67E6-2CBA-6C59-ED533334EA46}"/>
          </ac:spMkLst>
        </pc:spChg>
        <pc:spChg chg="add del mod">
          <ac:chgData name="한나 조" userId="65a288ce2c9026c1" providerId="LiveId" clId="{C15A6EEB-526C-46C9-82AA-A02ABBD41001}" dt="2026-07-28T02:26:25.963" v="13460" actId="478"/>
          <ac:spMkLst>
            <pc:docMk/>
            <pc:sldMk cId="1869888819" sldId="2079"/>
            <ac:spMk id="16" creationId="{BB0D27E7-5CD7-FDD3-0219-20398F7B745E}"/>
          </ac:spMkLst>
        </pc:spChg>
        <pc:spChg chg="mod">
          <ac:chgData name="한나 조" userId="65a288ce2c9026c1" providerId="LiveId" clId="{C15A6EEB-526C-46C9-82AA-A02ABBD41001}" dt="2026-07-28T07:34:05.631" v="14230" actId="14100"/>
          <ac:spMkLst>
            <pc:docMk/>
            <pc:sldMk cId="1869888819" sldId="2079"/>
            <ac:spMk id="16" creationId="{FC164329-D60F-1A7F-A136-49054BF20A0C}"/>
          </ac:spMkLst>
        </pc:spChg>
        <pc:spChg chg="add mod">
          <ac:chgData name="한나 조" userId="65a288ce2c9026c1" providerId="LiveId" clId="{C15A6EEB-526C-46C9-82AA-A02ABBD41001}" dt="2026-07-29T01:35:05.693" v="14861" actId="14100"/>
          <ac:spMkLst>
            <pc:docMk/>
            <pc:sldMk cId="1869888819" sldId="2079"/>
            <ac:spMk id="17" creationId="{76596DB0-A561-6A6A-11FB-80C9EFE555F1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17" creationId="{83D50D31-48B5-710D-EFE0-4F28E61B96BD}"/>
          </ac:spMkLst>
        </pc:spChg>
        <pc:spChg chg="mod">
          <ac:chgData name="한나 조" userId="65a288ce2c9026c1" providerId="LiveId" clId="{C15A6EEB-526C-46C9-82AA-A02ABBD41001}" dt="2026-07-28T07:33:33.744" v="14224"/>
          <ac:spMkLst>
            <pc:docMk/>
            <pc:sldMk cId="1869888819" sldId="2079"/>
            <ac:spMk id="18" creationId="{15870F93-7C71-5C8F-5066-DA62282AEB0C}"/>
          </ac:spMkLst>
        </pc:spChg>
        <pc:spChg chg="add mod">
          <ac:chgData name="한나 조" userId="65a288ce2c9026c1" providerId="LiveId" clId="{C15A6EEB-526C-46C9-82AA-A02ABBD41001}" dt="2026-07-29T01:34:21.309" v="14852" actId="1076"/>
          <ac:spMkLst>
            <pc:docMk/>
            <pc:sldMk cId="1869888819" sldId="2079"/>
            <ac:spMk id="19" creationId="{199F9E50-2452-93BA-34AB-D08D7825CE01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19" creationId="{5B3C0120-CD6C-8401-8C8B-07620C6AF2ED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20" creationId="{EB631717-41C5-3AB4-C44F-8AF368068A47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21" creationId="{B130C20A-1E01-E0BB-DB63-2DE93DCA28E8}"/>
          </ac:spMkLst>
        </pc:spChg>
        <pc:spChg chg="del mod">
          <ac:chgData name="한나 조" userId="65a288ce2c9026c1" providerId="LiveId" clId="{C15A6EEB-526C-46C9-82AA-A02ABBD41001}" dt="2026-07-29T01:52:14.488" v="15120" actId="478"/>
          <ac:spMkLst>
            <pc:docMk/>
            <pc:sldMk cId="1869888819" sldId="2079"/>
            <ac:spMk id="21" creationId="{D7988788-5989-9BA0-6D28-96C3F05E0A4F}"/>
          </ac:spMkLst>
        </pc:spChg>
        <pc:spChg chg="del mod">
          <ac:chgData name="한나 조" userId="65a288ce2c9026c1" providerId="LiveId" clId="{C15A6EEB-526C-46C9-82AA-A02ABBD41001}" dt="2026-07-29T01:52:20.445" v="15121" actId="478"/>
          <ac:spMkLst>
            <pc:docMk/>
            <pc:sldMk cId="1869888819" sldId="2079"/>
            <ac:spMk id="22" creationId="{D4589826-150A-F424-F6F7-3EFA5CC2DD13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22" creationId="{FC4795A9-0C56-CC06-4A90-1D37373D6163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23" creationId="{AE4972F5-F345-8B74-BBF3-E8503A94C835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24" creationId="{A595D5B3-A941-7DA0-69A0-143A6C2FDD2F}"/>
          </ac:spMkLst>
        </pc:spChg>
        <pc:spChg chg="add mod">
          <ac:chgData name="한나 조" userId="65a288ce2c9026c1" providerId="LiveId" clId="{C15A6EEB-526C-46C9-82AA-A02ABBD41001}" dt="2026-07-29T01:32:23.013" v="14829" actId="1076"/>
          <ac:spMkLst>
            <pc:docMk/>
            <pc:sldMk cId="1869888819" sldId="2079"/>
            <ac:spMk id="25" creationId="{0BA55D1B-FB83-F263-1ED5-93A9BC556A09}"/>
          </ac:spMkLst>
        </pc:spChg>
        <pc:spChg chg="mod">
          <ac:chgData name="한나 조" userId="65a288ce2c9026c1" providerId="LiveId" clId="{C15A6EEB-526C-46C9-82AA-A02ABBD41001}" dt="2026-07-28T02:50:27.406" v="13481" actId="165"/>
          <ac:spMkLst>
            <pc:docMk/>
            <pc:sldMk cId="1869888819" sldId="2079"/>
            <ac:spMk id="25" creationId="{5EDAD1D6-E268-87FA-49DC-7A9D5DB4D6B7}"/>
          </ac:spMkLst>
        </pc:spChg>
        <pc:spChg chg="add mod">
          <ac:chgData name="한나 조" userId="65a288ce2c9026c1" providerId="LiveId" clId="{C15A6EEB-526C-46C9-82AA-A02ABBD41001}" dt="2026-07-29T01:40:44.043" v="14883" actId="1076"/>
          <ac:spMkLst>
            <pc:docMk/>
            <pc:sldMk cId="1869888819" sldId="2079"/>
            <ac:spMk id="26" creationId="{6084B135-CCCA-ACB8-6BC2-449F5F32F116}"/>
          </ac:spMkLst>
        </pc:spChg>
        <pc:spChg chg="mod">
          <ac:chgData name="한나 조" userId="65a288ce2c9026c1" providerId="LiveId" clId="{C15A6EEB-526C-46C9-82AA-A02ABBD41001}" dt="2026-07-29T01:34:17.019" v="14851"/>
          <ac:spMkLst>
            <pc:docMk/>
            <pc:sldMk cId="1869888819" sldId="2079"/>
            <ac:spMk id="27" creationId="{BE6E3685-EEDB-7BE6-52DF-802C2028C855}"/>
          </ac:spMkLst>
        </pc:spChg>
        <pc:spChg chg="add del">
          <ac:chgData name="한나 조" userId="65a288ce2c9026c1" providerId="LiveId" clId="{C15A6EEB-526C-46C9-82AA-A02ABBD41001}" dt="2026-07-28T07:34:18.770" v="14234" actId="22"/>
          <ac:spMkLst>
            <pc:docMk/>
            <pc:sldMk cId="1869888819" sldId="2079"/>
            <ac:spMk id="28" creationId="{917BB0C7-82AB-1913-B1AD-B8B6888A89ED}"/>
          </ac:spMkLst>
        </pc:spChg>
        <pc:spChg chg="add del mod">
          <ac:chgData name="한나 조" userId="65a288ce2c9026c1" providerId="LiveId" clId="{C15A6EEB-526C-46C9-82AA-A02ABBD41001}" dt="2026-07-29T01:30:43.883" v="14815" actId="21"/>
          <ac:spMkLst>
            <pc:docMk/>
            <pc:sldMk cId="1869888819" sldId="2079"/>
            <ac:spMk id="29" creationId="{A0E039FA-4039-2321-A363-F37B8195249D}"/>
          </ac:spMkLst>
        </pc:spChg>
        <pc:spChg chg="add del mod">
          <ac:chgData name="한나 조" userId="65a288ce2c9026c1" providerId="LiveId" clId="{C15A6EEB-526C-46C9-82AA-A02ABBD41001}" dt="2026-07-29T01:34:30.407" v="14854" actId="478"/>
          <ac:spMkLst>
            <pc:docMk/>
            <pc:sldMk cId="1869888819" sldId="2079"/>
            <ac:spMk id="30" creationId="{A767F9A0-71F6-5915-7E2B-09AAAA2A70D9}"/>
          </ac:spMkLst>
        </pc:spChg>
        <pc:spChg chg="add del mod">
          <ac:chgData name="한나 조" userId="65a288ce2c9026c1" providerId="LiveId" clId="{C15A6EEB-526C-46C9-82AA-A02ABBD41001}" dt="2026-07-28T07:32:33.184" v="14209" actId="478"/>
          <ac:spMkLst>
            <pc:docMk/>
            <pc:sldMk cId="1869888819" sldId="2079"/>
            <ac:spMk id="30" creationId="{C7CDA392-8FCC-C380-748F-B4BA384D44E1}"/>
          </ac:spMkLst>
        </pc:spChg>
        <pc:spChg chg="add del mod">
          <ac:chgData name="한나 조" userId="65a288ce2c9026c1" providerId="LiveId" clId="{C15A6EEB-526C-46C9-82AA-A02ABBD41001}" dt="2026-07-29T01:34:30.407" v="14854" actId="478"/>
          <ac:spMkLst>
            <pc:docMk/>
            <pc:sldMk cId="1869888819" sldId="2079"/>
            <ac:spMk id="31" creationId="{5E5C1249-D05F-1F7F-7028-62AA2D96EC60}"/>
          </ac:spMkLst>
        </pc:spChg>
        <pc:spChg chg="add mod">
          <ac:chgData name="한나 조" userId="65a288ce2c9026c1" providerId="LiveId" clId="{C15A6EEB-526C-46C9-82AA-A02ABBD41001}" dt="2026-07-29T01:52:12.627" v="15119" actId="1076"/>
          <ac:spMkLst>
            <pc:docMk/>
            <pc:sldMk cId="1869888819" sldId="2079"/>
            <ac:spMk id="33" creationId="{DDDB6039-9443-0494-E9AE-775FDF6DA65C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34" creationId="{B6B206EB-2075-D192-F8A6-C7A8F2DFA6B7}"/>
          </ac:spMkLst>
        </pc:spChg>
        <pc:spChg chg="mod topLvl">
          <ac:chgData name="한나 조" userId="65a288ce2c9026c1" providerId="LiveId" clId="{C15A6EEB-526C-46C9-82AA-A02ABBD41001}" dt="2026-07-28T03:01:18.835" v="13808" actId="14100"/>
          <ac:spMkLst>
            <pc:docMk/>
            <pc:sldMk cId="1869888819" sldId="2079"/>
            <ac:spMk id="35" creationId="{24E8FCAB-4BBC-8643-3B86-AE74285DC649}"/>
          </ac:spMkLst>
        </pc:spChg>
        <pc:spChg chg="del mod topLvl">
          <ac:chgData name="한나 조" userId="65a288ce2c9026c1" providerId="LiveId" clId="{C15A6EEB-526C-46C9-82AA-A02ABBD41001}" dt="2026-07-28T02:52:20.692" v="13531" actId="478"/>
          <ac:spMkLst>
            <pc:docMk/>
            <pc:sldMk cId="1869888819" sldId="2079"/>
            <ac:spMk id="36" creationId="{F8E1FD34-C468-94AF-A359-22F10996D827}"/>
          </ac:spMkLst>
        </pc:spChg>
        <pc:spChg chg="add del mod">
          <ac:chgData name="한나 조" userId="65a288ce2c9026c1" providerId="LiveId" clId="{C15A6EEB-526C-46C9-82AA-A02ABBD41001}" dt="2026-07-29T01:30:43.883" v="14815" actId="21"/>
          <ac:spMkLst>
            <pc:docMk/>
            <pc:sldMk cId="1869888819" sldId="2079"/>
            <ac:spMk id="37" creationId="{5C0ACB44-7011-76E9-CC8F-5C3A2A1B4080}"/>
          </ac:spMkLst>
        </pc:spChg>
        <pc:spChg chg="add del mod">
          <ac:chgData name="한나 조" userId="65a288ce2c9026c1" providerId="LiveId" clId="{C15A6EEB-526C-46C9-82AA-A02ABBD41001}" dt="2026-07-29T01:32:15.007" v="14828" actId="14100"/>
          <ac:spMkLst>
            <pc:docMk/>
            <pc:sldMk cId="1869888819" sldId="2079"/>
            <ac:spMk id="43" creationId="{7465691B-09CE-A74D-3B80-E2F3E84D9D1D}"/>
          </ac:spMkLst>
        </pc:spChg>
        <pc:spChg chg="add del mod">
          <ac:chgData name="한나 조" userId="65a288ce2c9026c1" providerId="LiveId" clId="{C15A6EEB-526C-46C9-82AA-A02ABBD41001}" dt="2026-07-29T01:30:43.883" v="14815" actId="21"/>
          <ac:spMkLst>
            <pc:docMk/>
            <pc:sldMk cId="1869888819" sldId="2079"/>
            <ac:spMk id="45" creationId="{B33E377F-EA3A-F0AD-3E63-9620F2AEB544}"/>
          </ac:spMkLst>
        </pc:spChg>
        <pc:spChg chg="add del mod">
          <ac:chgData name="한나 조" userId="65a288ce2c9026c1" providerId="LiveId" clId="{C15A6EEB-526C-46C9-82AA-A02ABBD41001}" dt="2026-07-29T01:40:27.815" v="14876" actId="20577"/>
          <ac:spMkLst>
            <pc:docMk/>
            <pc:sldMk cId="1869888819" sldId="2079"/>
            <ac:spMk id="46" creationId="{F8865101-41F2-488E-A13A-8E3D339C7B7F}"/>
          </ac:spMkLst>
        </pc:spChg>
        <pc:spChg chg="add del mod">
          <ac:chgData name="한나 조" userId="65a288ce2c9026c1" providerId="LiveId" clId="{C15A6EEB-526C-46C9-82AA-A02ABBD41001}" dt="2026-07-29T01:40:29.622" v="14878" actId="20577"/>
          <ac:spMkLst>
            <pc:docMk/>
            <pc:sldMk cId="1869888819" sldId="2079"/>
            <ac:spMk id="47" creationId="{22D19C6F-B88B-2000-09CF-D359A61F46A0}"/>
          </ac:spMkLst>
        </pc:spChg>
        <pc:spChg chg="add del mod">
          <ac:chgData name="한나 조" userId="65a288ce2c9026c1" providerId="LiveId" clId="{C15A6EEB-526C-46C9-82AA-A02ABBD41001}" dt="2026-07-29T01:30:21.670" v="14810" actId="478"/>
          <ac:spMkLst>
            <pc:docMk/>
            <pc:sldMk cId="1869888819" sldId="2079"/>
            <ac:spMk id="48" creationId="{E2B617D9-CA01-3AE7-68AE-720EE590DC6C}"/>
          </ac:spMkLst>
        </pc:spChg>
        <pc:spChg chg="add del mod">
          <ac:chgData name="한나 조" userId="65a288ce2c9026c1" providerId="LiveId" clId="{C15A6EEB-526C-46C9-82AA-A02ABBD41001}" dt="2026-07-29T01:30:24.722" v="14811" actId="478"/>
          <ac:spMkLst>
            <pc:docMk/>
            <pc:sldMk cId="1869888819" sldId="2079"/>
            <ac:spMk id="49" creationId="{6DDF82CC-9B8B-C49E-21E6-337D4A67016D}"/>
          </ac:spMkLst>
        </pc:spChg>
        <pc:spChg chg="mod">
          <ac:chgData name="한나 조" userId="65a288ce2c9026c1" providerId="LiveId" clId="{C15A6EEB-526C-46C9-82AA-A02ABBD41001}" dt="2026-07-29T01:32:45.030" v="14834" actId="164"/>
          <ac:spMkLst>
            <pc:docMk/>
            <pc:sldMk cId="1869888819" sldId="2079"/>
            <ac:spMk id="51" creationId="{1AAD7652-EFF5-BB54-03F0-718AACB52F0B}"/>
          </ac:spMkLst>
        </pc:spChg>
        <pc:spChg chg="add del mod">
          <ac:chgData name="한나 조" userId="65a288ce2c9026c1" providerId="LiveId" clId="{C15A6EEB-526C-46C9-82AA-A02ABBD41001}" dt="2026-07-28T03:01:07.878" v="13807" actId="478"/>
          <ac:spMkLst>
            <pc:docMk/>
            <pc:sldMk cId="1869888819" sldId="2079"/>
            <ac:spMk id="51" creationId="{4BEA9BAA-F206-1F06-061D-10D39743891D}"/>
          </ac:spMkLst>
        </pc:spChg>
        <pc:spChg chg="add del mod">
          <ac:chgData name="한나 조" userId="65a288ce2c9026c1" providerId="LiveId" clId="{C15A6EEB-526C-46C9-82AA-A02ABBD41001}" dt="2026-07-28T03:01:07.878" v="13807" actId="478"/>
          <ac:spMkLst>
            <pc:docMk/>
            <pc:sldMk cId="1869888819" sldId="2079"/>
            <ac:spMk id="53" creationId="{398304B8-970B-63C0-C270-AFC135327AA0}"/>
          </ac:spMkLst>
        </pc:spChg>
        <pc:spChg chg="add del mod">
          <ac:chgData name="한나 조" userId="65a288ce2c9026c1" providerId="LiveId" clId="{C15A6EEB-526C-46C9-82AA-A02ABBD41001}" dt="2026-07-29T01:30:43.883" v="14815" actId="21"/>
          <ac:spMkLst>
            <pc:docMk/>
            <pc:sldMk cId="1869888819" sldId="2079"/>
            <ac:spMk id="56" creationId="{78B1AFB1-0215-2483-A84C-BD51A2AE7B8B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58" creationId="{941B025B-782A-F51C-3219-1E060EF5C5B0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59" creationId="{635F3D9B-902C-1309-09F6-44C8A1603358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60" creationId="{693F64A4-A689-73CE-E9EC-E7F0CEAC1DA0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62" creationId="{9B9B65D6-16D3-AD8C-8EC0-A3B589324A83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66" creationId="{6D511CB5-502B-674F-7118-12614EC01786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81" creationId="{D566F765-D138-FEB5-16F7-4EF382F18A32}"/>
          </ac:spMkLst>
        </pc:spChg>
        <pc:spChg chg="mod">
          <ac:chgData name="한나 조" userId="65a288ce2c9026c1" providerId="LiveId" clId="{C15A6EEB-526C-46C9-82AA-A02ABBD41001}" dt="2026-07-29T01:34:47.296" v="14855" actId="165"/>
          <ac:spMkLst>
            <pc:docMk/>
            <pc:sldMk cId="1869888819" sldId="2079"/>
            <ac:spMk id="83" creationId="{3D1A0619-E982-B3B1-E29E-964BE0F3928D}"/>
          </ac:spMkLst>
        </pc:spChg>
        <pc:spChg chg="mod">
          <ac:chgData name="한나 조" userId="65a288ce2c9026c1" providerId="LiveId" clId="{C15A6EEB-526C-46C9-82AA-A02ABBD41001}" dt="2026-07-29T01:34:47.296" v="14855" actId="165"/>
          <ac:spMkLst>
            <pc:docMk/>
            <pc:sldMk cId="1869888819" sldId="2079"/>
            <ac:spMk id="96" creationId="{C1506F62-60DC-F0C3-F564-374970C3FD3A}"/>
          </ac:spMkLst>
        </pc:spChg>
        <pc:spChg chg="mod">
          <ac:chgData name="한나 조" userId="65a288ce2c9026c1" providerId="LiveId" clId="{C15A6EEB-526C-46C9-82AA-A02ABBD41001}" dt="2026-07-29T01:34:51.756" v="14857" actId="1036"/>
          <ac:spMkLst>
            <pc:docMk/>
            <pc:sldMk cId="1869888819" sldId="2079"/>
            <ac:spMk id="110" creationId="{171801CA-3238-CCA5-8AFF-CB771323C8DD}"/>
          </ac:spMkLst>
        </pc:spChg>
        <pc:spChg chg="mod">
          <ac:chgData name="한나 조" userId="65a288ce2c9026c1" providerId="LiveId" clId="{C15A6EEB-526C-46C9-82AA-A02ABBD41001}" dt="2026-07-29T01:34:47.296" v="14855" actId="165"/>
          <ac:spMkLst>
            <pc:docMk/>
            <pc:sldMk cId="1869888819" sldId="2079"/>
            <ac:spMk id="113" creationId="{97B9A6F5-F5A6-0C96-4FAB-EB1460A9FAC4}"/>
          </ac:spMkLst>
        </pc:spChg>
        <pc:spChg chg="mod">
          <ac:chgData name="한나 조" userId="65a288ce2c9026c1" providerId="LiveId" clId="{C15A6EEB-526C-46C9-82AA-A02ABBD41001}" dt="2026-07-29T01:34:47.296" v="14855" actId="165"/>
          <ac:spMkLst>
            <pc:docMk/>
            <pc:sldMk cId="1869888819" sldId="2079"/>
            <ac:spMk id="123" creationId="{E978D575-7A0E-5C3A-5424-A5576C9BDACF}"/>
          </ac:spMkLst>
        </pc:spChg>
        <pc:grpChg chg="add del mod">
          <ac:chgData name="한나 조" userId="65a288ce2c9026c1" providerId="LiveId" clId="{C15A6EEB-526C-46C9-82AA-A02ABBD41001}" dt="2026-07-28T02:50:27.406" v="13481" actId="165"/>
          <ac:grpSpMkLst>
            <pc:docMk/>
            <pc:sldMk cId="1869888819" sldId="2079"/>
            <ac:grpSpMk id="2" creationId="{89CC8168-4F77-A528-89D7-1677192A1527}"/>
          </ac:grpSpMkLst>
        </pc:grpChg>
        <pc:grpChg chg="add mod">
          <ac:chgData name="한나 조" userId="65a288ce2c9026c1" providerId="LiveId" clId="{C15A6EEB-526C-46C9-82AA-A02ABBD41001}" dt="2026-07-29T01:32:23.013" v="14829" actId="1076"/>
          <ac:grpSpMkLst>
            <pc:docMk/>
            <pc:sldMk cId="1869888819" sldId="2079"/>
            <ac:grpSpMk id="3" creationId="{9785FB40-E378-1BBA-C295-EAF1A962E2BA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7" creationId="{3120376B-19BE-ECF0-381B-FFD301F979C0}"/>
          </ac:grpSpMkLst>
        </pc:grpChg>
        <pc:grpChg chg="add 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15" creationId="{88BF3F4C-84D5-B91C-18A0-8FF02669B554}"/>
          </ac:grpSpMkLst>
        </pc:grpChg>
        <pc:grpChg chg="del mod topLvl">
          <ac:chgData name="한나 조" userId="65a288ce2c9026c1" providerId="LiveId" clId="{C15A6EEB-526C-46C9-82AA-A02ABBD41001}" dt="2026-07-28T02:50:28.875" v="13482" actId="478"/>
          <ac:grpSpMkLst>
            <pc:docMk/>
            <pc:sldMk cId="1869888819" sldId="2079"/>
            <ac:grpSpMk id="18" creationId="{84632781-0B97-CDA4-F870-87746A7D62FA}"/>
          </ac:grpSpMkLst>
        </pc:grpChg>
        <pc:grpChg chg="add mod">
          <ac:chgData name="한나 조" userId="65a288ce2c9026c1" providerId="LiveId" clId="{C15A6EEB-526C-46C9-82AA-A02ABBD41001}" dt="2026-07-29T01:34:21.309" v="14852" actId="1076"/>
          <ac:grpSpMkLst>
            <pc:docMk/>
            <pc:sldMk cId="1869888819" sldId="2079"/>
            <ac:grpSpMk id="20" creationId="{2F4D934D-2BB9-BB62-B2B9-A0894A6407EF}"/>
          </ac:grpSpMkLst>
        </pc:grpChg>
        <pc:grpChg chg="add del mod">
          <ac:chgData name="한나 조" userId="65a288ce2c9026c1" providerId="LiveId" clId="{C15A6EEB-526C-46C9-82AA-A02ABBD41001}" dt="2026-07-29T01:34:30.407" v="14854" actId="478"/>
          <ac:grpSpMkLst>
            <pc:docMk/>
            <pc:sldMk cId="1869888819" sldId="2079"/>
            <ac:grpSpMk id="23" creationId="{D9B390B1-2CCD-1911-4E59-D9783B845472}"/>
          </ac:grpSpMkLst>
        </pc:grpChg>
        <pc:grpChg chg="add del mod">
          <ac:chgData name="한나 조" userId="65a288ce2c9026c1" providerId="LiveId" clId="{C15A6EEB-526C-46C9-82AA-A02ABBD41001}" dt="2026-07-28T07:32:46.495" v="14212" actId="21"/>
          <ac:grpSpMkLst>
            <pc:docMk/>
            <pc:sldMk cId="1869888819" sldId="2079"/>
            <ac:grpSpMk id="31" creationId="{D4A4C2B9-939C-5968-DAA3-E60E986CF0E0}"/>
          </ac:grpSpMkLst>
        </pc:grpChg>
        <pc:grpChg chg="add del mod topLvl">
          <ac:chgData name="한나 조" userId="65a288ce2c9026c1" providerId="LiveId" clId="{C15A6EEB-526C-46C9-82AA-A02ABBD41001}" dt="2026-07-29T01:30:24.722" v="14811" actId="478"/>
          <ac:grpSpMkLst>
            <pc:docMk/>
            <pc:sldMk cId="1869888819" sldId="2079"/>
            <ac:grpSpMk id="41" creationId="{05AEAD87-8486-F77C-FFE1-1455DF1E3A97}"/>
          </ac:grpSpMkLst>
        </pc:grpChg>
        <pc:grpChg chg="add del mod">
          <ac:chgData name="한나 조" userId="65a288ce2c9026c1" providerId="LiveId" clId="{C15A6EEB-526C-46C9-82AA-A02ABBD41001}" dt="2026-07-28T02:52:20.692" v="13531" actId="478"/>
          <ac:grpSpMkLst>
            <pc:docMk/>
            <pc:sldMk cId="1869888819" sldId="2079"/>
            <ac:grpSpMk id="42" creationId="{02436D71-36A3-4FD8-EB73-212D5CA8F675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44" creationId="{E2584E7D-0325-815C-9564-7DA28F6EE02E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86" creationId="{4D0FD5E4-06F9-BA61-91EF-627A7CDB7480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87" creationId="{4B75A4D7-6D75-5590-B5A9-DF844596D386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105" creationId="{F2A28561-AC53-6013-C5AE-88EC69312BC7}"/>
          </ac:grpSpMkLst>
        </pc:grpChg>
        <pc:grpChg chg="mod">
          <ac:chgData name="한나 조" userId="65a288ce2c9026c1" providerId="LiveId" clId="{C15A6EEB-526C-46C9-82AA-A02ABBD41001}" dt="2026-07-29T01:32:45.030" v="14834" actId="164"/>
          <ac:grpSpMkLst>
            <pc:docMk/>
            <pc:sldMk cId="1869888819" sldId="2079"/>
            <ac:grpSpMk id="240" creationId="{D7C7CEEE-1998-F0C2-912B-862A47D07BC0}"/>
          </ac:grpSpMkLst>
        </pc:grpChg>
        <pc:graphicFrameChg chg="add mod modGraphic">
          <ac:chgData name="한나 조" userId="65a288ce2c9026c1" providerId="LiveId" clId="{C15A6EEB-526C-46C9-82AA-A02ABBD41001}" dt="2026-07-29T01:43:07.336" v="14945" actId="20577"/>
          <ac:graphicFrameMkLst>
            <pc:docMk/>
            <pc:sldMk cId="1869888819" sldId="2079"/>
            <ac:graphicFrameMk id="13" creationId="{703079E7-9D5D-5A3A-D60F-085C267C19CE}"/>
          </ac:graphicFrameMkLst>
        </pc:graphicFrameChg>
        <pc:picChg chg="add del mod">
          <ac:chgData name="한나 조" userId="65a288ce2c9026c1" providerId="LiveId" clId="{C15A6EEB-526C-46C9-82AA-A02ABBD41001}" dt="2026-07-28T02:26:25.963" v="13460" actId="478"/>
          <ac:picMkLst>
            <pc:docMk/>
            <pc:sldMk cId="1869888819" sldId="2079"/>
            <ac:picMk id="3" creationId="{30604761-EEAE-61DC-FE4C-C1AC998EFF44}"/>
          </ac:picMkLst>
        </pc:picChg>
        <pc:picChg chg="mod">
          <ac:chgData name="한나 조" userId="65a288ce2c9026c1" providerId="LiveId" clId="{C15A6EEB-526C-46C9-82AA-A02ABBD41001}" dt="2026-07-28T02:50:27.406" v="13481" actId="165"/>
          <ac:picMkLst>
            <pc:docMk/>
            <pc:sldMk cId="1869888819" sldId="2079"/>
            <ac:picMk id="26" creationId="{D1ACA7D9-9E81-E707-25CE-F685AA535B8E}"/>
          </ac:picMkLst>
        </pc:picChg>
        <pc:picChg chg="mod">
          <ac:chgData name="한나 조" userId="65a288ce2c9026c1" providerId="LiveId" clId="{C15A6EEB-526C-46C9-82AA-A02ABBD41001}" dt="2026-07-29T01:34:17.019" v="14851"/>
          <ac:picMkLst>
            <pc:docMk/>
            <pc:sldMk cId="1869888819" sldId="2079"/>
            <ac:picMk id="28" creationId="{D84564A6-C883-ED94-64CA-4F9A64A514D6}"/>
          </ac:picMkLst>
        </pc:picChg>
        <pc:picChg chg="add mod">
          <ac:chgData name="한나 조" userId="65a288ce2c9026c1" providerId="LiveId" clId="{C15A6EEB-526C-46C9-82AA-A02ABBD41001}" dt="2026-07-28T02:53:03.595" v="13541" actId="1036"/>
          <ac:picMkLst>
            <pc:docMk/>
            <pc:sldMk cId="1869888819" sldId="2079"/>
            <ac:picMk id="38" creationId="{816ECB49-4C04-148A-D7CF-BC8160112FDA}"/>
          </ac:picMkLst>
        </pc:picChg>
        <pc:cxnChg chg="add mod">
          <ac:chgData name="한나 조" userId="65a288ce2c9026c1" providerId="LiveId" clId="{C15A6EEB-526C-46C9-82AA-A02ABBD41001}" dt="2026-07-29T01:32:48.876" v="14836" actId="1036"/>
          <ac:cxnSpMkLst>
            <pc:docMk/>
            <pc:sldMk cId="1869888819" sldId="2079"/>
            <ac:cxnSpMk id="2" creationId="{15F1AC1F-781D-FED2-8FF5-4806E4AB1BB5}"/>
          </ac:cxnSpMkLst>
        </pc:cxnChg>
        <pc:cxnChg chg="del mod">
          <ac:chgData name="한나 조" userId="65a288ce2c9026c1" providerId="LiveId" clId="{C15A6EEB-526C-46C9-82AA-A02ABBD41001}" dt="2026-07-28T07:32:44.127" v="14211" actId="478"/>
          <ac:cxnSpMkLst>
            <pc:docMk/>
            <pc:sldMk cId="1869888819" sldId="2079"/>
            <ac:cxnSpMk id="12" creationId="{50949BE7-0531-6793-5AF0-96F82D2C6D43}"/>
          </ac:cxnSpMkLst>
        </pc:cxnChg>
        <pc:cxnChg chg="mod">
          <ac:chgData name="한나 조" userId="65a288ce2c9026c1" providerId="LiveId" clId="{C15A6EEB-526C-46C9-82AA-A02ABBD41001}" dt="2026-07-28T02:50:27.406" v="13481" actId="165"/>
          <ac:cxnSpMkLst>
            <pc:docMk/>
            <pc:sldMk cId="1869888819" sldId="2079"/>
            <ac:cxnSpMk id="27" creationId="{2949629D-3752-5381-3612-CC75911234EF}"/>
          </ac:cxnSpMkLst>
        </pc:cxnChg>
        <pc:cxnChg chg="add mod">
          <ac:chgData name="한나 조" userId="65a288ce2c9026c1" providerId="LiveId" clId="{C15A6EEB-526C-46C9-82AA-A02ABBD41001}" dt="2026-07-28T03:01:22.500" v="13809" actId="14100"/>
          <ac:cxnSpMkLst>
            <pc:docMk/>
            <pc:sldMk cId="1869888819" sldId="2079"/>
            <ac:cxnSpMk id="40" creationId="{C254DBCC-BB30-24F5-2A31-53FEFF833478}"/>
          </ac:cxnSpMkLst>
        </pc:cxnChg>
      </pc:sldChg>
      <pc:sldChg chg="addSp delSp modSp add mod">
        <pc:chgData name="한나 조" userId="65a288ce2c9026c1" providerId="LiveId" clId="{C15A6EEB-526C-46C9-82AA-A02ABBD41001}" dt="2026-07-29T01:54:47.558" v="15348" actId="2165"/>
        <pc:sldMkLst>
          <pc:docMk/>
          <pc:sldMk cId="2286763176" sldId="2080"/>
        </pc:sldMkLst>
        <pc:spChg chg="add del mod">
          <ac:chgData name="한나 조" userId="65a288ce2c9026c1" providerId="LiveId" clId="{C15A6EEB-526C-46C9-82AA-A02ABBD41001}" dt="2026-07-28T07:34:22.098" v="14235" actId="478"/>
          <ac:spMkLst>
            <pc:docMk/>
            <pc:sldMk cId="2286763176" sldId="2080"/>
            <ac:spMk id="3" creationId="{A620F4C7-946F-BA23-30D0-A836ABB715DD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4" creationId="{E094AD4F-6CE8-330C-2716-B368BA0D25BE}"/>
          </ac:spMkLst>
        </pc:spChg>
        <pc:spChg chg="add del mod">
          <ac:chgData name="한나 조" userId="65a288ce2c9026c1" providerId="LiveId" clId="{C15A6EEB-526C-46C9-82AA-A02ABBD41001}" dt="2026-07-29T01:32:28.642" v="14830" actId="21"/>
          <ac:spMkLst>
            <pc:docMk/>
            <pc:sldMk cId="2286763176" sldId="2080"/>
            <ac:spMk id="5" creationId="{2AA1E741-D509-993B-D912-A2600E486D08}"/>
          </ac:spMkLst>
        </pc:spChg>
        <pc:spChg chg="mod">
          <ac:chgData name="한나 조" userId="65a288ce2c9026c1" providerId="LiveId" clId="{C15A6EEB-526C-46C9-82AA-A02ABBD41001}" dt="2026-07-27T02:42:20.118" v="7597"/>
          <ac:spMkLst>
            <pc:docMk/>
            <pc:sldMk cId="2286763176" sldId="2080"/>
            <ac:spMk id="7" creationId="{1DF7BF83-0618-0E75-D053-B7AC2A7FC9C9}"/>
          </ac:spMkLst>
        </pc:spChg>
        <pc:spChg chg="mod">
          <ac:chgData name="한나 조" userId="65a288ce2c9026c1" providerId="LiveId" clId="{C15A6EEB-526C-46C9-82AA-A02ABBD41001}" dt="2026-07-27T02:43:49.698" v="7673" actId="1037"/>
          <ac:spMkLst>
            <pc:docMk/>
            <pc:sldMk cId="2286763176" sldId="2080"/>
            <ac:spMk id="8" creationId="{57EA0D10-441E-1998-74D1-ACB0F9B8173B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9" creationId="{6D60861D-9D08-7BA8-4E27-DD90F5984DB0}"/>
          </ac:spMkLst>
        </pc:spChg>
        <pc:spChg chg="add del mod">
          <ac:chgData name="한나 조" userId="65a288ce2c9026c1" providerId="LiveId" clId="{C15A6EEB-526C-46C9-82AA-A02ABBD41001}" dt="2026-07-28T07:34:22.098" v="14235" actId="478"/>
          <ac:spMkLst>
            <pc:docMk/>
            <pc:sldMk cId="2286763176" sldId="2080"/>
            <ac:spMk id="9" creationId="{AB05E42C-10F7-57A6-5597-5A662FAB7C0D}"/>
          </ac:spMkLst>
        </pc:spChg>
        <pc:spChg chg="add del mod">
          <ac:chgData name="한나 조" userId="65a288ce2c9026c1" providerId="LiveId" clId="{C15A6EEB-526C-46C9-82AA-A02ABBD41001}" dt="2026-07-29T01:32:28.642" v="14830" actId="21"/>
          <ac:spMkLst>
            <pc:docMk/>
            <pc:sldMk cId="2286763176" sldId="2080"/>
            <ac:spMk id="10" creationId="{F4AE9211-3D8F-9F49-4E03-C894F04CCE19}"/>
          </ac:spMkLst>
        </pc:spChg>
        <pc:spChg chg="add del mod">
          <ac:chgData name="한나 조" userId="65a288ce2c9026c1" providerId="LiveId" clId="{C15A6EEB-526C-46C9-82AA-A02ABBD41001}" dt="2026-07-29T01:32:28.642" v="14830" actId="21"/>
          <ac:spMkLst>
            <pc:docMk/>
            <pc:sldMk cId="2286763176" sldId="2080"/>
            <ac:spMk id="11" creationId="{AF1B2585-95B7-CBDC-E0A1-DC5AE448D068}"/>
          </ac:spMkLst>
        </pc:spChg>
        <pc:spChg chg="mod">
          <ac:chgData name="한나 조" userId="65a288ce2c9026c1" providerId="LiveId" clId="{C15A6EEB-526C-46C9-82AA-A02ABBD41001}" dt="2026-07-27T02:43:04.756" v="7655" actId="14100"/>
          <ac:spMkLst>
            <pc:docMk/>
            <pc:sldMk cId="2286763176" sldId="2080"/>
            <ac:spMk id="14" creationId="{4C248C61-D8CF-0CB0-9EC6-3F0A015546C5}"/>
          </ac:spMkLst>
        </pc:spChg>
        <pc:spChg chg="mod">
          <ac:chgData name="한나 조" userId="65a288ce2c9026c1" providerId="LiveId" clId="{C15A6EEB-526C-46C9-82AA-A02ABBD41001}" dt="2026-07-27T02:43:23.777" v="7662" actId="14100"/>
          <ac:spMkLst>
            <pc:docMk/>
            <pc:sldMk cId="2286763176" sldId="2080"/>
            <ac:spMk id="15" creationId="{070542FC-2040-54B3-05E0-5AF5D8D22E14}"/>
          </ac:spMkLst>
        </pc:spChg>
        <pc:spChg chg="mod">
          <ac:chgData name="한나 조" userId="65a288ce2c9026c1" providerId="LiveId" clId="{C15A6EEB-526C-46C9-82AA-A02ABBD41001}" dt="2026-07-27T02:42:20.118" v="7597"/>
          <ac:spMkLst>
            <pc:docMk/>
            <pc:sldMk cId="2286763176" sldId="2080"/>
            <ac:spMk id="17" creationId="{F1BFB34C-294B-04E1-B5C0-57B1FB08A701}"/>
          </ac:spMkLst>
        </pc:spChg>
        <pc:spChg chg="mod">
          <ac:chgData name="한나 조" userId="65a288ce2c9026c1" providerId="LiveId" clId="{C15A6EEB-526C-46C9-82AA-A02ABBD41001}" dt="2026-07-27T02:43:42.575" v="7671" actId="1037"/>
          <ac:spMkLst>
            <pc:docMk/>
            <pc:sldMk cId="2286763176" sldId="2080"/>
            <ac:spMk id="19" creationId="{BF18D908-E46A-B062-66B0-13FAEB6832C7}"/>
          </ac:spMkLst>
        </pc:spChg>
        <pc:spChg chg="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21" creationId="{1EE3DA93-7A3E-4D9E-EDB9-F723FC577DBE}"/>
          </ac:spMkLst>
        </pc:spChg>
        <pc:spChg chg="mod">
          <ac:chgData name="한나 조" userId="65a288ce2c9026c1" providerId="LiveId" clId="{C15A6EEB-526C-46C9-82AA-A02ABBD41001}" dt="2026-07-27T02:43:45.158" v="7672" actId="1037"/>
          <ac:spMkLst>
            <pc:docMk/>
            <pc:sldMk cId="2286763176" sldId="2080"/>
            <ac:spMk id="22" creationId="{B5387203-5C91-844C-969F-5021A13F4089}"/>
          </ac:spMkLst>
        </pc:spChg>
        <pc:spChg chg="add mod">
          <ac:chgData name="한나 조" userId="65a288ce2c9026c1" providerId="LiveId" clId="{C15A6EEB-526C-46C9-82AA-A02ABBD41001}" dt="2026-07-29T01:53:11.906" v="15136" actId="20577"/>
          <ac:spMkLst>
            <pc:docMk/>
            <pc:sldMk cId="2286763176" sldId="2080"/>
            <ac:spMk id="23" creationId="{E7D7F646-E2DD-5B24-EF6D-609A67FA4416}"/>
          </ac:spMkLst>
        </pc:spChg>
        <pc:spChg chg="add del mod">
          <ac:chgData name="한나 조" userId="65a288ce2c9026c1" providerId="LiveId" clId="{C15A6EEB-526C-46C9-82AA-A02ABBD41001}" dt="2026-07-28T03:14:47.724" v="13819" actId="478"/>
          <ac:spMkLst>
            <pc:docMk/>
            <pc:sldMk cId="2286763176" sldId="2080"/>
            <ac:spMk id="24" creationId="{6D5A4394-6729-C657-87D0-981142E45F38}"/>
          </ac:spMkLst>
        </pc:spChg>
        <pc:spChg chg="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27" creationId="{BD2DB9CF-18EE-D3AD-2D61-C733C3BE425D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27" creationId="{F7F9B487-17D8-69C3-DB66-52AD7EB5BF26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28" creationId="{6D60861D-9D08-7BA8-4E27-DD90F5984DB0}"/>
          </ac:spMkLst>
        </pc:spChg>
        <pc:spChg chg="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30" creationId="{BD2DB9CF-18EE-D3AD-2D61-C733C3BE425D}"/>
          </ac:spMkLst>
        </pc:spChg>
        <pc:spChg chg="mod">
          <ac:chgData name="한나 조" userId="65a288ce2c9026c1" providerId="LiveId" clId="{C15A6EEB-526C-46C9-82AA-A02ABBD41001}" dt="2026-07-28T03:14:45.273" v="13818" actId="14100"/>
          <ac:spMkLst>
            <pc:docMk/>
            <pc:sldMk cId="2286763176" sldId="2080"/>
            <ac:spMk id="32" creationId="{F494AEDE-89FD-0D37-3E53-A530566E142D}"/>
          </ac:spMkLst>
        </pc:spChg>
        <pc:spChg chg="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35" creationId="{24CF0E72-8829-4D72-C140-C46A599D1368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40" creationId="{3F6B9343-38CB-F67E-2A42-9A22BD7F491F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41" creationId="{F7A2EF35-E191-36D2-2967-BF2F042FD8C2}"/>
          </ac:spMkLst>
        </pc:spChg>
        <pc:spChg chg="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42" creationId="{24CF0E72-8829-4D72-C140-C46A599D1368}"/>
          </ac:spMkLst>
        </pc:spChg>
        <pc:spChg chg="mod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42" creationId="{4AE19FDC-6BC4-481B-ADCA-E141F1115175}"/>
          </ac:spMkLst>
        </pc:spChg>
        <pc:spChg chg="add del mod ord">
          <ac:chgData name="한나 조" userId="65a288ce2c9026c1" providerId="LiveId" clId="{C15A6EEB-526C-46C9-82AA-A02ABBD41001}" dt="2026-07-29T01:32:28.642" v="14830" actId="21"/>
          <ac:spMkLst>
            <pc:docMk/>
            <pc:sldMk cId="2286763176" sldId="2080"/>
            <ac:spMk id="43" creationId="{8D4ADC44-277E-7024-2D65-2579F65779ED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47" creationId="{5E14FB32-BFCF-F8B6-D66B-34AE0A45CB51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48" creationId="{8D93421B-7674-1165-3080-ADCD8DEB148C}"/>
          </ac:spMkLst>
        </pc:spChg>
        <pc:spChg chg="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50" creationId="{0B8ED9C2-0040-F735-2124-6A49525B5F5B}"/>
          </ac:spMkLst>
        </pc:spChg>
        <pc:spChg chg="del mod topLvl">
          <ac:chgData name="한나 조" userId="65a288ce2c9026c1" providerId="LiveId" clId="{C15A6EEB-526C-46C9-82AA-A02ABBD41001}" dt="2026-07-29T01:32:28.642" v="14830" actId="21"/>
          <ac:spMkLst>
            <pc:docMk/>
            <pc:sldMk cId="2286763176" sldId="2080"/>
            <ac:spMk id="51" creationId="{1AAD7652-EFF5-BB54-03F0-718AACB52F0B}"/>
          </ac:spMkLst>
        </pc:spChg>
        <pc:spChg chg="add mod">
          <ac:chgData name="한나 조" userId="65a288ce2c9026c1" providerId="LiveId" clId="{C15A6EEB-526C-46C9-82AA-A02ABBD41001}" dt="2026-07-29T01:49:29.826" v="14992" actId="1076"/>
          <ac:spMkLst>
            <pc:docMk/>
            <pc:sldMk cId="2286763176" sldId="2080"/>
            <ac:spMk id="53" creationId="{238CC353-173B-39D7-D515-E652CBA033BA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55" creationId="{3F6B9343-38CB-F67E-2A42-9A22BD7F491F}"/>
          </ac:spMkLst>
        </pc:spChg>
        <pc:spChg chg="mod">
          <ac:chgData name="한나 조" userId="65a288ce2c9026c1" providerId="LiveId" clId="{C15A6EEB-526C-46C9-82AA-A02ABBD41001}" dt="2026-07-29T01:48:15.113" v="14955" actId="20577"/>
          <ac:spMkLst>
            <pc:docMk/>
            <pc:sldMk cId="2286763176" sldId="2080"/>
            <ac:spMk id="55" creationId="{73289BC0-7FC7-8972-CC10-E8FC03048F24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57" creationId="{4AE19FDC-6BC4-481B-ADCA-E141F1115175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63" creationId="{5E14FB32-BFCF-F8B6-D66B-34AE0A45CB51}"/>
          </ac:spMkLst>
        </pc:spChg>
        <pc:spChg chg="add mod topLvl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66" creationId="{6D511CB5-502B-674F-7118-12614EC01786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67" creationId="{26949859-E016-229A-755E-B88D50ACCFB5}"/>
          </ac:spMkLst>
        </pc:spChg>
        <pc:spChg chg="add mod">
          <ac:chgData name="한나 조" userId="65a288ce2c9026c1" providerId="LiveId" clId="{C15A6EEB-526C-46C9-82AA-A02ABBD41001}" dt="2026-07-29T01:49:45.334" v="14998" actId="1076"/>
          <ac:spMkLst>
            <pc:docMk/>
            <pc:sldMk cId="2286763176" sldId="2080"/>
            <ac:spMk id="67" creationId="{508399FB-D559-CB48-38A2-D8402244AE1C}"/>
          </ac:spMkLst>
        </pc:spChg>
        <pc:spChg chg="add mod">
          <ac:chgData name="한나 조" userId="65a288ce2c9026c1" providerId="LiveId" clId="{C15A6EEB-526C-46C9-82AA-A02ABBD41001}" dt="2026-07-29T01:50:35.826" v="15029" actId="1035"/>
          <ac:spMkLst>
            <pc:docMk/>
            <pc:sldMk cId="2286763176" sldId="2080"/>
            <ac:spMk id="68" creationId="{231E9BDE-A865-1C4F-C281-BBD42949D9B2}"/>
          </ac:spMkLst>
        </pc:spChg>
        <pc:spChg chg="add mod">
          <ac:chgData name="한나 조" userId="65a288ce2c9026c1" providerId="LiveId" clId="{C15A6EEB-526C-46C9-82AA-A02ABBD41001}" dt="2026-07-28T07:34:40.383" v="14240" actId="1076"/>
          <ac:spMkLst>
            <pc:docMk/>
            <pc:sldMk cId="2286763176" sldId="2080"/>
            <ac:spMk id="68" creationId="{73289BC0-7FC7-8972-CC10-E8FC03048F24}"/>
          </ac:spMkLst>
        </pc:spChg>
        <pc:spChg chg="add mod">
          <ac:chgData name="한나 조" userId="65a288ce2c9026c1" providerId="LiveId" clId="{C15A6EEB-526C-46C9-82AA-A02ABBD41001}" dt="2026-07-29T01:52:58.787" v="15133" actId="1036"/>
          <ac:spMkLst>
            <pc:docMk/>
            <pc:sldMk cId="2286763176" sldId="2080"/>
            <ac:spMk id="69" creationId="{6A83ECE2-B44E-906D-C170-E952A09CA42E}"/>
          </ac:spMkLst>
        </pc:spChg>
        <pc:spChg chg="add mod">
          <ac:chgData name="한나 조" userId="65a288ce2c9026c1" providerId="LiveId" clId="{C15A6EEB-526C-46C9-82AA-A02ABBD41001}" dt="2026-07-29T01:53:18.675" v="15139" actId="1076"/>
          <ac:spMkLst>
            <pc:docMk/>
            <pc:sldMk cId="2286763176" sldId="2080"/>
            <ac:spMk id="70" creationId="{FC67D0D2-BC85-B864-E69B-2A2EDEC7170B}"/>
          </ac:spMkLst>
        </pc:spChg>
        <pc:spChg chg="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94" creationId="{A26D956E-1CC6-5249-7508-65E21A93F65F}"/>
          </ac:spMkLst>
        </pc:spChg>
        <pc:spChg chg="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96" creationId="{C1506F62-60DC-F0C3-F564-374970C3FD3A}"/>
          </ac:spMkLst>
        </pc:spChg>
        <pc:spChg chg="mod">
          <ac:chgData name="한나 조" userId="65a288ce2c9026c1" providerId="LiveId" clId="{C15A6EEB-526C-46C9-82AA-A02ABBD41001}" dt="2026-07-29T01:48:56.424" v="14963" actId="14100"/>
          <ac:spMkLst>
            <pc:docMk/>
            <pc:sldMk cId="2286763176" sldId="2080"/>
            <ac:spMk id="125" creationId="{E6F197F3-F52C-95F6-40C3-09EBB66DB84E}"/>
          </ac:spMkLst>
        </pc:spChg>
        <pc:spChg chg="add mod">
          <ac:chgData name="한나 조" userId="65a288ce2c9026c1" providerId="LiveId" clId="{C15A6EEB-526C-46C9-82AA-A02ABBD41001}" dt="2026-07-24T05:38:52.502" v="6074"/>
          <ac:spMkLst>
            <pc:docMk/>
            <pc:sldMk cId="2286763176" sldId="2080"/>
            <ac:spMk id="126" creationId="{5EADA035-2DD7-4223-5950-3A0CD741B6E2}"/>
          </ac:spMkLst>
        </pc:spChg>
        <pc:spChg chg="mod">
          <ac:chgData name="한나 조" userId="65a288ce2c9026c1" providerId="LiveId" clId="{C15A6EEB-526C-46C9-82AA-A02ABBD41001}" dt="2026-07-24T05:37:58.520" v="6000" actId="571"/>
          <ac:spMkLst>
            <pc:docMk/>
            <pc:sldMk cId="2286763176" sldId="2080"/>
            <ac:spMk id="128" creationId="{7EFA4C8B-2A8A-A2D1-030E-AB72DF150D12}"/>
          </ac:spMkLst>
        </pc:spChg>
        <pc:spChg chg="mod">
          <ac:chgData name="한나 조" userId="65a288ce2c9026c1" providerId="LiveId" clId="{C15A6EEB-526C-46C9-82AA-A02ABBD41001}" dt="2026-07-24T05:38:59.852" v="6097" actId="20577"/>
          <ac:spMkLst>
            <pc:docMk/>
            <pc:sldMk cId="2286763176" sldId="2080"/>
            <ac:spMk id="129" creationId="{84BA983C-3257-A294-9A2E-E8937C56ACC9}"/>
          </ac:spMkLst>
        </pc:spChg>
        <pc:spChg chg="mod">
          <ac:chgData name="한나 조" userId="65a288ce2c9026c1" providerId="LiveId" clId="{C15A6EEB-526C-46C9-82AA-A02ABBD41001}" dt="2026-07-24T05:49:19.088" v="6391" actId="14100"/>
          <ac:spMkLst>
            <pc:docMk/>
            <pc:sldMk cId="2286763176" sldId="2080"/>
            <ac:spMk id="131" creationId="{3EC976AF-CCEF-3A14-A00E-23B2CFF889C0}"/>
          </ac:spMkLst>
        </pc:spChg>
        <pc:spChg chg="mod">
          <ac:chgData name="한나 조" userId="65a288ce2c9026c1" providerId="LiveId" clId="{C15A6EEB-526C-46C9-82AA-A02ABBD41001}" dt="2026-07-24T05:44:07.460" v="6324" actId="20577"/>
          <ac:spMkLst>
            <pc:docMk/>
            <pc:sldMk cId="2286763176" sldId="2080"/>
            <ac:spMk id="132" creationId="{BF6571AC-A0A8-8D0A-586F-B9970FD7F6F9}"/>
          </ac:spMkLst>
        </pc:spChg>
        <pc:spChg chg="mod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133" creationId="{1B227C9C-5BFB-2B7D-CF4B-63AFD2967330}"/>
          </ac:spMkLst>
        </pc:spChg>
        <pc:spChg chg="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135" creationId="{D03A88FF-02FD-C309-B106-90C226DBAD9E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36" creationId="{B7FD7FC1-E216-07B3-F2F0-E53046CDAFB6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37" creationId="{6E788773-2B12-CA8F-A0E5-504A9AF16101}"/>
          </ac:spMkLst>
        </pc:spChg>
        <pc:spChg chg="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138" creationId="{1B3AFA67-9AEB-4036-2203-C6216CE3F7EC}"/>
          </ac:spMkLst>
        </pc:spChg>
        <pc:spChg chg="mod">
          <ac:chgData name="한나 조" userId="65a288ce2c9026c1" providerId="LiveId" clId="{C15A6EEB-526C-46C9-82AA-A02ABBD41001}" dt="2026-07-27T01:58:54.771" v="7590" actId="1076"/>
          <ac:spMkLst>
            <pc:docMk/>
            <pc:sldMk cId="2286763176" sldId="2080"/>
            <ac:spMk id="140" creationId="{830EC843-A7A2-5ECC-7693-E0958F9F45A7}"/>
          </ac:spMkLst>
        </pc:spChg>
        <pc:spChg chg="mod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141" creationId="{795A6FA1-966A-FD65-E438-62DB72BF1741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42" creationId="{16CD11BD-8BF8-8B13-DFEA-65BDB57FB907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46" creationId="{E11A9C29-3767-5813-8AF3-D6912B0C5A9D}"/>
          </ac:spMkLst>
        </pc:spChg>
        <pc:spChg chg="mod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148" creationId="{AD8C7730-E554-7EBA-27E0-EEB06935D2C1}"/>
          </ac:spMkLst>
        </pc:spChg>
        <pc:spChg chg="mod">
          <ac:chgData name="한나 조" userId="65a288ce2c9026c1" providerId="LiveId" clId="{C15A6EEB-526C-46C9-82AA-A02ABBD41001}" dt="2026-07-24T05:40:07.882" v="6136"/>
          <ac:spMkLst>
            <pc:docMk/>
            <pc:sldMk cId="2286763176" sldId="2080"/>
            <ac:spMk id="150" creationId="{75FD62BD-8CEF-DA78-241F-C37F20CAE34B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54" creationId="{2982DD06-B233-3C06-F23E-A4C9818808EF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56" creationId="{9C73CEFE-E9A8-4F4E-B45A-015E3F728038}"/>
          </ac:spMkLst>
        </pc:spChg>
        <pc:spChg chg="mod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158" creationId="{E57D444D-D309-375E-5779-8AE78E4ED024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62" creationId="{73C640CC-BFC2-326B-9961-248D4C2CD442}"/>
          </ac:spMkLst>
        </pc:spChg>
        <pc:spChg chg="mod">
          <ac:chgData name="한나 조" userId="65a288ce2c9026c1" providerId="LiveId" clId="{C15A6EEB-526C-46C9-82AA-A02ABBD41001}" dt="2026-07-27T01:58:54.771" v="7590" actId="1076"/>
          <ac:spMkLst>
            <pc:docMk/>
            <pc:sldMk cId="2286763176" sldId="2080"/>
            <ac:spMk id="164" creationId="{BA79E9BA-D4B6-F411-69D0-FC0016FC09A0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65" creationId="{94A76717-FAA8-AF19-BAE7-1FA400845AAB}"/>
          </ac:spMkLst>
        </pc:spChg>
        <pc:spChg chg="mod">
          <ac:chgData name="한나 조" userId="65a288ce2c9026c1" providerId="LiveId" clId="{C15A6EEB-526C-46C9-82AA-A02ABBD41001}" dt="2026-07-27T01:58:45.467" v="7589" actId="1076"/>
          <ac:spMkLst>
            <pc:docMk/>
            <pc:sldMk cId="2286763176" sldId="2080"/>
            <ac:spMk id="170" creationId="{9ACAB4F1-2BC9-51AE-18AD-6C3A5A2B7C92}"/>
          </ac:spMkLst>
        </pc:spChg>
        <pc:spChg chg="mod">
          <ac:chgData name="한나 조" userId="65a288ce2c9026c1" providerId="LiveId" clId="{C15A6EEB-526C-46C9-82AA-A02ABBD41001}" dt="2026-07-29T01:50:29.505" v="15020" actId="1035"/>
          <ac:spMkLst>
            <pc:docMk/>
            <pc:sldMk cId="2286763176" sldId="2080"/>
            <ac:spMk id="172" creationId="{FCADD94D-2AF6-BD64-0C86-ED4C3E8F03BF}"/>
          </ac:spMkLst>
        </pc:spChg>
        <pc:spChg chg="add mod">
          <ac:chgData name="한나 조" userId="65a288ce2c9026c1" providerId="LiveId" clId="{C15A6EEB-526C-46C9-82AA-A02ABBD41001}" dt="2026-07-27T01:58:45.467" v="7589" actId="1076"/>
          <ac:spMkLst>
            <pc:docMk/>
            <pc:sldMk cId="2286763176" sldId="2080"/>
            <ac:spMk id="175" creationId="{364DA26C-93EF-DED2-A777-535388E13840}"/>
          </ac:spMkLst>
        </pc:spChg>
        <pc:spChg chg="add mod">
          <ac:chgData name="한나 조" userId="65a288ce2c9026c1" providerId="LiveId" clId="{C15A6EEB-526C-46C9-82AA-A02ABBD41001}" dt="2026-07-27T01:58:45.467" v="7589" actId="1076"/>
          <ac:spMkLst>
            <pc:docMk/>
            <pc:sldMk cId="2286763176" sldId="2080"/>
            <ac:spMk id="177" creationId="{3BDAAF99-8E07-4AA5-C7A4-FABE986F8FA3}"/>
          </ac:spMkLst>
        </pc:spChg>
        <pc:spChg chg="mod topLvl">
          <ac:chgData name="한나 조" userId="65a288ce2c9026c1" providerId="LiveId" clId="{C15A6EEB-526C-46C9-82AA-A02ABBD41001}" dt="2026-07-24T05:45:35.582" v="6344" actId="165"/>
          <ac:spMkLst>
            <pc:docMk/>
            <pc:sldMk cId="2286763176" sldId="2080"/>
            <ac:spMk id="180" creationId="{3E2C55CD-095B-C0B4-C866-571070EE67D5}"/>
          </ac:spMkLst>
        </pc:spChg>
        <pc:spChg chg="mod topLvl">
          <ac:chgData name="한나 조" userId="65a288ce2c9026c1" providerId="LiveId" clId="{C15A6EEB-526C-46C9-82AA-A02ABBD41001}" dt="2026-07-29T01:33:12.212" v="14840" actId="1076"/>
          <ac:spMkLst>
            <pc:docMk/>
            <pc:sldMk cId="2286763176" sldId="2080"/>
            <ac:spMk id="193" creationId="{B072B395-13CB-B6C1-06E3-2CC0C2336D7E}"/>
          </ac:spMkLst>
        </pc:spChg>
        <pc:spChg chg="add mod">
          <ac:chgData name="한나 조" userId="65a288ce2c9026c1" providerId="LiveId" clId="{C15A6EEB-526C-46C9-82AA-A02ABBD41001}" dt="2026-07-24T05:49:14.689" v="6390" actId="207"/>
          <ac:spMkLst>
            <pc:docMk/>
            <pc:sldMk cId="2286763176" sldId="2080"/>
            <ac:spMk id="209" creationId="{E63B6648-8E9B-9461-BF06-7446E4FA61B1}"/>
          </ac:spMkLst>
        </pc:spChg>
        <pc:spChg chg="add mod">
          <ac:chgData name="한나 조" userId="65a288ce2c9026c1" providerId="LiveId" clId="{C15A6EEB-526C-46C9-82AA-A02ABBD41001}" dt="2026-07-24T05:48:57.259" v="6384" actId="20577"/>
          <ac:spMkLst>
            <pc:docMk/>
            <pc:sldMk cId="2286763176" sldId="2080"/>
            <ac:spMk id="210" creationId="{99F68713-D23D-3723-D1B7-DAEAB54E5CD1}"/>
          </ac:spMkLst>
        </pc:spChg>
        <pc:spChg chg="add mod">
          <ac:chgData name="한나 조" userId="65a288ce2c9026c1" providerId="LiveId" clId="{C15A6EEB-526C-46C9-82AA-A02ABBD41001}" dt="2026-07-24T05:53:35.322" v="6451" actId="1076"/>
          <ac:spMkLst>
            <pc:docMk/>
            <pc:sldMk cId="2286763176" sldId="2080"/>
            <ac:spMk id="214" creationId="{BB31246F-1AEC-F40A-160E-6E3A281C4102}"/>
          </ac:spMkLst>
        </pc:spChg>
        <pc:spChg chg="add mod">
          <ac:chgData name="한나 조" userId="65a288ce2c9026c1" providerId="LiveId" clId="{C15A6EEB-526C-46C9-82AA-A02ABBD41001}" dt="2026-07-24T05:53:30.820" v="6450" actId="20577"/>
          <ac:spMkLst>
            <pc:docMk/>
            <pc:sldMk cId="2286763176" sldId="2080"/>
            <ac:spMk id="230" creationId="{3A6E1CC4-53C9-D060-0FA4-AC934B5CAF11}"/>
          </ac:spMkLst>
        </pc:spChg>
        <pc:spChg chg="add mod">
          <ac:chgData name="한나 조" userId="65a288ce2c9026c1" providerId="LiveId" clId="{C15A6EEB-526C-46C9-82AA-A02ABBD41001}" dt="2026-07-28T07:34:28.268" v="14236" actId="1076"/>
          <ac:spMkLst>
            <pc:docMk/>
            <pc:sldMk cId="2286763176" sldId="2080"/>
            <ac:spMk id="234" creationId="{26759823-E2E1-09D8-F144-ADBB5918D1F4}"/>
          </ac:spMkLst>
        </pc:spChg>
        <pc:spChg chg="add mod">
          <ac:chgData name="한나 조" userId="65a288ce2c9026c1" providerId="LiveId" clId="{C15A6EEB-526C-46C9-82AA-A02ABBD41001}" dt="2026-07-24T05:54:52.655" v="6547" actId="164"/>
          <ac:spMkLst>
            <pc:docMk/>
            <pc:sldMk cId="2286763176" sldId="2080"/>
            <ac:spMk id="236" creationId="{C8E17CDF-16E9-D927-444F-5BC0BEB7B5A5}"/>
          </ac:spMkLst>
        </pc:spChg>
        <pc:spChg chg="add mod">
          <ac:chgData name="한나 조" userId="65a288ce2c9026c1" providerId="LiveId" clId="{C15A6EEB-526C-46C9-82AA-A02ABBD41001}" dt="2026-07-24T05:54:52.655" v="6547" actId="164"/>
          <ac:spMkLst>
            <pc:docMk/>
            <pc:sldMk cId="2286763176" sldId="2080"/>
            <ac:spMk id="237" creationId="{B94503A5-54A2-FCD0-C081-87B11B79315B}"/>
          </ac:spMkLst>
        </pc:spChg>
        <pc:grpChg chg="mod">
          <ac:chgData name="한나 조" userId="65a288ce2c9026c1" providerId="LiveId" clId="{C15A6EEB-526C-46C9-82AA-A02ABBD41001}" dt="2026-07-27T02:43:52.446" v="7674" actId="164"/>
          <ac:grpSpMkLst>
            <pc:docMk/>
            <pc:sldMk cId="2286763176" sldId="2080"/>
            <ac:grpSpMk id="6" creationId="{F87A97B3-AD82-2FCF-4343-FAB00843C4CB}"/>
          </ac:grpSpMkLst>
        </pc:grpChg>
        <pc:grpChg chg="mod">
          <ac:chgData name="한나 조" userId="65a288ce2c9026c1" providerId="LiveId" clId="{C15A6EEB-526C-46C9-82AA-A02ABBD41001}" dt="2026-07-27T02:43:52.446" v="7674" actId="164"/>
          <ac:grpSpMkLst>
            <pc:docMk/>
            <pc:sldMk cId="2286763176" sldId="2080"/>
            <ac:grpSpMk id="13" creationId="{7AAF2688-8A03-92AE-DE8B-17E80E2808A2}"/>
          </ac:grpSpMkLst>
        </pc:grpChg>
        <pc:grpChg chg="mod">
          <ac:chgData name="한나 조" userId="65a288ce2c9026c1" providerId="LiveId" clId="{C15A6EEB-526C-46C9-82AA-A02ABBD41001}" dt="2026-07-27T02:43:52.446" v="7674" actId="164"/>
          <ac:grpSpMkLst>
            <pc:docMk/>
            <pc:sldMk cId="2286763176" sldId="2080"/>
            <ac:grpSpMk id="16" creationId="{393F303B-6212-0B39-810E-1C1092940F74}"/>
          </ac:grpSpMkLst>
        </pc:grpChg>
        <pc:grpChg chg="add del mod">
          <ac:chgData name="한나 조" userId="65a288ce2c9026c1" providerId="LiveId" clId="{C15A6EEB-526C-46C9-82AA-A02ABBD41001}" dt="2026-07-29T01:32:28.642" v="14830" actId="21"/>
          <ac:grpSpMkLst>
            <pc:docMk/>
            <pc:sldMk cId="2286763176" sldId="2080"/>
            <ac:grpSpMk id="18" creationId="{3120376B-19BE-ECF0-381B-FFD301F979C0}"/>
          </ac:grpSpMkLst>
        </pc:grpChg>
        <pc:grpChg chg="mod">
          <ac:chgData name="한나 조" userId="65a288ce2c9026c1" providerId="LiveId" clId="{C15A6EEB-526C-46C9-82AA-A02ABBD41001}" dt="2026-07-27T02:43:52.446" v="7674" actId="164"/>
          <ac:grpSpMkLst>
            <pc:docMk/>
            <pc:sldMk cId="2286763176" sldId="2080"/>
            <ac:grpSpMk id="20" creationId="{A54FC809-E188-0EE3-4F6A-6E28145CE07B}"/>
          </ac:grpSpMkLst>
        </pc:grpChg>
        <pc:grpChg chg="add mod">
          <ac:chgData name="한나 조" userId="65a288ce2c9026c1" providerId="LiveId" clId="{C15A6EEB-526C-46C9-82AA-A02ABBD41001}" dt="2026-07-29T01:50:39.522" v="15033" actId="1036"/>
          <ac:grpSpMkLst>
            <pc:docMk/>
            <pc:sldMk cId="2286763176" sldId="2080"/>
            <ac:grpSpMk id="25" creationId="{E9736703-9E60-F8A9-0CAE-39825A9BDE4D}"/>
          </ac:grpSpMkLst>
        </pc:grpChg>
        <pc:grpChg chg="del mod">
          <ac:chgData name="한나 조" userId="65a288ce2c9026c1" providerId="LiveId" clId="{C15A6EEB-526C-46C9-82AA-A02ABBD41001}" dt="2026-07-28T07:34:22.098" v="14235" actId="478"/>
          <ac:grpSpMkLst>
            <pc:docMk/>
            <pc:sldMk cId="2286763176" sldId="2080"/>
            <ac:grpSpMk id="31" creationId="{B4E8B638-D8B6-CFCC-3A05-A5F0C373B111}"/>
          </ac:grpSpMkLst>
        </pc:grpChg>
        <pc:grpChg chg="add del mod">
          <ac:chgData name="한나 조" userId="65a288ce2c9026c1" providerId="LiveId" clId="{C15A6EEB-526C-46C9-82AA-A02ABBD41001}" dt="2026-07-29T01:32:28.642" v="14830" actId="21"/>
          <ac:grpSpMkLst>
            <pc:docMk/>
            <pc:sldMk cId="2286763176" sldId="2080"/>
            <ac:grpSpMk id="44" creationId="{E2584E7D-0325-815C-9564-7DA28F6EE02E}"/>
          </ac:grpSpMkLst>
        </pc:grpChg>
        <pc:grpChg chg="add del mod">
          <ac:chgData name="한나 조" userId="65a288ce2c9026c1" providerId="LiveId" clId="{C15A6EEB-526C-46C9-82AA-A02ABBD41001}" dt="2026-07-29T01:32:28.642" v="14830" actId="21"/>
          <ac:grpSpMkLst>
            <pc:docMk/>
            <pc:sldMk cId="2286763176" sldId="2080"/>
            <ac:grpSpMk id="86" creationId="{4D0FD5E4-06F9-BA61-91EF-627A7CDB7480}"/>
          </ac:grpSpMkLst>
        </pc:grpChg>
        <pc:grpChg chg="add del mod">
          <ac:chgData name="한나 조" userId="65a288ce2c9026c1" providerId="LiveId" clId="{C15A6EEB-526C-46C9-82AA-A02ABBD41001}" dt="2026-07-29T01:32:28.642" v="14830" actId="21"/>
          <ac:grpSpMkLst>
            <pc:docMk/>
            <pc:sldMk cId="2286763176" sldId="2080"/>
            <ac:grpSpMk id="87" creationId="{4B75A4D7-6D75-5590-B5A9-DF844596D386}"/>
          </ac:grpSpMkLst>
        </pc:grpChg>
        <pc:grpChg chg="add del mod">
          <ac:chgData name="한나 조" userId="65a288ce2c9026c1" providerId="LiveId" clId="{C15A6EEB-526C-46C9-82AA-A02ABBD41001}" dt="2026-07-29T01:32:28.642" v="14830" actId="21"/>
          <ac:grpSpMkLst>
            <pc:docMk/>
            <pc:sldMk cId="2286763176" sldId="2080"/>
            <ac:grpSpMk id="105" creationId="{F2A28561-AC53-6013-C5AE-88EC69312BC7}"/>
          </ac:grpSpMkLst>
        </pc:grpChg>
        <pc:grpChg chg="mod">
          <ac:chgData name="한나 조" userId="65a288ce2c9026c1" providerId="LiveId" clId="{C15A6EEB-526C-46C9-82AA-A02ABBD41001}" dt="2026-07-27T01:59:00.397" v="7591" actId="1076"/>
          <ac:grpSpMkLst>
            <pc:docMk/>
            <pc:sldMk cId="2286763176" sldId="2080"/>
            <ac:grpSpMk id="130" creationId="{0A5D1D4E-F599-C4CC-C409-3C929FBBFBBC}"/>
          </ac:grpSpMkLst>
        </pc:grpChg>
        <pc:grpChg chg="mod topLvl">
          <ac:chgData name="한나 조" userId="65a288ce2c9026c1" providerId="LiveId" clId="{C15A6EEB-526C-46C9-82AA-A02ABBD41001}" dt="2026-07-27T01:58:45.467" v="7589" actId="1076"/>
          <ac:grpSpMkLst>
            <pc:docMk/>
            <pc:sldMk cId="2286763176" sldId="2080"/>
            <ac:grpSpMk id="167" creationId="{9CCDA7DE-9B4F-BFDB-7A05-442D6E255A7A}"/>
          </ac:grpSpMkLst>
        </pc:grpChg>
        <pc:grpChg chg="mod topLvl">
          <ac:chgData name="한나 조" userId="65a288ce2c9026c1" providerId="LiveId" clId="{C15A6EEB-526C-46C9-82AA-A02ABBD41001}" dt="2026-07-27T01:58:45.467" v="7589" actId="1076"/>
          <ac:grpSpMkLst>
            <pc:docMk/>
            <pc:sldMk cId="2286763176" sldId="2080"/>
            <ac:grpSpMk id="168" creationId="{040D1A0F-B6B5-7465-00BB-E1D0B9971F18}"/>
          </ac:grpSpMkLst>
        </pc:grpChg>
        <pc:grpChg chg="add mod">
          <ac:chgData name="한나 조" userId="65a288ce2c9026c1" providerId="LiveId" clId="{C15A6EEB-526C-46C9-82AA-A02ABBD41001}" dt="2026-07-27T01:59:00.397" v="7591" actId="1076"/>
          <ac:grpSpMkLst>
            <pc:docMk/>
            <pc:sldMk cId="2286763176" sldId="2080"/>
            <ac:grpSpMk id="211" creationId="{A8859F12-2E30-B9BD-B708-45E38DDDB872}"/>
          </ac:grpSpMkLst>
        </pc:grpChg>
        <pc:grpChg chg="add mod">
          <ac:chgData name="한나 조" userId="65a288ce2c9026c1" providerId="LiveId" clId="{C15A6EEB-526C-46C9-82AA-A02ABBD41001}" dt="2026-07-24T05:53:35.322" v="6451" actId="1076"/>
          <ac:grpSpMkLst>
            <pc:docMk/>
            <pc:sldMk cId="2286763176" sldId="2080"/>
            <ac:grpSpMk id="225" creationId="{58723DBD-0D36-8322-E89F-2553D2C303A7}"/>
          </ac:grpSpMkLst>
        </pc:grpChg>
        <pc:grpChg chg="add mod">
          <ac:chgData name="한나 조" userId="65a288ce2c9026c1" providerId="LiveId" clId="{C15A6EEB-526C-46C9-82AA-A02ABBD41001}" dt="2026-07-29T01:50:39.522" v="15033" actId="1036"/>
          <ac:grpSpMkLst>
            <pc:docMk/>
            <pc:sldMk cId="2286763176" sldId="2080"/>
            <ac:grpSpMk id="238" creationId="{1D182D4A-4D3F-C825-5755-75B086FF9BEF}"/>
          </ac:grpSpMkLst>
        </pc:grpChg>
        <pc:grpChg chg="add mod">
          <ac:chgData name="한나 조" userId="65a288ce2c9026c1" providerId="LiveId" clId="{C15A6EEB-526C-46C9-82AA-A02ABBD41001}" dt="2026-07-27T01:58:45.467" v="7589" actId="1076"/>
          <ac:grpSpMkLst>
            <pc:docMk/>
            <pc:sldMk cId="2286763176" sldId="2080"/>
            <ac:grpSpMk id="239" creationId="{20AAFCEC-3B3A-342A-68CF-625CC385EA59}"/>
          </ac:grpSpMkLst>
        </pc:grpChg>
        <pc:graphicFrameChg chg="add mod modGraphic">
          <ac:chgData name="한나 조" userId="65a288ce2c9026c1" providerId="LiveId" clId="{C15A6EEB-526C-46C9-82AA-A02ABBD41001}" dt="2026-07-29T01:54:47.558" v="15348" actId="2165"/>
          <ac:graphicFrameMkLst>
            <pc:docMk/>
            <pc:sldMk cId="2286763176" sldId="2080"/>
            <ac:graphicFrameMk id="26" creationId="{65A6E766-6C9D-A6D2-ECE1-35AECB10C968}"/>
          </ac:graphicFrameMkLst>
        </pc:graphicFrameChg>
        <pc:picChg chg="mod">
          <ac:chgData name="한나 조" userId="65a288ce2c9026c1" providerId="LiveId" clId="{C15A6EEB-526C-46C9-82AA-A02ABBD41001}" dt="2026-07-27T01:58:45.467" v="7589" actId="1076"/>
          <ac:picMkLst>
            <pc:docMk/>
            <pc:sldMk cId="2286763176" sldId="2080"/>
            <ac:picMk id="169" creationId="{8EB0EFFA-521D-C74E-40FE-DBDE9FB5C2E3}"/>
          </ac:picMkLst>
        </pc:picChg>
        <pc:picChg chg="mod">
          <ac:chgData name="한나 조" userId="65a288ce2c9026c1" providerId="LiveId" clId="{C15A6EEB-526C-46C9-82AA-A02ABBD41001}" dt="2026-07-27T01:58:45.467" v="7589" actId="1076"/>
          <ac:picMkLst>
            <pc:docMk/>
            <pc:sldMk cId="2286763176" sldId="2080"/>
            <ac:picMk id="171" creationId="{E3EE6354-CA9E-A973-1DA0-BE704DA89DF5}"/>
          </ac:picMkLst>
        </pc:picChg>
        <pc:picChg chg="add mod topLvl">
          <ac:chgData name="한나 조" userId="65a288ce2c9026c1" providerId="LiveId" clId="{C15A6EEB-526C-46C9-82AA-A02ABBD41001}" dt="2026-07-24T05:53:08.494" v="6425" actId="1076"/>
          <ac:picMkLst>
            <pc:docMk/>
            <pc:sldMk cId="2286763176" sldId="2080"/>
            <ac:picMk id="198" creationId="{EE945C1D-B992-3F38-3EB3-9E2252579E91}"/>
          </ac:picMkLst>
        </pc:picChg>
        <pc:cxnChg chg="add del mod">
          <ac:chgData name="한나 조" userId="65a288ce2c9026c1" providerId="LiveId" clId="{C15A6EEB-526C-46C9-82AA-A02ABBD41001}" dt="2026-07-29T01:33:42.422" v="14845" actId="478"/>
          <ac:cxnSpMkLst>
            <pc:docMk/>
            <pc:sldMk cId="2286763176" sldId="2080"/>
            <ac:cxnSpMk id="2" creationId="{0F319EB9-DBA3-D5B1-6A8A-4678412367FF}"/>
          </ac:cxnSpMkLst>
        </pc:cxnChg>
        <pc:cxnChg chg="add del mod">
          <ac:chgData name="한나 조" userId="65a288ce2c9026c1" providerId="LiveId" clId="{C15A6EEB-526C-46C9-82AA-A02ABBD41001}" dt="2026-07-28T07:34:22.098" v="14235" actId="478"/>
          <ac:cxnSpMkLst>
            <pc:docMk/>
            <pc:sldMk cId="2286763176" sldId="2080"/>
            <ac:cxnSpMk id="12" creationId="{9EC189FD-6228-D95D-7881-94B6E05B4EF3}"/>
          </ac:cxnSpMkLst>
        </pc:cxnChg>
        <pc:cxnChg chg="add mod ord">
          <ac:chgData name="한나 조" userId="65a288ce2c9026c1" providerId="LiveId" clId="{C15A6EEB-526C-46C9-82AA-A02ABBD41001}" dt="2026-07-29T01:49:19.908" v="14990" actId="166"/>
          <ac:cxnSpMkLst>
            <pc:docMk/>
            <pc:sldMk cId="2286763176" sldId="2080"/>
            <ac:cxnSpMk id="57" creationId="{8FF9B248-581E-3187-1330-63AEC219ACAA}"/>
          </ac:cxnSpMkLst>
        </pc:cxnChg>
        <pc:cxnChg chg="mod topLvl">
          <ac:chgData name="한나 조" userId="65a288ce2c9026c1" providerId="LiveId" clId="{C15A6EEB-526C-46C9-82AA-A02ABBD41001}" dt="2026-07-24T05:53:08.494" v="6425" actId="1076"/>
          <ac:cxnSpMkLst>
            <pc:docMk/>
            <pc:sldMk cId="2286763176" sldId="2080"/>
            <ac:cxnSpMk id="192" creationId="{FD8C19A2-556A-0EFA-B5D0-B88ED300724D}"/>
          </ac:cxnSpMkLst>
        </pc:cxnChg>
      </pc:sldChg>
      <pc:sldChg chg="addSp delSp modSp new del mod">
        <pc:chgData name="한나 조" userId="65a288ce2c9026c1" providerId="LiveId" clId="{C15A6EEB-526C-46C9-82AA-A02ABBD41001}" dt="2026-07-29T01:35:26.090" v="14864" actId="47"/>
        <pc:sldMkLst>
          <pc:docMk/>
          <pc:sldMk cId="164482737" sldId="2081"/>
        </pc:sldMkLst>
        <pc:spChg chg="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2" creationId="{4085949F-9A4F-150E-B621-F42F5CD3457B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3" creationId="{E094AD4F-6CE8-330C-2716-B368BA0D25BE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7" creationId="{5E14FB32-BFCF-F8B6-D66B-34AE0A45CB51}"/>
          </ac:spMkLst>
        </pc:spChg>
        <pc:spChg chg="add del mod">
          <ac:chgData name="한나 조" userId="65a288ce2c9026c1" providerId="LiveId" clId="{C15A6EEB-526C-46C9-82AA-A02ABBD41001}" dt="2026-07-28T07:34:42.445" v="14241" actId="21"/>
          <ac:spMkLst>
            <pc:docMk/>
            <pc:sldMk cId="164482737" sldId="2081"/>
            <ac:spMk id="9" creationId="{8D93421B-7674-1165-3080-ADCD8DEB148C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11" creationId="{26949859-E016-229A-755E-B88D50ACCFB5}"/>
          </ac:spMkLst>
        </pc:spChg>
        <pc:spChg chg="add del mod topLvl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12" creationId="{F7F9B487-17D8-69C3-DB66-52AD7EB5BF26}"/>
          </ac:spMkLst>
        </pc:spChg>
        <pc:spChg chg="add del mod topLvl">
          <ac:chgData name="한나 조" userId="65a288ce2c9026c1" providerId="LiveId" clId="{C15A6EEB-526C-46C9-82AA-A02ABBD41001}" dt="2026-07-28T07:34:42.445" v="14241" actId="21"/>
          <ac:spMkLst>
            <pc:docMk/>
            <pc:sldMk cId="164482737" sldId="2081"/>
            <ac:spMk id="13" creationId="{F7A2EF35-E191-36D2-2967-BF2F042FD8C2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14" creationId="{73289BC0-7FC7-8972-CC10-E8FC03048F24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53" creationId="{238CC353-173B-39D7-D515-E652CBA033BA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62" creationId="{6D60861D-9D08-7BA8-4E27-DD90F5984DB0}"/>
          </ac:spMkLst>
        </pc:spChg>
        <pc:spChg chg="add del mod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150" creationId="{3F6B9343-38CB-F67E-2A42-9A22BD7F491F}"/>
          </ac:spMkLst>
        </pc:spChg>
        <pc:spChg chg="add del mod topLvl">
          <ac:chgData name="한나 조" userId="65a288ce2c9026c1" providerId="LiveId" clId="{C15A6EEB-526C-46C9-82AA-A02ABBD41001}" dt="2026-07-29T01:32:57.003" v="14837" actId="21"/>
          <ac:spMkLst>
            <pc:docMk/>
            <pc:sldMk cId="164482737" sldId="2081"/>
            <ac:spMk id="151" creationId="{4AE19FDC-6BC4-481B-ADCA-E141F1115175}"/>
          </ac:spMkLst>
        </pc:spChg>
      </pc:sldChg>
      <pc:sldChg chg="addSp delSp modSp new mod modClrScheme chgLayout">
        <pc:chgData name="한나 조" userId="65a288ce2c9026c1" providerId="LiveId" clId="{C15A6EEB-526C-46C9-82AA-A02ABBD41001}" dt="2026-07-29T01:29:22.341" v="14803"/>
        <pc:sldMkLst>
          <pc:docMk/>
          <pc:sldMk cId="3924894244" sldId="2082"/>
        </pc:sldMkLst>
        <pc:spChg chg="add del mod">
          <ac:chgData name="한나 조" userId="65a288ce2c9026c1" providerId="LiveId" clId="{C15A6EEB-526C-46C9-82AA-A02ABBD41001}" dt="2026-07-29T00:40:31.256" v="14246" actId="478"/>
          <ac:spMkLst>
            <pc:docMk/>
            <pc:sldMk cId="3924894244" sldId="2082"/>
            <ac:spMk id="2" creationId="{7FA17D5C-1968-9854-7B4B-13799F4D5EE7}"/>
          </ac:spMkLst>
        </pc:spChg>
        <pc:spChg chg="add mod">
          <ac:chgData name="한나 조" userId="65a288ce2c9026c1" providerId="LiveId" clId="{C15A6EEB-526C-46C9-82AA-A02ABBD41001}" dt="2026-07-24T06:17:16.338" v="6945"/>
          <ac:spMkLst>
            <pc:docMk/>
            <pc:sldMk cId="3924894244" sldId="2082"/>
            <ac:spMk id="3" creationId="{9AC13EB9-2015-A313-B523-0AD2B12B155E}"/>
          </ac:spMkLst>
        </pc:spChg>
        <pc:spChg chg="add mod">
          <ac:chgData name="한나 조" userId="65a288ce2c9026c1" providerId="LiveId" clId="{C15A6EEB-526C-46C9-82AA-A02ABBD41001}" dt="2026-07-24T06:17:23.599" v="6954"/>
          <ac:spMkLst>
            <pc:docMk/>
            <pc:sldMk cId="3924894244" sldId="2082"/>
            <ac:spMk id="5" creationId="{049F3D4A-77FF-B9C5-5739-1690018264E8}"/>
          </ac:spMkLst>
        </pc:spChg>
        <pc:spChg chg="add mod">
          <ac:chgData name="한나 조" userId="65a288ce2c9026c1" providerId="LiveId" clId="{C15A6EEB-526C-46C9-82AA-A02ABBD41001}" dt="2026-07-28T06:14:48.815" v="14064" actId="1035"/>
          <ac:spMkLst>
            <pc:docMk/>
            <pc:sldMk cId="3924894244" sldId="2082"/>
            <ac:spMk id="6" creationId="{49943B9E-6006-3A95-B3C7-4ACE83FCC413}"/>
          </ac:spMkLst>
        </pc:spChg>
        <pc:spChg chg="add">
          <ac:chgData name="한나 조" userId="65a288ce2c9026c1" providerId="LiveId" clId="{C15A6EEB-526C-46C9-82AA-A02ABBD41001}" dt="2026-07-24T06:17:10.937" v="6936" actId="22"/>
          <ac:spMkLst>
            <pc:docMk/>
            <pc:sldMk cId="3924894244" sldId="2082"/>
            <ac:spMk id="7" creationId="{B5C4A1BE-5372-9D5E-B941-FD395A2947F3}"/>
          </ac:spMkLst>
        </pc:spChg>
        <pc:spChg chg="add mod">
          <ac:chgData name="한나 조" userId="65a288ce2c9026c1" providerId="LiveId" clId="{C15A6EEB-526C-46C9-82AA-A02ABBD41001}" dt="2026-07-28T06:14:48.815" v="14064" actId="1035"/>
          <ac:spMkLst>
            <pc:docMk/>
            <pc:sldMk cId="3924894244" sldId="2082"/>
            <ac:spMk id="8" creationId="{4F6E83DC-DCBE-864D-2986-8A4F727BB47B}"/>
          </ac:spMkLst>
        </pc:spChg>
        <pc:spChg chg="add mod">
          <ac:chgData name="한나 조" userId="65a288ce2c9026c1" providerId="LiveId" clId="{C15A6EEB-526C-46C9-82AA-A02ABBD41001}" dt="2026-07-24T06:17:24.701" v="6956" actId="20577"/>
          <ac:spMkLst>
            <pc:docMk/>
            <pc:sldMk cId="3924894244" sldId="2082"/>
            <ac:spMk id="9" creationId="{3EBDBDDA-CF12-1531-6001-37F792B58175}"/>
          </ac:spMkLst>
        </pc:spChg>
        <pc:spChg chg="add mod">
          <ac:chgData name="한나 조" userId="65a288ce2c9026c1" providerId="LiveId" clId="{C15A6EEB-526C-46C9-82AA-A02ABBD41001}" dt="2026-07-28T06:14:48.815" v="14064" actId="1035"/>
          <ac:spMkLst>
            <pc:docMk/>
            <pc:sldMk cId="3924894244" sldId="2082"/>
            <ac:spMk id="10" creationId="{5BCE6980-E9FD-3BDC-F530-3D9ECF53D322}"/>
          </ac:spMkLst>
        </pc:spChg>
        <pc:spChg chg="add">
          <ac:chgData name="한나 조" userId="65a288ce2c9026c1" providerId="LiveId" clId="{C15A6EEB-526C-46C9-82AA-A02ABBD41001}" dt="2026-07-24T06:17:10.937" v="6936" actId="22"/>
          <ac:spMkLst>
            <pc:docMk/>
            <pc:sldMk cId="3924894244" sldId="2082"/>
            <ac:spMk id="11" creationId="{4CC7E8DC-8EB2-3CE9-7579-31053863D93C}"/>
          </ac:spMkLst>
        </pc:spChg>
        <pc:spChg chg="add mod">
          <ac:chgData name="한나 조" userId="65a288ce2c9026c1" providerId="LiveId" clId="{C15A6EEB-526C-46C9-82AA-A02ABBD41001}" dt="2026-07-27T03:30:53.266" v="8137" actId="1076"/>
          <ac:spMkLst>
            <pc:docMk/>
            <pc:sldMk cId="3924894244" sldId="2082"/>
            <ac:spMk id="12" creationId="{7FA1B1ED-2210-0E42-E43A-07B03E824552}"/>
          </ac:spMkLst>
        </pc:spChg>
        <pc:spChg chg="add del mod">
          <ac:chgData name="한나 조" userId="65a288ce2c9026c1" providerId="LiveId" clId="{C15A6EEB-526C-46C9-82AA-A02ABBD41001}" dt="2026-07-29T00:40:31.256" v="14246" actId="478"/>
          <ac:spMkLst>
            <pc:docMk/>
            <pc:sldMk cId="3924894244" sldId="2082"/>
            <ac:spMk id="13" creationId="{582D5F4D-5792-11CB-41CA-B167EC1E3A31}"/>
          </ac:spMkLst>
        </pc:spChg>
        <pc:spChg chg="add mod">
          <ac:chgData name="한나 조" userId="65a288ce2c9026c1" providerId="LiveId" clId="{C15A6EEB-526C-46C9-82AA-A02ABBD41001}" dt="2026-07-24T06:18:44.460" v="6988"/>
          <ac:spMkLst>
            <pc:docMk/>
            <pc:sldMk cId="3924894244" sldId="2082"/>
            <ac:spMk id="14" creationId="{5A2F8605-1E43-C746-EEF8-7D19397A2E68}"/>
          </ac:spMkLst>
        </pc:spChg>
        <pc:spChg chg="add mod">
          <ac:chgData name="한나 조" userId="65a288ce2c9026c1" providerId="LiveId" clId="{C15A6EEB-526C-46C9-82AA-A02ABBD41001}" dt="2026-07-24T06:18:39.451" v="6979" actId="20577"/>
          <ac:spMkLst>
            <pc:docMk/>
            <pc:sldMk cId="3924894244" sldId="2082"/>
            <ac:spMk id="15" creationId="{716B6C8D-9292-3767-BDAA-D977DE3EDCCC}"/>
          </ac:spMkLst>
        </pc:spChg>
        <pc:spChg chg="add mod">
          <ac:chgData name="한나 조" userId="65a288ce2c9026c1" providerId="LiveId" clId="{C15A6EEB-526C-46C9-82AA-A02ABBD41001}" dt="2026-07-28T02:07:59.145" v="13177" actId="1036"/>
          <ac:spMkLst>
            <pc:docMk/>
            <pc:sldMk cId="3924894244" sldId="2082"/>
            <ac:spMk id="16" creationId="{7C89042A-F5F0-DBCB-F485-4B4A920D02C8}"/>
          </ac:spMkLst>
        </pc:spChg>
        <pc:spChg chg="add mod">
          <ac:chgData name="한나 조" userId="65a288ce2c9026c1" providerId="LiveId" clId="{C15A6EEB-526C-46C9-82AA-A02ABBD41001}" dt="2026-07-28T02:07:59.145" v="13177" actId="1036"/>
          <ac:spMkLst>
            <pc:docMk/>
            <pc:sldMk cId="3924894244" sldId="2082"/>
            <ac:spMk id="17" creationId="{58C9EE0E-6620-2204-A9F6-699F30442622}"/>
          </ac:spMkLst>
        </pc:spChg>
        <pc:spChg chg="add mod">
          <ac:chgData name="한나 조" userId="65a288ce2c9026c1" providerId="LiveId" clId="{C15A6EEB-526C-46C9-82AA-A02ABBD41001}" dt="2026-07-24T06:19:05.872" v="7028" actId="20577"/>
          <ac:spMkLst>
            <pc:docMk/>
            <pc:sldMk cId="3924894244" sldId="2082"/>
            <ac:spMk id="19" creationId="{85BEC26D-60B5-FEA5-2298-6328E62B69C9}"/>
          </ac:spMkLst>
        </pc:spChg>
        <pc:spChg chg="mod">
          <ac:chgData name="한나 조" userId="65a288ce2c9026c1" providerId="LiveId" clId="{C15A6EEB-526C-46C9-82AA-A02ABBD41001}" dt="2026-07-24T06:19:12.013" v="7029"/>
          <ac:spMkLst>
            <pc:docMk/>
            <pc:sldMk cId="3924894244" sldId="2082"/>
            <ac:spMk id="22" creationId="{FFD7D9C3-39B6-C53D-690F-CD10EB61258F}"/>
          </ac:spMkLst>
        </pc:spChg>
        <pc:spChg chg="mod">
          <ac:chgData name="한나 조" userId="65a288ce2c9026c1" providerId="LiveId" clId="{C15A6EEB-526C-46C9-82AA-A02ABBD41001}" dt="2026-07-24T06:19:26.021" v="7033" actId="20577"/>
          <ac:spMkLst>
            <pc:docMk/>
            <pc:sldMk cId="3924894244" sldId="2082"/>
            <ac:spMk id="23" creationId="{13CC0C17-5EDC-843C-DE43-2F7E37248864}"/>
          </ac:spMkLst>
        </pc:spChg>
        <pc:spChg chg="add mod">
          <ac:chgData name="한나 조" userId="65a288ce2c9026c1" providerId="LiveId" clId="{C15A6EEB-526C-46C9-82AA-A02ABBD41001}" dt="2026-07-29T00:40:45.699" v="14251" actId="20577"/>
          <ac:spMkLst>
            <pc:docMk/>
            <pc:sldMk cId="3924894244" sldId="2082"/>
            <ac:spMk id="24" creationId="{AF66EC1D-1F5D-251B-06F9-0538DF996049}"/>
          </ac:spMkLst>
        </pc:spChg>
        <pc:spChg chg="add mod">
          <ac:chgData name="한나 조" userId="65a288ce2c9026c1" providerId="LiveId" clId="{C15A6EEB-526C-46C9-82AA-A02ABBD41001}" dt="2026-07-29T00:40:48.930" v="14252" actId="20577"/>
          <ac:spMkLst>
            <pc:docMk/>
            <pc:sldMk cId="3924894244" sldId="2082"/>
            <ac:spMk id="26" creationId="{6F7DD978-1564-6717-CD3D-790242F70CCD}"/>
          </ac:spMkLst>
        </pc:spChg>
        <pc:spChg chg="mod">
          <ac:chgData name="한나 조" userId="65a288ce2c9026c1" providerId="LiveId" clId="{C15A6EEB-526C-46C9-82AA-A02ABBD41001}" dt="2026-07-24T06:19:12.013" v="7029"/>
          <ac:spMkLst>
            <pc:docMk/>
            <pc:sldMk cId="3924894244" sldId="2082"/>
            <ac:spMk id="28" creationId="{49996046-7556-ADC8-5EFD-E95124C4CC73}"/>
          </ac:spMkLst>
        </pc:spChg>
        <pc:spChg chg="mod">
          <ac:chgData name="한나 조" userId="65a288ce2c9026c1" providerId="LiveId" clId="{C15A6EEB-526C-46C9-82AA-A02ABBD41001}" dt="2026-07-24T06:19:12.013" v="7029"/>
          <ac:spMkLst>
            <pc:docMk/>
            <pc:sldMk cId="3924894244" sldId="2082"/>
            <ac:spMk id="29" creationId="{0A1C9696-9D47-8F7A-EF0E-E42E4D2CB320}"/>
          </ac:spMkLst>
        </pc:spChg>
        <pc:spChg chg="mod">
          <ac:chgData name="한나 조" userId="65a288ce2c9026c1" providerId="LiveId" clId="{C15A6EEB-526C-46C9-82AA-A02ABBD41001}" dt="2026-07-24T06:19:12.013" v="7029"/>
          <ac:spMkLst>
            <pc:docMk/>
            <pc:sldMk cId="3924894244" sldId="2082"/>
            <ac:spMk id="30" creationId="{2A2F6727-12AA-780E-1D47-E6A6FFC474A1}"/>
          </ac:spMkLst>
        </pc:spChg>
        <pc:spChg chg="mod">
          <ac:chgData name="한나 조" userId="65a288ce2c9026c1" providerId="LiveId" clId="{C15A6EEB-526C-46C9-82AA-A02ABBD41001}" dt="2026-07-24T06:20:45.367" v="7071" actId="14100"/>
          <ac:spMkLst>
            <pc:docMk/>
            <pc:sldMk cId="3924894244" sldId="2082"/>
            <ac:spMk id="33" creationId="{256FDD3C-8FA2-4A27-D904-3E8BCB60CAAE}"/>
          </ac:spMkLst>
        </pc:spChg>
        <pc:spChg chg="mod">
          <ac:chgData name="한나 조" userId="65a288ce2c9026c1" providerId="LiveId" clId="{C15A6EEB-526C-46C9-82AA-A02ABBD41001}" dt="2026-07-24T06:19:43.576" v="7048"/>
          <ac:spMkLst>
            <pc:docMk/>
            <pc:sldMk cId="3924894244" sldId="2082"/>
            <ac:spMk id="34" creationId="{E80D8132-7B10-4131-9038-E6B638DCF6B7}"/>
          </ac:spMkLst>
        </pc:spChg>
        <pc:spChg chg="add mod">
          <ac:chgData name="한나 조" userId="65a288ce2c9026c1" providerId="LiveId" clId="{C15A6EEB-526C-46C9-82AA-A02ABBD41001}" dt="2026-07-28T02:09:24.117" v="13190" actId="1076"/>
          <ac:spMkLst>
            <pc:docMk/>
            <pc:sldMk cId="3924894244" sldId="2082"/>
            <ac:spMk id="35" creationId="{CDC29107-A623-5575-2A41-1C8B208428D0}"/>
          </ac:spMkLst>
        </pc:spChg>
        <pc:spChg chg="add mod">
          <ac:chgData name="한나 조" userId="65a288ce2c9026c1" providerId="LiveId" clId="{C15A6EEB-526C-46C9-82AA-A02ABBD41001}" dt="2026-07-29T00:40:51.173" v="14253" actId="20577"/>
          <ac:spMkLst>
            <pc:docMk/>
            <pc:sldMk cId="3924894244" sldId="2082"/>
            <ac:spMk id="36" creationId="{2A902E0C-9A5C-C39C-F302-F96FB16D2D9C}"/>
          </ac:spMkLst>
        </pc:spChg>
        <pc:spChg chg="add mod ord">
          <ac:chgData name="한나 조" userId="65a288ce2c9026c1" providerId="LiveId" clId="{C15A6EEB-526C-46C9-82AA-A02ABBD41001}" dt="2026-07-29T00:40:28.164" v="14245" actId="1076"/>
          <ac:spMkLst>
            <pc:docMk/>
            <pc:sldMk cId="3924894244" sldId="2082"/>
            <ac:spMk id="37" creationId="{A20B750C-D7D1-4F30-B92A-E2F7BAF6D56F}"/>
          </ac:spMkLst>
        </pc:spChg>
        <pc:spChg chg="add del mod">
          <ac:chgData name="한나 조" userId="65a288ce2c9026c1" providerId="LiveId" clId="{C15A6EEB-526C-46C9-82AA-A02ABBD41001}" dt="2026-07-28T02:11:24.898" v="13308" actId="478"/>
          <ac:spMkLst>
            <pc:docMk/>
            <pc:sldMk cId="3924894244" sldId="2082"/>
            <ac:spMk id="39" creationId="{AEC813FC-CEE2-A6E3-C30F-CF9FC4737F2B}"/>
          </ac:spMkLst>
        </pc:spChg>
        <pc:spChg chg="add del mod">
          <ac:chgData name="한나 조" userId="65a288ce2c9026c1" providerId="LiveId" clId="{C15A6EEB-526C-46C9-82AA-A02ABBD41001}" dt="2026-07-28T02:11:24.898" v="13308" actId="478"/>
          <ac:spMkLst>
            <pc:docMk/>
            <pc:sldMk cId="3924894244" sldId="2082"/>
            <ac:spMk id="41" creationId="{12731E78-BA2B-B2EC-6EF4-6747BA134FA8}"/>
          </ac:spMkLst>
        </pc:spChg>
        <pc:spChg chg="mod">
          <ac:chgData name="한나 조" userId="65a288ce2c9026c1" providerId="LiveId" clId="{C15A6EEB-526C-46C9-82AA-A02ABBD41001}" dt="2026-07-28T02:08:52.674" v="13184" actId="1076"/>
          <ac:spMkLst>
            <pc:docMk/>
            <pc:sldMk cId="3924894244" sldId="2082"/>
            <ac:spMk id="42" creationId="{DD4CCD0D-1604-034F-771D-2F5507B9C4A3}"/>
          </ac:spMkLst>
        </pc:spChg>
        <pc:spChg chg="mod">
          <ac:chgData name="한나 조" userId="65a288ce2c9026c1" providerId="LiveId" clId="{C15A6EEB-526C-46C9-82AA-A02ABBD41001}" dt="2026-07-28T02:09:14.636" v="13189" actId="20577"/>
          <ac:spMkLst>
            <pc:docMk/>
            <pc:sldMk cId="3924894244" sldId="2082"/>
            <ac:spMk id="44" creationId="{4C3E7CFC-0DE5-60EB-93FF-59B717F58FBF}"/>
          </ac:spMkLst>
        </pc:spChg>
        <pc:spChg chg="mod">
          <ac:chgData name="한나 조" userId="65a288ce2c9026c1" providerId="LiveId" clId="{C15A6EEB-526C-46C9-82AA-A02ABBD41001}" dt="2026-07-28T02:10:06.515" v="13191" actId="1038"/>
          <ac:spMkLst>
            <pc:docMk/>
            <pc:sldMk cId="3924894244" sldId="2082"/>
            <ac:spMk id="46" creationId="{90A6E7F8-AF6F-FD91-DC44-46A5FDEC18A9}"/>
          </ac:spMkLst>
        </pc:spChg>
        <pc:spChg chg="mod">
          <ac:chgData name="한나 조" userId="65a288ce2c9026c1" providerId="LiveId" clId="{C15A6EEB-526C-46C9-82AA-A02ABBD41001}" dt="2026-07-28T02:09:07.166" v="13187" actId="1076"/>
          <ac:spMkLst>
            <pc:docMk/>
            <pc:sldMk cId="3924894244" sldId="2082"/>
            <ac:spMk id="49" creationId="{AB84FCAB-B45C-F901-2D77-AE56DE64EB7E}"/>
          </ac:spMkLst>
        </pc:spChg>
        <pc:spChg chg="mod">
          <ac:chgData name="한나 조" userId="65a288ce2c9026c1" providerId="LiveId" clId="{C15A6EEB-526C-46C9-82AA-A02ABBD41001}" dt="2026-07-28T02:09:07.166" v="13187" actId="1076"/>
          <ac:spMkLst>
            <pc:docMk/>
            <pc:sldMk cId="3924894244" sldId="2082"/>
            <ac:spMk id="51" creationId="{CCFF14DE-47D7-49A8-913A-952EF019F6E9}"/>
          </ac:spMkLst>
        </pc:spChg>
        <pc:grpChg chg="add mod">
          <ac:chgData name="한나 조" userId="65a288ce2c9026c1" providerId="LiveId" clId="{C15A6EEB-526C-46C9-82AA-A02ABBD41001}" dt="2026-07-28T02:08:52.674" v="13184" actId="1076"/>
          <ac:grpSpMkLst>
            <pc:docMk/>
            <pc:sldMk cId="3924894244" sldId="2082"/>
            <ac:grpSpMk id="4" creationId="{230CB24C-9D51-5528-9992-6D650367C1BA}"/>
          </ac:grpSpMkLst>
        </pc:grpChg>
        <pc:grpChg chg="mod">
          <ac:chgData name="한나 조" userId="65a288ce2c9026c1" providerId="LiveId" clId="{C15A6EEB-526C-46C9-82AA-A02ABBD41001}" dt="2026-07-24T06:19:21.901" v="7031" actId="1035"/>
          <ac:grpSpMkLst>
            <pc:docMk/>
            <pc:sldMk cId="3924894244" sldId="2082"/>
            <ac:grpSpMk id="20" creationId="{D3A2D0FB-EADA-85E4-3A54-10A2CAEC6BE6}"/>
          </ac:grpSpMkLst>
        </pc:grpChg>
        <pc:grpChg chg="mod">
          <ac:chgData name="한나 조" userId="65a288ce2c9026c1" providerId="LiveId" clId="{C15A6EEB-526C-46C9-82AA-A02ABBD41001}" dt="2026-07-24T06:19:12.013" v="7029"/>
          <ac:grpSpMkLst>
            <pc:docMk/>
            <pc:sldMk cId="3924894244" sldId="2082"/>
            <ac:grpSpMk id="21" creationId="{85039A02-0EB5-B81D-493C-C573A3082BCE}"/>
          </ac:grpSpMkLst>
        </pc:grpChg>
        <pc:grpChg chg="add mod">
          <ac:chgData name="한나 조" userId="65a288ce2c9026c1" providerId="LiveId" clId="{C15A6EEB-526C-46C9-82AA-A02ABBD41001}" dt="2026-07-28T02:08:28.954" v="13180" actId="1076"/>
          <ac:grpSpMkLst>
            <pc:docMk/>
            <pc:sldMk cId="3924894244" sldId="2082"/>
            <ac:grpSpMk id="32" creationId="{1393ED63-A101-E4E6-BB80-AE93FCCAD43C}"/>
          </ac:grpSpMkLst>
        </pc:grpChg>
        <pc:grpChg chg="add mod">
          <ac:chgData name="한나 조" userId="65a288ce2c9026c1" providerId="LiveId" clId="{C15A6EEB-526C-46C9-82AA-A02ABBD41001}" dt="2026-07-28T02:09:07.166" v="13187" actId="1076"/>
          <ac:grpSpMkLst>
            <pc:docMk/>
            <pc:sldMk cId="3924894244" sldId="2082"/>
            <ac:grpSpMk id="45" creationId="{6CDAFC83-CD21-DAAD-E87D-74A390CE2514}"/>
          </ac:grpSpMkLst>
        </pc:grpChg>
        <pc:grpChg chg="mod">
          <ac:chgData name="한나 조" userId="65a288ce2c9026c1" providerId="LiveId" clId="{C15A6EEB-526C-46C9-82AA-A02ABBD41001}" dt="2026-07-28T02:09:07.166" v="13187" actId="1076"/>
          <ac:grpSpMkLst>
            <pc:docMk/>
            <pc:sldMk cId="3924894244" sldId="2082"/>
            <ac:grpSpMk id="47" creationId="{67203BB0-2167-A89A-E5B0-1CA606DA916E}"/>
          </ac:grpSpMkLst>
        </pc:grpChg>
        <pc:graphicFrameChg chg="add mod modGraphic">
          <ac:chgData name="한나 조" userId="65a288ce2c9026c1" providerId="LiveId" clId="{C15A6EEB-526C-46C9-82AA-A02ABBD41001}" dt="2026-07-29T01:28:42.469" v="14727" actId="14734"/>
          <ac:graphicFrameMkLst>
            <pc:docMk/>
            <pc:sldMk cId="3924894244" sldId="2082"/>
            <ac:graphicFrameMk id="38" creationId="{59842479-1554-2FB8-6186-ECCF8E67B51A}"/>
          </ac:graphicFrameMkLst>
        </pc:graphicFrameChg>
        <pc:graphicFrameChg chg="add mod modGraphic">
          <ac:chgData name="한나 조" userId="65a288ce2c9026c1" providerId="LiveId" clId="{C15A6EEB-526C-46C9-82AA-A02ABBD41001}" dt="2026-07-29T01:29:22.341" v="14803"/>
          <ac:graphicFrameMkLst>
            <pc:docMk/>
            <pc:sldMk cId="3924894244" sldId="2082"/>
            <ac:graphicFrameMk id="40" creationId="{3048AE71-0241-7163-C6CC-4C0C5CBF7D53}"/>
          </ac:graphicFrameMkLst>
        </pc:graphicFrameChg>
        <pc:picChg chg="mod">
          <ac:chgData name="한나 조" userId="65a288ce2c9026c1" providerId="LiveId" clId="{C15A6EEB-526C-46C9-82AA-A02ABBD41001}" dt="2026-07-24T06:21:06.174" v="7073" actId="34807"/>
          <ac:picMkLst>
            <pc:docMk/>
            <pc:sldMk cId="3924894244" sldId="2082"/>
            <ac:picMk id="25" creationId="{1D580310-7DA9-7E7A-931E-97B2AAA277C6}"/>
          </ac:picMkLst>
        </pc:picChg>
        <pc:picChg chg="mod">
          <ac:chgData name="한나 조" userId="65a288ce2c9026c1" providerId="LiveId" clId="{C15A6EEB-526C-46C9-82AA-A02ABBD41001}" dt="2026-07-24T06:21:23.891" v="7074" actId="34807"/>
          <ac:picMkLst>
            <pc:docMk/>
            <pc:sldMk cId="3924894244" sldId="2082"/>
            <ac:picMk id="31" creationId="{41D4FFBF-A418-7319-5013-0130BA312FC7}"/>
          </ac:picMkLst>
        </pc:picChg>
        <pc:picChg chg="add mod">
          <ac:chgData name="한나 조" userId="65a288ce2c9026c1" providerId="LiveId" clId="{C15A6EEB-526C-46C9-82AA-A02ABBD41001}" dt="2026-07-27T03:40:48.485" v="9250" actId="1036"/>
          <ac:picMkLst>
            <pc:docMk/>
            <pc:sldMk cId="3924894244" sldId="2082"/>
            <ac:picMk id="43" creationId="{EF8CE739-E827-6268-9209-4CCB2ECEB891}"/>
          </ac:picMkLst>
        </pc:picChg>
        <pc:picChg chg="mod">
          <ac:chgData name="한나 조" userId="65a288ce2c9026c1" providerId="LiveId" clId="{C15A6EEB-526C-46C9-82AA-A02ABBD41001}" dt="2026-07-28T02:09:07.166" v="13187" actId="1076"/>
          <ac:picMkLst>
            <pc:docMk/>
            <pc:sldMk cId="3924894244" sldId="2082"/>
            <ac:picMk id="48" creationId="{8DFCDED7-75D1-B5EA-FACF-313F89F0703B}"/>
          </ac:picMkLst>
        </pc:picChg>
        <pc:picChg chg="mod">
          <ac:chgData name="한나 조" userId="65a288ce2c9026c1" providerId="LiveId" clId="{C15A6EEB-526C-46C9-82AA-A02ABBD41001}" dt="2026-07-28T02:09:07.166" v="13187" actId="1076"/>
          <ac:picMkLst>
            <pc:docMk/>
            <pc:sldMk cId="3924894244" sldId="2082"/>
            <ac:picMk id="50" creationId="{F680695F-9024-3F1D-2ED1-090205339787}"/>
          </ac:picMkLst>
        </pc:picChg>
        <pc:cxnChg chg="add mod">
          <ac:chgData name="한나 조" userId="65a288ce2c9026c1" providerId="LiveId" clId="{C15A6EEB-526C-46C9-82AA-A02ABBD41001}" dt="2026-07-24T06:18:51.706" v="6996" actId="1076"/>
          <ac:cxnSpMkLst>
            <pc:docMk/>
            <pc:sldMk cId="3924894244" sldId="2082"/>
            <ac:cxnSpMk id="18" creationId="{BCDDDDA7-F4C3-DBDE-A745-CDBB3BFB1623}"/>
          </ac:cxnSpMkLst>
        </pc:cxnChg>
      </pc:sldChg>
      <pc:sldChg chg="addSp delSp modSp new del mod modClrScheme chgLayout">
        <pc:chgData name="한나 조" userId="65a288ce2c9026c1" providerId="LiveId" clId="{C15A6EEB-526C-46C9-82AA-A02ABBD41001}" dt="2026-07-28T06:12:50.185" v="14002" actId="47"/>
        <pc:sldMkLst>
          <pc:docMk/>
          <pc:sldMk cId="2844374141" sldId="2083"/>
        </pc:sldMkLst>
        <pc:spChg chg="add del mod">
          <ac:chgData name="한나 조" userId="65a288ce2c9026c1" providerId="LiveId" clId="{C15A6EEB-526C-46C9-82AA-A02ABBD41001}" dt="2026-07-28T02:03:36.943" v="13123" actId="478"/>
          <ac:spMkLst>
            <pc:docMk/>
            <pc:sldMk cId="2844374141" sldId="2083"/>
            <ac:spMk id="41" creationId="{5FCD2B3A-85AB-B76F-B3AB-188CCDBD1481}"/>
          </ac:spMkLst>
        </pc:spChg>
        <pc:spChg chg="add del mod">
          <ac:chgData name="한나 조" userId="65a288ce2c9026c1" providerId="LiveId" clId="{C15A6EEB-526C-46C9-82AA-A02ABBD41001}" dt="2026-07-28T02:03:36.943" v="13123" actId="478"/>
          <ac:spMkLst>
            <pc:docMk/>
            <pc:sldMk cId="2844374141" sldId="2083"/>
            <ac:spMk id="43" creationId="{5A55945F-53C4-7672-CA22-DB66595A84FE}"/>
          </ac:spMkLst>
        </pc:spChg>
        <pc:spChg chg="add del mod">
          <ac:chgData name="한나 조" userId="65a288ce2c9026c1" providerId="LiveId" clId="{C15A6EEB-526C-46C9-82AA-A02ABBD41001}" dt="2026-07-28T02:03:36.943" v="13123" actId="478"/>
          <ac:spMkLst>
            <pc:docMk/>
            <pc:sldMk cId="2844374141" sldId="2083"/>
            <ac:spMk id="45" creationId="{0323DD99-C339-7DF4-9A1F-4A8501E02C32}"/>
          </ac:spMkLst>
        </pc:spChg>
        <pc:spChg chg="add mod">
          <ac:chgData name="한나 조" userId="65a288ce2c9026c1" providerId="LiveId" clId="{C15A6EEB-526C-46C9-82AA-A02ABBD41001}" dt="2026-07-28T02:03:41.177" v="13128" actId="1038"/>
          <ac:spMkLst>
            <pc:docMk/>
            <pc:sldMk cId="2844374141" sldId="2083"/>
            <ac:spMk id="51" creationId="{4FAAB7A2-ACB5-5E71-F48B-4EBB76C6D4D2}"/>
          </ac:spMkLst>
        </pc:spChg>
        <pc:spChg chg="add mod">
          <ac:chgData name="한나 조" userId="65a288ce2c9026c1" providerId="LiveId" clId="{C15A6EEB-526C-46C9-82AA-A02ABBD41001}" dt="2026-07-28T02:03:41.177" v="13128" actId="1038"/>
          <ac:spMkLst>
            <pc:docMk/>
            <pc:sldMk cId="2844374141" sldId="2083"/>
            <ac:spMk id="52" creationId="{79FC9545-CDF8-545C-5AB7-AAE6FD03582C}"/>
          </ac:spMkLst>
        </pc:spChg>
        <pc:spChg chg="add mod">
          <ac:chgData name="한나 조" userId="65a288ce2c9026c1" providerId="LiveId" clId="{C15A6EEB-526C-46C9-82AA-A02ABBD41001}" dt="2026-07-28T02:03:41.177" v="13128" actId="1038"/>
          <ac:spMkLst>
            <pc:docMk/>
            <pc:sldMk cId="2844374141" sldId="2083"/>
            <ac:spMk id="53" creationId="{13B97F50-F505-72C5-27A8-DA2DBB2A4886}"/>
          </ac:spMkLst>
        </pc:spChg>
        <pc:graphicFrameChg chg="add mod modGraphic">
          <ac:chgData name="한나 조" userId="65a288ce2c9026c1" providerId="LiveId" clId="{C15A6EEB-526C-46C9-82AA-A02ABBD41001}" dt="2026-07-28T03:34:37.004" v="13960" actId="20577"/>
          <ac:graphicFrameMkLst>
            <pc:docMk/>
            <pc:sldMk cId="2844374141" sldId="2083"/>
            <ac:graphicFrameMk id="55" creationId="{858E887E-814A-DEBF-CD0A-CF9379777412}"/>
          </ac:graphicFrameMkLst>
        </pc:graphicFrameChg>
      </pc:sldChg>
      <pc:sldChg chg="addSp delSp modSp add del mod ord modClrScheme chgLayout">
        <pc:chgData name="한나 조" userId="65a288ce2c9026c1" providerId="LiveId" clId="{C15A6EEB-526C-46C9-82AA-A02ABBD41001}" dt="2026-07-29T02:22:31.474" v="15383" actId="47"/>
        <pc:sldMkLst>
          <pc:docMk/>
          <pc:sldMk cId="1864581709" sldId="2084"/>
        </pc:sldMkLst>
        <pc:spChg chg="mod">
          <ac:chgData name="한나 조" userId="65a288ce2c9026c1" providerId="LiveId" clId="{C15A6EEB-526C-46C9-82AA-A02ABBD41001}" dt="2026-07-27T03:55:55.455" v="10152"/>
          <ac:spMkLst>
            <pc:docMk/>
            <pc:sldMk cId="1864581709" sldId="2084"/>
            <ac:spMk id="2" creationId="{D959DA93-CFC6-548A-DECD-72672D06B2FB}"/>
          </ac:spMkLst>
        </pc:spChg>
        <pc:spChg chg="mod">
          <ac:chgData name="한나 조" userId="65a288ce2c9026c1" providerId="LiveId" clId="{C15A6EEB-526C-46C9-82AA-A02ABBD41001}" dt="2026-07-27T03:55:59.724" v="10169"/>
          <ac:spMkLst>
            <pc:docMk/>
            <pc:sldMk cId="1864581709" sldId="2084"/>
            <ac:spMk id="3" creationId="{BF2F1B13-49E0-BB02-7D6F-D66D6982C5AA}"/>
          </ac:spMkLst>
        </pc:spChg>
        <pc:spChg chg="add">
          <ac:chgData name="한나 조" userId="65a288ce2c9026c1" providerId="LiveId" clId="{C15A6EEB-526C-46C9-82AA-A02ABBD41001}" dt="2026-07-27T03:50:48.593" v="9994" actId="22"/>
          <ac:spMkLst>
            <pc:docMk/>
            <pc:sldMk cId="1864581709" sldId="2084"/>
            <ac:spMk id="31" creationId="{C80E259A-062F-6063-93A7-5B610FA9A50C}"/>
          </ac:spMkLst>
        </pc:spChg>
        <pc:spChg chg="add">
          <ac:chgData name="한나 조" userId="65a288ce2c9026c1" providerId="LiveId" clId="{C15A6EEB-526C-46C9-82AA-A02ABBD41001}" dt="2026-07-27T03:50:48.593" v="9994" actId="22"/>
          <ac:spMkLst>
            <pc:docMk/>
            <pc:sldMk cId="1864581709" sldId="2084"/>
            <ac:spMk id="33" creationId="{9B745C4B-6B3E-C18D-9B4D-81B389EBCCAC}"/>
          </ac:spMkLst>
        </pc:spChg>
        <pc:spChg chg="add mod">
          <ac:chgData name="한나 조" userId="65a288ce2c9026c1" providerId="LiveId" clId="{C15A6EEB-526C-46C9-82AA-A02ABBD41001}" dt="2026-07-27T03:53:28.379" v="10062"/>
          <ac:spMkLst>
            <pc:docMk/>
            <pc:sldMk cId="1864581709" sldId="2084"/>
            <ac:spMk id="38" creationId="{12BD4B24-1A4A-B47A-7026-439845207628}"/>
          </ac:spMkLst>
        </pc:spChg>
        <pc:spChg chg="add mod">
          <ac:chgData name="한나 조" userId="65a288ce2c9026c1" providerId="LiveId" clId="{C15A6EEB-526C-46C9-82AA-A02ABBD41001}" dt="2026-07-27T05:22:16.777" v="10914" actId="20577"/>
          <ac:spMkLst>
            <pc:docMk/>
            <pc:sldMk cId="1864581709" sldId="2084"/>
            <ac:spMk id="43" creationId="{0B01B191-74FB-AF35-556F-E145536E2E5C}"/>
          </ac:spMkLst>
        </pc:spChg>
        <pc:spChg chg="add mod">
          <ac:chgData name="한나 조" userId="65a288ce2c9026c1" providerId="LiveId" clId="{C15A6EEB-526C-46C9-82AA-A02ABBD41001}" dt="2026-07-27T03:51:04.261" v="10015" actId="20577"/>
          <ac:spMkLst>
            <pc:docMk/>
            <pc:sldMk cId="1864581709" sldId="2084"/>
            <ac:spMk id="45" creationId="{9F383A0E-99CF-1A3A-9564-A359C97791FA}"/>
          </ac:spMkLst>
        </pc:spChg>
        <pc:spChg chg="add mod">
          <ac:chgData name="한나 조" userId="65a288ce2c9026c1" providerId="LiveId" clId="{C15A6EEB-526C-46C9-82AA-A02ABBD41001}" dt="2026-07-27T03:53:59.794" v="10070" actId="1076"/>
          <ac:spMkLst>
            <pc:docMk/>
            <pc:sldMk cId="1864581709" sldId="2084"/>
            <ac:spMk id="49" creationId="{8A70E5D7-D398-2991-3646-D80C578BD1B4}"/>
          </ac:spMkLst>
        </pc:spChg>
        <pc:spChg chg="mod">
          <ac:chgData name="한나 조" userId="65a288ce2c9026c1" providerId="LiveId" clId="{C15A6EEB-526C-46C9-82AA-A02ABBD41001}" dt="2026-07-27T03:54:19.203" v="10073" actId="14100"/>
          <ac:spMkLst>
            <pc:docMk/>
            <pc:sldMk cId="1864581709" sldId="2084"/>
            <ac:spMk id="51" creationId="{61FDAD22-925D-657F-BA41-FC8EE9710D9C}"/>
          </ac:spMkLst>
        </pc:spChg>
        <pc:spChg chg="mod">
          <ac:chgData name="한나 조" userId="65a288ce2c9026c1" providerId="LiveId" clId="{C15A6EEB-526C-46C9-82AA-A02ABBD41001}" dt="2026-07-27T03:53:43.450" v="10065"/>
          <ac:spMkLst>
            <pc:docMk/>
            <pc:sldMk cId="1864581709" sldId="2084"/>
            <ac:spMk id="52" creationId="{B3649A79-EBB8-D746-24FE-8F371C325C9D}"/>
          </ac:spMkLst>
        </pc:spChg>
        <pc:spChg chg="add mod">
          <ac:chgData name="한나 조" userId="65a288ce2c9026c1" providerId="LiveId" clId="{C15A6EEB-526C-46C9-82AA-A02ABBD41001}" dt="2026-07-27T03:54:38.402" v="10078" actId="1076"/>
          <ac:spMkLst>
            <pc:docMk/>
            <pc:sldMk cId="1864581709" sldId="2084"/>
            <ac:spMk id="53" creationId="{6320DA16-B878-C0EA-2997-52ACD25BDD5E}"/>
          </ac:spMkLst>
        </pc:spChg>
        <pc:spChg chg="mod">
          <ac:chgData name="한나 조" userId="65a288ce2c9026c1" providerId="LiveId" clId="{C15A6EEB-526C-46C9-82AA-A02ABBD41001}" dt="2026-07-27T03:54:29.902" v="10075" actId="571"/>
          <ac:spMkLst>
            <pc:docMk/>
            <pc:sldMk cId="1864581709" sldId="2084"/>
            <ac:spMk id="55" creationId="{E179C1DA-2BE2-4D64-A243-136B2C20AFA6}"/>
          </ac:spMkLst>
        </pc:spChg>
        <pc:spChg chg="mod">
          <ac:chgData name="한나 조" userId="65a288ce2c9026c1" providerId="LiveId" clId="{C15A6EEB-526C-46C9-82AA-A02ABBD41001}" dt="2026-07-27T03:55:19.787" v="10124"/>
          <ac:spMkLst>
            <pc:docMk/>
            <pc:sldMk cId="1864581709" sldId="2084"/>
            <ac:spMk id="56" creationId="{6CC63AD4-2827-1740-1308-405EC3BD7B57}"/>
          </ac:spMkLst>
        </pc:spChg>
        <pc:spChg chg="mod">
          <ac:chgData name="한나 조" userId="65a288ce2c9026c1" providerId="LiveId" clId="{C15A6EEB-526C-46C9-82AA-A02ABBD41001}" dt="2026-07-27T03:54:52.534" v="10113" actId="14100"/>
          <ac:spMkLst>
            <pc:docMk/>
            <pc:sldMk cId="1864581709" sldId="2084"/>
            <ac:spMk id="58" creationId="{4D54449D-512B-5A88-3652-A31F5EBE7103}"/>
          </ac:spMkLst>
        </pc:spChg>
        <pc:spChg chg="mod">
          <ac:chgData name="한나 조" userId="65a288ce2c9026c1" providerId="LiveId" clId="{C15A6EEB-526C-46C9-82AA-A02ABBD41001}" dt="2026-07-27T03:54:41.616" v="10085"/>
          <ac:spMkLst>
            <pc:docMk/>
            <pc:sldMk cId="1864581709" sldId="2084"/>
            <ac:spMk id="59" creationId="{753DB89C-3962-5AD0-C259-F5D3A88D2E06}"/>
          </ac:spMkLst>
        </pc:spChg>
        <pc:spChg chg="add mod">
          <ac:chgData name="한나 조" userId="65a288ce2c9026c1" providerId="LiveId" clId="{C15A6EEB-526C-46C9-82AA-A02ABBD41001}" dt="2026-07-27T05:19:00.801" v="10694" actId="20577"/>
          <ac:spMkLst>
            <pc:docMk/>
            <pc:sldMk cId="1864581709" sldId="2084"/>
            <ac:spMk id="60" creationId="{DE4AFE2B-C7CE-55BD-901E-F480C61AD27C}"/>
          </ac:spMkLst>
        </pc:spChg>
        <pc:spChg chg="add mod">
          <ac:chgData name="한나 조" userId="65a288ce2c9026c1" providerId="LiveId" clId="{C15A6EEB-526C-46C9-82AA-A02ABBD41001}" dt="2026-07-27T05:19:07.582" v="10696" actId="20577"/>
          <ac:spMkLst>
            <pc:docMk/>
            <pc:sldMk cId="1864581709" sldId="2084"/>
            <ac:spMk id="61" creationId="{375F7E63-C3EA-A4D3-93CA-5010E2FDF255}"/>
          </ac:spMkLst>
        </pc:spChg>
        <pc:spChg chg="add mod">
          <ac:chgData name="한나 조" userId="65a288ce2c9026c1" providerId="LiveId" clId="{C15A6EEB-526C-46C9-82AA-A02ABBD41001}" dt="2026-07-27T05:19:37.191" v="10716" actId="20577"/>
          <ac:spMkLst>
            <pc:docMk/>
            <pc:sldMk cId="1864581709" sldId="2084"/>
            <ac:spMk id="62" creationId="{AFCB2D71-2123-4E7A-0D9D-55D6AC34E2C7}"/>
          </ac:spMkLst>
        </pc:spChg>
        <pc:spChg chg="add mod">
          <ac:chgData name="한나 조" userId="65a288ce2c9026c1" providerId="LiveId" clId="{C15A6EEB-526C-46C9-82AA-A02ABBD41001}" dt="2026-07-27T05:22:21.226" v="10915" actId="1076"/>
          <ac:spMkLst>
            <pc:docMk/>
            <pc:sldMk cId="1864581709" sldId="2084"/>
            <ac:spMk id="131" creationId="{9CFF67ED-B860-4BC2-FEC9-EF90386C0433}"/>
          </ac:spMkLst>
        </pc:spChg>
        <pc:grpChg chg="add mod">
          <ac:chgData name="한나 조" userId="65a288ce2c9026c1" providerId="LiveId" clId="{C15A6EEB-526C-46C9-82AA-A02ABBD41001}" dt="2026-07-27T03:55:44.664" v="10126" actId="1076"/>
          <ac:grpSpMkLst>
            <pc:docMk/>
            <pc:sldMk cId="1864581709" sldId="2084"/>
            <ac:grpSpMk id="50" creationId="{1C7CAC0F-4B29-E2F7-04FF-53ED41B847A8}"/>
          </ac:grpSpMkLst>
        </pc:grpChg>
        <pc:grpChg chg="add mod">
          <ac:chgData name="한나 조" userId="65a288ce2c9026c1" providerId="LiveId" clId="{C15A6EEB-526C-46C9-82AA-A02ABBD41001}" dt="2026-07-27T03:55:44.664" v="10126" actId="1076"/>
          <ac:grpSpMkLst>
            <pc:docMk/>
            <pc:sldMk cId="1864581709" sldId="2084"/>
            <ac:grpSpMk id="54" creationId="{6C0931B1-1527-4CC8-147B-7CB232CAEED5}"/>
          </ac:grpSpMkLst>
        </pc:grpChg>
        <pc:grpChg chg="add mod">
          <ac:chgData name="한나 조" userId="65a288ce2c9026c1" providerId="LiveId" clId="{C15A6EEB-526C-46C9-82AA-A02ABBD41001}" dt="2026-07-27T03:55:40.228" v="10125" actId="1076"/>
          <ac:grpSpMkLst>
            <pc:docMk/>
            <pc:sldMk cId="1864581709" sldId="2084"/>
            <ac:grpSpMk id="57" creationId="{FCA2471E-0F04-066D-E745-2B05265D15B1}"/>
          </ac:grpSpMkLst>
        </pc:grpChg>
        <pc:grpChg chg="add mod">
          <ac:chgData name="한나 조" userId="65a288ce2c9026c1" providerId="LiveId" clId="{C15A6EEB-526C-46C9-82AA-A02ABBD41001}" dt="2026-07-27T05:22:06.821" v="10911" actId="1037"/>
          <ac:grpSpMkLst>
            <pc:docMk/>
            <pc:sldMk cId="1864581709" sldId="2084"/>
            <ac:grpSpMk id="130" creationId="{A36136FC-D56F-8CEC-793D-E106361BC491}"/>
          </ac:grpSpMkLst>
        </pc:grpChg>
        <pc:graphicFrameChg chg="mod modGraphic">
          <ac:chgData name="한나 조" userId="65a288ce2c9026c1" providerId="LiveId" clId="{C15A6EEB-526C-46C9-82AA-A02ABBD41001}" dt="2026-07-27T05:23:04.272" v="11016"/>
          <ac:graphicFrameMkLst>
            <pc:docMk/>
            <pc:sldMk cId="1864581709" sldId="2084"/>
            <ac:graphicFrameMk id="8" creationId="{C454C30B-F31C-5A21-C8F4-1388378C944C}"/>
          </ac:graphicFrameMkLst>
        </pc:graphicFrameChg>
        <pc:graphicFrameChg chg="add mod modGraphic">
          <ac:chgData name="한나 조" userId="65a288ce2c9026c1" providerId="LiveId" clId="{C15A6EEB-526C-46C9-82AA-A02ABBD41001}" dt="2026-07-29T02:14:51.372" v="15362"/>
          <ac:graphicFrameMkLst>
            <pc:docMk/>
            <pc:sldMk cId="1864581709" sldId="2084"/>
            <ac:graphicFrameMk id="48" creationId="{4827E243-A7C2-3C59-5B31-7EC5F7960E05}"/>
          </ac:graphicFrameMkLst>
        </pc:graphicFrameChg>
        <pc:picChg chg="add mod modCrop">
          <ac:chgData name="한나 조" userId="65a288ce2c9026c1" providerId="LiveId" clId="{C15A6EEB-526C-46C9-82AA-A02ABBD41001}" dt="2026-07-27T05:22:00.122" v="10904" actId="164"/>
          <ac:picMkLst>
            <pc:docMk/>
            <pc:sldMk cId="1864581709" sldId="2084"/>
            <ac:picMk id="128" creationId="{9097A175-D3B9-FEAF-92BF-0157216272CB}"/>
          </ac:picMkLst>
        </pc:picChg>
        <pc:picChg chg="add mod modCrop">
          <ac:chgData name="한나 조" userId="65a288ce2c9026c1" providerId="LiveId" clId="{C15A6EEB-526C-46C9-82AA-A02ABBD41001}" dt="2026-07-27T05:22:00.122" v="10904" actId="164"/>
          <ac:picMkLst>
            <pc:docMk/>
            <pc:sldMk cId="1864581709" sldId="2084"/>
            <ac:picMk id="129" creationId="{ED67AB7F-DA4B-441A-1F5B-6EA9096AD9A9}"/>
          </ac:picMkLst>
        </pc:picChg>
      </pc:sldChg>
      <pc:sldChg chg="addSp delSp modSp add mod ord">
        <pc:chgData name="한나 조" userId="65a288ce2c9026c1" providerId="LiveId" clId="{C15A6EEB-526C-46C9-82AA-A02ABBD41001}" dt="2026-07-29T02:22:28.080" v="15382"/>
        <pc:sldMkLst>
          <pc:docMk/>
          <pc:sldMk cId="1034629495" sldId="2085"/>
        </pc:sldMkLst>
        <pc:spChg chg="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7" creationId="{77F2D6D8-3581-034D-928F-3A8E3966DB0E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27" creationId="{B739ACD3-0C17-81A1-8177-9778CEBF3F65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28" creationId="{BBF1CC49-0D4C-8C63-89DB-F9496EA38268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29" creationId="{1E92C820-0689-9C2A-D76F-7C3A38F24085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30" creationId="{D044D711-803A-AA34-90C3-CD9AD77D54E6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31" creationId="{84A730A6-569D-EACA-BB71-B82B6FE5230A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32" creationId="{D2382812-DF8A-C658-0AAD-54F8ADEB7C03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34" creationId="{E35F1092-EA85-7164-88D6-961F5025150C}"/>
          </ac:spMkLst>
        </pc:spChg>
        <pc:spChg chg="add 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38" creationId="{37E8FC23-BB44-DC3D-6EC5-E0DB144C937A}"/>
          </ac:spMkLst>
        </pc:spChg>
        <pc:spChg chg="add 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39" creationId="{53E58167-4E67-B2B1-8EE2-F54BBA8F6ACC}"/>
          </ac:spMkLst>
        </pc:spChg>
        <pc:spChg chg="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40" creationId="{30C15A82-81D1-95EE-5174-8775BCC8CD50}"/>
          </ac:spMkLst>
        </pc:spChg>
        <pc:spChg chg="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43" creationId="{3CAAEC5A-C756-B614-9F5B-9123C1DB2A87}"/>
          </ac:spMkLst>
        </pc:spChg>
        <pc:spChg chg="mod">
          <ac:chgData name="한나 조" userId="65a288ce2c9026c1" providerId="LiveId" clId="{C15A6EEB-526C-46C9-82AA-A02ABBD41001}" dt="2026-07-29T02:21:36.522" v="15372" actId="164"/>
          <ac:spMkLst>
            <pc:docMk/>
            <pc:sldMk cId="1034629495" sldId="2085"/>
            <ac:spMk id="45" creationId="{9C5566FD-0F88-2F63-B973-363E8FB7747D}"/>
          </ac:spMkLst>
        </pc:spChg>
        <pc:spChg chg="del">
          <ac:chgData name="한나 조" userId="65a288ce2c9026c1" providerId="LiveId" clId="{C15A6EEB-526C-46C9-82AA-A02ABBD41001}" dt="2026-07-29T02:21:46.267" v="15374" actId="478"/>
          <ac:spMkLst>
            <pc:docMk/>
            <pc:sldMk cId="1034629495" sldId="2085"/>
            <ac:spMk id="51" creationId="{2B74E91B-3D4D-D40C-9C2A-3572C1E70905}"/>
          </ac:spMkLst>
        </pc:spChg>
        <pc:spChg chg="add 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52" creationId="{18F809C6-2122-495B-FEEB-B4041744F2B8}"/>
          </ac:spMkLst>
        </pc:spChg>
        <pc:spChg chg="mod">
          <ac:chgData name="한나 조" userId="65a288ce2c9026c1" providerId="LiveId" clId="{C15A6EEB-526C-46C9-82AA-A02ABBD41001}" dt="2026-07-29T02:21:36.522" v="15372" actId="164"/>
          <ac:spMkLst>
            <pc:docMk/>
            <pc:sldMk cId="1034629495" sldId="2085"/>
            <ac:spMk id="54" creationId="{65DEB074-E1AC-CF32-96D4-45F56AEACACD}"/>
          </ac:spMkLst>
        </pc:spChg>
        <pc:spChg chg="mod">
          <ac:chgData name="한나 조" userId="65a288ce2c9026c1" providerId="LiveId" clId="{C15A6EEB-526C-46C9-82AA-A02ABBD41001}" dt="2026-07-29T02:21:36.522" v="15372" actId="164"/>
          <ac:spMkLst>
            <pc:docMk/>
            <pc:sldMk cId="1034629495" sldId="2085"/>
            <ac:spMk id="55" creationId="{D5251959-C758-2FA2-A1FB-54230C09FD72}"/>
          </ac:spMkLst>
        </pc:spChg>
        <pc:spChg chg="mod">
          <ac:chgData name="한나 조" userId="65a288ce2c9026c1" providerId="LiveId" clId="{C15A6EEB-526C-46C9-82AA-A02ABBD41001}" dt="2026-07-29T02:21:36.522" v="15372" actId="164"/>
          <ac:spMkLst>
            <pc:docMk/>
            <pc:sldMk cId="1034629495" sldId="2085"/>
            <ac:spMk id="57" creationId="{B2689B9E-7AFF-FE93-29E0-F1E2DBFB71F8}"/>
          </ac:spMkLst>
        </pc:spChg>
        <pc:spChg chg="mod">
          <ac:chgData name="한나 조" userId="65a288ce2c9026c1" providerId="LiveId" clId="{C15A6EEB-526C-46C9-82AA-A02ABBD41001}" dt="2026-07-29T02:21:36.522" v="15372" actId="164"/>
          <ac:spMkLst>
            <pc:docMk/>
            <pc:sldMk cId="1034629495" sldId="2085"/>
            <ac:spMk id="58" creationId="{99A66066-B1E0-C887-9C63-AC612FCD33E3}"/>
          </ac:spMkLst>
        </pc:spChg>
        <pc:spChg chg="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59" creationId="{098BF923-A096-328E-175E-F4E1153A69E8}"/>
          </ac:spMkLst>
        </pc:spChg>
        <pc:spChg chg="add 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60" creationId="{01D3371C-54F3-BD61-45BC-D9A8C163C257}"/>
          </ac:spMkLst>
        </pc:spChg>
        <pc:spChg chg="add 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61" creationId="{26B07937-AFBA-3C8A-13E3-14F8F6B5B49B}"/>
          </ac:spMkLst>
        </pc:spChg>
        <pc:spChg chg="del mod">
          <ac:chgData name="한나 조" userId="65a288ce2c9026c1" providerId="LiveId" clId="{C15A6EEB-526C-46C9-82AA-A02ABBD41001}" dt="2026-07-29T02:21:40.310" v="15373" actId="21"/>
          <ac:spMkLst>
            <pc:docMk/>
            <pc:sldMk cId="1034629495" sldId="2085"/>
            <ac:spMk id="129" creationId="{44BC3423-8F0B-DB24-2C5E-31F519F5E5AF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31" creationId="{77F2D6D8-3581-034D-928F-3A8E3966DB0E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33" creationId="{E90C1773-FCE9-3A7E-3EC0-94D7A1CD4B04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35" creationId="{37E8FC23-BB44-DC3D-6EC5-E0DB144C937A}"/>
          </ac:spMkLst>
        </pc:spChg>
        <pc:spChg chg="add mod">
          <ac:chgData name="한나 조" userId="65a288ce2c9026c1" providerId="LiveId" clId="{C15A6EEB-526C-46C9-82AA-A02ABBD41001}" dt="2026-07-29T02:21:47.708" v="15375"/>
          <ac:spMkLst>
            <pc:docMk/>
            <pc:sldMk cId="1034629495" sldId="2085"/>
            <ac:spMk id="137" creationId="{53E58167-4E67-B2B1-8EE2-F54BBA8F6ACC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38" creationId="{30C15A82-81D1-95EE-5174-8775BCC8CD50}"/>
          </ac:spMkLst>
        </pc:spChg>
        <pc:spChg chg="mod">
          <ac:chgData name="한나 조" userId="65a288ce2c9026c1" providerId="LiveId" clId="{C15A6EEB-526C-46C9-82AA-A02ABBD41001}" dt="2026-07-29T02:21:54.473" v="15376" actId="164"/>
          <ac:spMkLst>
            <pc:docMk/>
            <pc:sldMk cId="1034629495" sldId="2085"/>
            <ac:spMk id="143" creationId="{3CAAEC5A-C756-B614-9F5B-9123C1DB2A87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47" creationId="{18F809C6-2122-495B-FEEB-B4041744F2B8}"/>
          </ac:spMkLst>
        </pc:spChg>
        <pc:spChg chg="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50" creationId="{65DEB074-E1AC-CF32-96D4-45F56AEACACD}"/>
          </ac:spMkLst>
        </pc:spChg>
        <pc:spChg chg="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51" creationId="{D5251959-C758-2FA2-A1FB-54230C09FD72}"/>
          </ac:spMkLst>
        </pc:spChg>
        <pc:spChg chg="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53" creationId="{B2689B9E-7AFF-FE93-29E0-F1E2DBFB71F8}"/>
          </ac:spMkLst>
        </pc:spChg>
        <pc:spChg chg="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54" creationId="{99A66066-B1E0-C887-9C63-AC612FCD33E3}"/>
          </ac:spMkLst>
        </pc:spChg>
        <pc:spChg chg="add mod">
          <ac:chgData name="한나 조" userId="65a288ce2c9026c1" providerId="LiveId" clId="{C15A6EEB-526C-46C9-82AA-A02ABBD41001}" dt="2026-07-29T02:21:47.708" v="15375"/>
          <ac:spMkLst>
            <pc:docMk/>
            <pc:sldMk cId="1034629495" sldId="2085"/>
            <ac:spMk id="155" creationId="{098BF923-A096-328E-175E-F4E1153A69E8}"/>
          </ac:spMkLst>
        </pc:spChg>
        <pc:spChg chg="add mod">
          <ac:chgData name="한나 조" userId="65a288ce2c9026c1" providerId="LiveId" clId="{C15A6EEB-526C-46C9-82AA-A02ABBD41001}" dt="2026-07-29T02:22:09.455" v="15379" actId="164"/>
          <ac:spMkLst>
            <pc:docMk/>
            <pc:sldMk cId="1034629495" sldId="2085"/>
            <ac:spMk id="157" creationId="{26B07937-AFBA-3C8A-13E3-14F8F6B5B49B}"/>
          </ac:spMkLst>
        </pc:spChg>
        <pc:spChg chg="add mod">
          <ac:chgData name="한나 조" userId="65a288ce2c9026c1" providerId="LiveId" clId="{C15A6EEB-526C-46C9-82AA-A02ABBD41001}" dt="2026-07-29T02:21:47.708" v="15375"/>
          <ac:spMkLst>
            <pc:docMk/>
            <pc:sldMk cId="1034629495" sldId="2085"/>
            <ac:spMk id="161" creationId="{44BC3423-8F0B-DB24-2C5E-31F519F5E5AF}"/>
          </ac:spMkLst>
        </pc:spChg>
        <pc:grpChg chg="del">
          <ac:chgData name="한나 조" userId="65a288ce2c9026c1" providerId="LiveId" clId="{C15A6EEB-526C-46C9-82AA-A02ABBD41001}" dt="2026-07-29T02:22:22.739" v="15381" actId="478"/>
          <ac:grpSpMkLst>
            <pc:docMk/>
            <pc:sldMk cId="1034629495" sldId="2085"/>
            <ac:grpSpMk id="9" creationId="{70F703A5-C1E4-1C8B-C0DB-49B79AF6679D}"/>
          </ac:grpSpMkLst>
        </pc:grpChg>
        <pc:grpChg chg="mod">
          <ac:chgData name="한나 조" userId="65a288ce2c9026c1" providerId="LiveId" clId="{C15A6EEB-526C-46C9-82AA-A02ABBD41001}" dt="2026-07-29T02:21:54.473" v="15376" actId="164"/>
          <ac:grpSpMkLst>
            <pc:docMk/>
            <pc:sldMk cId="1034629495" sldId="2085"/>
            <ac:grpSpMk id="144" creationId="{A3277BBC-D523-F936-E106-6912CE259138}"/>
          </ac:grpSpMkLst>
        </pc:grpChg>
        <pc:grpChg chg="mod">
          <ac:chgData name="한나 조" userId="65a288ce2c9026c1" providerId="LiveId" clId="{C15A6EEB-526C-46C9-82AA-A02ABBD41001}" dt="2026-07-29T02:21:54.473" v="15376" actId="164"/>
          <ac:grpSpMkLst>
            <pc:docMk/>
            <pc:sldMk cId="1034629495" sldId="2085"/>
            <ac:grpSpMk id="149" creationId="{CBAB0DDC-AD09-42F4-D481-FBD20DFD53D7}"/>
          </ac:grpSpMkLst>
        </pc:grpChg>
        <pc:grpChg chg="mod">
          <ac:chgData name="한나 조" userId="65a288ce2c9026c1" providerId="LiveId" clId="{C15A6EEB-526C-46C9-82AA-A02ABBD41001}" dt="2026-07-29T02:21:54.473" v="15376" actId="164"/>
          <ac:grpSpMkLst>
            <pc:docMk/>
            <pc:sldMk cId="1034629495" sldId="2085"/>
            <ac:grpSpMk id="152" creationId="{1A53CF94-7B91-D49B-A511-F88266BECEBC}"/>
          </ac:grpSpMkLst>
        </pc:grpChg>
        <pc:grpChg chg="mod">
          <ac:chgData name="한나 조" userId="65a288ce2c9026c1" providerId="LiveId" clId="{C15A6EEB-526C-46C9-82AA-A02ABBD41001}" dt="2026-07-29T02:22:09.137" v="15378" actId="1076"/>
          <ac:grpSpMkLst>
            <pc:docMk/>
            <pc:sldMk cId="1034629495" sldId="2085"/>
            <ac:grpSpMk id="162" creationId="{CE31D9A3-5472-DB41-6888-EC40D162239D}"/>
          </ac:grpSpMkLst>
        </pc:grpChg>
        <pc:graphicFrameChg chg="mod modGraphic">
          <ac:chgData name="한나 조" userId="65a288ce2c9026c1" providerId="LiveId" clId="{C15A6EEB-526C-46C9-82AA-A02ABBD41001}" dt="2026-07-29T02:22:28.080" v="15382"/>
          <ac:graphicFrameMkLst>
            <pc:docMk/>
            <pc:sldMk cId="1034629495" sldId="2085"/>
            <ac:graphicFrameMk id="8" creationId="{7CA9BEA2-7290-B6C1-6AE0-A4A991DA7E70}"/>
          </ac:graphicFrameMkLst>
        </pc:graphicFrameChg>
      </pc:sldChg>
      <pc:sldChg chg="add del ord">
        <pc:chgData name="한나 조" userId="65a288ce2c9026c1" providerId="LiveId" clId="{C15A6EEB-526C-46C9-82AA-A02ABBD41001}" dt="2026-07-29T02:21:08.014" v="15366" actId="47"/>
        <pc:sldMkLst>
          <pc:docMk/>
          <pc:sldMk cId="2495844794" sldId="20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이벤트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관리자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3070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53517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785913" y="2645346"/>
            <a:ext cx="13901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회원관리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833677"/>
              </p:ext>
            </p:extLst>
          </p:nvPr>
        </p:nvGraphicFramePr>
        <p:xfrm>
          <a:off x="720329" y="3348261"/>
          <a:ext cx="11521280" cy="5143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이벤트 목록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이벤트 등록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layer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popup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복사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513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F850E56-B5C9-EA7E-F53A-660F18E7E1C9}"/>
              </a:ext>
            </a:extLst>
          </p:cNvPr>
          <p:cNvSpPr txBox="1"/>
          <p:nvPr/>
        </p:nvSpPr>
        <p:spPr>
          <a:xfrm>
            <a:off x="6336953" y="3924325"/>
            <a:ext cx="36856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기존에 운영되던 이벤트관리</a:t>
            </a:r>
            <a:r>
              <a:rPr lang="en-US" altLang="ko-KR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등록은 </a:t>
            </a:r>
            <a:r>
              <a:rPr lang="ko-KR" altLang="en-US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배너관리</a:t>
            </a:r>
            <a:r>
              <a:rPr lang="en-US" altLang="ko-KR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u="sng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배너등록</a:t>
            </a:r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명칭 변경 필요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97302"/>
              </p:ext>
            </p:extLst>
          </p:nvPr>
        </p:nvGraphicFramePr>
        <p:xfrm>
          <a:off x="432297" y="611957"/>
          <a:ext cx="12241358" cy="4780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용량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사이즈 초과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규격을 초과하여 등록이 불가합니다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후 재등록해주세요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필수입력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미작성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있을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입력되지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않은 항목이 존재합니다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다시 확인해 주세요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등록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이벤트가 등록되었습니다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 체크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공지는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개까지 등록 가능합니다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10001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8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0B750C-D7D1-4F30-B92A-E2F7BAF6D56F}"/>
              </a:ext>
            </a:extLst>
          </p:cNvPr>
          <p:cNvSpPr/>
          <p:nvPr/>
        </p:nvSpPr>
        <p:spPr>
          <a:xfrm>
            <a:off x="391103" y="1389650"/>
            <a:ext cx="9330226" cy="91537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13EB9-2015-A313-B523-0AD2B12B155E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F3D4A-77FF-B9C5-5739-1690018264E8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C4A1BE-5372-9D5E-B941-FD395A2947F3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DBDDA-CF12-1531-6001-37F792B5817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7E8DC-8EB2-3CE9-7579-31053863D93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2F8605-1E43-C746-EEF8-7D19397A2E68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6B6C8D-9292-3767-BDAA-D977DE3EDCCC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C89042A-F5F0-DBCB-F485-4B4A920D02C8}"/>
              </a:ext>
            </a:extLst>
          </p:cNvPr>
          <p:cNvSpPr/>
          <p:nvPr/>
        </p:nvSpPr>
        <p:spPr>
          <a:xfrm>
            <a:off x="8772725" y="2502928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9EE0E-6620-2204-A9F6-699F30442622}"/>
              </a:ext>
            </a:extLst>
          </p:cNvPr>
          <p:cNvSpPr txBox="1"/>
          <p:nvPr/>
        </p:nvSpPr>
        <p:spPr>
          <a:xfrm>
            <a:off x="391103" y="2506940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목록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CDDDDA7-F4C3-DBDE-A745-CDBB3BFB1623}"/>
              </a:ext>
            </a:extLst>
          </p:cNvPr>
          <p:cNvCxnSpPr/>
          <p:nvPr/>
        </p:nvCxnSpPr>
        <p:spPr>
          <a:xfrm>
            <a:off x="274872" y="2818662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BEC26D-60B5-FEA5-2298-6328E62B69C9}"/>
              </a:ext>
            </a:extLst>
          </p:cNvPr>
          <p:cNvSpPr txBox="1"/>
          <p:nvPr/>
        </p:nvSpPr>
        <p:spPr>
          <a:xfrm>
            <a:off x="391103" y="1517527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게시기간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3A2D0FB-EADA-85E4-3A54-10A2CAEC6BE6}"/>
              </a:ext>
            </a:extLst>
          </p:cNvPr>
          <p:cNvGrpSpPr/>
          <p:nvPr/>
        </p:nvGrpSpPr>
        <p:grpSpPr>
          <a:xfrm>
            <a:off x="1407950" y="1492838"/>
            <a:ext cx="3281568" cy="252209"/>
            <a:chOff x="2628785" y="3011572"/>
            <a:chExt cx="3281568" cy="25220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5039A02-0EB5-B81D-493C-C573A3082BCE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1D580310-7DA9-7E7A-931E-97B2AAA27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>
              <a:xfrm>
                <a:off x="3204793" y="1124252"/>
                <a:ext cx="253915" cy="230831"/>
              </a:xfrm>
              <a:prstGeom prst="rect">
                <a:avLst/>
              </a:prstGeom>
            </p:spPr>
          </p:pic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B827ACE6-C831-FAC3-C4D6-D0ABF3C0DB02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96046-7556-ADC8-5EFD-E95124C4CC73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1C9696-9D47-8F7A-EF0E-E42E4D2CB320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2F6727-12AA-780E-1D47-E6A6FFC474A1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41D4FFBF-A418-7319-5013-0130BA312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>
              <a:xfrm>
                <a:off x="2089916" y="1124252"/>
                <a:ext cx="253915" cy="230831"/>
              </a:xfrm>
              <a:prstGeom prst="rect">
                <a:avLst/>
              </a:prstGeom>
            </p:spPr>
          </p:pic>
        </p:grpSp>
        <p:sp>
          <p:nvSpPr>
            <p:cNvPr id="22" name="Rounded Rectangle 35">
              <a:extLst>
                <a:ext uri="{FF2B5EF4-FFF2-40B4-BE49-F238E27FC236}">
                  <a16:creationId xmlns:a16="http://schemas.microsoft.com/office/drawing/2014/main" id="{FFD7D9C3-39B6-C53D-690F-CD10EB61258F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13CC0C17-5EDC-843C-DE43-2F7E37248864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3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393ED63-A101-E4E6-BB80-AE93FCCAD43C}"/>
              </a:ext>
            </a:extLst>
          </p:cNvPr>
          <p:cNvGrpSpPr/>
          <p:nvPr/>
        </p:nvGrpSpPr>
        <p:grpSpPr>
          <a:xfrm>
            <a:off x="405044" y="1885420"/>
            <a:ext cx="3806554" cy="289883"/>
            <a:chOff x="468356" y="1592998"/>
            <a:chExt cx="3806554" cy="28988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56FDD3C-8FA2-4A27-D904-3E8BCB60CAAE}"/>
                </a:ext>
              </a:extLst>
            </p:cNvPr>
            <p:cNvSpPr/>
            <p:nvPr/>
          </p:nvSpPr>
          <p:spPr>
            <a:xfrm>
              <a:off x="1211057" y="1592998"/>
              <a:ext cx="306385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0D8132-7B10-4131-9038-E6B638DCF6B7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이벤트제목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35" name="Rounded Rectangle 35">
            <a:extLst>
              <a:ext uri="{FF2B5EF4-FFF2-40B4-BE49-F238E27FC236}">
                <a16:creationId xmlns:a16="http://schemas.microsoft.com/office/drawing/2014/main" id="{CDC29107-A623-5575-2A41-1C8B208428D0}"/>
              </a:ext>
            </a:extLst>
          </p:cNvPr>
          <p:cNvSpPr/>
          <p:nvPr/>
        </p:nvSpPr>
        <p:spPr>
          <a:xfrm>
            <a:off x="8966734" y="1923111"/>
            <a:ext cx="51008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검색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59842479-1554-2FB8-6186-ECCF8E67B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53612"/>
              </p:ext>
            </p:extLst>
          </p:nvPr>
        </p:nvGraphicFramePr>
        <p:xfrm>
          <a:off x="391103" y="3016571"/>
          <a:ext cx="9232735" cy="119403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17258">
                  <a:extLst>
                    <a:ext uri="{9D8B030D-6E8A-4147-A177-3AD203B41FA5}">
                      <a16:colId xmlns:a16="http://schemas.microsoft.com/office/drawing/2014/main" val="291893071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8217548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95818761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403802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62143003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0450807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67275997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11308948"/>
                    </a:ext>
                  </a:extLst>
                </a:gridCol>
                <a:gridCol w="694597">
                  <a:extLst>
                    <a:ext uri="{9D8B030D-6E8A-4147-A177-3AD203B41FA5}">
                      <a16:colId xmlns:a16="http://schemas.microsoft.com/office/drawing/2014/main" val="4234574843"/>
                    </a:ext>
                  </a:extLst>
                </a:gridCol>
              </a:tblGrid>
              <a:tr h="222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상단고정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노출상태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참여데이터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21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기저귀부터 생리대까지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본인부담금 낮춰주는 </a:t>
                      </a:r>
                      <a:r>
                        <a:rPr lang="ko-KR" altLang="en-US" sz="700" dirty="0" err="1"/>
                        <a:t>든든</a:t>
                      </a:r>
                      <a:r>
                        <a:rPr lang="ko-KR" altLang="en-US" sz="700" dirty="0"/>
                        <a:t> </a:t>
                      </a:r>
                      <a:r>
                        <a:rPr lang="ko-KR" altLang="en-US" sz="700" dirty="0" err="1"/>
                        <a:t>쿠폰팩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쿠폰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2026.08.01~2026.12.31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2026.07.10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912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/>
                        <a:t>국민행볼몰에서</a:t>
                      </a:r>
                      <a:r>
                        <a:rPr lang="ko-KR" altLang="en-US" sz="700" dirty="0"/>
                        <a:t> 바우처 처음 이용하고 물티슈 </a:t>
                      </a:r>
                      <a:r>
                        <a:rPr lang="en-US" altLang="ko-KR" sz="700" dirty="0"/>
                        <a:t>1</a:t>
                      </a:r>
                      <a:r>
                        <a:rPr lang="ko-KR" altLang="en-US" sz="700" dirty="0"/>
                        <a:t>박스 받아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사은품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2026.07.01~2026.07.31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9222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</a:rPr>
                        <a:t>□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매일매일 도장 꾹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출석체크하고 마일리지 받아가세요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출석체크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상시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97677"/>
                  </a:ext>
                </a:extLst>
              </a:tr>
            </a:tbl>
          </a:graphicData>
        </a:graphic>
      </p:graphicFrame>
      <p:graphicFrame>
        <p:nvGraphicFramePr>
          <p:cNvPr id="40" name="Group 59">
            <a:extLst>
              <a:ext uri="{FF2B5EF4-FFF2-40B4-BE49-F238E27FC236}">
                <a16:creationId xmlns:a16="http://schemas.microsoft.com/office/drawing/2014/main" id="{3048AE71-0241-7163-C6CC-4C0C5CBF7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131356"/>
              </p:ext>
            </p:extLst>
          </p:nvPr>
        </p:nvGraphicFramePr>
        <p:xfrm>
          <a:off x="10128399" y="623854"/>
          <a:ext cx="2850436" cy="31442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검색기능과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게시기간 상시로 등록한 이벤트도 검색기간에 포함되면 결과에 함께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등록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 등록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목록 테이블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상세 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 출력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상단고정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개까지 지정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순서대로 정렬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노출상태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[Y]: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[N]: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참여자 데이터 다운로드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관련 아이콘요소 활용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 참여자 데이터 취합된 엑셀 파일 다운로드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97776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49943B9E-6006-3A95-B3C7-4ACE83FCC413}"/>
              </a:ext>
            </a:extLst>
          </p:cNvPr>
          <p:cNvSpPr/>
          <p:nvPr/>
        </p:nvSpPr>
        <p:spPr>
          <a:xfrm>
            <a:off x="9159119" y="3301738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4F6E83DC-DCBE-864D-2986-8A4F727BB47B}"/>
              </a:ext>
            </a:extLst>
          </p:cNvPr>
          <p:cNvSpPr/>
          <p:nvPr/>
        </p:nvSpPr>
        <p:spPr>
          <a:xfrm>
            <a:off x="9159119" y="3624054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5BCE6980-E9FD-3BDC-F530-3D9ECF53D322}"/>
              </a:ext>
            </a:extLst>
          </p:cNvPr>
          <p:cNvSpPr/>
          <p:nvPr/>
        </p:nvSpPr>
        <p:spPr>
          <a:xfrm>
            <a:off x="9159119" y="3946444"/>
            <a:ext cx="152844" cy="152844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7FA1B1ED-2210-0E42-E43A-07B03E824552}"/>
              </a:ext>
            </a:extLst>
          </p:cNvPr>
          <p:cNvSpPr/>
          <p:nvPr/>
        </p:nvSpPr>
        <p:spPr>
          <a:xfrm>
            <a:off x="226163" y="13614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AF66EC1D-1F5D-251B-06F9-0538DF996049}"/>
              </a:ext>
            </a:extLst>
          </p:cNvPr>
          <p:cNvSpPr/>
          <p:nvPr/>
        </p:nvSpPr>
        <p:spPr>
          <a:xfrm>
            <a:off x="8593844" y="24072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6F7DD978-1564-6717-CD3D-790242F70CCD}"/>
              </a:ext>
            </a:extLst>
          </p:cNvPr>
          <p:cNvSpPr/>
          <p:nvPr/>
        </p:nvSpPr>
        <p:spPr>
          <a:xfrm>
            <a:off x="226163" y="29000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모서리가 둥근 직사각형 114">
            <a:extLst>
              <a:ext uri="{FF2B5EF4-FFF2-40B4-BE49-F238E27FC236}">
                <a16:creationId xmlns:a16="http://schemas.microsoft.com/office/drawing/2014/main" id="{2A902E0C-9A5C-C39C-F302-F96FB16D2D9C}"/>
              </a:ext>
            </a:extLst>
          </p:cNvPr>
          <p:cNvSpPr/>
          <p:nvPr/>
        </p:nvSpPr>
        <p:spPr>
          <a:xfrm>
            <a:off x="9415649" y="31018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EF8CE739-E827-6268-9209-4CCB2ECEB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6" y="4248161"/>
            <a:ext cx="9349882" cy="324236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30CB24C-9D51-5528-9992-6D650367C1BA}"/>
              </a:ext>
            </a:extLst>
          </p:cNvPr>
          <p:cNvGrpSpPr/>
          <p:nvPr/>
        </p:nvGrpSpPr>
        <p:grpSpPr>
          <a:xfrm>
            <a:off x="4456732" y="1888381"/>
            <a:ext cx="1978242" cy="289883"/>
            <a:chOff x="468356" y="1592998"/>
            <a:chExt cx="1978242" cy="289883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D4CCD0D-1604-034F-771D-2F5507B9C4A3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3E7CFC-0DE5-60EB-93FF-59B717F58FBF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CDAFC83-CD21-DAAD-E87D-74A390CE2514}"/>
              </a:ext>
            </a:extLst>
          </p:cNvPr>
          <p:cNvGrpSpPr/>
          <p:nvPr/>
        </p:nvGrpSpPr>
        <p:grpSpPr>
          <a:xfrm>
            <a:off x="6741135" y="1912889"/>
            <a:ext cx="1841905" cy="230832"/>
            <a:chOff x="534479" y="3039878"/>
            <a:chExt cx="1841905" cy="2308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A6E7F8-AF6F-FD91-DC44-46A5FDEC18A9}"/>
                </a:ext>
              </a:extLst>
            </p:cNvPr>
            <p:cNvSpPr txBox="1"/>
            <p:nvPr/>
          </p:nvSpPr>
          <p:spPr>
            <a:xfrm>
              <a:off x="534479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7203BB0-2167-A89A-E5B0-1CA606DA916E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48" name="Picture 4" descr="off, radio icon">
                <a:extLst>
                  <a:ext uri="{FF2B5EF4-FFF2-40B4-BE49-F238E27FC236}">
                    <a16:creationId xmlns:a16="http://schemas.microsoft.com/office/drawing/2014/main" id="{8DFCDED7-75D1-B5EA-FACF-313F89F070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84FCAB-B45C-F901-2D77-AE56DE64EB7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50" name="Picture 4" descr="off, radio icon">
                <a:extLst>
                  <a:ext uri="{FF2B5EF4-FFF2-40B4-BE49-F238E27FC236}">
                    <a16:creationId xmlns:a16="http://schemas.microsoft.com/office/drawing/2014/main" id="{F680695F-9024-3F1D-2ED1-0902053397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CFF14DE-47D7-49A8-913A-952EF019F6E9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489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이벤트등록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637796"/>
              </p:ext>
            </p:extLst>
          </p:nvPr>
        </p:nvGraphicFramePr>
        <p:xfrm>
          <a:off x="10128399" y="623854"/>
          <a:ext cx="2850436" cy="430390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복사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이벤트복사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이벤트유형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쿠폰발급형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출석체크형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가지 중 선택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선택한 유형에 맞는 설정 인풋박스 하단에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이벤트명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운영기간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선택란은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기간운영 선택시에만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시작 날짜는 당일 날짜 디폴트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/12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클릭 시 시작날짜 기준으로 날짜 계산해서 반영됨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노출상태 라디오버튼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]FO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게시글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]FO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게시글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썸네일 이미지 등록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용량 초과 시 업로드 차단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대체텍스트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웹접근성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요약설명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FO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카드 설명 영역 출력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미작성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상세콘텐츠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텍스트 앞부분을 대체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8D467D5-041C-0882-5464-8CE5FDF44922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이벤트등록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5114D90-6496-8011-345A-5B1728C71045}"/>
              </a:ext>
            </a:extLst>
          </p:cNvPr>
          <p:cNvGrpSpPr/>
          <p:nvPr/>
        </p:nvGrpSpPr>
        <p:grpSpPr>
          <a:xfrm>
            <a:off x="468356" y="2528700"/>
            <a:ext cx="9252973" cy="289883"/>
            <a:chOff x="468356" y="1592998"/>
            <a:chExt cx="9252973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963BE9E-541A-D5A4-68B6-67852E050825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655C9E-8BF8-F9F4-9ABB-11E8988A684E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8B8BB24-5FBC-4560-32DE-27D21622285C}"/>
              </a:ext>
            </a:extLst>
          </p:cNvPr>
          <p:cNvGrpSpPr/>
          <p:nvPr/>
        </p:nvGrpSpPr>
        <p:grpSpPr>
          <a:xfrm>
            <a:off x="468356" y="2052117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71AFF07-9F80-F482-36F6-ACD9D8E18A68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E5B55AA-215A-E60A-5675-2E5760A32C31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A2F68630-A7C2-A7AE-A39B-6317B3E5FBDA}"/>
              </a:ext>
            </a:extLst>
          </p:cNvPr>
          <p:cNvSpPr/>
          <p:nvPr/>
        </p:nvSpPr>
        <p:spPr>
          <a:xfrm>
            <a:off x="8772725" y="152035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이벤트복사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720C7E-909E-6D4C-1C8E-1864DF4C3319}"/>
              </a:ext>
            </a:extLst>
          </p:cNvPr>
          <p:cNvSpPr txBox="1"/>
          <p:nvPr/>
        </p:nvSpPr>
        <p:spPr>
          <a:xfrm>
            <a:off x="391103" y="152437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기본정보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1B2B3A2-598C-8644-AFFF-12CBA85F37E1}"/>
              </a:ext>
            </a:extLst>
          </p:cNvPr>
          <p:cNvCxnSpPr/>
          <p:nvPr/>
        </p:nvCxnSpPr>
        <p:spPr>
          <a:xfrm>
            <a:off x="274872" y="1836093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2C3518AE-EE71-3F94-9E11-B5848021F315}"/>
              </a:ext>
            </a:extLst>
          </p:cNvPr>
          <p:cNvGrpSpPr/>
          <p:nvPr/>
        </p:nvGrpSpPr>
        <p:grpSpPr>
          <a:xfrm>
            <a:off x="468356" y="3016527"/>
            <a:ext cx="2125006" cy="230832"/>
            <a:chOff x="468356" y="3039878"/>
            <a:chExt cx="2125006" cy="230832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E6735D5-8519-674F-4D7B-6F6DAAE05109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운영기간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71B82A04-F7DA-E3AB-586C-7D9E39B2E61D}"/>
                </a:ext>
              </a:extLst>
            </p:cNvPr>
            <p:cNvGrpSpPr/>
            <p:nvPr/>
          </p:nvGrpSpPr>
          <p:grpSpPr>
            <a:xfrm>
              <a:off x="1973474" y="3039878"/>
              <a:ext cx="619888" cy="230832"/>
              <a:chOff x="1152377" y="4703843"/>
              <a:chExt cx="619888" cy="230832"/>
            </a:xfrm>
          </p:grpSpPr>
          <p:pic>
            <p:nvPicPr>
              <p:cNvPr id="193" name="Picture 2" descr="on, radio icon">
                <a:extLst>
                  <a:ext uri="{FF2B5EF4-FFF2-40B4-BE49-F238E27FC236}">
                    <a16:creationId xmlns:a16="http://schemas.microsoft.com/office/drawing/2014/main" id="{FDA8E022-BCA9-4DF2-8E2B-8A767D54A3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377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C660CEF-A5FD-FA09-2179-A524ED45A8D0}"/>
                  </a:ext>
                </a:extLst>
              </p:cNvPr>
              <p:cNvSpPr txBox="1"/>
              <p:nvPr/>
            </p:nvSpPr>
            <p:spPr>
              <a:xfrm>
                <a:off x="120287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기간운영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0E202244-EC79-381C-036A-9A76A88D4097}"/>
                </a:ext>
              </a:extLst>
            </p:cNvPr>
            <p:cNvGrpSpPr/>
            <p:nvPr/>
          </p:nvGrpSpPr>
          <p:grpSpPr>
            <a:xfrm>
              <a:off x="1204158" y="3039878"/>
              <a:ext cx="622662" cy="230832"/>
              <a:chOff x="1664933" y="4703843"/>
              <a:chExt cx="622662" cy="230832"/>
            </a:xfrm>
          </p:grpSpPr>
          <p:pic>
            <p:nvPicPr>
              <p:cNvPr id="189" name="Picture 4" descr="off, radio icon">
                <a:extLst>
                  <a:ext uri="{FF2B5EF4-FFF2-40B4-BE49-F238E27FC236}">
                    <a16:creationId xmlns:a16="http://schemas.microsoft.com/office/drawing/2014/main" id="{9CE10057-296E-9DD1-A8EB-B8C81E18F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E9DC4AA0-C78A-7538-D62E-FB4307771925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상시운영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A5FBE399-A7BA-1162-F8DE-5B1289133B1A}"/>
              </a:ext>
            </a:extLst>
          </p:cNvPr>
          <p:cNvGrpSpPr/>
          <p:nvPr/>
        </p:nvGrpSpPr>
        <p:grpSpPr>
          <a:xfrm>
            <a:off x="2628785" y="2988221"/>
            <a:ext cx="3852184" cy="252209"/>
            <a:chOff x="2628785" y="3011572"/>
            <a:chExt cx="3852184" cy="252209"/>
          </a:xfrm>
        </p:grpSpPr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F264DE61-6334-BAF5-A646-E63BB4B76581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198" name="그림 197">
                <a:extLst>
                  <a:ext uri="{FF2B5EF4-FFF2-40B4-BE49-F238E27FC236}">
                    <a16:creationId xmlns:a16="http://schemas.microsoft.com/office/drawing/2014/main" id="{AA685C38-0DBF-59FB-2536-22FD337CC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7F53301C-025F-8F81-9E60-9AFF0E5E3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7F97CCD7-EB58-1E8D-AF54-9118C157C697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8BC4C28A-F22D-D164-074A-BB23F81BDE43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0BCE787C-6959-D1E8-9B1C-4F9587E089D4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AC262FD-FB79-C064-4A21-7BD6384F4E72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4" name="그림 203">
                <a:extLst>
                  <a:ext uri="{FF2B5EF4-FFF2-40B4-BE49-F238E27FC236}">
                    <a16:creationId xmlns:a16="http://schemas.microsoft.com/office/drawing/2014/main" id="{C8401181-F487-529F-3302-7CBD5C558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9916" y="1124252"/>
                <a:ext cx="253915" cy="230832"/>
              </a:xfrm>
              <a:prstGeom prst="rect">
                <a:avLst/>
              </a:prstGeom>
            </p:spPr>
          </p:pic>
        </p:grpSp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AA83981F-7EE8-DA30-FD58-3D82702EA80B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1114A0C6-B9AD-62B5-2328-BE40D6E02E6B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6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1" name="Rounded Rectangle 35">
              <a:extLst>
                <a:ext uri="{FF2B5EF4-FFF2-40B4-BE49-F238E27FC236}">
                  <a16:creationId xmlns:a16="http://schemas.microsoft.com/office/drawing/2014/main" id="{69483BE3-7F29-9064-60EF-AE1220530307}"/>
                </a:ext>
              </a:extLst>
            </p:cNvPr>
            <p:cNvSpPr/>
            <p:nvPr/>
          </p:nvSpPr>
          <p:spPr>
            <a:xfrm>
              <a:off x="5934880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D1D0E3D8-038F-9730-0E30-E25915903337}"/>
              </a:ext>
            </a:extLst>
          </p:cNvPr>
          <p:cNvGrpSpPr/>
          <p:nvPr/>
        </p:nvGrpSpPr>
        <p:grpSpPr>
          <a:xfrm>
            <a:off x="468356" y="3420269"/>
            <a:ext cx="1908028" cy="230832"/>
            <a:chOff x="468356" y="3039878"/>
            <a:chExt cx="1908028" cy="230832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A04ED29-817B-D18B-1C5B-144E008C498F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DC0317F4-C1FA-C469-4CA9-664B09B62A0F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221" name="Picture 4" descr="off, radio icon">
                <a:extLst>
                  <a:ext uri="{FF2B5EF4-FFF2-40B4-BE49-F238E27FC236}">
                    <a16:creationId xmlns:a16="http://schemas.microsoft.com/office/drawing/2014/main" id="{957FE240-986C-E8DE-3EB0-33081FC12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56F47AAF-13D1-8EC2-3EC9-53871EEEEBE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225" name="Picture 4" descr="off, radio icon">
                <a:extLst>
                  <a:ext uri="{FF2B5EF4-FFF2-40B4-BE49-F238E27FC236}">
                    <a16:creationId xmlns:a16="http://schemas.microsoft.com/office/drawing/2014/main" id="{F8077FB3-FEC3-9EE1-0B7E-AE7F56E380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E3CCEF3-E49C-3255-7A47-FFFDB8D5EBCF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765445A1-2615-C9CD-0A20-D6DAC90A01CA}"/>
              </a:ext>
            </a:extLst>
          </p:cNvPr>
          <p:cNvSpPr txBox="1"/>
          <p:nvPr/>
        </p:nvSpPr>
        <p:spPr>
          <a:xfrm>
            <a:off x="468355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목록 썸네일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252" name="Rounded Rectangle 35">
            <a:extLst>
              <a:ext uri="{FF2B5EF4-FFF2-40B4-BE49-F238E27FC236}">
                <a16:creationId xmlns:a16="http://schemas.microsoft.com/office/drawing/2014/main" id="{93FCAF8E-2FFC-6FAB-9411-44169BBAE0A0}"/>
              </a:ext>
            </a:extLst>
          </p:cNvPr>
          <p:cNvSpPr/>
          <p:nvPr/>
        </p:nvSpPr>
        <p:spPr>
          <a:xfrm>
            <a:off x="1508014" y="4058500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4F040958-D93C-7EEC-6BFA-98B4EFE46D3B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3F3869F-1765-4933-F8D3-0DB3E7631A93}"/>
              </a:ext>
            </a:extLst>
          </p:cNvPr>
          <p:cNvSpPr txBox="1"/>
          <p:nvPr/>
        </p:nvSpPr>
        <p:spPr>
          <a:xfrm>
            <a:off x="2308667" y="40647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이벤트 목록에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55036FBF-030C-6FE0-0FD3-BCBD1CF1286A}"/>
              </a:ext>
            </a:extLst>
          </p:cNvPr>
          <p:cNvSpPr/>
          <p:nvPr/>
        </p:nvSpPr>
        <p:spPr>
          <a:xfrm>
            <a:off x="2609809" y="4681096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E9A57EB-123B-E23B-D715-8798A2913AE3}"/>
              </a:ext>
            </a:extLst>
          </p:cNvPr>
          <p:cNvSpPr/>
          <p:nvPr/>
        </p:nvSpPr>
        <p:spPr>
          <a:xfrm>
            <a:off x="1513797" y="4383148"/>
            <a:ext cx="975258" cy="6182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A1977A84-72CD-296B-BFC8-CE074CA1A640}"/>
              </a:ext>
            </a:extLst>
          </p:cNvPr>
          <p:cNvCxnSpPr/>
          <p:nvPr/>
        </p:nvCxnSpPr>
        <p:spPr>
          <a:xfrm>
            <a:off x="274872" y="386433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D505CC47-072B-4DCE-204E-73CAA5EC8483}"/>
              </a:ext>
            </a:extLst>
          </p:cNvPr>
          <p:cNvCxnSpPr>
            <a:cxnSpLocks/>
          </p:cNvCxnSpPr>
          <p:nvPr/>
        </p:nvCxnSpPr>
        <p:spPr>
          <a:xfrm>
            <a:off x="1415841" y="5123751"/>
            <a:ext cx="836818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AE678813-B635-1656-031D-84348D01FADB}"/>
              </a:ext>
            </a:extLst>
          </p:cNvPr>
          <p:cNvSpPr txBox="1"/>
          <p:nvPr/>
        </p:nvSpPr>
        <p:spPr>
          <a:xfrm>
            <a:off x="2609810" y="4407743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00x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E0A157D-F912-9AF5-FABE-30F93A4A4CFD}"/>
              </a:ext>
            </a:extLst>
          </p:cNvPr>
          <p:cNvGrpSpPr/>
          <p:nvPr/>
        </p:nvGrpSpPr>
        <p:grpSpPr>
          <a:xfrm>
            <a:off x="10368816" y="5282986"/>
            <a:ext cx="1178355" cy="1257003"/>
            <a:chOff x="10034187" y="2999258"/>
            <a:chExt cx="1178355" cy="125700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516178B-6585-240C-CD54-38DA4DF2292F}"/>
                </a:ext>
              </a:extLst>
            </p:cNvPr>
            <p:cNvGrpSpPr/>
            <p:nvPr/>
          </p:nvGrpSpPr>
          <p:grpSpPr>
            <a:xfrm>
              <a:off x="10034188" y="3937473"/>
              <a:ext cx="1178354" cy="318788"/>
              <a:chOff x="7502643" y="5722939"/>
              <a:chExt cx="2447801" cy="318788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D0BF6ADC-2BF8-5CB0-6FF9-541261CAE00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Rounded Rectangle 27">
                <a:extLst>
                  <a:ext uri="{FF2B5EF4-FFF2-40B4-BE49-F238E27FC236}">
                    <a16:creationId xmlns:a16="http://schemas.microsoft.com/office/drawing/2014/main" id="{37991269-0FF2-4A76-24A2-E116ED59B5A4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출석체크형</a:t>
                </a: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84A95C7-CB6B-86AA-1918-2D1094FCADBF}"/>
                </a:ext>
              </a:extLst>
            </p:cNvPr>
            <p:cNvGrpSpPr/>
            <p:nvPr/>
          </p:nvGrpSpPr>
          <p:grpSpPr>
            <a:xfrm>
              <a:off x="10034187" y="2999258"/>
              <a:ext cx="1178354" cy="318788"/>
              <a:chOff x="577578" y="3686354"/>
              <a:chExt cx="1178354" cy="31878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B5481BA-3DFF-5365-EC55-9B39165E2BF8}"/>
                  </a:ext>
                </a:extLst>
              </p:cNvPr>
              <p:cNvSpPr/>
              <p:nvPr/>
            </p:nvSpPr>
            <p:spPr>
              <a:xfrm>
                <a:off x="577578" y="3686354"/>
                <a:ext cx="1178354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66FADBB7-A2CB-2587-54F7-678AB75E6964}"/>
                  </a:ext>
                </a:extLst>
              </p:cNvPr>
              <p:cNvSpPr/>
              <p:nvPr/>
            </p:nvSpPr>
            <p:spPr>
              <a:xfrm>
                <a:off x="657152" y="3748614"/>
                <a:ext cx="104772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유형선택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A2C9E9-979A-5DB1-D594-A92587C95DEE}"/>
                </a:ext>
              </a:extLst>
            </p:cNvPr>
            <p:cNvGrpSpPr/>
            <p:nvPr/>
          </p:nvGrpSpPr>
          <p:grpSpPr>
            <a:xfrm>
              <a:off x="10034188" y="3305382"/>
              <a:ext cx="1178354" cy="318788"/>
              <a:chOff x="7502643" y="5722939"/>
              <a:chExt cx="2447801" cy="31878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70636876-81FE-473F-0234-E4632345E0F4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AC55F86B-E044-7D5C-F4D9-5947F46039C1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사은품형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2680E58A-7799-BA3B-6C5E-542E6346AC76}"/>
                </a:ext>
              </a:extLst>
            </p:cNvPr>
            <p:cNvGrpSpPr/>
            <p:nvPr/>
          </p:nvGrpSpPr>
          <p:grpSpPr>
            <a:xfrm>
              <a:off x="10034188" y="3618803"/>
              <a:ext cx="1178354" cy="318788"/>
              <a:chOff x="7502643" y="5722939"/>
              <a:chExt cx="2447801" cy="31878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AD2A261-8521-C776-120D-B8C534A35DE9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1FBEDD54-BFD7-7B7B-6BE4-49D15236C0CA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쿠폰발급형</a:t>
                </a:r>
              </a:p>
            </p:txBody>
          </p:sp>
        </p:grpSp>
      </p:grp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F0EED6AA-5C40-E9E0-9D30-C1D04DBB578F}"/>
              </a:ext>
            </a:extLst>
          </p:cNvPr>
          <p:cNvSpPr/>
          <p:nvPr/>
        </p:nvSpPr>
        <p:spPr>
          <a:xfrm>
            <a:off x="982167" y="195321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0E03D164-D745-E049-7FEF-19557BC64F1E}"/>
              </a:ext>
            </a:extLst>
          </p:cNvPr>
          <p:cNvSpPr/>
          <p:nvPr/>
        </p:nvSpPr>
        <p:spPr>
          <a:xfrm>
            <a:off x="982167" y="29546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E66C3A9E-4147-93E4-D3D5-395931F95FA4}"/>
              </a:ext>
            </a:extLst>
          </p:cNvPr>
          <p:cNvSpPr/>
          <p:nvPr/>
        </p:nvSpPr>
        <p:spPr>
          <a:xfrm>
            <a:off x="982167" y="24591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12C204CA-E0B1-3361-BC35-176A4EE4CB77}"/>
              </a:ext>
            </a:extLst>
          </p:cNvPr>
          <p:cNvSpPr/>
          <p:nvPr/>
        </p:nvSpPr>
        <p:spPr>
          <a:xfrm>
            <a:off x="8494677" y="155525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2EC2F577-C9CC-4417-4526-57BCC8CD51CF}"/>
              </a:ext>
            </a:extLst>
          </p:cNvPr>
          <p:cNvSpPr/>
          <p:nvPr/>
        </p:nvSpPr>
        <p:spPr>
          <a:xfrm>
            <a:off x="982167" y="3375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3173EBF3-603E-D7BF-6E85-BA6938CDD89E}"/>
              </a:ext>
            </a:extLst>
          </p:cNvPr>
          <p:cNvSpPr/>
          <p:nvPr/>
        </p:nvSpPr>
        <p:spPr>
          <a:xfrm>
            <a:off x="1207707" y="40688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모서리가 둥근 직사각형 114">
            <a:extLst>
              <a:ext uri="{FF2B5EF4-FFF2-40B4-BE49-F238E27FC236}">
                <a16:creationId xmlns:a16="http://schemas.microsoft.com/office/drawing/2014/main" id="{7EFAB9B8-D760-2120-B3E6-E937518EE923}"/>
              </a:ext>
            </a:extLst>
          </p:cNvPr>
          <p:cNvSpPr/>
          <p:nvPr/>
        </p:nvSpPr>
        <p:spPr>
          <a:xfrm>
            <a:off x="2308667" y="4754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4A4C2B9-939C-5968-DAA3-E60E986CF0E0}"/>
              </a:ext>
            </a:extLst>
          </p:cNvPr>
          <p:cNvGrpSpPr/>
          <p:nvPr/>
        </p:nvGrpSpPr>
        <p:grpSpPr>
          <a:xfrm>
            <a:off x="468356" y="5262854"/>
            <a:ext cx="9252973" cy="289883"/>
            <a:chOff x="468356" y="1592998"/>
            <a:chExt cx="9252973" cy="28988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13A09E4-5591-89D6-73E5-500728E92853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목록 카드용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최대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6603666-FA21-33A2-E3A3-B5A1F3FD49F6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요약설명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C0E9C9F5-0076-533F-72F6-68B31D0C7325}"/>
              </a:ext>
            </a:extLst>
          </p:cNvPr>
          <p:cNvSpPr/>
          <p:nvPr/>
        </p:nvSpPr>
        <p:spPr>
          <a:xfrm>
            <a:off x="930548" y="52679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DE7D329-C125-DEE3-40B9-F4180463E31D}"/>
              </a:ext>
            </a:extLst>
          </p:cNvPr>
          <p:cNvSpPr txBox="1"/>
          <p:nvPr/>
        </p:nvSpPr>
        <p:spPr>
          <a:xfrm>
            <a:off x="468356" y="5740511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Rounded Rectangle 35">
            <a:extLst>
              <a:ext uri="{FF2B5EF4-FFF2-40B4-BE49-F238E27FC236}">
                <a16:creationId xmlns:a16="http://schemas.microsoft.com/office/drawing/2014/main" id="{36D242E4-FE76-A700-D6B6-1E84290920C4}"/>
              </a:ext>
            </a:extLst>
          </p:cNvPr>
          <p:cNvSpPr/>
          <p:nvPr/>
        </p:nvSpPr>
        <p:spPr>
          <a:xfrm>
            <a:off x="1539072" y="5751872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D0C052D-4F3A-3DE1-5FC7-C720949C413C}"/>
              </a:ext>
            </a:extLst>
          </p:cNvPr>
          <p:cNvSpPr/>
          <p:nvPr/>
        </p:nvSpPr>
        <p:spPr>
          <a:xfrm>
            <a:off x="1544855" y="6072503"/>
            <a:ext cx="975258" cy="40010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7F6FCD6-0EB3-CD94-3762-9556D9392737}"/>
              </a:ext>
            </a:extLst>
          </p:cNvPr>
          <p:cNvSpPr txBox="1"/>
          <p:nvPr/>
        </p:nvSpPr>
        <p:spPr>
          <a:xfrm>
            <a:off x="2640868" y="60211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F57DBFC-A35B-45EE-2AEC-F183C85FEE83}"/>
              </a:ext>
            </a:extLst>
          </p:cNvPr>
          <p:cNvSpPr txBox="1"/>
          <p:nvPr/>
        </p:nvSpPr>
        <p:spPr>
          <a:xfrm>
            <a:off x="2308667" y="5752845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4A85E7-599E-46F7-5DE4-7DF1D353CD6B}"/>
              </a:ext>
            </a:extLst>
          </p:cNvPr>
          <p:cNvSpPr/>
          <p:nvPr/>
        </p:nvSpPr>
        <p:spPr>
          <a:xfrm>
            <a:off x="2609809" y="6263645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C6232F-C181-0C97-3AE7-089DE75043AA}"/>
              </a:ext>
            </a:extLst>
          </p:cNvPr>
          <p:cNvSpPr/>
          <p:nvPr/>
        </p:nvSpPr>
        <p:spPr>
          <a:xfrm>
            <a:off x="1257433" y="6461863"/>
            <a:ext cx="8526594" cy="119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59">
            <a:extLst>
              <a:ext uri="{FF2B5EF4-FFF2-40B4-BE49-F238E27FC236}">
                <a16:creationId xmlns:a16="http://schemas.microsoft.com/office/drawing/2014/main" id="{703079E7-9D5D-5A3A-D60F-085C267C1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33896"/>
              </p:ext>
            </p:extLst>
          </p:nvPr>
        </p:nvGraphicFramePr>
        <p:xfrm>
          <a:off x="10128399" y="92150"/>
          <a:ext cx="2850436" cy="314287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 콘텐츠 이미지 등록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규격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용량 초과 시 업로드 차단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대체텍스트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웹접근성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유의사항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 템플릿 문안 자동 삽입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성격에 맞게 자유 수정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사은품형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설정 항목은 추후 이벤트 운영 관련 논의 후 수정가능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6EBDC5-3B8F-E7D3-92A3-57D7850753E1}"/>
              </a:ext>
            </a:extLst>
          </p:cNvPr>
          <p:cNvSpPr txBox="1"/>
          <p:nvPr/>
        </p:nvSpPr>
        <p:spPr>
          <a:xfrm>
            <a:off x="468356" y="462637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A0E039FA-4039-2321-A363-F37B8195249D}"/>
              </a:ext>
            </a:extLst>
          </p:cNvPr>
          <p:cNvSpPr/>
          <p:nvPr/>
        </p:nvSpPr>
        <p:spPr>
          <a:xfrm>
            <a:off x="1539072" y="473998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C0ACB44-7011-76E9-CC8F-5C3A2A1B4080}"/>
              </a:ext>
            </a:extLst>
          </p:cNvPr>
          <p:cNvSpPr/>
          <p:nvPr/>
        </p:nvSpPr>
        <p:spPr>
          <a:xfrm>
            <a:off x="2640867" y="1025788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465691B-09CE-A74D-3B80-E2F3E84D9D1D}"/>
              </a:ext>
            </a:extLst>
          </p:cNvPr>
          <p:cNvSpPr/>
          <p:nvPr/>
        </p:nvSpPr>
        <p:spPr>
          <a:xfrm>
            <a:off x="1544855" y="780775"/>
            <a:ext cx="975258" cy="9088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3E377F-EA3A-F0AD-3E63-9620F2AEB544}"/>
              </a:ext>
            </a:extLst>
          </p:cNvPr>
          <p:cNvSpPr txBox="1"/>
          <p:nvPr/>
        </p:nvSpPr>
        <p:spPr>
          <a:xfrm>
            <a:off x="2640868" y="743272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모서리가 둥근 직사각형 114">
            <a:extLst>
              <a:ext uri="{FF2B5EF4-FFF2-40B4-BE49-F238E27FC236}">
                <a16:creationId xmlns:a16="http://schemas.microsoft.com/office/drawing/2014/main" id="{F8865101-41F2-488E-A13A-8E3D339C7B7F}"/>
              </a:ext>
            </a:extLst>
          </p:cNvPr>
          <p:cNvSpPr/>
          <p:nvPr/>
        </p:nvSpPr>
        <p:spPr>
          <a:xfrm>
            <a:off x="1260662" y="4993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22D19C6F-B88B-2000-09CF-D359A61F46A0}"/>
              </a:ext>
            </a:extLst>
          </p:cNvPr>
          <p:cNvSpPr/>
          <p:nvPr/>
        </p:nvSpPr>
        <p:spPr>
          <a:xfrm>
            <a:off x="2341232" y="11146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B1AFB1-0215-2483-A84C-BD51A2AE7B8B}"/>
              </a:ext>
            </a:extLst>
          </p:cNvPr>
          <p:cNvSpPr txBox="1"/>
          <p:nvPr/>
        </p:nvSpPr>
        <p:spPr>
          <a:xfrm>
            <a:off x="2308667" y="474971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5F1AC1F-781D-FED2-8FF5-4806E4AB1BB5}"/>
              </a:ext>
            </a:extLst>
          </p:cNvPr>
          <p:cNvCxnSpPr/>
          <p:nvPr/>
        </p:nvCxnSpPr>
        <p:spPr>
          <a:xfrm>
            <a:off x="274872" y="3492277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785FB40-E378-1BBA-C295-EAF1A962E2BA}"/>
              </a:ext>
            </a:extLst>
          </p:cNvPr>
          <p:cNvGrpSpPr/>
          <p:nvPr/>
        </p:nvGrpSpPr>
        <p:grpSpPr>
          <a:xfrm>
            <a:off x="1471729" y="1811433"/>
            <a:ext cx="8280657" cy="1184795"/>
            <a:chOff x="468356" y="1628161"/>
            <a:chExt cx="8280657" cy="118479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C164329-D60F-1A7F-A136-49054BF20A0C}"/>
                </a:ext>
              </a:extLst>
            </p:cNvPr>
            <p:cNvSpPr/>
            <p:nvPr/>
          </p:nvSpPr>
          <p:spPr>
            <a:xfrm>
              <a:off x="542675" y="1874350"/>
              <a:ext cx="8206338" cy="9386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본 이벤트는 회원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ID당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1회만 참여 가능합니다.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기간 및 혜택 내용은 당사 사정에 따라 사전 고지 없이 변경 또는 조기 종료될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사은품 증정 이벤트의 경우 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회원가입 시 기재된 ＇기본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배송지＇로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</a:t>
              </a:r>
              <a:r>
                <a:rPr lang="ko-KR" altLang="ko-KR" sz="800" dirty="0" err="1">
                  <a:solidFill>
                    <a:srgbClr val="595959"/>
                  </a:solidFill>
                  <a:ea typeface="맑은 고딕"/>
                </a:rPr>
                <a:t>발송되오니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, 결제 전 마이페이지에서 주소지를 꼭 확인해 주세요.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결제 취소 및 반품 시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참여</a:t>
              </a: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 대상에서 제외되며,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이미 지급받은 혜택은 회수되거나 반환 대상이 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rgbClr val="595959"/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ko-KR" sz="800" dirty="0">
                  <a:solidFill>
                    <a:srgbClr val="595959"/>
                  </a:solidFill>
                  <a:ea typeface="맑은 고딕"/>
                </a:rPr>
                <a:t>본 사은품은 당사 사정에 따라 사전 고지 없이 동일 금액대의 유사 상품으로 변경될 수 있습니다.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부정한 방법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허위 주문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rgbClr val="595959"/>
                  </a:solidFill>
                  <a:ea typeface="맑은 고딕"/>
                </a:rPr>
                <a:t>다계정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등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으로 참여한 경우 혜택 지급이 취소되며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, </a:t>
              </a:r>
              <a:r>
                <a:rPr lang="ko-KR" altLang="en-US" sz="800" dirty="0" err="1">
                  <a:solidFill>
                    <a:srgbClr val="595959"/>
                  </a:solidFill>
                  <a:ea typeface="맑은 고딕"/>
                </a:rPr>
                <a:t>기지급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 혜택은 회수될 수 있습니다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관련 문의는 고객센터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(0000-0000,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평일 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09:00~18:00)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로 부탁드립니다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.</a:t>
              </a:r>
              <a:endParaRPr lang="ko-KR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870F93-7C71-5C8F-5066-DA62282AEB0C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유의사항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BA55D1B-FB83-F263-1ED5-93A9BC556A09}"/>
              </a:ext>
            </a:extLst>
          </p:cNvPr>
          <p:cNvSpPr txBox="1"/>
          <p:nvPr/>
        </p:nvSpPr>
        <p:spPr>
          <a:xfrm>
            <a:off x="1512922" y="3075293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※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각 이벤트 내용에 알맞게 유의사항 내용을 자유롭게 수정할 수 있습니다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6084B135-CCCA-ACB8-6BC2-449F5F32F116}"/>
              </a:ext>
            </a:extLst>
          </p:cNvPr>
          <p:cNvSpPr/>
          <p:nvPr/>
        </p:nvSpPr>
        <p:spPr>
          <a:xfrm>
            <a:off x="1260662" y="20994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1E741-D509-993B-D912-A2600E486D08}"/>
              </a:ext>
            </a:extLst>
          </p:cNvPr>
          <p:cNvSpPr txBox="1"/>
          <p:nvPr/>
        </p:nvSpPr>
        <p:spPr>
          <a:xfrm>
            <a:off x="391103" y="370888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유형별 설정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4ADC44-277E-7024-2D65-2579F65779ED}"/>
              </a:ext>
            </a:extLst>
          </p:cNvPr>
          <p:cNvSpPr/>
          <p:nvPr/>
        </p:nvSpPr>
        <p:spPr>
          <a:xfrm>
            <a:off x="391103" y="4031848"/>
            <a:ext cx="9330226" cy="20527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B2585-95B7-CBDC-E0A1-DC5AE448D068}"/>
              </a:ext>
            </a:extLst>
          </p:cNvPr>
          <p:cNvSpPr txBox="1"/>
          <p:nvPr/>
        </p:nvSpPr>
        <p:spPr>
          <a:xfrm>
            <a:off x="468355" y="421412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사은품형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20376B-19BE-ECF0-381B-FFD301F979C0}"/>
              </a:ext>
            </a:extLst>
          </p:cNvPr>
          <p:cNvGrpSpPr/>
          <p:nvPr/>
        </p:nvGrpSpPr>
        <p:grpSpPr>
          <a:xfrm>
            <a:off x="1415841" y="4181006"/>
            <a:ext cx="5065128" cy="289883"/>
            <a:chOff x="468356" y="1592998"/>
            <a:chExt cx="5065128" cy="289883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6B206EB-2075-D192-F8A6-C7A8F2DFA6B7}"/>
                </a:ext>
              </a:extLst>
            </p:cNvPr>
            <p:cNvSpPr/>
            <p:nvPr/>
          </p:nvSpPr>
          <p:spPr>
            <a:xfrm>
              <a:off x="1211057" y="1592998"/>
              <a:ext cx="432242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A75174-E40D-B8D1-B70F-63132DF49104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사은품명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2584E7D-0325-815C-9564-7DA28F6EE02E}"/>
              </a:ext>
            </a:extLst>
          </p:cNvPr>
          <p:cNvGrpSpPr/>
          <p:nvPr/>
        </p:nvGrpSpPr>
        <p:grpSpPr>
          <a:xfrm>
            <a:off x="6624985" y="4181006"/>
            <a:ext cx="2376264" cy="289883"/>
            <a:chOff x="468356" y="1592998"/>
            <a:chExt cx="2376264" cy="28988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6CBE6AD-13F7-7434-B914-18F66803741F}"/>
                </a:ext>
              </a:extLst>
            </p:cNvPr>
            <p:cNvSpPr/>
            <p:nvPr/>
          </p:nvSpPr>
          <p:spPr>
            <a:xfrm>
              <a:off x="1211057" y="1592998"/>
              <a:ext cx="163356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047FB1-8078-2258-E5AC-4F09602A696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수량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AAD7652-EFF5-BB54-03F0-718AACB52F0B}"/>
              </a:ext>
            </a:extLst>
          </p:cNvPr>
          <p:cNvSpPr txBox="1"/>
          <p:nvPr/>
        </p:nvSpPr>
        <p:spPr>
          <a:xfrm>
            <a:off x="1415841" y="4656280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지급조건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D0FD5E4-06F9-BA61-91EF-627A7CDB7480}"/>
              </a:ext>
            </a:extLst>
          </p:cNvPr>
          <p:cNvGrpSpPr/>
          <p:nvPr/>
        </p:nvGrpSpPr>
        <p:grpSpPr>
          <a:xfrm>
            <a:off x="2053393" y="4674200"/>
            <a:ext cx="4859624" cy="200055"/>
            <a:chOff x="2053393" y="2687476"/>
            <a:chExt cx="4859624" cy="20005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41B025B-782A-F51C-3219-1E060EF5C5B0}"/>
                </a:ext>
              </a:extLst>
            </p:cNvPr>
            <p:cNvSpPr txBox="1"/>
            <p:nvPr/>
          </p:nvSpPr>
          <p:spPr>
            <a:xfrm>
              <a:off x="2053393" y="2687476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바우처 사용 무관  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35F3D9B-902C-1309-09F6-44C8A1603358}"/>
                </a:ext>
              </a:extLst>
            </p:cNvPr>
            <p:cNvSpPr txBox="1"/>
            <p:nvPr/>
          </p:nvSpPr>
          <p:spPr>
            <a:xfrm>
              <a:off x="3114915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기저귀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조제분유지원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93F64A4-A689-73CE-E9EC-E7F0CEAC1DA0}"/>
                </a:ext>
              </a:extLst>
            </p:cNvPr>
            <p:cNvSpPr txBox="1"/>
            <p:nvPr/>
          </p:nvSpPr>
          <p:spPr>
            <a:xfrm>
              <a:off x="4335400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여성청소년생리대지원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D849AC-3C32-A731-F63B-905E039481B6}"/>
                </a:ext>
              </a:extLst>
            </p:cNvPr>
            <p:cNvSpPr txBox="1"/>
            <p:nvPr/>
          </p:nvSpPr>
          <p:spPr>
            <a:xfrm>
              <a:off x="5630492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첫만남 이용권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5983D74-53DD-8F71-A6FB-18103EEAB399}"/>
              </a:ext>
            </a:extLst>
          </p:cNvPr>
          <p:cNvGrpSpPr/>
          <p:nvPr/>
        </p:nvGrpSpPr>
        <p:grpSpPr>
          <a:xfrm>
            <a:off x="2053393" y="4900234"/>
            <a:ext cx="2998013" cy="219456"/>
            <a:chOff x="2053393" y="2913510"/>
            <a:chExt cx="2998013" cy="21945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B9B65D6-16D3-AD8C-8EC0-A3B589324A83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최소결제금액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64" name="Rounded Rectangle 35">
              <a:extLst>
                <a:ext uri="{FF2B5EF4-FFF2-40B4-BE49-F238E27FC236}">
                  <a16:creationId xmlns:a16="http://schemas.microsoft.com/office/drawing/2014/main" id="{9D77A9F6-84C2-6BA0-349A-0014F219007D}"/>
                </a:ext>
              </a:extLst>
            </p:cNvPr>
            <p:cNvSpPr/>
            <p:nvPr/>
          </p:nvSpPr>
          <p:spPr>
            <a:xfrm>
              <a:off x="3853555" y="2913510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D511CB5-502B-674F-7118-12614EC01786}"/>
                </a:ext>
              </a:extLst>
            </p:cNvPr>
            <p:cNvSpPr txBox="1"/>
            <p:nvPr/>
          </p:nvSpPr>
          <p:spPr>
            <a:xfrm>
              <a:off x="4532062" y="2929760"/>
              <a:ext cx="5193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원 이상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994573E8-8215-40BF-CC42-D07AA15EED55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82" name="Picture 2" descr="on, radio icon">
                <a:extLst>
                  <a:ext uri="{FF2B5EF4-FFF2-40B4-BE49-F238E27FC236}">
                    <a16:creationId xmlns:a16="http://schemas.microsoft.com/office/drawing/2014/main" id="{088E1FA8-B6DA-0513-1E14-9FB1843539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D1A0619-E982-B3B1-E29E-964BE0F3928D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41D12027-74D4-E79E-0E4A-180E203D10D2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80" name="Picture 4" descr="off, radio icon">
                <a:extLst>
                  <a:ext uri="{FF2B5EF4-FFF2-40B4-BE49-F238E27FC236}">
                    <a16:creationId xmlns:a16="http://schemas.microsoft.com/office/drawing/2014/main" id="{AFAF6F23-05A4-CC5A-0FA5-27ABAAB96E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566F765-D138-FEB5-16F7-4EF382F18A3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B75A4D7-6D75-5590-B5A9-DF844596D386}"/>
              </a:ext>
            </a:extLst>
          </p:cNvPr>
          <p:cNvGrpSpPr/>
          <p:nvPr/>
        </p:nvGrpSpPr>
        <p:grpSpPr>
          <a:xfrm>
            <a:off x="2053393" y="5157581"/>
            <a:ext cx="1795574" cy="209804"/>
            <a:chOff x="2053393" y="2920163"/>
            <a:chExt cx="1795574" cy="209804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89E95F4-57A0-A901-BBF7-084653C55AB0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첫 결제 여부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58E75B6-8AF7-9ACA-C507-547DB427F3EA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95" name="Picture 2" descr="on, radio icon">
                <a:extLst>
                  <a:ext uri="{FF2B5EF4-FFF2-40B4-BE49-F238E27FC236}">
                    <a16:creationId xmlns:a16="http://schemas.microsoft.com/office/drawing/2014/main" id="{EDBB64CD-67AC-0DFD-261B-DAA02A0952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1506F62-60DC-F0C3-F564-374970C3FD3A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57C42CA2-ECB5-9948-4CB2-462D1F7FA041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93" name="Picture 4" descr="off, radio icon">
                <a:extLst>
                  <a:ext uri="{FF2B5EF4-FFF2-40B4-BE49-F238E27FC236}">
                    <a16:creationId xmlns:a16="http://schemas.microsoft.com/office/drawing/2014/main" id="{5F01B39C-A5CD-2703-2DA1-DC24324311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26D956E-1CC6-5249-7508-65E21A93F65F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F2A28561-AC53-6013-C5AE-88EC69312BC7}"/>
              </a:ext>
            </a:extLst>
          </p:cNvPr>
          <p:cNvGrpSpPr/>
          <p:nvPr/>
        </p:nvGrpSpPr>
        <p:grpSpPr>
          <a:xfrm>
            <a:off x="2053393" y="5396266"/>
            <a:ext cx="1795574" cy="209804"/>
            <a:chOff x="2053393" y="2920163"/>
            <a:chExt cx="1795574" cy="209804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29F055A-8B6D-07CB-3CE0-24FFD71AF25E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중복참여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17BDB87A-6682-FF37-F11F-9825F6F847B0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11" name="Picture 2" descr="on, radio icon">
                <a:extLst>
                  <a:ext uri="{FF2B5EF4-FFF2-40B4-BE49-F238E27FC236}">
                    <a16:creationId xmlns:a16="http://schemas.microsoft.com/office/drawing/2014/main" id="{D8741363-45A9-79DC-6684-B4780DE37F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B364C7B-7B72-A117-0215-D4941B859D0B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E2A8EED8-6D0E-BB13-9E51-A1892919A732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09" name="Picture 4" descr="off, radio icon">
                <a:extLst>
                  <a:ext uri="{FF2B5EF4-FFF2-40B4-BE49-F238E27FC236}">
                    <a16:creationId xmlns:a16="http://schemas.microsoft.com/office/drawing/2014/main" id="{5570C040-D723-646C-9B21-766EF271B9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71801CA-3238-CCA5-8AFF-CB771323C8DD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D7C7CEEE-1998-F0C2-912B-862A47D07BC0}"/>
              </a:ext>
            </a:extLst>
          </p:cNvPr>
          <p:cNvGrpSpPr/>
          <p:nvPr/>
        </p:nvGrpSpPr>
        <p:grpSpPr>
          <a:xfrm>
            <a:off x="1415841" y="5764921"/>
            <a:ext cx="1979960" cy="215444"/>
            <a:chOff x="1415841" y="3811462"/>
            <a:chExt cx="1979960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7B9A6F5-F5A6-0C96-4FAB-EB1460A9FAC4}"/>
                </a:ext>
              </a:extLst>
            </p:cNvPr>
            <p:cNvSpPr txBox="1"/>
            <p:nvPr/>
          </p:nvSpPr>
          <p:spPr>
            <a:xfrm>
              <a:off x="1415841" y="3811462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지급판정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D665E388-BA13-32C5-3D2C-E3CC26772AC2}"/>
                </a:ext>
              </a:extLst>
            </p:cNvPr>
            <p:cNvGrpSpPr/>
            <p:nvPr/>
          </p:nvGrpSpPr>
          <p:grpSpPr>
            <a:xfrm>
              <a:off x="2158542" y="3825475"/>
              <a:ext cx="1237259" cy="200055"/>
              <a:chOff x="2270980" y="2929912"/>
              <a:chExt cx="1237259" cy="200055"/>
            </a:xfrm>
          </p:grpSpPr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58A48A40-7D93-6513-C09D-43EC33516F55}"/>
                  </a:ext>
                </a:extLst>
              </p:cNvPr>
              <p:cNvGrpSpPr/>
              <p:nvPr/>
            </p:nvGrpSpPr>
            <p:grpSpPr>
              <a:xfrm>
                <a:off x="2270980" y="2929912"/>
                <a:ext cx="594240" cy="200055"/>
                <a:chOff x="625429" y="4722893"/>
                <a:chExt cx="594240" cy="200055"/>
              </a:xfrm>
            </p:grpSpPr>
            <p:pic>
              <p:nvPicPr>
                <p:cNvPr id="122" name="Picture 2" descr="on, radio icon">
                  <a:extLst>
                    <a:ext uri="{FF2B5EF4-FFF2-40B4-BE49-F238E27FC236}">
                      <a16:creationId xmlns:a16="http://schemas.microsoft.com/office/drawing/2014/main" id="{70D53755-B944-EA61-DBFB-7881B9FCF01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5429" y="4769944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E978D575-7A0E-5C3A-5424-A5576C9BDACF}"/>
                    </a:ext>
                  </a:extLst>
                </p:cNvPr>
                <p:cNvSpPr txBox="1"/>
                <p:nvPr/>
              </p:nvSpPr>
              <p:spPr>
                <a:xfrm>
                  <a:off x="675930" y="4722893"/>
                  <a:ext cx="543739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배송완료</a:t>
                  </a:r>
                </a:p>
              </p:txBody>
            </p:sp>
          </p:grpSp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B28001A0-BA51-45BF-0211-9191F521A479}"/>
                  </a:ext>
                </a:extLst>
              </p:cNvPr>
              <p:cNvGrpSpPr/>
              <p:nvPr/>
            </p:nvGrpSpPr>
            <p:grpSpPr>
              <a:xfrm>
                <a:off x="2911225" y="2929912"/>
                <a:ext cx="597014" cy="200055"/>
                <a:chOff x="2573554" y="4072650"/>
                <a:chExt cx="597014" cy="200055"/>
              </a:xfrm>
            </p:grpSpPr>
            <p:pic>
              <p:nvPicPr>
                <p:cNvPr id="120" name="Picture 4" descr="off, radio icon">
                  <a:extLst>
                    <a:ext uri="{FF2B5EF4-FFF2-40B4-BE49-F238E27FC236}">
                      <a16:creationId xmlns:a16="http://schemas.microsoft.com/office/drawing/2014/main" id="{048D92D6-1F59-4F6F-A924-B93DD56C0EE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3554" y="4119701"/>
                  <a:ext cx="102298" cy="1022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5A0957B6-443A-A19A-F5AF-B9002C9FD15D}"/>
                    </a:ext>
                  </a:extLst>
                </p:cNvPr>
                <p:cNvSpPr txBox="1"/>
                <p:nvPr/>
              </p:nvSpPr>
              <p:spPr>
                <a:xfrm>
                  <a:off x="2626829" y="4072650"/>
                  <a:ext cx="543739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ea"/>
                    </a:rPr>
                    <a:t>결제완료</a:t>
                  </a:r>
                </a:p>
              </p:txBody>
            </p:sp>
          </p:grpSp>
        </p:grpSp>
      </p:grp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F4AE9211-3D8F-9F49-4E03-C894F04CCE19}"/>
              </a:ext>
            </a:extLst>
          </p:cNvPr>
          <p:cNvSpPr/>
          <p:nvPr/>
        </p:nvSpPr>
        <p:spPr>
          <a:xfrm>
            <a:off x="337999" y="39985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596DB0-A561-6A6A-11FB-80C9EFE555F1}"/>
              </a:ext>
            </a:extLst>
          </p:cNvPr>
          <p:cNvSpPr/>
          <p:nvPr/>
        </p:nvSpPr>
        <p:spPr>
          <a:xfrm>
            <a:off x="391103" y="6228581"/>
            <a:ext cx="9330226" cy="5139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F9E50-2452-93BA-34AB-D08D7825CE01}"/>
              </a:ext>
            </a:extLst>
          </p:cNvPr>
          <p:cNvSpPr txBox="1"/>
          <p:nvPr/>
        </p:nvSpPr>
        <p:spPr>
          <a:xfrm>
            <a:off x="468355" y="640386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쿠폰발급형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DB6039-9443-0494-E9AE-775FDF6DA65C}"/>
              </a:ext>
            </a:extLst>
          </p:cNvPr>
          <p:cNvSpPr txBox="1"/>
          <p:nvPr/>
        </p:nvSpPr>
        <p:spPr>
          <a:xfrm>
            <a:off x="1443910" y="640386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34DD3"/>
                </a:solidFill>
                <a:latin typeface="맑은 고딕"/>
                <a:ea typeface="맑은 고딕"/>
              </a:rPr>
              <a:t>쿠폰①</a:t>
            </a:r>
          </a:p>
        </p:txBody>
      </p:sp>
    </p:spTree>
    <p:extLst>
      <p:ext uri="{BB962C8B-B14F-4D97-AF65-F5344CB8AC3E}">
        <p14:creationId xmlns:p14="http://schemas.microsoft.com/office/powerpoint/2010/main" val="186988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D811-DC74-ACBE-5032-B2059A62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6F197F3-F52C-95F6-40C3-09EBB66DB84E}"/>
              </a:ext>
            </a:extLst>
          </p:cNvPr>
          <p:cNvSpPr/>
          <p:nvPr/>
        </p:nvSpPr>
        <p:spPr>
          <a:xfrm>
            <a:off x="391103" y="558814"/>
            <a:ext cx="9330226" cy="32834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ADA035-2DD7-4223-5950-3A0CD741B6E2}"/>
              </a:ext>
            </a:extLst>
          </p:cNvPr>
          <p:cNvSpPr txBox="1"/>
          <p:nvPr/>
        </p:nvSpPr>
        <p:spPr>
          <a:xfrm>
            <a:off x="468355" y="702695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쿠폰발급형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6C8D5B4-8361-04EE-0E9D-1C72E97E70D1}"/>
              </a:ext>
            </a:extLst>
          </p:cNvPr>
          <p:cNvGrpSpPr/>
          <p:nvPr/>
        </p:nvGrpSpPr>
        <p:grpSpPr>
          <a:xfrm>
            <a:off x="1415841" y="981449"/>
            <a:ext cx="5065128" cy="289883"/>
            <a:chOff x="468356" y="1592998"/>
            <a:chExt cx="5065128" cy="289883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7EFA4C8B-2A8A-A2D1-030E-AB72DF150D12}"/>
                </a:ext>
              </a:extLst>
            </p:cNvPr>
            <p:cNvSpPr/>
            <p:nvPr/>
          </p:nvSpPr>
          <p:spPr>
            <a:xfrm>
              <a:off x="1211057" y="1592998"/>
              <a:ext cx="432242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4BA983C-3257-A294-9A2E-E8937C56ACC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쿠폰명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0A5D1D4E-F599-C4CC-C409-3C929FBBFBBC}"/>
              </a:ext>
            </a:extLst>
          </p:cNvPr>
          <p:cNvGrpSpPr/>
          <p:nvPr/>
        </p:nvGrpSpPr>
        <p:grpSpPr>
          <a:xfrm>
            <a:off x="1415841" y="1748993"/>
            <a:ext cx="1869810" cy="289883"/>
            <a:chOff x="468356" y="1592998"/>
            <a:chExt cx="1869810" cy="289883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EC976AF-CCEF-3A14-A00E-23B2CFF889C0}"/>
                </a:ext>
              </a:extLst>
            </p:cNvPr>
            <p:cNvSpPr/>
            <p:nvPr/>
          </p:nvSpPr>
          <p:spPr>
            <a:xfrm>
              <a:off x="1211057" y="1592998"/>
              <a:ext cx="112710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6571AC-A0A8-8D0A-586F-B9970FD7F6F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할인금액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1B227C9C-5BFB-2B7D-CF4B-63AFD2967330}"/>
              </a:ext>
            </a:extLst>
          </p:cNvPr>
          <p:cNvSpPr txBox="1"/>
          <p:nvPr/>
        </p:nvSpPr>
        <p:spPr>
          <a:xfrm>
            <a:off x="1415841" y="2144584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사용조건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D8A3331-22DC-745B-5401-33DF86D55843}"/>
              </a:ext>
            </a:extLst>
          </p:cNvPr>
          <p:cNvGrpSpPr/>
          <p:nvPr/>
        </p:nvGrpSpPr>
        <p:grpSpPr>
          <a:xfrm>
            <a:off x="2053393" y="2162504"/>
            <a:ext cx="4859624" cy="200055"/>
            <a:chOff x="2053393" y="2687476"/>
            <a:chExt cx="4859624" cy="200055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03A88FF-02FD-C309-B106-90C226DBAD9E}"/>
                </a:ext>
              </a:extLst>
            </p:cNvPr>
            <p:cNvSpPr txBox="1"/>
            <p:nvPr/>
          </p:nvSpPr>
          <p:spPr>
            <a:xfrm>
              <a:off x="2053393" y="2687476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바우처 사용 무관  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7FD7FC1-E216-07B3-F2F0-E53046CDAFB6}"/>
                </a:ext>
              </a:extLst>
            </p:cNvPr>
            <p:cNvSpPr txBox="1"/>
            <p:nvPr/>
          </p:nvSpPr>
          <p:spPr>
            <a:xfrm>
              <a:off x="3114915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기저귀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/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조제분유지원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E788773-2B12-CA8F-A0E5-504A9AF16101}"/>
                </a:ext>
              </a:extLst>
            </p:cNvPr>
            <p:cNvSpPr txBox="1"/>
            <p:nvPr/>
          </p:nvSpPr>
          <p:spPr>
            <a:xfrm>
              <a:off x="4335400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여성청소년생리대지원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B3AFA67-9AEB-4036-2203-C6216CE3F7EC}"/>
                </a:ext>
              </a:extLst>
            </p:cNvPr>
            <p:cNvSpPr txBox="1"/>
            <p:nvPr/>
          </p:nvSpPr>
          <p:spPr>
            <a:xfrm>
              <a:off x="5630492" y="2687476"/>
              <a:ext cx="12825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첫만남 이용권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F582B137-192E-3C79-9EE4-0C1A94B7CA68}"/>
              </a:ext>
            </a:extLst>
          </p:cNvPr>
          <p:cNvGrpSpPr/>
          <p:nvPr/>
        </p:nvGrpSpPr>
        <p:grpSpPr>
          <a:xfrm>
            <a:off x="2053393" y="2388538"/>
            <a:ext cx="2998013" cy="219456"/>
            <a:chOff x="2053393" y="2913510"/>
            <a:chExt cx="2998013" cy="219456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30EC843-A7A2-5ECC-7693-E0958F9F45A7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최소결제금액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141" name="Rounded Rectangle 35">
              <a:extLst>
                <a:ext uri="{FF2B5EF4-FFF2-40B4-BE49-F238E27FC236}">
                  <a16:creationId xmlns:a16="http://schemas.microsoft.com/office/drawing/2014/main" id="{795A6FA1-966A-FD65-E438-62DB72BF1741}"/>
                </a:ext>
              </a:extLst>
            </p:cNvPr>
            <p:cNvSpPr/>
            <p:nvPr/>
          </p:nvSpPr>
          <p:spPr>
            <a:xfrm>
              <a:off x="3853555" y="2913510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6CD11BD-8BF8-8B13-DFEA-65BDB57FB907}"/>
                </a:ext>
              </a:extLst>
            </p:cNvPr>
            <p:cNvSpPr txBox="1"/>
            <p:nvPr/>
          </p:nvSpPr>
          <p:spPr>
            <a:xfrm>
              <a:off x="4532062" y="2929760"/>
              <a:ext cx="51934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원 이상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C0A105E-EA26-F34A-5F3F-4DDF1BF3CCA3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47" name="Picture 2" descr="on, radio icon">
                <a:extLst>
                  <a:ext uri="{FF2B5EF4-FFF2-40B4-BE49-F238E27FC236}">
                    <a16:creationId xmlns:a16="http://schemas.microsoft.com/office/drawing/2014/main" id="{506B9D65-2B92-B24B-B19E-5652EEF659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D8C7730-E554-7EBA-27E0-EEB06935D2C1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FEFB9BD8-67D5-1CA9-CEC4-1DDCC44FD5E8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45" name="Picture 4" descr="off, radio icon">
                <a:extLst>
                  <a:ext uri="{FF2B5EF4-FFF2-40B4-BE49-F238E27FC236}">
                    <a16:creationId xmlns:a16="http://schemas.microsoft.com/office/drawing/2014/main" id="{8F1B1B1B-925D-8397-8CED-C1CD7B5B8C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11A9C29-3767-5813-8AF3-D6912B0C5A9D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1949EB2-4F6F-635E-4607-52714ED9571B}"/>
              </a:ext>
            </a:extLst>
          </p:cNvPr>
          <p:cNvGrpSpPr/>
          <p:nvPr/>
        </p:nvGrpSpPr>
        <p:grpSpPr>
          <a:xfrm>
            <a:off x="2053393" y="2645885"/>
            <a:ext cx="1795574" cy="209804"/>
            <a:chOff x="2053393" y="2920163"/>
            <a:chExt cx="1795574" cy="209804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5FD62BD-8CEF-DA78-241F-C37F20CAE34B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중복사용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9AF9D4B5-D02E-DE48-622A-248FA3A39C76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55" name="Picture 2" descr="on, radio icon">
                <a:extLst>
                  <a:ext uri="{FF2B5EF4-FFF2-40B4-BE49-F238E27FC236}">
                    <a16:creationId xmlns:a16="http://schemas.microsoft.com/office/drawing/2014/main" id="{C6C7F557-64A8-2485-2684-AF2FC9157A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C73CEFE-E9A8-4F4E-B45A-015E3F728038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8C1F06F4-7F30-8422-D5C3-AB312ABC2710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53" name="Picture 4" descr="off, radio icon">
                <a:extLst>
                  <a:ext uri="{FF2B5EF4-FFF2-40B4-BE49-F238E27FC236}">
                    <a16:creationId xmlns:a16="http://schemas.microsoft.com/office/drawing/2014/main" id="{5F294C79-A679-19A8-3961-F3FF3E7B49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2982DD06-B233-3C06-F23E-A4C9818808EF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37CB104D-4F0E-C7F4-E4A6-CBC1F4BE5A64}"/>
              </a:ext>
            </a:extLst>
          </p:cNvPr>
          <p:cNvGrpSpPr/>
          <p:nvPr/>
        </p:nvGrpSpPr>
        <p:grpSpPr>
          <a:xfrm>
            <a:off x="2053393" y="2884570"/>
            <a:ext cx="1795574" cy="209804"/>
            <a:chOff x="2053393" y="2920163"/>
            <a:chExt cx="1795574" cy="209804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57D444D-D309-375E-5779-8AE78E4ED024}"/>
                </a:ext>
              </a:extLst>
            </p:cNvPr>
            <p:cNvSpPr txBox="1"/>
            <p:nvPr/>
          </p:nvSpPr>
          <p:spPr>
            <a:xfrm>
              <a:off x="2053393" y="2920163"/>
              <a:ext cx="166458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중복발급 제한</a:t>
              </a:r>
              <a:endParaRPr lang="ko-KR" altLang="en-US" sz="700" dirty="0">
                <a:ea typeface="맑은 고딕"/>
              </a:endParaRPr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1269DE3E-3E1B-8F44-02E9-4A66F8210737}"/>
                </a:ext>
              </a:extLst>
            </p:cNvPr>
            <p:cNvGrpSpPr/>
            <p:nvPr/>
          </p:nvGrpSpPr>
          <p:grpSpPr>
            <a:xfrm>
              <a:off x="3434264" y="2929912"/>
              <a:ext cx="414703" cy="200055"/>
              <a:chOff x="1788713" y="4722893"/>
              <a:chExt cx="414703" cy="200055"/>
            </a:xfrm>
          </p:grpSpPr>
          <p:pic>
            <p:nvPicPr>
              <p:cNvPr id="163" name="Picture 2" descr="on, radio icon">
                <a:extLst>
                  <a:ext uri="{FF2B5EF4-FFF2-40B4-BE49-F238E27FC236}">
                    <a16:creationId xmlns:a16="http://schemas.microsoft.com/office/drawing/2014/main" id="{61353C94-FFBC-0535-2C81-278B4E1A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871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A79E9BA-D4B6-F411-69D0-FC0016FC09A0}"/>
                  </a:ext>
                </a:extLst>
              </p:cNvPr>
              <p:cNvSpPr txBox="1"/>
              <p:nvPr/>
            </p:nvSpPr>
            <p:spPr>
              <a:xfrm>
                <a:off x="1839214" y="4722893"/>
                <a:ext cx="36420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적용</a:t>
                </a: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603C582D-9AAE-EB07-2EB3-58CE8D656456}"/>
                </a:ext>
              </a:extLst>
            </p:cNvPr>
            <p:cNvGrpSpPr/>
            <p:nvPr/>
          </p:nvGrpSpPr>
          <p:grpSpPr>
            <a:xfrm>
              <a:off x="2911225" y="2929912"/>
              <a:ext cx="507245" cy="200055"/>
              <a:chOff x="2573554" y="4072650"/>
              <a:chExt cx="507245" cy="200055"/>
            </a:xfrm>
          </p:grpSpPr>
          <p:pic>
            <p:nvPicPr>
              <p:cNvPr id="161" name="Picture 4" descr="off, radio icon">
                <a:extLst>
                  <a:ext uri="{FF2B5EF4-FFF2-40B4-BE49-F238E27FC236}">
                    <a16:creationId xmlns:a16="http://schemas.microsoft.com/office/drawing/2014/main" id="{97E31C49-6715-41AD-031D-72F29484BE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3C640CC-BFC2-326B-9961-248D4C2CD44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미적용</a:t>
                </a:r>
              </a:p>
            </p:txBody>
          </p:sp>
        </p:grp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20AAFCEC-3B3A-342A-68CF-625CC385EA59}"/>
              </a:ext>
            </a:extLst>
          </p:cNvPr>
          <p:cNvGrpSpPr/>
          <p:nvPr/>
        </p:nvGrpSpPr>
        <p:grpSpPr>
          <a:xfrm>
            <a:off x="1415841" y="3145134"/>
            <a:ext cx="5065128" cy="219456"/>
            <a:chOff x="1415841" y="6330422"/>
            <a:chExt cx="5065128" cy="219456"/>
          </a:xfrm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94A76717-FAA8-AF19-BAE7-1FA400845AAB}"/>
                </a:ext>
              </a:extLst>
            </p:cNvPr>
            <p:cNvSpPr txBox="1"/>
            <p:nvPr/>
          </p:nvSpPr>
          <p:spPr>
            <a:xfrm>
              <a:off x="1415841" y="6330625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발급수량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9CCDA7DE-9B4F-BFDB-7A05-442D6E255A7A}"/>
                </a:ext>
              </a:extLst>
            </p:cNvPr>
            <p:cNvGrpSpPr/>
            <p:nvPr/>
          </p:nvGrpSpPr>
          <p:grpSpPr>
            <a:xfrm>
              <a:off x="2718377" y="6344638"/>
              <a:ext cx="594240" cy="200055"/>
              <a:chOff x="625429" y="4722893"/>
              <a:chExt cx="594240" cy="200055"/>
            </a:xfrm>
          </p:grpSpPr>
          <p:pic>
            <p:nvPicPr>
              <p:cNvPr id="171" name="Picture 2" descr="on, radio icon">
                <a:extLst>
                  <a:ext uri="{FF2B5EF4-FFF2-40B4-BE49-F238E27FC236}">
                    <a16:creationId xmlns:a16="http://schemas.microsoft.com/office/drawing/2014/main" id="{E3EE6354-CA9E-A973-1DA0-BE704DA89D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429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FCADD94D-2AF6-BD64-0C86-ED4C3E8F03BF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수량설정</a:t>
                </a:r>
              </a:p>
            </p:txBody>
          </p:sp>
        </p:grp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040D1A0F-B6B5-7465-00BB-E1D0B9971F18}"/>
                </a:ext>
              </a:extLst>
            </p:cNvPr>
            <p:cNvGrpSpPr/>
            <p:nvPr/>
          </p:nvGrpSpPr>
          <p:grpSpPr>
            <a:xfrm>
              <a:off x="2158542" y="6344638"/>
              <a:ext cx="507245" cy="200055"/>
              <a:chOff x="2573554" y="4072650"/>
              <a:chExt cx="507245" cy="200055"/>
            </a:xfrm>
          </p:grpSpPr>
          <p:pic>
            <p:nvPicPr>
              <p:cNvPr id="169" name="Picture 4" descr="off, radio icon">
                <a:extLst>
                  <a:ext uri="{FF2B5EF4-FFF2-40B4-BE49-F238E27FC236}">
                    <a16:creationId xmlns:a16="http://schemas.microsoft.com/office/drawing/2014/main" id="{8EB0EFFA-521D-C74E-40FE-DBDE9FB5C2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ACAB4F1-2BC9-51AE-18AD-6C3A5A2B7C92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45397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무제한</a:t>
                </a:r>
              </a:p>
            </p:txBody>
          </p:sp>
        </p:grpSp>
        <p:sp>
          <p:nvSpPr>
            <p:cNvPr id="175" name="Rounded Rectangle 35">
              <a:extLst>
                <a:ext uri="{FF2B5EF4-FFF2-40B4-BE49-F238E27FC236}">
                  <a16:creationId xmlns:a16="http://schemas.microsoft.com/office/drawing/2014/main" id="{364DA26C-93EF-DED2-A777-535388E13840}"/>
                </a:ext>
              </a:extLst>
            </p:cNvPr>
            <p:cNvSpPr/>
            <p:nvPr/>
          </p:nvSpPr>
          <p:spPr>
            <a:xfrm>
              <a:off x="3399510" y="6330422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3BDAAF99-8E07-4AA5-C7A4-FABE986F8FA3}"/>
                </a:ext>
              </a:extLst>
            </p:cNvPr>
            <p:cNvSpPr txBox="1"/>
            <p:nvPr/>
          </p:nvSpPr>
          <p:spPr>
            <a:xfrm>
              <a:off x="4078017" y="6346672"/>
              <a:ext cx="240295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매  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※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소진 시 버튼 비활성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+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이벤트 자동 종료 </a:t>
              </a: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3E2C55CD-095B-C0B4-C866-571070EE67D5}"/>
              </a:ext>
            </a:extLst>
          </p:cNvPr>
          <p:cNvSpPr txBox="1"/>
          <p:nvPr/>
        </p:nvSpPr>
        <p:spPr>
          <a:xfrm>
            <a:off x="1415841" y="1401342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유효기간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58723DBD-0D36-8322-E89F-2553D2C303A7}"/>
              </a:ext>
            </a:extLst>
          </p:cNvPr>
          <p:cNvGrpSpPr/>
          <p:nvPr/>
        </p:nvGrpSpPr>
        <p:grpSpPr>
          <a:xfrm>
            <a:off x="3537145" y="1382959"/>
            <a:ext cx="988104" cy="252209"/>
            <a:chOff x="3045845" y="4797628"/>
            <a:chExt cx="988104" cy="252209"/>
          </a:xfrm>
        </p:grpSpPr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FD8C19A2-556A-0EFA-B5D0-B88ED300724D}"/>
                </a:ext>
              </a:extLst>
            </p:cNvPr>
            <p:cNvCxnSpPr>
              <a:cxnSpLocks/>
            </p:cNvCxnSpPr>
            <p:nvPr/>
          </p:nvCxnSpPr>
          <p:spPr>
            <a:xfrm>
              <a:off x="3045845" y="5028460"/>
              <a:ext cx="98810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B072B395-13CB-B6C1-06E3-2CC0C2336D7E}"/>
                </a:ext>
              </a:extLst>
            </p:cNvPr>
            <p:cNvSpPr txBox="1"/>
            <p:nvPr/>
          </p:nvSpPr>
          <p:spPr>
            <a:xfrm>
              <a:off x="3112232" y="4819005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2026. 07. 31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EE945C1D-B992-3F38-3EB3-9E225257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3717285" y="4797628"/>
              <a:ext cx="253914" cy="230831"/>
            </a:xfrm>
            <a:prstGeom prst="rect">
              <a:avLst/>
            </a:prstGeom>
          </p:spPr>
        </p:pic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A8859F12-2E30-B9BD-B708-45E38DDDB872}"/>
              </a:ext>
            </a:extLst>
          </p:cNvPr>
          <p:cNvGrpSpPr/>
          <p:nvPr/>
        </p:nvGrpSpPr>
        <p:grpSpPr>
          <a:xfrm>
            <a:off x="3348998" y="1782112"/>
            <a:ext cx="440709" cy="219456"/>
            <a:chOff x="7888452" y="4429237"/>
            <a:chExt cx="1116705" cy="219456"/>
          </a:xfrm>
        </p:grpSpPr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E63B6648-8E9B-9461-BF06-7446E4FA61B1}"/>
                </a:ext>
              </a:extLst>
            </p:cNvPr>
            <p:cNvSpPr/>
            <p:nvPr/>
          </p:nvSpPr>
          <p:spPr>
            <a:xfrm>
              <a:off x="7888452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99F68713-D23D-3723-D1B7-DAEAB54E5CD1}"/>
                </a:ext>
              </a:extLst>
            </p:cNvPr>
            <p:cNvSpPr/>
            <p:nvPr/>
          </p:nvSpPr>
          <p:spPr>
            <a:xfrm>
              <a:off x="8459068" y="4429237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%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BB31246F-1AEC-F40A-160E-6E3A281C4102}"/>
              </a:ext>
            </a:extLst>
          </p:cNvPr>
          <p:cNvSpPr txBox="1"/>
          <p:nvPr/>
        </p:nvSpPr>
        <p:spPr>
          <a:xfrm>
            <a:off x="4532062" y="1413369"/>
            <a:ext cx="4239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까지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3A6E1CC4-53C9-D060-0FA4-AC934B5CAF11}"/>
              </a:ext>
            </a:extLst>
          </p:cNvPr>
          <p:cNvSpPr/>
          <p:nvPr/>
        </p:nvSpPr>
        <p:spPr>
          <a:xfrm>
            <a:off x="2163969" y="1368231"/>
            <a:ext cx="1235541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날짜지정</a:t>
            </a:r>
            <a:r>
              <a:rPr lang="en-US" altLang="ko-KR" sz="800" dirty="0">
                <a:solidFill>
                  <a:srgbClr val="595959"/>
                </a:solidFill>
                <a:ea typeface="맑은 고딕"/>
              </a:rPr>
              <a:t>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1D182D4A-4D3F-C825-5755-75B086FF9BEF}"/>
              </a:ext>
            </a:extLst>
          </p:cNvPr>
          <p:cNvGrpSpPr/>
          <p:nvPr/>
        </p:nvGrpSpPr>
        <p:grpSpPr>
          <a:xfrm>
            <a:off x="10343335" y="5289045"/>
            <a:ext cx="2233157" cy="219456"/>
            <a:chOff x="6550178" y="4802914"/>
            <a:chExt cx="2233157" cy="219456"/>
          </a:xfrm>
        </p:grpSpPr>
        <p:sp>
          <p:nvSpPr>
            <p:cNvPr id="234" name="Rounded Rectangle 35">
              <a:extLst>
                <a:ext uri="{FF2B5EF4-FFF2-40B4-BE49-F238E27FC236}">
                  <a16:creationId xmlns:a16="http://schemas.microsoft.com/office/drawing/2014/main" id="{26759823-E2E1-09D8-F144-ADBB5918D1F4}"/>
                </a:ext>
              </a:extLst>
            </p:cNvPr>
            <p:cNvSpPr/>
            <p:nvPr/>
          </p:nvSpPr>
          <p:spPr>
            <a:xfrm>
              <a:off x="7296944" y="4802914"/>
              <a:ext cx="71496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8E17CDF-16E9-D927-444F-5BC0BEB7B5A5}"/>
                </a:ext>
              </a:extLst>
            </p:cNvPr>
            <p:cNvSpPr txBox="1"/>
            <p:nvPr/>
          </p:nvSpPr>
          <p:spPr>
            <a:xfrm>
              <a:off x="7975450" y="4819164"/>
              <a:ext cx="8078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일간 사용가능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B94503A5-54A2-FCD0-C081-87B11B79315B}"/>
                </a:ext>
              </a:extLst>
            </p:cNvPr>
            <p:cNvSpPr txBox="1"/>
            <p:nvPr/>
          </p:nvSpPr>
          <p:spPr>
            <a:xfrm>
              <a:off x="6550178" y="4819164"/>
              <a:ext cx="74676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발급일로부터</a:t>
              </a:r>
              <a:endParaRPr lang="ko-KR" altLang="en-US" sz="700" dirty="0">
                <a:ea typeface="맑은 고딕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9736703-9E60-F8A9-0CAE-39825A9BDE4D}"/>
              </a:ext>
            </a:extLst>
          </p:cNvPr>
          <p:cNvGrpSpPr/>
          <p:nvPr/>
        </p:nvGrpSpPr>
        <p:grpSpPr>
          <a:xfrm>
            <a:off x="10466892" y="3828467"/>
            <a:ext cx="1178355" cy="1257003"/>
            <a:chOff x="10034187" y="2999258"/>
            <a:chExt cx="1178355" cy="1257003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87A97B3-AD82-2FCF-4343-FAB00843C4CB}"/>
                </a:ext>
              </a:extLst>
            </p:cNvPr>
            <p:cNvGrpSpPr/>
            <p:nvPr/>
          </p:nvGrpSpPr>
          <p:grpSpPr>
            <a:xfrm>
              <a:off x="10034188" y="3937473"/>
              <a:ext cx="1178354" cy="318788"/>
              <a:chOff x="7502643" y="5722939"/>
              <a:chExt cx="2447801" cy="318788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DF7BF83-0618-0E75-D053-B7AC2A7FC9C9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Rounded Rectangle 27">
                <a:extLst>
                  <a:ext uri="{FF2B5EF4-FFF2-40B4-BE49-F238E27FC236}">
                    <a16:creationId xmlns:a16="http://schemas.microsoft.com/office/drawing/2014/main" id="{57EA0D10-441E-1998-74D1-ACB0F9B8173B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기간지정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AF2688-8A03-92AE-DE8B-17E80E2808A2}"/>
                </a:ext>
              </a:extLst>
            </p:cNvPr>
            <p:cNvGrpSpPr/>
            <p:nvPr/>
          </p:nvGrpSpPr>
          <p:grpSpPr>
            <a:xfrm>
              <a:off x="10034187" y="2999258"/>
              <a:ext cx="1178354" cy="318788"/>
              <a:chOff x="577578" y="3686354"/>
              <a:chExt cx="1178354" cy="31878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C248C61-D8CF-0CB0-9EC6-3F0A015546C5}"/>
                  </a:ext>
                </a:extLst>
              </p:cNvPr>
              <p:cNvSpPr/>
              <p:nvPr/>
            </p:nvSpPr>
            <p:spPr>
              <a:xfrm>
                <a:off x="577578" y="3686354"/>
                <a:ext cx="1178354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Rounded Rectangle 27">
                <a:extLst>
                  <a:ext uri="{FF2B5EF4-FFF2-40B4-BE49-F238E27FC236}">
                    <a16:creationId xmlns:a16="http://schemas.microsoft.com/office/drawing/2014/main" id="{070542FC-2040-54B3-05E0-5AF5D8D22E14}"/>
                  </a:ext>
                </a:extLst>
              </p:cNvPr>
              <p:cNvSpPr/>
              <p:nvPr/>
            </p:nvSpPr>
            <p:spPr>
              <a:xfrm>
                <a:off x="657152" y="3748614"/>
                <a:ext cx="104772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날짜지정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93F303B-6212-0B39-810E-1C1092940F74}"/>
                </a:ext>
              </a:extLst>
            </p:cNvPr>
            <p:cNvGrpSpPr/>
            <p:nvPr/>
          </p:nvGrpSpPr>
          <p:grpSpPr>
            <a:xfrm>
              <a:off x="10034188" y="3305382"/>
              <a:ext cx="1178354" cy="318788"/>
              <a:chOff x="7502643" y="5722939"/>
              <a:chExt cx="2447801" cy="318788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F1BFB34C-294B-04E1-B5C0-57B1FB08A701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BF18D908-E46A-B062-66B0-13FAEB6832C7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미지정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54FC809-E188-0EE3-4F6A-6E28145CE07B}"/>
                </a:ext>
              </a:extLst>
            </p:cNvPr>
            <p:cNvGrpSpPr/>
            <p:nvPr/>
          </p:nvGrpSpPr>
          <p:grpSpPr>
            <a:xfrm>
              <a:off x="10034188" y="3618803"/>
              <a:ext cx="1178354" cy="318788"/>
              <a:chOff x="7502643" y="5722939"/>
              <a:chExt cx="2447801" cy="318788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EE3DA93-7A3E-4D9E-EDB9-F723FC577DB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B5387203-5C91-844C-969F-5021A13F4089}"/>
                  </a:ext>
                </a:extLst>
              </p:cNvPr>
              <p:cNvSpPr/>
              <p:nvPr/>
            </p:nvSpPr>
            <p:spPr>
              <a:xfrm>
                <a:off x="7750235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날짜지정</a:t>
                </a:r>
              </a:p>
            </p:txBody>
          </p:sp>
        </p:grpSp>
      </p:grp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E7D7F646-E2DD-5B24-EF6D-609A67FA4416}"/>
              </a:ext>
            </a:extLst>
          </p:cNvPr>
          <p:cNvSpPr/>
          <p:nvPr/>
        </p:nvSpPr>
        <p:spPr>
          <a:xfrm>
            <a:off x="337999" y="5975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26" name="Group 59">
            <a:extLst>
              <a:ext uri="{FF2B5EF4-FFF2-40B4-BE49-F238E27FC236}">
                <a16:creationId xmlns:a16="http://schemas.microsoft.com/office/drawing/2014/main" id="{65A6E766-6C9D-A6D2-ECE1-35AECB10C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43884"/>
              </p:ext>
            </p:extLst>
          </p:nvPr>
        </p:nvGraphicFramePr>
        <p:xfrm>
          <a:off x="10128399" y="92150"/>
          <a:ext cx="2850436" cy="33126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쿠폰발급형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쿠폰발급형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쿠폰 정보 입력 양식 하단에 추가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수량 소진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FO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쿠폰받기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 비활성 및 이벤트 자동 종료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쿠폰 삭제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쿠폰이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이상일 경우 활성화됨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입력된 항목 있을 경우 삭제 시 확인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유형별 설정 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유형에서 출석체크형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보너스 적립 항목은 추후 이벤트 운영 관련 논의 후 추가가능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 버튼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[저장] 시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검증(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 해당 필드 포커스 +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후 등록 완료, 목록 복귀. 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[취소] 작성 내용 존재 시 이탈 확인 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출력. 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모드: 타이틀 '이벤트 수정', 이벤트유형 비활성, 저장 시 </a:t>
                      </a:r>
                      <a:r>
                        <a:rPr kumimoji="0" lang="ko-KR" altLang="ko-KR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수정자·수정일시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로그 기록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085949F-9A4F-150E-B621-F42F5CD3457B}"/>
              </a:ext>
            </a:extLst>
          </p:cNvPr>
          <p:cNvSpPr/>
          <p:nvPr/>
        </p:nvSpPr>
        <p:spPr>
          <a:xfrm>
            <a:off x="391103" y="4000103"/>
            <a:ext cx="9330226" cy="13681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4AD4F-6CE8-330C-2716-B368BA0D25BE}"/>
              </a:ext>
            </a:extLst>
          </p:cNvPr>
          <p:cNvSpPr txBox="1"/>
          <p:nvPr/>
        </p:nvSpPr>
        <p:spPr>
          <a:xfrm>
            <a:off x="468355" y="4143983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출석체크형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9B487-17D8-69C3-DB66-52AD7EB5BF26}"/>
              </a:ext>
            </a:extLst>
          </p:cNvPr>
          <p:cNvSpPr txBox="1"/>
          <p:nvPr/>
        </p:nvSpPr>
        <p:spPr>
          <a:xfrm>
            <a:off x="2053393" y="4921385"/>
            <a:ext cx="16645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rPr>
              <a:t>보너스적립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8CC353-173B-39D7-D515-E652CBA033BA}"/>
              </a:ext>
            </a:extLst>
          </p:cNvPr>
          <p:cNvSpPr txBox="1"/>
          <p:nvPr/>
        </p:nvSpPr>
        <p:spPr>
          <a:xfrm>
            <a:off x="1415841" y="4530757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ea typeface="맑은 고딕"/>
              </a:rPr>
              <a:t>적립규칙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60861D-9D08-7BA8-4E27-DD90F5984DB0}"/>
              </a:ext>
            </a:extLst>
          </p:cNvPr>
          <p:cNvSpPr/>
          <p:nvPr/>
        </p:nvSpPr>
        <p:spPr>
          <a:xfrm>
            <a:off x="2885685" y="4497646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10p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F771EB6-98C9-1996-7F87-676154740740}"/>
              </a:ext>
            </a:extLst>
          </p:cNvPr>
          <p:cNvGrpSpPr/>
          <p:nvPr/>
        </p:nvGrpSpPr>
        <p:grpSpPr>
          <a:xfrm>
            <a:off x="1415841" y="4134548"/>
            <a:ext cx="4204285" cy="244412"/>
            <a:chOff x="1415841" y="2973414"/>
            <a:chExt cx="4204285" cy="2444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D2DB9CF-18EE-D3AD-2D61-C733C3BE425D}"/>
                </a:ext>
              </a:extLst>
            </p:cNvPr>
            <p:cNvSpPr txBox="1"/>
            <p:nvPr/>
          </p:nvSpPr>
          <p:spPr>
            <a:xfrm>
              <a:off x="1415841" y="2984000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회차설정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0383CF8-A277-9C0D-8EA9-138B9FB8420A}"/>
                </a:ext>
              </a:extLst>
            </p:cNvPr>
            <p:cNvGrpSpPr/>
            <p:nvPr/>
          </p:nvGrpSpPr>
          <p:grpSpPr>
            <a:xfrm>
              <a:off x="3006409" y="2998013"/>
              <a:ext cx="594240" cy="200055"/>
              <a:chOff x="625429" y="4722893"/>
              <a:chExt cx="594240" cy="200055"/>
            </a:xfrm>
          </p:grpSpPr>
          <p:pic>
            <p:nvPicPr>
              <p:cNvPr id="39" name="Picture 2" descr="on, radio icon">
                <a:extLst>
                  <a:ext uri="{FF2B5EF4-FFF2-40B4-BE49-F238E27FC236}">
                    <a16:creationId xmlns:a16="http://schemas.microsoft.com/office/drawing/2014/main" id="{6E879417-8E10-440D-502C-4FEF962B7E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429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36D919-7665-0B08-84F0-6B0EAC4BAEE7}"/>
                  </a:ext>
                </a:extLst>
              </p:cNvPr>
              <p:cNvSpPr txBox="1"/>
              <p:nvPr/>
            </p:nvSpPr>
            <p:spPr>
              <a:xfrm>
                <a:off x="675930" y="4722893"/>
                <a:ext cx="54373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단일기간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A2A1836E-C08E-9111-1580-35A671A2611C}"/>
                </a:ext>
              </a:extLst>
            </p:cNvPr>
            <p:cNvGrpSpPr/>
            <p:nvPr/>
          </p:nvGrpSpPr>
          <p:grpSpPr>
            <a:xfrm>
              <a:off x="2158542" y="2998013"/>
              <a:ext cx="776550" cy="200055"/>
              <a:chOff x="2573554" y="4072650"/>
              <a:chExt cx="776550" cy="200055"/>
            </a:xfrm>
          </p:grpSpPr>
          <p:pic>
            <p:nvPicPr>
              <p:cNvPr id="49" name="Picture 4" descr="off, radio icon">
                <a:extLst>
                  <a:ext uri="{FF2B5EF4-FFF2-40B4-BE49-F238E27FC236}">
                    <a16:creationId xmlns:a16="http://schemas.microsoft.com/office/drawing/2014/main" id="{EE68DEE9-E0DC-96F9-4893-35C78B0B52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3554" y="4119701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8ED9C2-0040-F735-2124-6A49525B5F5B}"/>
                  </a:ext>
                </a:extLst>
              </p:cNvPr>
              <p:cNvSpPr txBox="1"/>
              <p:nvPr/>
            </p:nvSpPr>
            <p:spPr>
              <a:xfrm>
                <a:off x="2626829" y="4072650"/>
                <a:ext cx="72327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</a:rPr>
                  <a:t>매월자동갱신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C6E8A696-E55D-AFFC-EC9F-1491259C0D6C}"/>
                </a:ext>
              </a:extLst>
            </p:cNvPr>
            <p:cNvGrpSpPr/>
            <p:nvPr/>
          </p:nvGrpSpPr>
          <p:grpSpPr>
            <a:xfrm>
              <a:off x="3592755" y="2973414"/>
              <a:ext cx="2027371" cy="244412"/>
              <a:chOff x="3592755" y="2973414"/>
              <a:chExt cx="2027371" cy="244412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ED30A93B-3273-6DDE-D15E-54ED6CD9FCF6}"/>
                  </a:ext>
                </a:extLst>
              </p:cNvPr>
              <p:cNvCxnSpPr/>
              <p:nvPr/>
            </p:nvCxnSpPr>
            <p:spPr>
              <a:xfrm>
                <a:off x="3592755" y="3196449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8B791D5-3835-14BB-E7AF-4712ECB1509B}"/>
                  </a:ext>
                </a:extLst>
              </p:cNvPr>
              <p:cNvSpPr txBox="1"/>
              <p:nvPr/>
            </p:nvSpPr>
            <p:spPr>
              <a:xfrm>
                <a:off x="3659142" y="2986994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06E31BA-EC9D-A289-8636-758D2AB41D7B}"/>
                  </a:ext>
                </a:extLst>
              </p:cNvPr>
              <p:cNvSpPr txBox="1"/>
              <p:nvPr/>
            </p:nvSpPr>
            <p:spPr>
              <a:xfrm>
                <a:off x="4683147" y="2986994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CF0E72-8829-4D72-C140-C46A599D1368}"/>
                  </a:ext>
                </a:extLst>
              </p:cNvPr>
              <p:cNvSpPr txBox="1"/>
              <p:nvPr/>
            </p:nvSpPr>
            <p:spPr>
              <a:xfrm>
                <a:off x="4436367" y="2986994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87B41CB5-702F-5669-D5FC-A4D02DFDD9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>
              <a:xfrm>
                <a:off x="5366211" y="2973414"/>
                <a:ext cx="253914" cy="230831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35552BA3-D526-3769-CC4C-6544DF01B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>
              <a:xfrm>
                <a:off x="4249790" y="2973414"/>
                <a:ext cx="253914" cy="230831"/>
              </a:xfrm>
              <a:prstGeom prst="rect">
                <a:avLst/>
              </a:prstGeom>
            </p:spPr>
          </p:pic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F6B9343-38CB-F67E-2A42-9A22BD7F491F}"/>
              </a:ext>
            </a:extLst>
          </p:cNvPr>
          <p:cNvSpPr txBox="1"/>
          <p:nvPr/>
        </p:nvSpPr>
        <p:spPr>
          <a:xfrm>
            <a:off x="2053393" y="4550578"/>
            <a:ext cx="10553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</a:t>
            </a:r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회 출석 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적립량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A2EF35-E191-36D2-2967-BF2F042FD8C2}"/>
              </a:ext>
            </a:extLst>
          </p:cNvPr>
          <p:cNvSpPr txBox="1"/>
          <p:nvPr/>
        </p:nvSpPr>
        <p:spPr>
          <a:xfrm>
            <a:off x="2813464" y="4921385"/>
            <a:ext cx="12825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□ 한달 만근 시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E19FDC-6BC4-481B-ADCA-E141F1115175}"/>
              </a:ext>
            </a:extLst>
          </p:cNvPr>
          <p:cNvSpPr/>
          <p:nvPr/>
        </p:nvSpPr>
        <p:spPr>
          <a:xfrm>
            <a:off x="3773014" y="4875877"/>
            <a:ext cx="833426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1,000p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5E14FB32-BFCF-F8B6-D66B-34AE0A45CB51}"/>
              </a:ext>
            </a:extLst>
          </p:cNvPr>
          <p:cNvSpPr/>
          <p:nvPr/>
        </p:nvSpPr>
        <p:spPr>
          <a:xfrm>
            <a:off x="337999" y="40193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8D93421B-7674-1165-3080-ADCD8DEB148C}"/>
              </a:ext>
            </a:extLst>
          </p:cNvPr>
          <p:cNvSpPr/>
          <p:nvPr/>
        </p:nvSpPr>
        <p:spPr>
          <a:xfrm>
            <a:off x="4231354" y="550627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54" name="Rounded Rectangle 35">
            <a:extLst>
              <a:ext uri="{FF2B5EF4-FFF2-40B4-BE49-F238E27FC236}">
                <a16:creationId xmlns:a16="http://schemas.microsoft.com/office/drawing/2014/main" id="{26949859-E016-229A-755E-B88D50ACCFB5}"/>
              </a:ext>
            </a:extLst>
          </p:cNvPr>
          <p:cNvSpPr/>
          <p:nvPr/>
        </p:nvSpPr>
        <p:spPr>
          <a:xfrm>
            <a:off x="5059446" y="550627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저장</a:t>
            </a: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73289BC0-7FC7-8972-CC10-E8FC03048F24}"/>
              </a:ext>
            </a:extLst>
          </p:cNvPr>
          <p:cNvSpPr/>
          <p:nvPr/>
        </p:nvSpPr>
        <p:spPr>
          <a:xfrm>
            <a:off x="3779381" y="55322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Rounded Rectangle 35">
            <a:extLst>
              <a:ext uri="{FF2B5EF4-FFF2-40B4-BE49-F238E27FC236}">
                <a16:creationId xmlns:a16="http://schemas.microsoft.com/office/drawing/2014/main" id="{508399FB-D559-CB48-38A2-D8402244AE1C}"/>
              </a:ext>
            </a:extLst>
          </p:cNvPr>
          <p:cNvSpPr/>
          <p:nvPr/>
        </p:nvSpPr>
        <p:spPr>
          <a:xfrm>
            <a:off x="1724624" y="3518637"/>
            <a:ext cx="761573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쿠폰 추가하기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8FF9B248-581E-3187-1330-63AEC219ACAA}"/>
              </a:ext>
            </a:extLst>
          </p:cNvPr>
          <p:cNvCxnSpPr>
            <a:cxnSpLocks/>
          </p:cNvCxnSpPr>
          <p:nvPr/>
        </p:nvCxnSpPr>
        <p:spPr>
          <a:xfrm>
            <a:off x="4975589" y="1499894"/>
            <a:ext cx="5269670" cy="2477709"/>
          </a:xfrm>
          <a:prstGeom prst="bentConnector3">
            <a:avLst>
              <a:gd name="adj1" fmla="val 74944"/>
            </a:avLst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31E9BDE-A865-1C4F-C281-BBD42949D9B2}"/>
              </a:ext>
            </a:extLst>
          </p:cNvPr>
          <p:cNvSpPr txBox="1"/>
          <p:nvPr/>
        </p:nvSpPr>
        <p:spPr>
          <a:xfrm>
            <a:off x="1443910" y="704746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234DD3"/>
                </a:solidFill>
                <a:latin typeface="맑은 고딕"/>
                <a:ea typeface="맑은 고딕"/>
              </a:rPr>
              <a:t>쿠폰①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83ECE2-B44E-906D-C170-E952A09CA42E}"/>
              </a:ext>
            </a:extLst>
          </p:cNvPr>
          <p:cNvSpPr txBox="1"/>
          <p:nvPr/>
        </p:nvSpPr>
        <p:spPr>
          <a:xfrm>
            <a:off x="1850980" y="711673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u="sng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삭제</a:t>
            </a:r>
          </a:p>
        </p:txBody>
      </p:sp>
      <p:sp>
        <p:nvSpPr>
          <p:cNvPr id="70" name="모서리가 둥근 직사각형 114">
            <a:extLst>
              <a:ext uri="{FF2B5EF4-FFF2-40B4-BE49-F238E27FC236}">
                <a16:creationId xmlns:a16="http://schemas.microsoft.com/office/drawing/2014/main" id="{FC67D0D2-BC85-B864-E69B-2A2EDEC7170B}"/>
              </a:ext>
            </a:extLst>
          </p:cNvPr>
          <p:cNvSpPr/>
          <p:nvPr/>
        </p:nvSpPr>
        <p:spPr>
          <a:xfrm>
            <a:off x="1874512" y="5754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76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CDE4-13FA-E1D0-6B0F-9CF5A84B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9BF06-5675-A008-927C-82628BAED9D6}"/>
              </a:ext>
            </a:extLst>
          </p:cNvPr>
          <p:cNvSpPr txBox="1"/>
          <p:nvPr/>
        </p:nvSpPr>
        <p:spPr>
          <a:xfrm>
            <a:off x="1307907" y="7828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이벤트등록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43E51-19BB-FD72-2FFD-C17371FEC37D}"/>
              </a:ext>
            </a:extLst>
          </p:cNvPr>
          <p:cNvSpPr txBox="1"/>
          <p:nvPr/>
        </p:nvSpPr>
        <p:spPr>
          <a:xfrm>
            <a:off x="1302717" y="330494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C85C09-21CC-79EF-7754-9D8ACFE19A3A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FE47E-393C-21E6-9A33-133FC16980C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96130-47FB-B782-BC4D-1379CD37022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CA9BEA2-7290-B6C1-6AE0-A4A991DA7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58574"/>
              </p:ext>
            </p:extLst>
          </p:nvPr>
        </p:nvGraphicFramePr>
        <p:xfrm>
          <a:off x="10128399" y="623854"/>
          <a:ext cx="2850436" cy="251872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키워드 입력 시 이벤트 정보 일치 항목 검색결과로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선택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라디오버튼으로 리스트에 노출된 이벤트 중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선택 가능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페이지네이션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동일하게 운영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선택한 이벤트에 등록된 정보 호출하여 적용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93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1567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9B38A63-CD36-5D33-5A52-97F5E23FBA4A}"/>
              </a:ext>
            </a:extLst>
          </p:cNvPr>
          <p:cNvSpPr txBox="1"/>
          <p:nvPr/>
        </p:nvSpPr>
        <p:spPr>
          <a:xfrm>
            <a:off x="274872" y="1054846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이벤트등록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C98CCB7-701D-DD86-91D5-43AE19962259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4A84567-F5DE-F3B6-F4A5-625DB76D34FF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이벤트등록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EE3BBC-2B12-993C-1A7B-19F56F226A80}"/>
              </a:ext>
            </a:extLst>
          </p:cNvPr>
          <p:cNvGrpSpPr/>
          <p:nvPr/>
        </p:nvGrpSpPr>
        <p:grpSpPr>
          <a:xfrm>
            <a:off x="468356" y="2528700"/>
            <a:ext cx="9252973" cy="289883"/>
            <a:chOff x="468356" y="1592998"/>
            <a:chExt cx="9252973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4137448-E023-88A1-9803-B895674F035C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6E144C-977F-034F-FE4F-C4D8B45FE21F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B02C478-DDFE-B921-2BE5-849D79DBC3B8}"/>
              </a:ext>
            </a:extLst>
          </p:cNvPr>
          <p:cNvGrpSpPr/>
          <p:nvPr/>
        </p:nvGrpSpPr>
        <p:grpSpPr>
          <a:xfrm>
            <a:off x="468356" y="2052117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946D022-CC5E-CE40-B715-47EEC0568A0B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유형선택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59429C1-9B93-0B71-53B8-B82A3BA170C6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8A7FB9AB-C53B-90F5-A8D2-045A5DC89B10}"/>
              </a:ext>
            </a:extLst>
          </p:cNvPr>
          <p:cNvSpPr/>
          <p:nvPr/>
        </p:nvSpPr>
        <p:spPr>
          <a:xfrm>
            <a:off x="8772725" y="152035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이벤트복사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04FD8-7BAA-BC47-91FF-50D2DDDF0053}"/>
              </a:ext>
            </a:extLst>
          </p:cNvPr>
          <p:cNvSpPr txBox="1"/>
          <p:nvPr/>
        </p:nvSpPr>
        <p:spPr>
          <a:xfrm>
            <a:off x="391103" y="1524371"/>
            <a:ext cx="1193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이벤트 기본정보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690660B-5F55-4B36-122B-DE3520D0E147}"/>
              </a:ext>
            </a:extLst>
          </p:cNvPr>
          <p:cNvCxnSpPr/>
          <p:nvPr/>
        </p:nvCxnSpPr>
        <p:spPr>
          <a:xfrm>
            <a:off x="274872" y="1836093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6F857004-C571-0D31-0F37-BAD648B6B49F}"/>
              </a:ext>
            </a:extLst>
          </p:cNvPr>
          <p:cNvGrpSpPr/>
          <p:nvPr/>
        </p:nvGrpSpPr>
        <p:grpSpPr>
          <a:xfrm>
            <a:off x="468356" y="3016527"/>
            <a:ext cx="2125006" cy="230832"/>
            <a:chOff x="468356" y="3039878"/>
            <a:chExt cx="2125006" cy="230832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B920B82-3C54-C426-EBDB-E29E744FB90D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운영기간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99EBE62E-5109-3935-E5B0-2371CBB560E5}"/>
                </a:ext>
              </a:extLst>
            </p:cNvPr>
            <p:cNvGrpSpPr/>
            <p:nvPr/>
          </p:nvGrpSpPr>
          <p:grpSpPr>
            <a:xfrm>
              <a:off x="1973474" y="3039878"/>
              <a:ext cx="619888" cy="230832"/>
              <a:chOff x="1152377" y="4703843"/>
              <a:chExt cx="619888" cy="230832"/>
            </a:xfrm>
          </p:grpSpPr>
          <p:pic>
            <p:nvPicPr>
              <p:cNvPr id="193" name="Picture 2" descr="on, radio icon">
                <a:extLst>
                  <a:ext uri="{FF2B5EF4-FFF2-40B4-BE49-F238E27FC236}">
                    <a16:creationId xmlns:a16="http://schemas.microsoft.com/office/drawing/2014/main" id="{88A0EA23-E6C4-64D2-5EF0-51B221FCFE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377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D23C17AD-3F22-0CE0-0829-63405CAB84ED}"/>
                  </a:ext>
                </a:extLst>
              </p:cNvPr>
              <p:cNvSpPr txBox="1"/>
              <p:nvPr/>
            </p:nvSpPr>
            <p:spPr>
              <a:xfrm>
                <a:off x="120287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기간운영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DF9E49CA-F737-ADE1-8A76-5D1F479C15A1}"/>
                </a:ext>
              </a:extLst>
            </p:cNvPr>
            <p:cNvGrpSpPr/>
            <p:nvPr/>
          </p:nvGrpSpPr>
          <p:grpSpPr>
            <a:xfrm>
              <a:off x="1204158" y="3039878"/>
              <a:ext cx="622662" cy="230832"/>
              <a:chOff x="1664933" y="4703843"/>
              <a:chExt cx="622662" cy="230832"/>
            </a:xfrm>
          </p:grpSpPr>
          <p:pic>
            <p:nvPicPr>
              <p:cNvPr id="189" name="Picture 4" descr="off, radio icon">
                <a:extLst>
                  <a:ext uri="{FF2B5EF4-FFF2-40B4-BE49-F238E27FC236}">
                    <a16:creationId xmlns:a16="http://schemas.microsoft.com/office/drawing/2014/main" id="{486FE950-A03A-5649-5201-404DD34CC0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803B674-8521-5F43-75E6-6AD622E9D8AE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56938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상시운영</a:t>
                </a:r>
              </a:p>
            </p:txBody>
          </p:sp>
        </p:grp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2D9E8841-385E-4B7E-34B3-910FB056F959}"/>
              </a:ext>
            </a:extLst>
          </p:cNvPr>
          <p:cNvGrpSpPr/>
          <p:nvPr/>
        </p:nvGrpSpPr>
        <p:grpSpPr>
          <a:xfrm>
            <a:off x="2628785" y="2988221"/>
            <a:ext cx="3852184" cy="252209"/>
            <a:chOff x="2628785" y="3011572"/>
            <a:chExt cx="3852184" cy="252209"/>
          </a:xfrm>
        </p:grpSpPr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96612E0-E4A5-4911-DC11-74A5586B7240}"/>
                </a:ext>
              </a:extLst>
            </p:cNvPr>
            <p:cNvGrpSpPr/>
            <p:nvPr/>
          </p:nvGrpSpPr>
          <p:grpSpPr>
            <a:xfrm>
              <a:off x="2628785" y="3011572"/>
              <a:ext cx="2027371" cy="252209"/>
              <a:chOff x="1431337" y="1124252"/>
              <a:chExt cx="2027371" cy="252209"/>
            </a:xfrm>
          </p:grpSpPr>
          <p:pic>
            <p:nvPicPr>
              <p:cNvPr id="198" name="그림 197">
                <a:extLst>
                  <a:ext uri="{FF2B5EF4-FFF2-40B4-BE49-F238E27FC236}">
                    <a16:creationId xmlns:a16="http://schemas.microsoft.com/office/drawing/2014/main" id="{0F9EF6C4-8012-49A0-06CD-CCFCE2894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099C1FE5-3801-9C4C-D288-66CAF25C3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4793" y="1124252"/>
                <a:ext cx="253915" cy="230832"/>
              </a:xfrm>
              <a:prstGeom prst="rect">
                <a:avLst/>
              </a:prstGeom>
            </p:spPr>
          </p:pic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FA5E92A2-CB0D-F5A1-5358-E368D8688923}"/>
                  </a:ext>
                </a:extLst>
              </p:cNvPr>
              <p:cNvCxnSpPr/>
              <p:nvPr/>
            </p:nvCxnSpPr>
            <p:spPr>
              <a:xfrm>
                <a:off x="1431337" y="1355084"/>
                <a:ext cx="2027371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0147D08-E6AC-B30B-4E42-9FBC8F608770}"/>
                  </a:ext>
                </a:extLst>
              </p:cNvPr>
              <p:cNvSpPr txBox="1"/>
              <p:nvPr/>
            </p:nvSpPr>
            <p:spPr>
              <a:xfrm>
                <a:off x="1497724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2026. 07. 01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0C2437B-9FF2-B430-F330-F4C0A8408762}"/>
                  </a:ext>
                </a:extLst>
              </p:cNvPr>
              <p:cNvSpPr txBox="1"/>
              <p:nvPr/>
            </p:nvSpPr>
            <p:spPr>
              <a:xfrm>
                <a:off x="2521729" y="1145629"/>
                <a:ext cx="5982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2026. 07. 31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FFD08C6-6290-D200-1F65-6760A83A39AD}"/>
                  </a:ext>
                </a:extLst>
              </p:cNvPr>
              <p:cNvSpPr txBox="1"/>
              <p:nvPr/>
            </p:nvSpPr>
            <p:spPr>
              <a:xfrm>
                <a:off x="2274949" y="1145629"/>
                <a:ext cx="24558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4" name="그림 203">
                <a:extLst>
                  <a:ext uri="{FF2B5EF4-FFF2-40B4-BE49-F238E27FC236}">
                    <a16:creationId xmlns:a16="http://schemas.microsoft.com/office/drawing/2014/main" id="{DC273EB8-6CF7-2F29-3E9F-2A7D7E5362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9916" y="1124252"/>
                <a:ext cx="253915" cy="230832"/>
              </a:xfrm>
              <a:prstGeom prst="rect">
                <a:avLst/>
              </a:prstGeom>
            </p:spPr>
          </p:pic>
        </p:grpSp>
        <p:sp>
          <p:nvSpPr>
            <p:cNvPr id="209" name="Rounded Rectangle 35">
              <a:extLst>
                <a:ext uri="{FF2B5EF4-FFF2-40B4-BE49-F238E27FC236}">
                  <a16:creationId xmlns:a16="http://schemas.microsoft.com/office/drawing/2014/main" id="{1566EB7B-D8CC-EB1C-A4EC-D6AAD42DFFB7}"/>
                </a:ext>
              </a:extLst>
            </p:cNvPr>
            <p:cNvSpPr/>
            <p:nvPr/>
          </p:nvSpPr>
          <p:spPr>
            <a:xfrm>
              <a:off x="4794331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0" name="Rounded Rectangle 35">
              <a:extLst>
                <a:ext uri="{FF2B5EF4-FFF2-40B4-BE49-F238E27FC236}">
                  <a16:creationId xmlns:a16="http://schemas.microsoft.com/office/drawing/2014/main" id="{905E14C6-1AA6-9B05-8859-4C20C56D4073}"/>
                </a:ext>
              </a:extLst>
            </p:cNvPr>
            <p:cNvSpPr/>
            <p:nvPr/>
          </p:nvSpPr>
          <p:spPr>
            <a:xfrm>
              <a:off x="5364264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6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  <p:sp>
          <p:nvSpPr>
            <p:cNvPr id="211" name="Rounded Rectangle 35">
              <a:extLst>
                <a:ext uri="{FF2B5EF4-FFF2-40B4-BE49-F238E27FC236}">
                  <a16:creationId xmlns:a16="http://schemas.microsoft.com/office/drawing/2014/main" id="{1709C86F-1088-2A36-5FF0-13D616BA9485}"/>
                </a:ext>
              </a:extLst>
            </p:cNvPr>
            <p:cNvSpPr/>
            <p:nvPr/>
          </p:nvSpPr>
          <p:spPr>
            <a:xfrm>
              <a:off x="5934880" y="3035866"/>
              <a:ext cx="54608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</a:t>
              </a:r>
            </a:p>
          </p:txBody>
        </p: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F41675BB-71B8-1CC1-7740-016D2BB92EFB}"/>
              </a:ext>
            </a:extLst>
          </p:cNvPr>
          <p:cNvGrpSpPr/>
          <p:nvPr/>
        </p:nvGrpSpPr>
        <p:grpSpPr>
          <a:xfrm>
            <a:off x="468356" y="3420269"/>
            <a:ext cx="1908028" cy="230832"/>
            <a:chOff x="468356" y="3039878"/>
            <a:chExt cx="1908028" cy="230832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9E973A1A-3DB4-B2BE-E9BB-A20414CF13F3}"/>
                </a:ext>
              </a:extLst>
            </p:cNvPr>
            <p:cNvSpPr txBox="1"/>
            <p:nvPr/>
          </p:nvSpPr>
          <p:spPr>
            <a:xfrm>
              <a:off x="468356" y="3039878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b="1" dirty="0">
                  <a:latin typeface="맑은 고딕"/>
                  <a:ea typeface="맑은 고딕"/>
                </a:rPr>
                <a:t>노출상태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524EB5B7-353E-6C71-8917-365E604010FC}"/>
                </a:ext>
              </a:extLst>
            </p:cNvPr>
            <p:cNvGrpSpPr/>
            <p:nvPr/>
          </p:nvGrpSpPr>
          <p:grpSpPr>
            <a:xfrm>
              <a:off x="1204158" y="3039878"/>
              <a:ext cx="1172226" cy="230832"/>
              <a:chOff x="1664933" y="4703843"/>
              <a:chExt cx="1172226" cy="230832"/>
            </a:xfrm>
          </p:grpSpPr>
          <p:pic>
            <p:nvPicPr>
              <p:cNvPr id="221" name="Picture 4" descr="off, radio icon">
                <a:extLst>
                  <a:ext uri="{FF2B5EF4-FFF2-40B4-BE49-F238E27FC236}">
                    <a16:creationId xmlns:a16="http://schemas.microsoft.com/office/drawing/2014/main" id="{3B71C58D-B5B1-A997-5D08-568EAF7127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64933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048FC7F-C2CE-79F1-D2AE-D78001D1F42F}"/>
                  </a:ext>
                </a:extLst>
              </p:cNvPr>
              <p:cNvSpPr txBox="1"/>
              <p:nvPr/>
            </p:nvSpPr>
            <p:spPr>
              <a:xfrm>
                <a:off x="1718208" y="4703843"/>
                <a:ext cx="3770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노출</a:t>
                </a:r>
              </a:p>
            </p:txBody>
          </p:sp>
          <p:pic>
            <p:nvPicPr>
              <p:cNvPr id="225" name="Picture 4" descr="off, radio icon">
                <a:extLst>
                  <a:ext uri="{FF2B5EF4-FFF2-40B4-BE49-F238E27FC236}">
                    <a16:creationId xmlns:a16="http://schemas.microsoft.com/office/drawing/2014/main" id="{BBC9EF23-E55C-013D-3720-502100E072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0678" y="4769944"/>
                <a:ext cx="102298" cy="1022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1824084F-EB8F-A069-31E8-5140DC310095}"/>
                  </a:ext>
                </a:extLst>
              </p:cNvPr>
              <p:cNvSpPr txBox="1"/>
              <p:nvPr/>
            </p:nvSpPr>
            <p:spPr>
              <a:xfrm>
                <a:off x="2363953" y="4703843"/>
                <a:ext cx="47320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spc="-15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비노출</a:t>
                </a:r>
                <a:endPara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8C1311FF-C1AB-1959-1093-8F53A16075F4}"/>
              </a:ext>
            </a:extLst>
          </p:cNvPr>
          <p:cNvSpPr txBox="1"/>
          <p:nvPr/>
        </p:nvSpPr>
        <p:spPr>
          <a:xfrm>
            <a:off x="468355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이미지 등록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52" name="Rounded Rectangle 35">
            <a:extLst>
              <a:ext uri="{FF2B5EF4-FFF2-40B4-BE49-F238E27FC236}">
                <a16:creationId xmlns:a16="http://schemas.microsoft.com/office/drawing/2014/main" id="{79BFDE5B-8FA5-9070-09D2-EB57503092D2}"/>
              </a:ext>
            </a:extLst>
          </p:cNvPr>
          <p:cNvSpPr/>
          <p:nvPr/>
        </p:nvSpPr>
        <p:spPr>
          <a:xfrm>
            <a:off x="1508014" y="4353912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95A92A8D-B914-71D7-09AD-AF0A72830533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1304C78-C5E8-6E54-1A60-687E5F2E5752}"/>
              </a:ext>
            </a:extLst>
          </p:cNvPr>
          <p:cNvSpPr txBox="1"/>
          <p:nvPr/>
        </p:nvSpPr>
        <p:spPr>
          <a:xfrm>
            <a:off x="2308667" y="4064746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이벤트 목록에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3B93F66E-9E37-E431-DB4D-D4DB24C935C9}"/>
              </a:ext>
            </a:extLst>
          </p:cNvPr>
          <p:cNvSpPr/>
          <p:nvPr/>
        </p:nvSpPr>
        <p:spPr>
          <a:xfrm>
            <a:off x="2609809" y="4976508"/>
            <a:ext cx="7111519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대체텍스트를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입력해 주세요</a:t>
            </a: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0A891B63-D8EE-AC2C-61B1-2F9EBFA7572E}"/>
              </a:ext>
            </a:extLst>
          </p:cNvPr>
          <p:cNvSpPr/>
          <p:nvPr/>
        </p:nvSpPr>
        <p:spPr>
          <a:xfrm>
            <a:off x="1513797" y="4678560"/>
            <a:ext cx="975258" cy="61824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8BD5DA88-EB06-366B-9858-61956A8B9118}"/>
              </a:ext>
            </a:extLst>
          </p:cNvPr>
          <p:cNvSpPr txBox="1"/>
          <p:nvPr/>
        </p:nvSpPr>
        <p:spPr>
          <a:xfrm>
            <a:off x="1415841" y="4060350"/>
            <a:ext cx="9000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800" b="1" dirty="0">
                <a:latin typeface="맑은 고딕"/>
                <a:ea typeface="맑은 고딕"/>
              </a:rPr>
              <a:t>목록 썸네일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BDAFF2E1-E8FD-12BC-F129-019D09749282}"/>
              </a:ext>
            </a:extLst>
          </p:cNvPr>
          <p:cNvCxnSpPr/>
          <p:nvPr/>
        </p:nvCxnSpPr>
        <p:spPr>
          <a:xfrm>
            <a:off x="274872" y="3864331"/>
            <a:ext cx="950915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6AF62A28-115C-FB3A-4FD8-27F159F6E85C}"/>
              </a:ext>
            </a:extLst>
          </p:cNvPr>
          <p:cNvCxnSpPr>
            <a:cxnSpLocks/>
          </p:cNvCxnSpPr>
          <p:nvPr/>
        </p:nvCxnSpPr>
        <p:spPr>
          <a:xfrm>
            <a:off x="1415841" y="5419163"/>
            <a:ext cx="836818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79BBB6B7-EFF0-E101-5CE1-93B649FD9430}"/>
              </a:ext>
            </a:extLst>
          </p:cNvPr>
          <p:cNvSpPr txBox="1"/>
          <p:nvPr/>
        </p:nvSpPr>
        <p:spPr>
          <a:xfrm>
            <a:off x="2609810" y="4703155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00x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00,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A61E7AE-7307-D0E1-087E-2E0356F335AC}"/>
              </a:ext>
            </a:extLst>
          </p:cNvPr>
          <p:cNvGrpSpPr/>
          <p:nvPr/>
        </p:nvGrpSpPr>
        <p:grpSpPr>
          <a:xfrm>
            <a:off x="468356" y="5558266"/>
            <a:ext cx="9252973" cy="289883"/>
            <a:chOff x="468356" y="1592998"/>
            <a:chExt cx="9252973" cy="289883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5B69202-3AAF-8C5F-1AE9-D79DF6A72838}"/>
                </a:ext>
              </a:extLst>
            </p:cNvPr>
            <p:cNvSpPr/>
            <p:nvPr/>
          </p:nvSpPr>
          <p:spPr>
            <a:xfrm>
              <a:off x="1211057" y="1592998"/>
              <a:ext cx="851027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목록 카드용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최대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/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미작성시 상세 콘텐츠 내용 노출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86A36D-789D-B427-D811-9FEABB540FB9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요약설명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925F1EFC-43DE-FF7A-06DE-97AE5A89DE68}"/>
              </a:ext>
            </a:extLst>
          </p:cNvPr>
          <p:cNvSpPr txBox="1"/>
          <p:nvPr/>
        </p:nvSpPr>
        <p:spPr>
          <a:xfrm>
            <a:off x="468356" y="6035923"/>
            <a:ext cx="8199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맑은 고딕"/>
                <a:ea typeface="맑은 고딕"/>
              </a:rPr>
              <a:t>상세 콘텐츠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4" name="Rounded Rectangle 35">
            <a:extLst>
              <a:ext uri="{FF2B5EF4-FFF2-40B4-BE49-F238E27FC236}">
                <a16:creationId xmlns:a16="http://schemas.microsoft.com/office/drawing/2014/main" id="{636F802F-582F-FDB0-47F8-68C1991833CD}"/>
              </a:ext>
            </a:extLst>
          </p:cNvPr>
          <p:cNvSpPr/>
          <p:nvPr/>
        </p:nvSpPr>
        <p:spPr>
          <a:xfrm>
            <a:off x="1539072" y="6047284"/>
            <a:ext cx="61739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파일선택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05135D3-2BC8-562E-8287-A043697204DE}"/>
              </a:ext>
            </a:extLst>
          </p:cNvPr>
          <p:cNvSpPr/>
          <p:nvPr/>
        </p:nvSpPr>
        <p:spPr>
          <a:xfrm>
            <a:off x="1544855" y="6367916"/>
            <a:ext cx="975258" cy="874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ABBDF59-2049-BB6D-84F9-626F628667E3}"/>
              </a:ext>
            </a:extLst>
          </p:cNvPr>
          <p:cNvSpPr txBox="1"/>
          <p:nvPr/>
        </p:nvSpPr>
        <p:spPr>
          <a:xfrm>
            <a:off x="2640868" y="6316558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(0MB)</a:t>
            </a:r>
            <a:r>
              <a:rPr lang="en-US" altLang="ko-KR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최대 총 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MB,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장까지 가능, 권장사이즈 </a:t>
            </a: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가로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1280px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jpg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png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ko-KR" sz="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gif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파일 가능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E2F5723-CB44-A9AC-C376-DE7D2616D4A4}"/>
              </a:ext>
            </a:extLst>
          </p:cNvPr>
          <p:cNvSpPr txBox="1"/>
          <p:nvPr/>
        </p:nvSpPr>
        <p:spPr>
          <a:xfrm>
            <a:off x="2308667" y="6048257"/>
            <a:ext cx="615823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상세페이지 상단에 노출될 </a:t>
            </a:r>
            <a:r>
              <a:rPr lang="ko-KR" altLang="ko-KR" sz="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대표 이미지를 등록해주세요. 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7F2D6D8-3581-034D-928F-3A8E3966DB0E}"/>
              </a:ext>
            </a:extLst>
          </p:cNvPr>
          <p:cNvSpPr/>
          <p:nvPr/>
        </p:nvSpPr>
        <p:spPr>
          <a:xfrm>
            <a:off x="58848" y="677660"/>
            <a:ext cx="10016215" cy="5760640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90C1773-FCE9-3A7E-3EC0-94D7A1CD4B04}"/>
              </a:ext>
            </a:extLst>
          </p:cNvPr>
          <p:cNvSpPr/>
          <p:nvPr/>
        </p:nvSpPr>
        <p:spPr>
          <a:xfrm>
            <a:off x="1976807" y="1409707"/>
            <a:ext cx="6088338" cy="41927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Rounded Rectangle 35">
            <a:extLst>
              <a:ext uri="{FF2B5EF4-FFF2-40B4-BE49-F238E27FC236}">
                <a16:creationId xmlns:a16="http://schemas.microsoft.com/office/drawing/2014/main" id="{37E8FC23-BB44-DC3D-6EC5-E0DB144C937A}"/>
              </a:ext>
            </a:extLst>
          </p:cNvPr>
          <p:cNvSpPr/>
          <p:nvPr/>
        </p:nvSpPr>
        <p:spPr>
          <a:xfrm>
            <a:off x="4685322" y="4997865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선택</a:t>
            </a:r>
          </a:p>
        </p:txBody>
      </p:sp>
      <p:sp>
        <p:nvSpPr>
          <p:cNvPr id="137" name="모서리가 둥근 직사각형 114">
            <a:extLst>
              <a:ext uri="{FF2B5EF4-FFF2-40B4-BE49-F238E27FC236}">
                <a16:creationId xmlns:a16="http://schemas.microsoft.com/office/drawing/2014/main" id="{53E58167-4E67-B2B1-8EE2-F54BBA8F6ACC}"/>
              </a:ext>
            </a:extLst>
          </p:cNvPr>
          <p:cNvSpPr/>
          <p:nvPr/>
        </p:nvSpPr>
        <p:spPr>
          <a:xfrm>
            <a:off x="4385686" y="50396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0C15A82-81D1-95EE-5174-8775BCC8CD50}"/>
              </a:ext>
            </a:extLst>
          </p:cNvPr>
          <p:cNvSpPr txBox="1"/>
          <p:nvPr/>
        </p:nvSpPr>
        <p:spPr>
          <a:xfrm>
            <a:off x="4577002" y="1623217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복사</a:t>
            </a: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161B5289-5A19-1646-9E7A-FDBEB3504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235784"/>
              </p:ext>
            </p:extLst>
          </p:nvPr>
        </p:nvGraphicFramePr>
        <p:xfrm>
          <a:off x="2300790" y="3138492"/>
          <a:ext cx="5404315" cy="110849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5763">
                  <a:extLst>
                    <a:ext uri="{9D8B030D-6E8A-4147-A177-3AD203B41FA5}">
                      <a16:colId xmlns:a16="http://schemas.microsoft.com/office/drawing/2014/main" val="153326048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95818761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4038029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2143003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14647761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34574843"/>
                    </a:ext>
                  </a:extLst>
                </a:gridCol>
              </a:tblGrid>
              <a:tr h="270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이벤트명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노출상태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등록일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352119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기저귀부터 생리대까지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본인부담금 </a:t>
                      </a:r>
                      <a:r>
                        <a:rPr lang="ko-KR" altLang="en-US" sz="700" dirty="0" err="1"/>
                        <a:t>낮춰주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쿠폰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N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2026.07.10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691210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/>
                        <a:t>국민행볼몰에서</a:t>
                      </a:r>
                      <a:r>
                        <a:rPr lang="ko-KR" altLang="en-US" sz="700" dirty="0"/>
                        <a:t> 바우처 처음 이용하고 </a:t>
                      </a:r>
                      <a:r>
                        <a:rPr lang="ko-KR" altLang="en-US" sz="700" dirty="0" err="1"/>
                        <a:t>물티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사은품</a:t>
                      </a:r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922296"/>
                  </a:ext>
                </a:extLst>
              </a:tr>
              <a:tr h="27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○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/>
                        <a:t>매일매일 도장 꾹</a:t>
                      </a:r>
                      <a:r>
                        <a:rPr lang="en-US" altLang="ko-KR" sz="700" dirty="0"/>
                        <a:t>! </a:t>
                      </a:r>
                      <a:r>
                        <a:rPr lang="ko-KR" altLang="en-US" sz="700" dirty="0"/>
                        <a:t>출석체크하고 마일리지 </a:t>
                      </a:r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출석체크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/>
                        <a:t>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adminHappy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2026.07.01 09:34:13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97677"/>
                  </a:ext>
                </a:extLst>
              </a:tr>
            </a:tbl>
          </a:graphicData>
        </a:graphic>
      </p:graphicFrame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CAAEC5A-C756-B614-9F5B-9123C1DB2A87}"/>
              </a:ext>
            </a:extLst>
          </p:cNvPr>
          <p:cNvSpPr/>
          <p:nvPr/>
        </p:nvSpPr>
        <p:spPr>
          <a:xfrm>
            <a:off x="2272922" y="1965955"/>
            <a:ext cx="5566588" cy="9875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A3277BBC-D523-F936-E106-6912CE259138}"/>
              </a:ext>
            </a:extLst>
          </p:cNvPr>
          <p:cNvGrpSpPr/>
          <p:nvPr/>
        </p:nvGrpSpPr>
        <p:grpSpPr>
          <a:xfrm>
            <a:off x="4409271" y="2116213"/>
            <a:ext cx="2464621" cy="289883"/>
            <a:chOff x="468356" y="1592998"/>
            <a:chExt cx="2464621" cy="289883"/>
          </a:xfrm>
        </p:grpSpPr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9C5566FD-0F88-2F63-B973-363E8FB7747D}"/>
                </a:ext>
              </a:extLst>
            </p:cNvPr>
            <p:cNvSpPr/>
            <p:nvPr/>
          </p:nvSpPr>
          <p:spPr>
            <a:xfrm>
              <a:off x="1211058" y="1592998"/>
              <a:ext cx="172191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C617E94-6A10-2FDE-8A54-39C5AA530264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이벤트제목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47" name="Rounded Rectangle 35">
            <a:extLst>
              <a:ext uri="{FF2B5EF4-FFF2-40B4-BE49-F238E27FC236}">
                <a16:creationId xmlns:a16="http://schemas.microsoft.com/office/drawing/2014/main" id="{18F809C6-2122-495B-FEEB-B4041744F2B8}"/>
              </a:ext>
            </a:extLst>
          </p:cNvPr>
          <p:cNvSpPr/>
          <p:nvPr/>
        </p:nvSpPr>
        <p:spPr>
          <a:xfrm>
            <a:off x="7178096" y="2579548"/>
            <a:ext cx="51008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검색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BAB0DDC-AD09-42F4-D481-FBD20DFD53D7}"/>
              </a:ext>
            </a:extLst>
          </p:cNvPr>
          <p:cNvGrpSpPr/>
          <p:nvPr/>
        </p:nvGrpSpPr>
        <p:grpSpPr>
          <a:xfrm>
            <a:off x="4409271" y="2523094"/>
            <a:ext cx="2464621" cy="289883"/>
            <a:chOff x="468356" y="1592998"/>
            <a:chExt cx="2464621" cy="289883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65DEB074-E1AC-CF32-96D4-45F56AEACACD}"/>
                </a:ext>
              </a:extLst>
            </p:cNvPr>
            <p:cNvSpPr/>
            <p:nvPr/>
          </p:nvSpPr>
          <p:spPr>
            <a:xfrm>
              <a:off x="1211058" y="1592998"/>
              <a:ext cx="1721919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5251959-C758-2FA2-A1FB-54230C09FD72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등록자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A53CF94-7B91-D49B-A511-F88266BECEBC}"/>
              </a:ext>
            </a:extLst>
          </p:cNvPr>
          <p:cNvGrpSpPr/>
          <p:nvPr/>
        </p:nvGrpSpPr>
        <p:grpSpPr>
          <a:xfrm>
            <a:off x="2329710" y="2116213"/>
            <a:ext cx="1835745" cy="289883"/>
            <a:chOff x="468356" y="1592998"/>
            <a:chExt cx="1835745" cy="289883"/>
          </a:xfrm>
        </p:grpSpPr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B2689B9E-7AFF-FE93-29E0-F1E2DBFB71F8}"/>
                </a:ext>
              </a:extLst>
            </p:cNvPr>
            <p:cNvSpPr/>
            <p:nvPr/>
          </p:nvSpPr>
          <p:spPr>
            <a:xfrm>
              <a:off x="1211059" y="1592998"/>
              <a:ext cx="1093042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전체               ▼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9A66066-B1E0-C887-9C63-AC612FCD33E3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이벤트유형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55" name="모서리가 둥근 직사각형 114">
            <a:extLst>
              <a:ext uri="{FF2B5EF4-FFF2-40B4-BE49-F238E27FC236}">
                <a16:creationId xmlns:a16="http://schemas.microsoft.com/office/drawing/2014/main" id="{098BF923-A096-328E-175E-F4E1153A69E8}"/>
              </a:ext>
            </a:extLst>
          </p:cNvPr>
          <p:cNvSpPr/>
          <p:nvPr/>
        </p:nvSpPr>
        <p:spPr>
          <a:xfrm>
            <a:off x="2210744" y="19926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01D3371C-54F3-BD61-45BC-D9A8C163C257}"/>
              </a:ext>
            </a:extLst>
          </p:cNvPr>
          <p:cNvSpPr/>
          <p:nvPr/>
        </p:nvSpPr>
        <p:spPr>
          <a:xfrm>
            <a:off x="2210744" y="30706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6B07937-AFBA-3C8A-13E3-14F8F6B5B49B}"/>
              </a:ext>
            </a:extLst>
          </p:cNvPr>
          <p:cNvSpPr txBox="1"/>
          <p:nvPr/>
        </p:nvSpPr>
        <p:spPr>
          <a:xfrm>
            <a:off x="7703580" y="1490587"/>
            <a:ext cx="266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C7BBC25F-EA05-3F3F-6DA7-AA69CB314C63}"/>
              </a:ext>
            </a:extLst>
          </p:cNvPr>
          <p:cNvGrpSpPr/>
          <p:nvPr/>
        </p:nvGrpSpPr>
        <p:grpSpPr>
          <a:xfrm>
            <a:off x="2252687" y="4291017"/>
            <a:ext cx="5492188" cy="201675"/>
            <a:chOff x="2249512" y="4291017"/>
            <a:chExt cx="5492188" cy="201675"/>
          </a:xfrm>
        </p:grpSpPr>
        <p:pic>
          <p:nvPicPr>
            <p:cNvPr id="159" name="그림 158">
              <a:extLst>
                <a:ext uri="{FF2B5EF4-FFF2-40B4-BE49-F238E27FC236}">
                  <a16:creationId xmlns:a16="http://schemas.microsoft.com/office/drawing/2014/main" id="{BF85CDA8-D176-62B6-72D4-4E7A1EF19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7335"/>
            <a:stretch>
              <a:fillRect/>
            </a:stretch>
          </p:blipFill>
          <p:spPr>
            <a:xfrm>
              <a:off x="2249512" y="4291017"/>
              <a:ext cx="4807521" cy="201675"/>
            </a:xfrm>
            <a:prstGeom prst="rect">
              <a:avLst/>
            </a:prstGeom>
          </p:spPr>
        </p:pic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30EF2E62-BFD8-7626-E464-4268E459D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5845" t="1" b="3261"/>
            <a:stretch>
              <a:fillRect/>
            </a:stretch>
          </p:blipFill>
          <p:spPr>
            <a:xfrm>
              <a:off x="6336953" y="4291018"/>
              <a:ext cx="1404747" cy="195096"/>
            </a:xfrm>
            <a:prstGeom prst="rect">
              <a:avLst/>
            </a:prstGeom>
          </p:spPr>
        </p:pic>
      </p:grp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44BC3423-8F0B-DB24-2C5E-31F519F5E5AF}"/>
              </a:ext>
            </a:extLst>
          </p:cNvPr>
          <p:cNvSpPr/>
          <p:nvPr/>
        </p:nvSpPr>
        <p:spPr>
          <a:xfrm>
            <a:off x="2207549" y="42249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62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31468</TotalTime>
  <Words>1474</Words>
  <Application>Microsoft Office PowerPoint</Application>
  <PresentationFormat>사용자 지정</PresentationFormat>
  <Paragraphs>465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1495</cp:revision>
  <dcterms:created xsi:type="dcterms:W3CDTF">2020-09-28T12:25:11Z</dcterms:created>
  <dcterms:modified xsi:type="dcterms:W3CDTF">2026-07-30T02:04:49Z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