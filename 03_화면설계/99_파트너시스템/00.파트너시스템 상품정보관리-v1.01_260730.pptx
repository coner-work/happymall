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6"/>
  </p:notesMasterIdLst>
  <p:sldIdLst>
    <p:sldId id="1803" r:id="rId5"/>
    <p:sldId id="624" r:id="rId6"/>
    <p:sldId id="1974" r:id="rId7"/>
    <p:sldId id="2009" r:id="rId8"/>
    <p:sldId id="2087" r:id="rId9"/>
    <p:sldId id="2088" r:id="rId10"/>
    <p:sldId id="2089" r:id="rId11"/>
    <p:sldId id="2090" r:id="rId12"/>
    <p:sldId id="2091" r:id="rId13"/>
    <p:sldId id="2092" r:id="rId14"/>
    <p:sldId id="2093" r:id="rId15"/>
    <p:sldId id="2094" r:id="rId16"/>
    <p:sldId id="2051" r:id="rId17"/>
    <p:sldId id="2049" r:id="rId18"/>
    <p:sldId id="2010" r:id="rId19"/>
    <p:sldId id="2063" r:id="rId20"/>
    <p:sldId id="2062" r:id="rId21"/>
    <p:sldId id="2064" r:id="rId22"/>
    <p:sldId id="2047" r:id="rId23"/>
    <p:sldId id="2052" r:id="rId24"/>
    <p:sldId id="2050" r:id="rId25"/>
    <p:sldId id="2053" r:id="rId26"/>
    <p:sldId id="2065" r:id="rId27"/>
    <p:sldId id="2022" r:id="rId28"/>
    <p:sldId id="2033" r:id="rId29"/>
    <p:sldId id="2054" r:id="rId30"/>
    <p:sldId id="2026" r:id="rId31"/>
    <p:sldId id="2085" r:id="rId32"/>
    <p:sldId id="2005" r:id="rId33"/>
    <p:sldId id="2086" r:id="rId34"/>
    <p:sldId id="2027" r:id="rId35"/>
    <p:sldId id="2028" r:id="rId36"/>
    <p:sldId id="2029" r:id="rId37"/>
    <p:sldId id="2038" r:id="rId38"/>
    <p:sldId id="2039" r:id="rId39"/>
    <p:sldId id="2041" r:id="rId40"/>
    <p:sldId id="2042" r:id="rId41"/>
    <p:sldId id="2043" r:id="rId42"/>
    <p:sldId id="2044" r:id="rId43"/>
    <p:sldId id="2072" r:id="rId44"/>
    <p:sldId id="2070" r:id="rId45"/>
    <p:sldId id="2074" r:id="rId46"/>
    <p:sldId id="2075" r:id="rId47"/>
    <p:sldId id="2073" r:id="rId48"/>
    <p:sldId id="2095" r:id="rId49"/>
    <p:sldId id="2096" r:id="rId50"/>
    <p:sldId id="2097" r:id="rId51"/>
    <p:sldId id="2080" r:id="rId52"/>
    <p:sldId id="2076" r:id="rId53"/>
    <p:sldId id="2078" r:id="rId54"/>
    <p:sldId id="2079" r:id="rId55"/>
    <p:sldId id="2081" r:id="rId56"/>
    <p:sldId id="2083" r:id="rId57"/>
    <p:sldId id="2057" r:id="rId58"/>
    <p:sldId id="2059" r:id="rId59"/>
    <p:sldId id="2060" r:id="rId60"/>
    <p:sldId id="2061" r:id="rId61"/>
    <p:sldId id="2066" r:id="rId62"/>
    <p:sldId id="2067" r:id="rId63"/>
    <p:sldId id="2068" r:id="rId64"/>
    <p:sldId id="2069" r:id="rId65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D890279-9BBF-463D-9FA1-283790891CAB}">
          <p14:sldIdLst>
            <p14:sldId id="1803"/>
            <p14:sldId id="624"/>
          </p14:sldIdLst>
        </p14:section>
        <p14:section name="메뉴구조" id="{A9441180-266A-47AB-9A69-6DF569AB1F6B}">
          <p14:sldIdLst>
            <p14:sldId id="1974"/>
            <p14:sldId id="2009"/>
          </p14:sldIdLst>
        </p14:section>
        <p14:section name="메세지 정의" id="{DBF4CA68-15B1-4B79-847B-1333CCED06C1}">
          <p14:sldIdLst>
            <p14:sldId id="2087"/>
            <p14:sldId id="2088"/>
            <p14:sldId id="2089"/>
            <p14:sldId id="2090"/>
            <p14:sldId id="2091"/>
            <p14:sldId id="2092"/>
            <p14:sldId id="2093"/>
            <p14:sldId id="2094"/>
          </p14:sldIdLst>
        </p14:section>
        <p14:section name="상품목록(슈퍼어드민 접근 시)" id="{FFDEF219-66B2-4FF4-84BE-559258F98A15}">
          <p14:sldIdLst>
            <p14:sldId id="2051"/>
            <p14:sldId id="2049"/>
            <p14:sldId id="2010"/>
            <p14:sldId id="2063"/>
            <p14:sldId id="2062"/>
            <p14:sldId id="2064"/>
            <p14:sldId id="2047"/>
          </p14:sldIdLst>
        </p14:section>
        <p14:section name="상품목록(판매업체/판매담당자 접근)" id="{124C2874-53EB-44D0-953C-AF54339F73C4}">
          <p14:sldIdLst>
            <p14:sldId id="2052"/>
            <p14:sldId id="2050"/>
            <p14:sldId id="2053"/>
            <p14:sldId id="2065"/>
          </p14:sldIdLst>
        </p14:section>
        <p14:section name="상품상세_(판매업체/판매담당자 접근)" id="{AFE55884-20B3-4CD4-A93D-76BCC8109453}">
          <p14:sldIdLst>
            <p14:sldId id="2022"/>
            <p14:sldId id="2033"/>
            <p14:sldId id="2054"/>
            <p14:sldId id="2026"/>
            <p14:sldId id="2085"/>
            <p14:sldId id="2005"/>
            <p14:sldId id="2086"/>
            <p14:sldId id="2027"/>
            <p14:sldId id="2028"/>
            <p14:sldId id="2029"/>
            <p14:sldId id="2038"/>
            <p14:sldId id="2039"/>
            <p14:sldId id="2041"/>
            <p14:sldId id="2042"/>
            <p14:sldId id="2043"/>
            <p14:sldId id="2044"/>
          </p14:sldIdLst>
        </p14:section>
        <p14:section name="상세상세 설정 영역_케이스 정리" id="{7E01B67C-93A6-4E82-9708-F33E45FCE2AA}">
          <p14:sldIdLst>
            <p14:sldId id="2072"/>
            <p14:sldId id="2070"/>
            <p14:sldId id="2074"/>
            <p14:sldId id="2075"/>
            <p14:sldId id="2073"/>
            <p14:sldId id="2095"/>
            <p14:sldId id="2096"/>
            <p14:sldId id="2097"/>
            <p14:sldId id="2080"/>
            <p14:sldId id="2076"/>
            <p14:sldId id="2078"/>
            <p14:sldId id="2079"/>
            <p14:sldId id="2081"/>
            <p14:sldId id="2083"/>
          </p14:sldIdLst>
        </p14:section>
        <p14:section name="상품상세_(슈퍼어드민 접근 시)" id="{8B35CDFF-7822-477D-AB71-6C4ECA11205F}">
          <p14:sldIdLst>
            <p14:sldId id="2057"/>
            <p14:sldId id="2059"/>
            <p14:sldId id="2060"/>
            <p14:sldId id="2061"/>
            <p14:sldId id="2066"/>
            <p14:sldId id="2067"/>
            <p14:sldId id="2068"/>
            <p14:sldId id="20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46C0A"/>
    <a:srgbClr val="FF9933"/>
    <a:srgbClr val="FFFFFF"/>
    <a:srgbClr val="34A44E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68" autoAdjust="0"/>
    <p:restoredTop sz="96391" autoAdjust="0"/>
  </p:normalViewPr>
  <p:slideViewPr>
    <p:cSldViewPr>
      <p:cViewPr>
        <p:scale>
          <a:sx n="150" d="100"/>
          <a:sy n="150" d="100"/>
        </p:scale>
        <p:origin x="108" y="30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선진" userId="2fd7d7e9-5a49-409f-ba72-b2984fb79a4b" providerId="ADAL" clId="{03523254-5EB2-4850-B769-C28839106052}"/>
    <pc:docChg chg="undo redo custSel modSld">
      <pc:chgData name="정선진" userId="2fd7d7e9-5a49-409f-ba72-b2984fb79a4b" providerId="ADAL" clId="{03523254-5EB2-4850-B769-C28839106052}" dt="2020-12-08T15:22:20.982" v="760" actId="20577"/>
      <pc:docMkLst>
        <pc:docMk/>
      </pc:docMkLst>
      <pc:sldChg chg="modSp mod">
        <pc:chgData name="정선진" userId="2fd7d7e9-5a49-409f-ba72-b2984fb79a4b" providerId="ADAL" clId="{03523254-5EB2-4850-B769-C28839106052}" dt="2020-12-08T15:21:58.386" v="756" actId="20577"/>
        <pc:sldMkLst>
          <pc:docMk/>
          <pc:sldMk cId="86950737" sldId="624"/>
        </pc:sldMkLst>
        <pc:graphicFrameChg chg="mod modGraphic">
          <ac:chgData name="정선진" userId="2fd7d7e9-5a49-409f-ba72-b2984fb79a4b" providerId="ADAL" clId="{03523254-5EB2-4850-B769-C28839106052}" dt="2020-12-08T15:21:58.386" v="756" actId="20577"/>
          <ac:graphicFrameMkLst>
            <pc:docMk/>
            <pc:sldMk cId="86950737" sldId="624"/>
            <ac:graphicFrameMk id="5" creationId="{00000000-0000-0000-0000-000000000000}"/>
          </ac:graphicFrameMkLst>
        </pc:graphicFrameChg>
      </pc:sldChg>
      <pc:sldChg chg="modSp mod">
        <pc:chgData name="정선진" userId="2fd7d7e9-5a49-409f-ba72-b2984fb79a4b" providerId="ADAL" clId="{03523254-5EB2-4850-B769-C28839106052}" dt="2020-12-08T15:22:20.982" v="760" actId="20577"/>
        <pc:sldMkLst>
          <pc:docMk/>
          <pc:sldMk cId="531880422" sldId="1803"/>
        </pc:sldMkLst>
        <pc:spChg chg="mod">
          <ac:chgData name="정선진" userId="2fd7d7e9-5a49-409f-ba72-b2984fb79a4b" providerId="ADAL" clId="{03523254-5EB2-4850-B769-C28839106052}" dt="2020-12-08T15:22:18.794" v="758" actId="20577"/>
          <ac:spMkLst>
            <pc:docMk/>
            <pc:sldMk cId="531880422" sldId="1803"/>
            <ac:spMk id="7" creationId="{0D733168-3CE9-4603-B6A6-E5857DF55BB5}"/>
          </ac:spMkLst>
        </pc:spChg>
        <pc:spChg chg="mod">
          <ac:chgData name="정선진" userId="2fd7d7e9-5a49-409f-ba72-b2984fb79a4b" providerId="ADAL" clId="{03523254-5EB2-4850-B769-C28839106052}" dt="2020-12-08T15:22:20.982" v="760" actId="20577"/>
          <ac:spMkLst>
            <pc:docMk/>
            <pc:sldMk cId="531880422" sldId="1803"/>
            <ac:spMk id="9" creationId="{A7F1D930-481B-46EF-BFB3-1BE2E4AD196B}"/>
          </ac:spMkLst>
        </pc:spChg>
      </pc:sldChg>
      <pc:sldChg chg="modSp mod">
        <pc:chgData name="정선진" userId="2fd7d7e9-5a49-409f-ba72-b2984fb79a4b" providerId="ADAL" clId="{03523254-5EB2-4850-B769-C28839106052}" dt="2020-12-08T15:19:14.660" v="454" actId="6549"/>
        <pc:sldMkLst>
          <pc:docMk/>
          <pc:sldMk cId="3370358189" sldId="1840"/>
        </pc:sldMkLst>
        <pc:graphicFrameChg chg="mod modGraphic">
          <ac:chgData name="정선진" userId="2fd7d7e9-5a49-409f-ba72-b2984fb79a4b" providerId="ADAL" clId="{03523254-5EB2-4850-B769-C28839106052}" dt="2020-12-08T15:19:14.660" v="454" actId="6549"/>
          <ac:graphicFrameMkLst>
            <pc:docMk/>
            <pc:sldMk cId="3370358189" sldId="1840"/>
            <ac:graphicFrameMk id="52" creationId="{4A89B116-28CB-2A4B-8FCF-B354CD085752}"/>
          </ac:graphicFrameMkLst>
        </pc:graphicFrameChg>
        <pc:graphicFrameChg chg="mod modGraphic">
          <ac:chgData name="정선진" userId="2fd7d7e9-5a49-409f-ba72-b2984fb79a4b" providerId="ADAL" clId="{03523254-5EB2-4850-B769-C28839106052}" dt="2020-12-08T15:18:58.058" v="447" actId="122"/>
          <ac:graphicFrameMkLst>
            <pc:docMk/>
            <pc:sldMk cId="3370358189" sldId="1840"/>
            <ac:graphicFrameMk id="66" creationId="{5E79D65A-0210-894E-9EF9-B71B338A50FA}"/>
          </ac:graphicFrameMkLst>
        </pc:graphicFrameChg>
      </pc:sldChg>
      <pc:sldChg chg="addSp modSp mod">
        <pc:chgData name="정선진" userId="2fd7d7e9-5a49-409f-ba72-b2984fb79a4b" providerId="ADAL" clId="{03523254-5EB2-4850-B769-C28839106052}" dt="2020-12-08T15:20:00.300" v="463" actId="207"/>
        <pc:sldMkLst>
          <pc:docMk/>
          <pc:sldMk cId="3161967529" sldId="1841"/>
        </pc:sldMkLst>
        <pc:spChg chg="mod">
          <ac:chgData name="정선진" userId="2fd7d7e9-5a49-409f-ba72-b2984fb79a4b" providerId="ADAL" clId="{03523254-5EB2-4850-B769-C28839106052}" dt="2020-12-08T15:16:18.823" v="17" actId="14100"/>
          <ac:spMkLst>
            <pc:docMk/>
            <pc:sldMk cId="3161967529" sldId="1841"/>
            <ac:spMk id="11" creationId="{12318EEE-BF5D-40D8-8409-32ED30671EF6}"/>
          </ac:spMkLst>
        </pc:spChg>
        <pc:spChg chg="mod">
          <ac:chgData name="정선진" userId="2fd7d7e9-5a49-409f-ba72-b2984fb79a4b" providerId="ADAL" clId="{03523254-5EB2-4850-B769-C28839106052}" dt="2020-12-08T15:20:00.300" v="463" actId="207"/>
          <ac:spMkLst>
            <pc:docMk/>
            <pc:sldMk cId="3161967529" sldId="1841"/>
            <ac:spMk id="16" creationId="{2EEF2481-10B4-41A3-B919-3F8D8C750125}"/>
          </ac:spMkLst>
        </pc:spChg>
        <pc:spChg chg="mod">
          <ac:chgData name="정선진" userId="2fd7d7e9-5a49-409f-ba72-b2984fb79a4b" providerId="ADAL" clId="{03523254-5EB2-4850-B769-C28839106052}" dt="2020-12-08T15:16:07.046" v="12" actId="1076"/>
          <ac:spMkLst>
            <pc:docMk/>
            <pc:sldMk cId="3161967529" sldId="1841"/>
            <ac:spMk id="17" creationId="{449E62E7-2759-4631-B4B4-45F423FF55E7}"/>
          </ac:spMkLst>
        </pc:spChg>
        <pc:spChg chg="mod">
          <ac:chgData name="정선진" userId="2fd7d7e9-5a49-409f-ba72-b2984fb79a4b" providerId="ADAL" clId="{03523254-5EB2-4850-B769-C28839106052}" dt="2020-12-08T15:15:36.247" v="5" actId="1076"/>
          <ac:spMkLst>
            <pc:docMk/>
            <pc:sldMk cId="3161967529" sldId="1841"/>
            <ac:spMk id="18" creationId="{39E5D2BD-EF80-4BDE-9B6B-C91F4A8A2B67}"/>
          </ac:spMkLst>
        </pc:spChg>
        <pc:spChg chg="add mod">
          <ac:chgData name="정선진" userId="2fd7d7e9-5a49-409f-ba72-b2984fb79a4b" providerId="ADAL" clId="{03523254-5EB2-4850-B769-C28839106052}" dt="2020-12-08T15:15:38.745" v="7" actId="20577"/>
          <ac:spMkLst>
            <pc:docMk/>
            <pc:sldMk cId="3161967529" sldId="1841"/>
            <ac:spMk id="19" creationId="{BC3F4E6B-32FB-4AC2-AF94-10701466FB2D}"/>
          </ac:spMkLst>
        </pc:spChg>
        <pc:graphicFrameChg chg="modGraphic">
          <ac:chgData name="정선진" userId="2fd7d7e9-5a49-409f-ba72-b2984fb79a4b" providerId="ADAL" clId="{03523254-5EB2-4850-B769-C28839106052}" dt="2020-12-08T15:18:24.019" v="436" actId="6549"/>
          <ac:graphicFrameMkLst>
            <pc:docMk/>
            <pc:sldMk cId="3161967529" sldId="1841"/>
            <ac:graphicFrameMk id="7" creationId="{AE155DCC-1061-4637-998A-8B1F00BF731B}"/>
          </ac:graphicFrameMkLst>
        </pc:graphicFrameChg>
        <pc:graphicFrameChg chg="mod modGraphic">
          <ac:chgData name="정선진" userId="2fd7d7e9-5a49-409f-ba72-b2984fb79a4b" providerId="ADAL" clId="{03523254-5EB2-4850-B769-C28839106052}" dt="2020-12-08T15:17:53.044" v="427" actId="6549"/>
          <ac:graphicFrameMkLst>
            <pc:docMk/>
            <pc:sldMk cId="3161967529" sldId="1841"/>
            <ac:graphicFrameMk id="13" creationId="{421252A2-A094-4A35-8DFE-E06C6C044F47}"/>
          </ac:graphicFrameMkLst>
        </pc:graphicFrameChg>
      </pc:sldChg>
      <pc:sldChg chg="addSp delSp modSp mod">
        <pc:chgData name="정선진" userId="2fd7d7e9-5a49-409f-ba72-b2984fb79a4b" providerId="ADAL" clId="{03523254-5EB2-4850-B769-C28839106052}" dt="2020-12-08T15:20:40.587" v="593" actId="6549"/>
        <pc:sldMkLst>
          <pc:docMk/>
          <pc:sldMk cId="3482821350" sldId="1842"/>
        </pc:sldMkLst>
        <pc:spChg chg="mod">
          <ac:chgData name="정선진" userId="2fd7d7e9-5a49-409f-ba72-b2984fb79a4b" providerId="ADAL" clId="{03523254-5EB2-4850-B769-C28839106052}" dt="2020-12-08T15:18:17.142" v="430"/>
          <ac:spMkLst>
            <pc:docMk/>
            <pc:sldMk cId="3482821350" sldId="1842"/>
            <ac:spMk id="3" creationId="{662107FC-656E-421C-9A3F-BEF5A67F3B9A}"/>
          </ac:spMkLst>
        </pc:spChg>
        <pc:spChg chg="mod">
          <ac:chgData name="정선진" userId="2fd7d7e9-5a49-409f-ba72-b2984fb79a4b" providerId="ADAL" clId="{03523254-5EB2-4850-B769-C28839106052}" dt="2020-12-08T15:18:17.142" v="430"/>
          <ac:spMkLst>
            <pc:docMk/>
            <pc:sldMk cId="3482821350" sldId="1842"/>
            <ac:spMk id="5" creationId="{5763DD32-CD72-4769-B75A-8237C499AAED}"/>
          </ac:spMkLst>
        </pc:spChg>
        <pc:spChg chg="mod">
          <ac:chgData name="정선진" userId="2fd7d7e9-5a49-409f-ba72-b2984fb79a4b" providerId="ADAL" clId="{03523254-5EB2-4850-B769-C28839106052}" dt="2020-12-08T15:18:26.622" v="439" actId="6549"/>
          <ac:spMkLst>
            <pc:docMk/>
            <pc:sldMk cId="3482821350" sldId="1842"/>
            <ac:spMk id="8" creationId="{952E9ED7-76BE-487B-973B-FD265B03CC47}"/>
          </ac:spMkLst>
        </pc:spChg>
        <pc:spChg chg="del">
          <ac:chgData name="정선진" userId="2fd7d7e9-5a49-409f-ba72-b2984fb79a4b" providerId="ADAL" clId="{03523254-5EB2-4850-B769-C28839106052}" dt="2020-12-08T15:19:41.053" v="458" actId="478"/>
          <ac:spMkLst>
            <pc:docMk/>
            <pc:sldMk cId="3482821350" sldId="1842"/>
            <ac:spMk id="11" creationId="{12318EEE-BF5D-40D8-8409-32ED30671EF6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3" creationId="{AEC5564C-28DD-4AFE-94B7-3A213F5FD326}"/>
          </ac:spMkLst>
        </pc:spChg>
        <pc:spChg chg="add mod">
          <ac:chgData name="정선진" userId="2fd7d7e9-5a49-409f-ba72-b2984fb79a4b" providerId="ADAL" clId="{03523254-5EB2-4850-B769-C28839106052}" dt="2020-12-08T15:20:05.442" v="467"/>
          <ac:spMkLst>
            <pc:docMk/>
            <pc:sldMk cId="3482821350" sldId="1842"/>
            <ac:spMk id="14" creationId="{48EBFDB6-C15A-404C-A4D4-5AF4AE1D9620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5" creationId="{A61D8278-D2C8-4110-B7E4-22F0432C5582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6" creationId="{D9301602-4121-4C26-8318-8FFE050C2069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7" creationId="{6F01F824-2049-4418-A5F9-03D7E8DAA1F3}"/>
          </ac:spMkLst>
        </pc:spChg>
        <pc:graphicFrameChg chg="modGraphic">
          <ac:chgData name="정선진" userId="2fd7d7e9-5a49-409f-ba72-b2984fb79a4b" providerId="ADAL" clId="{03523254-5EB2-4850-B769-C28839106052}" dt="2020-12-08T15:18:19.875" v="433" actId="6549"/>
          <ac:graphicFrameMkLst>
            <pc:docMk/>
            <pc:sldMk cId="3482821350" sldId="1842"/>
            <ac:graphicFrameMk id="7" creationId="{AE155DCC-1061-4637-998A-8B1F00BF731B}"/>
          </ac:graphicFrameMkLst>
        </pc:graphicFrameChg>
        <pc:graphicFrameChg chg="modGraphic">
          <ac:chgData name="정선진" userId="2fd7d7e9-5a49-409f-ba72-b2984fb79a4b" providerId="ADAL" clId="{03523254-5EB2-4850-B769-C28839106052}" dt="2020-12-08T15:19:25.334" v="457" actId="6549"/>
          <ac:graphicFrameMkLst>
            <pc:docMk/>
            <pc:sldMk cId="3482821350" sldId="1842"/>
            <ac:graphicFrameMk id="9" creationId="{5FCD5B24-5F02-48D2-A860-6CC2D64CCA47}"/>
          </ac:graphicFrameMkLst>
        </pc:graphicFrameChg>
        <pc:graphicFrameChg chg="del">
          <ac:chgData name="정선진" userId="2fd7d7e9-5a49-409f-ba72-b2984fb79a4b" providerId="ADAL" clId="{03523254-5EB2-4850-B769-C28839106052}" dt="2020-12-08T15:18:01.356" v="428" actId="478"/>
          <ac:graphicFrameMkLst>
            <pc:docMk/>
            <pc:sldMk cId="3482821350" sldId="1842"/>
            <ac:graphicFrameMk id="10" creationId="{2A9B4018-8BA9-4E2F-BBA5-DE79845024B3}"/>
          </ac:graphicFrameMkLst>
        </pc:graphicFrameChg>
        <pc:graphicFrameChg chg="add mod modGraphic">
          <ac:chgData name="정선진" userId="2fd7d7e9-5a49-409f-ba72-b2984fb79a4b" providerId="ADAL" clId="{03523254-5EB2-4850-B769-C28839106052}" dt="2020-12-08T15:20:40.587" v="593" actId="6549"/>
          <ac:graphicFrameMkLst>
            <pc:docMk/>
            <pc:sldMk cId="3482821350" sldId="1842"/>
            <ac:graphicFrameMk id="12" creationId="{38EC2856-D00A-4FCA-BA66-56198E6882E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화면(footer 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308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73" r:id="rId3"/>
    <p:sldLayoutId id="2147483665" r:id="rId4"/>
    <p:sldLayoutId id="2147483666" r:id="rId5"/>
    <p:sldLayoutId id="2147483672" r:id="rId6"/>
    <p:sldLayoutId id="2147483668" r:id="rId7"/>
    <p:sldLayoutId id="2147483669" r:id="rId8"/>
    <p:sldLayoutId id="2147483670" r:id="rId9"/>
    <p:sldLayoutId id="2147483671" r:id="rId10"/>
    <p:sldLayoutId id="2147483663" r:id="rId11"/>
    <p:sldLayoutId id="2147483662" r:id="rId12"/>
    <p:sldLayoutId id="2147483654" r:id="rId13"/>
    <p:sldLayoutId id="2147483664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파트너 시스템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1800" b="1">
                <a:latin typeface="맑은 고딕" pitchFamily="50" charset="-127"/>
                <a:ea typeface="맑은 고딕" pitchFamily="50" charset="-127"/>
              </a:rPr>
              <a:t>상품 정보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관리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991708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2026-07-30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199269"/>
              </p:ext>
            </p:extLst>
          </p:nvPr>
        </p:nvGraphicFramePr>
        <p:xfrm>
          <a:off x="360289" y="1293813"/>
          <a:ext cx="12241360" cy="4160490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7/28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 수정요청사항 반영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X)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2026/07/28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화요일 오후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3:13:06</a:t>
                      </a:r>
                    </a:p>
                    <a:p>
                      <a:pPr latinLnBrk="0"/>
                      <a:r>
                        <a:rPr kumimoji="1" lang="ko-KR" altLang="ko-KR" sz="800" b="0" i="0" kern="1200" spc="-1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20p - 1일 최대 구매 제한 설정</a:t>
                      </a:r>
                    </a:p>
                    <a:p>
                      <a:pPr latinLnBrk="0"/>
                      <a:r>
                        <a:rPr kumimoji="1" lang="ko-KR" altLang="ko-KR" sz="800" b="0" i="0" kern="1200" spc="-1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32p - 카테고리 중복적용 가능</a:t>
                      </a:r>
                    </a:p>
                    <a:p>
                      <a:pPr latinLnBrk="0"/>
                      <a:r>
                        <a:rPr kumimoji="1" lang="ko-KR" altLang="ko-KR" sz="800" b="0" i="0" kern="1200" spc="-1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36p - 옵션재고추가</a:t>
                      </a:r>
                    </a:p>
                    <a:p>
                      <a:pPr latinLnBrk="0"/>
                      <a:r>
                        <a:rPr kumimoji="1" lang="ko-KR" altLang="ko-KR" sz="800" b="0" i="0" kern="1200" spc="-1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40p ~ 41p - 구매안내관리반영 - 배송정보, 교환/반품안내는 </a:t>
                      </a:r>
                      <a:r>
                        <a:rPr kumimoji="1" lang="ko-KR" altLang="ko-KR" sz="800" b="0" i="0" kern="1200" spc="-1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배송템플릿대체</a:t>
                      </a:r>
                      <a:endParaRPr kumimoji="1" lang="ko-KR" altLang="ko-KR" sz="800" b="0" i="0" kern="1200" spc="-1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7/29 pm 2:09:17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2679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화면별 메시지 정의내용 추가 반영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D137638-CCBD-3D2A-E081-C34ED0056EF5}"/>
              </a:ext>
            </a:extLst>
          </p:cNvPr>
          <p:cNvSpPr/>
          <p:nvPr/>
        </p:nvSpPr>
        <p:spPr>
          <a:xfrm>
            <a:off x="5472857" y="1037386"/>
            <a:ext cx="2016224" cy="288032"/>
          </a:xfrm>
          <a:prstGeom prst="rect">
            <a:avLst/>
          </a:prstGeom>
          <a:solidFill>
            <a:srgbClr val="00206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메인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ko-KR" altLang="en-US" sz="1100" dirty="0">
                <a:solidFill>
                  <a:schemeClr val="bg1"/>
                </a:solidFill>
              </a:rPr>
              <a:t>대시보드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84FC8F-6964-FA15-DF78-FDBD4155B7D0}"/>
              </a:ext>
            </a:extLst>
          </p:cNvPr>
          <p:cNvSpPr txBox="1"/>
          <p:nvPr/>
        </p:nvSpPr>
        <p:spPr>
          <a:xfrm>
            <a:off x="288281" y="107901"/>
            <a:ext cx="2557110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i="1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AS-IS</a:t>
            </a:r>
            <a:r>
              <a:rPr lang="en-US" altLang="ko-KR" sz="1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IA </a:t>
            </a:r>
            <a:r>
              <a:rPr lang="en-US" altLang="ko-KR" sz="15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5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권한별 메뉴접근</a:t>
            </a:r>
            <a:r>
              <a:rPr lang="en-US" altLang="ko-KR" sz="15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500" b="1" i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89F42D-1B14-A0EF-358D-E393B9FF4A0F}"/>
              </a:ext>
            </a:extLst>
          </p:cNvPr>
          <p:cNvSpPr/>
          <p:nvPr/>
        </p:nvSpPr>
        <p:spPr>
          <a:xfrm>
            <a:off x="3960689" y="2016219"/>
            <a:ext cx="115212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주문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배송관리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A21435-E69A-1A03-398B-58D18B513F35}"/>
              </a:ext>
            </a:extLst>
          </p:cNvPr>
          <p:cNvSpPr/>
          <p:nvPr/>
        </p:nvSpPr>
        <p:spPr>
          <a:xfrm>
            <a:off x="5256833" y="2016219"/>
            <a:ext cx="115212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취소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반품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교환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1BF014-E5BE-E37D-23FD-F513E925151B}"/>
              </a:ext>
            </a:extLst>
          </p:cNvPr>
          <p:cNvSpPr/>
          <p:nvPr/>
        </p:nvSpPr>
        <p:spPr>
          <a:xfrm>
            <a:off x="6552977" y="2016219"/>
            <a:ext cx="115212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정산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통계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7EA323-3A82-983D-19D4-A0FADAF11E68}"/>
              </a:ext>
            </a:extLst>
          </p:cNvPr>
          <p:cNvSpPr/>
          <p:nvPr/>
        </p:nvSpPr>
        <p:spPr>
          <a:xfrm>
            <a:off x="2664673" y="2016219"/>
            <a:ext cx="1152000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상품관리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1628A2-D531-7C78-08D0-75FB5CEADCD4}"/>
              </a:ext>
            </a:extLst>
          </p:cNvPr>
          <p:cNvSpPr/>
          <p:nvPr/>
        </p:nvSpPr>
        <p:spPr>
          <a:xfrm>
            <a:off x="7819690" y="2016219"/>
            <a:ext cx="1001850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고객센터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E5932F-8C47-77EB-FA6E-B00ADDFE65C5}"/>
              </a:ext>
            </a:extLst>
          </p:cNvPr>
          <p:cNvSpPr/>
          <p:nvPr/>
        </p:nvSpPr>
        <p:spPr>
          <a:xfrm>
            <a:off x="8971200" y="2020461"/>
            <a:ext cx="1001850" cy="28803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시스템 관리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918180-4623-F47C-D5AC-154A5EB14678}"/>
              </a:ext>
            </a:extLst>
          </p:cNvPr>
          <p:cNvSpPr txBox="1"/>
          <p:nvPr/>
        </p:nvSpPr>
        <p:spPr>
          <a:xfrm>
            <a:off x="8878920" y="2351787"/>
            <a:ext cx="761747" cy="25585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팝업관리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상품정보고시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알림톡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전자정부관리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로고관리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7F56F-0C1C-0CC2-35D4-68195BBADD74}"/>
              </a:ext>
            </a:extLst>
          </p:cNvPr>
          <p:cNvSpPr txBox="1"/>
          <p:nvPr/>
        </p:nvSpPr>
        <p:spPr>
          <a:xfrm>
            <a:off x="7756897" y="2387485"/>
            <a:ext cx="857927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1:1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 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바우처잔액조회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3BF41D-AE5E-7C92-A672-1D9CDD72DEEE}"/>
              </a:ext>
            </a:extLst>
          </p:cNvPr>
          <p:cNvSpPr txBox="1"/>
          <p:nvPr/>
        </p:nvSpPr>
        <p:spPr>
          <a:xfrm>
            <a:off x="2585580" y="2304251"/>
            <a:ext cx="761747" cy="2350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상품목록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상품등록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상품문의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상품후기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배송탬플릿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구매안내관리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상품추천순위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상품변경승인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상품관련설정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A174D1-AB10-00D7-84FD-FEC04C03A148}"/>
              </a:ext>
            </a:extLst>
          </p:cNvPr>
          <p:cNvSpPr/>
          <p:nvPr/>
        </p:nvSpPr>
        <p:spPr>
          <a:xfrm>
            <a:off x="8821540" y="1712910"/>
            <a:ext cx="233589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u="sng" spc="-150" dirty="0">
                <a:solidFill>
                  <a:schemeClr val="tx1"/>
                </a:solidFill>
              </a:rPr>
              <a:t>인터페이스 설정 ｜ 정보수정 ｜</a:t>
            </a:r>
            <a:r>
              <a:rPr lang="ko-KR" altLang="en-US" sz="900" u="sng" spc="-150" dirty="0" err="1">
                <a:solidFill>
                  <a:schemeClr val="tx1"/>
                </a:solidFill>
              </a:rPr>
              <a:t>사이트맵</a:t>
            </a:r>
            <a:r>
              <a:rPr lang="ko-KR" altLang="en-US" sz="900" u="sng" spc="-150" dirty="0">
                <a:solidFill>
                  <a:schemeClr val="tx1"/>
                </a:solidFill>
              </a:rPr>
              <a:t> ｜로그아웃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0E2024D-279B-A5FA-BFDB-8136B5B5A467}"/>
              </a:ext>
            </a:extLst>
          </p:cNvPr>
          <p:cNvSpPr/>
          <p:nvPr/>
        </p:nvSpPr>
        <p:spPr>
          <a:xfrm>
            <a:off x="1269052" y="2350329"/>
            <a:ext cx="13502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파트너 가입 안내</a:t>
            </a:r>
            <a:endParaRPr lang="en-US" altLang="ko-KR" sz="900" spc="-15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파트너가입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FF196E-D7A1-5AC1-13A2-914032169CFA}"/>
              </a:ext>
            </a:extLst>
          </p:cNvPr>
          <p:cNvSpPr/>
          <p:nvPr/>
        </p:nvSpPr>
        <p:spPr>
          <a:xfrm>
            <a:off x="1360019" y="2016219"/>
            <a:ext cx="1152000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로그인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DB349F-B505-68DA-ABE0-C699B2CFF9AC}"/>
              </a:ext>
            </a:extLst>
          </p:cNvPr>
          <p:cNvSpPr txBox="1"/>
          <p:nvPr/>
        </p:nvSpPr>
        <p:spPr>
          <a:xfrm>
            <a:off x="3872356" y="2304251"/>
            <a:ext cx="761747" cy="17275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통합주문내역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결제완료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상품준비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배송준비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배송중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구매확정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결제실패목록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49BAB0-330A-08F9-220E-3548CBF2D95C}"/>
              </a:ext>
            </a:extLst>
          </p:cNvPr>
          <p:cNvSpPr txBox="1"/>
          <p:nvPr/>
        </p:nvSpPr>
        <p:spPr>
          <a:xfrm>
            <a:off x="5201150" y="2304251"/>
            <a:ext cx="569387" cy="688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취소목록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반품목록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교환목록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BB4F88-508E-6EE9-8400-AF1029E8CE32}"/>
              </a:ext>
            </a:extLst>
          </p:cNvPr>
          <p:cNvSpPr txBox="1"/>
          <p:nvPr/>
        </p:nvSpPr>
        <p:spPr>
          <a:xfrm>
            <a:off x="6486550" y="2304251"/>
            <a:ext cx="954107" cy="1312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모빌리언스정산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정산내역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주문통계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상품통계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바우처미적용통계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61CA6AB-41EC-3483-93BE-1DC397A8E5E2}"/>
              </a:ext>
            </a:extLst>
          </p:cNvPr>
          <p:cNvSpPr/>
          <p:nvPr/>
        </p:nvSpPr>
        <p:spPr>
          <a:xfrm>
            <a:off x="9547659" y="6049900"/>
            <a:ext cx="181529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tx1"/>
                </a:solidFill>
              </a:rPr>
              <a:t>회사소개 ｜ 이용약관 ｜개인정보처리방침 </a:t>
            </a:r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9CB5970F-1F50-86D3-CBEB-60F145CB3B51}"/>
              </a:ext>
            </a:extLst>
          </p:cNvPr>
          <p:cNvSpPr/>
          <p:nvPr/>
        </p:nvSpPr>
        <p:spPr>
          <a:xfrm>
            <a:off x="7294744" y="2400068"/>
            <a:ext cx="72008" cy="72008"/>
          </a:xfrm>
          <a:prstGeom prst="flowChartConnector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순서도: 연결자 62">
            <a:extLst>
              <a:ext uri="{FF2B5EF4-FFF2-40B4-BE49-F238E27FC236}">
                <a16:creationId xmlns:a16="http://schemas.microsoft.com/office/drawing/2014/main" id="{FBD58C09-5E38-EC92-DA95-7F4EB1136CFC}"/>
              </a:ext>
            </a:extLst>
          </p:cNvPr>
          <p:cNvSpPr/>
          <p:nvPr/>
        </p:nvSpPr>
        <p:spPr>
          <a:xfrm>
            <a:off x="7544229" y="1037386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순서도: 연결자 64">
            <a:extLst>
              <a:ext uri="{FF2B5EF4-FFF2-40B4-BE49-F238E27FC236}">
                <a16:creationId xmlns:a16="http://schemas.microsoft.com/office/drawing/2014/main" id="{F55A037D-EF0B-FAF3-25D9-27C06B3D7CC8}"/>
              </a:ext>
            </a:extLst>
          </p:cNvPr>
          <p:cNvSpPr/>
          <p:nvPr/>
        </p:nvSpPr>
        <p:spPr>
          <a:xfrm>
            <a:off x="3096593" y="241215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순서도: 연결자 66">
            <a:extLst>
              <a:ext uri="{FF2B5EF4-FFF2-40B4-BE49-F238E27FC236}">
                <a16:creationId xmlns:a16="http://schemas.microsoft.com/office/drawing/2014/main" id="{9F8C28E1-828F-16FD-D65F-52D0E1C760D9}"/>
              </a:ext>
            </a:extLst>
          </p:cNvPr>
          <p:cNvSpPr/>
          <p:nvPr/>
        </p:nvSpPr>
        <p:spPr>
          <a:xfrm>
            <a:off x="3096593" y="2628181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순서도: 연결자 68">
            <a:extLst>
              <a:ext uri="{FF2B5EF4-FFF2-40B4-BE49-F238E27FC236}">
                <a16:creationId xmlns:a16="http://schemas.microsoft.com/office/drawing/2014/main" id="{130CDBEA-718A-3FC9-1791-C75649C4EADA}"/>
              </a:ext>
            </a:extLst>
          </p:cNvPr>
          <p:cNvSpPr/>
          <p:nvPr/>
        </p:nvSpPr>
        <p:spPr>
          <a:xfrm>
            <a:off x="3096593" y="2844205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순서도: 연결자 70">
            <a:extLst>
              <a:ext uri="{FF2B5EF4-FFF2-40B4-BE49-F238E27FC236}">
                <a16:creationId xmlns:a16="http://schemas.microsoft.com/office/drawing/2014/main" id="{23330FB5-22C8-1C65-43F5-0E03ED07ECE7}"/>
              </a:ext>
            </a:extLst>
          </p:cNvPr>
          <p:cNvSpPr/>
          <p:nvPr/>
        </p:nvSpPr>
        <p:spPr>
          <a:xfrm>
            <a:off x="3096593" y="3060229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순서도: 연결자 72">
            <a:extLst>
              <a:ext uri="{FF2B5EF4-FFF2-40B4-BE49-F238E27FC236}">
                <a16:creationId xmlns:a16="http://schemas.microsoft.com/office/drawing/2014/main" id="{8E755CC3-214A-0897-02EC-D368B01C2D64}"/>
              </a:ext>
            </a:extLst>
          </p:cNvPr>
          <p:cNvSpPr/>
          <p:nvPr/>
        </p:nvSpPr>
        <p:spPr>
          <a:xfrm>
            <a:off x="3096593" y="3229645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5" name="순서도: 연결자 74">
            <a:extLst>
              <a:ext uri="{FF2B5EF4-FFF2-40B4-BE49-F238E27FC236}">
                <a16:creationId xmlns:a16="http://schemas.microsoft.com/office/drawing/2014/main" id="{5209B84F-ACB3-7B70-A30C-D465CFF20AB0}"/>
              </a:ext>
            </a:extLst>
          </p:cNvPr>
          <p:cNvSpPr/>
          <p:nvPr/>
        </p:nvSpPr>
        <p:spPr>
          <a:xfrm>
            <a:off x="3200351" y="3445669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순서도: 연결자 76">
            <a:extLst>
              <a:ext uri="{FF2B5EF4-FFF2-40B4-BE49-F238E27FC236}">
                <a16:creationId xmlns:a16="http://schemas.microsoft.com/office/drawing/2014/main" id="{EB9EB018-4EEE-C6FF-969E-B717917FC623}"/>
              </a:ext>
            </a:extLst>
          </p:cNvPr>
          <p:cNvSpPr/>
          <p:nvPr/>
        </p:nvSpPr>
        <p:spPr>
          <a:xfrm>
            <a:off x="3293567" y="3655343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순서도: 연결자 78">
            <a:extLst>
              <a:ext uri="{FF2B5EF4-FFF2-40B4-BE49-F238E27FC236}">
                <a16:creationId xmlns:a16="http://schemas.microsoft.com/office/drawing/2014/main" id="{7AEA3DC6-34E0-EB02-CA8F-82B16509846E}"/>
              </a:ext>
            </a:extLst>
          </p:cNvPr>
          <p:cNvSpPr/>
          <p:nvPr/>
        </p:nvSpPr>
        <p:spPr>
          <a:xfrm>
            <a:off x="3202509" y="384596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1" name="순서도: 연결자 80">
            <a:extLst>
              <a:ext uri="{FF2B5EF4-FFF2-40B4-BE49-F238E27FC236}">
                <a16:creationId xmlns:a16="http://schemas.microsoft.com/office/drawing/2014/main" id="{DD246338-8F26-A2BC-1FBF-5A9281E94401}"/>
              </a:ext>
            </a:extLst>
          </p:cNvPr>
          <p:cNvSpPr/>
          <p:nvPr/>
        </p:nvSpPr>
        <p:spPr>
          <a:xfrm>
            <a:off x="3312617" y="4068341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순서도: 연결자 82">
            <a:extLst>
              <a:ext uri="{FF2B5EF4-FFF2-40B4-BE49-F238E27FC236}">
                <a16:creationId xmlns:a16="http://schemas.microsoft.com/office/drawing/2014/main" id="{9E723B00-D728-2B30-1ABF-A4D6F15F412A}"/>
              </a:ext>
            </a:extLst>
          </p:cNvPr>
          <p:cNvSpPr/>
          <p:nvPr/>
        </p:nvSpPr>
        <p:spPr>
          <a:xfrm>
            <a:off x="3312617" y="4284365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순서도: 연결자 84">
            <a:extLst>
              <a:ext uri="{FF2B5EF4-FFF2-40B4-BE49-F238E27FC236}">
                <a16:creationId xmlns:a16="http://schemas.microsoft.com/office/drawing/2014/main" id="{6EE6E951-D73B-CF03-85E2-601C3EB03C24}"/>
              </a:ext>
            </a:extLst>
          </p:cNvPr>
          <p:cNvSpPr/>
          <p:nvPr/>
        </p:nvSpPr>
        <p:spPr>
          <a:xfrm>
            <a:off x="5760889" y="241215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순서도: 연결자 86">
            <a:extLst>
              <a:ext uri="{FF2B5EF4-FFF2-40B4-BE49-F238E27FC236}">
                <a16:creationId xmlns:a16="http://schemas.microsoft.com/office/drawing/2014/main" id="{FBF2C0FC-8DF2-26C3-AA6B-FCFDF3CC9034}"/>
              </a:ext>
            </a:extLst>
          </p:cNvPr>
          <p:cNvSpPr/>
          <p:nvPr/>
        </p:nvSpPr>
        <p:spPr>
          <a:xfrm>
            <a:off x="5760889" y="2628181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9" name="순서도: 연결자 88">
            <a:extLst>
              <a:ext uri="{FF2B5EF4-FFF2-40B4-BE49-F238E27FC236}">
                <a16:creationId xmlns:a16="http://schemas.microsoft.com/office/drawing/2014/main" id="{5FEE58A2-D409-3DD7-B9F1-8652C37FFF1E}"/>
              </a:ext>
            </a:extLst>
          </p:cNvPr>
          <p:cNvSpPr/>
          <p:nvPr/>
        </p:nvSpPr>
        <p:spPr>
          <a:xfrm>
            <a:off x="5760889" y="2844205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순서도: 연결자 90">
            <a:extLst>
              <a:ext uri="{FF2B5EF4-FFF2-40B4-BE49-F238E27FC236}">
                <a16:creationId xmlns:a16="http://schemas.microsoft.com/office/drawing/2014/main" id="{23AA50EA-8DC9-22E4-E630-790ADA26E5F3}"/>
              </a:ext>
            </a:extLst>
          </p:cNvPr>
          <p:cNvSpPr/>
          <p:nvPr/>
        </p:nvSpPr>
        <p:spPr>
          <a:xfrm>
            <a:off x="4608761" y="241215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순서도: 연결자 92">
            <a:extLst>
              <a:ext uri="{FF2B5EF4-FFF2-40B4-BE49-F238E27FC236}">
                <a16:creationId xmlns:a16="http://schemas.microsoft.com/office/drawing/2014/main" id="{FD4A1F74-231D-0F95-6226-06A0F65313BC}"/>
              </a:ext>
            </a:extLst>
          </p:cNvPr>
          <p:cNvSpPr/>
          <p:nvPr/>
        </p:nvSpPr>
        <p:spPr>
          <a:xfrm>
            <a:off x="4392737" y="2628181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5" name="순서도: 연결자 94">
            <a:extLst>
              <a:ext uri="{FF2B5EF4-FFF2-40B4-BE49-F238E27FC236}">
                <a16:creationId xmlns:a16="http://schemas.microsoft.com/office/drawing/2014/main" id="{AFD30A3D-716F-0AC8-B4FB-59231A4887D9}"/>
              </a:ext>
            </a:extLst>
          </p:cNvPr>
          <p:cNvSpPr/>
          <p:nvPr/>
        </p:nvSpPr>
        <p:spPr>
          <a:xfrm>
            <a:off x="4399087" y="2825155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순서도: 연결자 96">
            <a:extLst>
              <a:ext uri="{FF2B5EF4-FFF2-40B4-BE49-F238E27FC236}">
                <a16:creationId xmlns:a16="http://schemas.microsoft.com/office/drawing/2014/main" id="{4659EFBD-4CEE-2E1C-B9FC-A2FD834A5503}"/>
              </a:ext>
            </a:extLst>
          </p:cNvPr>
          <p:cNvSpPr/>
          <p:nvPr/>
        </p:nvSpPr>
        <p:spPr>
          <a:xfrm>
            <a:off x="4392737" y="3032671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순서도: 연결자 98">
            <a:extLst>
              <a:ext uri="{FF2B5EF4-FFF2-40B4-BE49-F238E27FC236}">
                <a16:creationId xmlns:a16="http://schemas.microsoft.com/office/drawing/2014/main" id="{A6DBB7F1-6804-CAFA-0134-5BCA91DC8148}"/>
              </a:ext>
            </a:extLst>
          </p:cNvPr>
          <p:cNvSpPr/>
          <p:nvPr/>
        </p:nvSpPr>
        <p:spPr>
          <a:xfrm>
            <a:off x="4310187" y="3242345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순서도: 연결자 100">
            <a:extLst>
              <a:ext uri="{FF2B5EF4-FFF2-40B4-BE49-F238E27FC236}">
                <a16:creationId xmlns:a16="http://schemas.microsoft.com/office/drawing/2014/main" id="{60396C0D-D928-86A1-29B3-0326D6D6C09A}"/>
              </a:ext>
            </a:extLst>
          </p:cNvPr>
          <p:cNvSpPr/>
          <p:nvPr/>
        </p:nvSpPr>
        <p:spPr>
          <a:xfrm>
            <a:off x="4399087" y="3445669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순서도: 연결자 102">
            <a:extLst>
              <a:ext uri="{FF2B5EF4-FFF2-40B4-BE49-F238E27FC236}">
                <a16:creationId xmlns:a16="http://schemas.microsoft.com/office/drawing/2014/main" id="{279EDD30-672B-539D-951F-12FB140BC0F4}"/>
              </a:ext>
            </a:extLst>
          </p:cNvPr>
          <p:cNvSpPr/>
          <p:nvPr/>
        </p:nvSpPr>
        <p:spPr>
          <a:xfrm>
            <a:off x="4411787" y="3648869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5" name="순서도: 연결자 104">
            <a:extLst>
              <a:ext uri="{FF2B5EF4-FFF2-40B4-BE49-F238E27FC236}">
                <a16:creationId xmlns:a16="http://schemas.microsoft.com/office/drawing/2014/main" id="{E9DA267A-A737-8243-E2CA-E203AE76371C}"/>
              </a:ext>
            </a:extLst>
          </p:cNvPr>
          <p:cNvSpPr/>
          <p:nvPr/>
        </p:nvSpPr>
        <p:spPr>
          <a:xfrm>
            <a:off x="4563516" y="385231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순서도: 연결자 106">
            <a:extLst>
              <a:ext uri="{FF2B5EF4-FFF2-40B4-BE49-F238E27FC236}">
                <a16:creationId xmlns:a16="http://schemas.microsoft.com/office/drawing/2014/main" id="{7D75A162-E5B9-3C47-2318-7235E031D3FF}"/>
              </a:ext>
            </a:extLst>
          </p:cNvPr>
          <p:cNvSpPr/>
          <p:nvPr/>
        </p:nvSpPr>
        <p:spPr>
          <a:xfrm>
            <a:off x="8296046" y="2487138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순서도: 연결자 108">
            <a:extLst>
              <a:ext uri="{FF2B5EF4-FFF2-40B4-BE49-F238E27FC236}">
                <a16:creationId xmlns:a16="http://schemas.microsoft.com/office/drawing/2014/main" id="{8EBC9548-D640-3606-D4A1-C3492939BE76}"/>
              </a:ext>
            </a:extLst>
          </p:cNvPr>
          <p:cNvSpPr/>
          <p:nvPr/>
        </p:nvSpPr>
        <p:spPr>
          <a:xfrm>
            <a:off x="8270627" y="2703038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순서도: 연결자 110">
            <a:extLst>
              <a:ext uri="{FF2B5EF4-FFF2-40B4-BE49-F238E27FC236}">
                <a16:creationId xmlns:a16="http://schemas.microsoft.com/office/drawing/2014/main" id="{47C52DCB-19CC-E6B9-BAFD-DB5F66C2990C}"/>
              </a:ext>
            </a:extLst>
          </p:cNvPr>
          <p:cNvSpPr/>
          <p:nvPr/>
        </p:nvSpPr>
        <p:spPr>
          <a:xfrm>
            <a:off x="8080127" y="2925288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3" name="순서도: 연결자 112">
            <a:extLst>
              <a:ext uri="{FF2B5EF4-FFF2-40B4-BE49-F238E27FC236}">
                <a16:creationId xmlns:a16="http://schemas.microsoft.com/office/drawing/2014/main" id="{80824A08-366A-98A0-FADE-714851EC098F}"/>
              </a:ext>
            </a:extLst>
          </p:cNvPr>
          <p:cNvSpPr/>
          <p:nvPr/>
        </p:nvSpPr>
        <p:spPr>
          <a:xfrm>
            <a:off x="8575427" y="3122138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순서도: 연결자 114">
            <a:extLst>
              <a:ext uri="{FF2B5EF4-FFF2-40B4-BE49-F238E27FC236}">
                <a16:creationId xmlns:a16="http://schemas.microsoft.com/office/drawing/2014/main" id="{CF3956C3-CB94-A0D6-4384-04A29EA55BA8}"/>
              </a:ext>
            </a:extLst>
          </p:cNvPr>
          <p:cNvSpPr/>
          <p:nvPr/>
        </p:nvSpPr>
        <p:spPr>
          <a:xfrm>
            <a:off x="9505305" y="246295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순서도: 연결자 116">
            <a:extLst>
              <a:ext uri="{FF2B5EF4-FFF2-40B4-BE49-F238E27FC236}">
                <a16:creationId xmlns:a16="http://schemas.microsoft.com/office/drawing/2014/main" id="{09D40412-F125-FF46-3B5B-3BC2CBDBA256}"/>
              </a:ext>
            </a:extLst>
          </p:cNvPr>
          <p:cNvSpPr/>
          <p:nvPr/>
        </p:nvSpPr>
        <p:spPr>
          <a:xfrm>
            <a:off x="9435455" y="267885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9" name="순서도: 연결자 118">
            <a:extLst>
              <a:ext uri="{FF2B5EF4-FFF2-40B4-BE49-F238E27FC236}">
                <a16:creationId xmlns:a16="http://schemas.microsoft.com/office/drawing/2014/main" id="{0030C587-1473-D00F-EA9A-9DC5B6AB05C5}"/>
              </a:ext>
            </a:extLst>
          </p:cNvPr>
          <p:cNvSpPr/>
          <p:nvPr/>
        </p:nvSpPr>
        <p:spPr>
          <a:xfrm>
            <a:off x="9403705" y="287570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순서도: 연결자 120">
            <a:extLst>
              <a:ext uri="{FF2B5EF4-FFF2-40B4-BE49-F238E27FC236}">
                <a16:creationId xmlns:a16="http://schemas.microsoft.com/office/drawing/2014/main" id="{AFF6D512-0650-3E9A-18A6-9E339223E9E2}"/>
              </a:ext>
            </a:extLst>
          </p:cNvPr>
          <p:cNvSpPr/>
          <p:nvPr/>
        </p:nvSpPr>
        <p:spPr>
          <a:xfrm>
            <a:off x="9505305" y="308525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순서도: 연결자 122">
            <a:extLst>
              <a:ext uri="{FF2B5EF4-FFF2-40B4-BE49-F238E27FC236}">
                <a16:creationId xmlns:a16="http://schemas.microsoft.com/office/drawing/2014/main" id="{18A88050-D7DF-22FA-3F28-1CE2E5A7BA2F}"/>
              </a:ext>
            </a:extLst>
          </p:cNvPr>
          <p:cNvSpPr/>
          <p:nvPr/>
        </p:nvSpPr>
        <p:spPr>
          <a:xfrm>
            <a:off x="9435455" y="330115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순서도: 연결자 124">
            <a:extLst>
              <a:ext uri="{FF2B5EF4-FFF2-40B4-BE49-F238E27FC236}">
                <a16:creationId xmlns:a16="http://schemas.microsoft.com/office/drawing/2014/main" id="{65F12572-4818-A1B1-6F2A-4A7DF19742ED}"/>
              </a:ext>
            </a:extLst>
          </p:cNvPr>
          <p:cNvSpPr/>
          <p:nvPr/>
        </p:nvSpPr>
        <p:spPr>
          <a:xfrm>
            <a:off x="9314805" y="391710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순서도: 연결자 126">
            <a:extLst>
              <a:ext uri="{FF2B5EF4-FFF2-40B4-BE49-F238E27FC236}">
                <a16:creationId xmlns:a16="http://schemas.microsoft.com/office/drawing/2014/main" id="{25AA297A-1E54-BC69-EB91-46AF2C8322AD}"/>
              </a:ext>
            </a:extLst>
          </p:cNvPr>
          <p:cNvSpPr/>
          <p:nvPr/>
        </p:nvSpPr>
        <p:spPr>
          <a:xfrm>
            <a:off x="9511655" y="4507657"/>
            <a:ext cx="72008" cy="72008"/>
          </a:xfrm>
          <a:prstGeom prst="flowChartConnector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1" name="순서도: 연결자 130">
            <a:extLst>
              <a:ext uri="{FF2B5EF4-FFF2-40B4-BE49-F238E27FC236}">
                <a16:creationId xmlns:a16="http://schemas.microsoft.com/office/drawing/2014/main" id="{ABA48E87-292D-FF5D-4850-76DC5030BF78}"/>
              </a:ext>
            </a:extLst>
          </p:cNvPr>
          <p:cNvSpPr/>
          <p:nvPr/>
        </p:nvSpPr>
        <p:spPr>
          <a:xfrm>
            <a:off x="7002644" y="2628668"/>
            <a:ext cx="72008" cy="72008"/>
          </a:xfrm>
          <a:prstGeom prst="flowChartConnector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3" name="순서도: 연결자 132">
            <a:extLst>
              <a:ext uri="{FF2B5EF4-FFF2-40B4-BE49-F238E27FC236}">
                <a16:creationId xmlns:a16="http://schemas.microsoft.com/office/drawing/2014/main" id="{DF9EDFB2-43A8-4242-B32D-34F4E533E5F4}"/>
              </a:ext>
            </a:extLst>
          </p:cNvPr>
          <p:cNvSpPr/>
          <p:nvPr/>
        </p:nvSpPr>
        <p:spPr>
          <a:xfrm>
            <a:off x="7008994" y="2831868"/>
            <a:ext cx="72008" cy="72008"/>
          </a:xfrm>
          <a:prstGeom prst="flowChartConnector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순서도: 연결자 134">
            <a:extLst>
              <a:ext uri="{FF2B5EF4-FFF2-40B4-BE49-F238E27FC236}">
                <a16:creationId xmlns:a16="http://schemas.microsoft.com/office/drawing/2014/main" id="{B09B1EE0-905A-6041-BD1F-87112009E449}"/>
              </a:ext>
            </a:extLst>
          </p:cNvPr>
          <p:cNvSpPr/>
          <p:nvPr/>
        </p:nvSpPr>
        <p:spPr>
          <a:xfrm>
            <a:off x="7015344" y="3060468"/>
            <a:ext cx="72008" cy="72008"/>
          </a:xfrm>
          <a:prstGeom prst="flowChartConnector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순서도: 연결자 136">
            <a:extLst>
              <a:ext uri="{FF2B5EF4-FFF2-40B4-BE49-F238E27FC236}">
                <a16:creationId xmlns:a16="http://schemas.microsoft.com/office/drawing/2014/main" id="{6EFCD0F2-EC92-9BEA-7465-5146FD0185E3}"/>
              </a:ext>
            </a:extLst>
          </p:cNvPr>
          <p:cNvSpPr/>
          <p:nvPr/>
        </p:nvSpPr>
        <p:spPr>
          <a:xfrm>
            <a:off x="6805794" y="3244618"/>
            <a:ext cx="72008" cy="72008"/>
          </a:xfrm>
          <a:prstGeom prst="flowChartConnector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9" name="순서도: 연결자 138">
            <a:extLst>
              <a:ext uri="{FF2B5EF4-FFF2-40B4-BE49-F238E27FC236}">
                <a16:creationId xmlns:a16="http://schemas.microsoft.com/office/drawing/2014/main" id="{A2307573-36CA-1335-0720-D679EE9BF333}"/>
              </a:ext>
            </a:extLst>
          </p:cNvPr>
          <p:cNvSpPr/>
          <p:nvPr/>
        </p:nvSpPr>
        <p:spPr>
          <a:xfrm>
            <a:off x="7396344" y="3460518"/>
            <a:ext cx="72008" cy="72008"/>
          </a:xfrm>
          <a:prstGeom prst="flowChartConnector">
            <a:avLst/>
          </a:prstGeom>
          <a:solidFill>
            <a:srgbClr val="FFFF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1" name="순서도: 연결자 140">
            <a:extLst>
              <a:ext uri="{FF2B5EF4-FFF2-40B4-BE49-F238E27FC236}">
                <a16:creationId xmlns:a16="http://schemas.microsoft.com/office/drawing/2014/main" id="{8325CAFC-78BF-0AA9-27D4-F66EEEF6EB5C}"/>
              </a:ext>
            </a:extLst>
          </p:cNvPr>
          <p:cNvSpPr/>
          <p:nvPr/>
        </p:nvSpPr>
        <p:spPr>
          <a:xfrm>
            <a:off x="7635381" y="1037386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3" name="순서도: 연결자 142">
            <a:extLst>
              <a:ext uri="{FF2B5EF4-FFF2-40B4-BE49-F238E27FC236}">
                <a16:creationId xmlns:a16="http://schemas.microsoft.com/office/drawing/2014/main" id="{8AE828F5-1BDC-045D-D74A-6FA599730352}"/>
              </a:ext>
            </a:extLst>
          </p:cNvPr>
          <p:cNvSpPr/>
          <p:nvPr/>
        </p:nvSpPr>
        <p:spPr>
          <a:xfrm>
            <a:off x="3182243" y="2409849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5" name="순서도: 연결자 144">
            <a:extLst>
              <a:ext uri="{FF2B5EF4-FFF2-40B4-BE49-F238E27FC236}">
                <a16:creationId xmlns:a16="http://schemas.microsoft.com/office/drawing/2014/main" id="{55D8760A-CBB1-F661-81C0-7D551EE5C038}"/>
              </a:ext>
            </a:extLst>
          </p:cNvPr>
          <p:cNvSpPr/>
          <p:nvPr/>
        </p:nvSpPr>
        <p:spPr>
          <a:xfrm>
            <a:off x="3184425" y="2628871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7" name="순서도: 연결자 146">
            <a:extLst>
              <a:ext uri="{FF2B5EF4-FFF2-40B4-BE49-F238E27FC236}">
                <a16:creationId xmlns:a16="http://schemas.microsoft.com/office/drawing/2014/main" id="{A1B57613-4082-CCA5-389B-96312EEFEBFC}"/>
              </a:ext>
            </a:extLst>
          </p:cNvPr>
          <p:cNvSpPr/>
          <p:nvPr/>
        </p:nvSpPr>
        <p:spPr>
          <a:xfrm>
            <a:off x="3178097" y="2839703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9" name="순서도: 연결자 148">
            <a:extLst>
              <a:ext uri="{FF2B5EF4-FFF2-40B4-BE49-F238E27FC236}">
                <a16:creationId xmlns:a16="http://schemas.microsoft.com/office/drawing/2014/main" id="{C45E73A2-FFA0-4DED-B58E-01B626CB0493}"/>
              </a:ext>
            </a:extLst>
          </p:cNvPr>
          <p:cNvSpPr/>
          <p:nvPr/>
        </p:nvSpPr>
        <p:spPr>
          <a:xfrm>
            <a:off x="3178097" y="3057056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순서도: 연결자 150">
            <a:extLst>
              <a:ext uri="{FF2B5EF4-FFF2-40B4-BE49-F238E27FC236}">
                <a16:creationId xmlns:a16="http://schemas.microsoft.com/office/drawing/2014/main" id="{4DD92261-03E7-17A5-7824-C10AFAF27635}"/>
              </a:ext>
            </a:extLst>
          </p:cNvPr>
          <p:cNvSpPr/>
          <p:nvPr/>
        </p:nvSpPr>
        <p:spPr>
          <a:xfrm>
            <a:off x="3182243" y="3230613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3" name="순서도: 연결자 152">
            <a:extLst>
              <a:ext uri="{FF2B5EF4-FFF2-40B4-BE49-F238E27FC236}">
                <a16:creationId xmlns:a16="http://schemas.microsoft.com/office/drawing/2014/main" id="{0C1571BC-45E8-6B4B-DDF1-F1BA1E53A6EB}"/>
              </a:ext>
            </a:extLst>
          </p:cNvPr>
          <p:cNvSpPr/>
          <p:nvPr/>
        </p:nvSpPr>
        <p:spPr>
          <a:xfrm>
            <a:off x="3292038" y="3445669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5" name="순서도: 연결자 154">
            <a:extLst>
              <a:ext uri="{FF2B5EF4-FFF2-40B4-BE49-F238E27FC236}">
                <a16:creationId xmlns:a16="http://schemas.microsoft.com/office/drawing/2014/main" id="{132F8065-98B2-1CA0-914E-5CC069C02108}"/>
              </a:ext>
            </a:extLst>
          </p:cNvPr>
          <p:cNvSpPr/>
          <p:nvPr/>
        </p:nvSpPr>
        <p:spPr>
          <a:xfrm>
            <a:off x="3385254" y="3655343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7" name="순서도: 연결자 156">
            <a:extLst>
              <a:ext uri="{FF2B5EF4-FFF2-40B4-BE49-F238E27FC236}">
                <a16:creationId xmlns:a16="http://schemas.microsoft.com/office/drawing/2014/main" id="{543FF2E4-DD53-FB9D-3C0C-F99F94207F0F}"/>
              </a:ext>
            </a:extLst>
          </p:cNvPr>
          <p:cNvSpPr/>
          <p:nvPr/>
        </p:nvSpPr>
        <p:spPr>
          <a:xfrm>
            <a:off x="3296949" y="3845967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9" name="순서도: 연결자 158">
            <a:extLst>
              <a:ext uri="{FF2B5EF4-FFF2-40B4-BE49-F238E27FC236}">
                <a16:creationId xmlns:a16="http://schemas.microsoft.com/office/drawing/2014/main" id="{5C5457EA-6B33-E7AC-CAA3-9198778C89C6}"/>
              </a:ext>
            </a:extLst>
          </p:cNvPr>
          <p:cNvSpPr/>
          <p:nvPr/>
        </p:nvSpPr>
        <p:spPr>
          <a:xfrm>
            <a:off x="3397012" y="4284365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1" name="순서도: 연결자 160">
            <a:extLst>
              <a:ext uri="{FF2B5EF4-FFF2-40B4-BE49-F238E27FC236}">
                <a16:creationId xmlns:a16="http://schemas.microsoft.com/office/drawing/2014/main" id="{61AEF9EA-0016-DC2E-2711-1345B914EFDE}"/>
              </a:ext>
            </a:extLst>
          </p:cNvPr>
          <p:cNvSpPr/>
          <p:nvPr/>
        </p:nvSpPr>
        <p:spPr>
          <a:xfrm>
            <a:off x="4703888" y="2411661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3" name="순서도: 연결자 162">
            <a:extLst>
              <a:ext uri="{FF2B5EF4-FFF2-40B4-BE49-F238E27FC236}">
                <a16:creationId xmlns:a16="http://schemas.microsoft.com/office/drawing/2014/main" id="{BB0F3A4A-8C1C-E3A5-6CE9-560310AAB83F}"/>
              </a:ext>
            </a:extLst>
          </p:cNvPr>
          <p:cNvSpPr/>
          <p:nvPr/>
        </p:nvSpPr>
        <p:spPr>
          <a:xfrm>
            <a:off x="4484424" y="2628181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5" name="순서도: 연결자 164">
            <a:extLst>
              <a:ext uri="{FF2B5EF4-FFF2-40B4-BE49-F238E27FC236}">
                <a16:creationId xmlns:a16="http://schemas.microsoft.com/office/drawing/2014/main" id="{6C736966-364C-7207-D350-81B82242F8F0}"/>
              </a:ext>
            </a:extLst>
          </p:cNvPr>
          <p:cNvSpPr/>
          <p:nvPr/>
        </p:nvSpPr>
        <p:spPr>
          <a:xfrm>
            <a:off x="4484270" y="2825155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7" name="순서도: 연결자 166">
            <a:extLst>
              <a:ext uri="{FF2B5EF4-FFF2-40B4-BE49-F238E27FC236}">
                <a16:creationId xmlns:a16="http://schemas.microsoft.com/office/drawing/2014/main" id="{5124563B-BF3F-7CA1-8D73-F2C74BDCC5B7}"/>
              </a:ext>
            </a:extLst>
          </p:cNvPr>
          <p:cNvSpPr/>
          <p:nvPr/>
        </p:nvSpPr>
        <p:spPr>
          <a:xfrm>
            <a:off x="4477416" y="3034209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순서도: 연결자 168">
            <a:extLst>
              <a:ext uri="{FF2B5EF4-FFF2-40B4-BE49-F238E27FC236}">
                <a16:creationId xmlns:a16="http://schemas.microsoft.com/office/drawing/2014/main" id="{CF661AEE-0862-D6F4-565A-C6287FD4F6B4}"/>
              </a:ext>
            </a:extLst>
          </p:cNvPr>
          <p:cNvSpPr/>
          <p:nvPr/>
        </p:nvSpPr>
        <p:spPr>
          <a:xfrm>
            <a:off x="4392737" y="3242345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순서도: 연결자 170">
            <a:extLst>
              <a:ext uri="{FF2B5EF4-FFF2-40B4-BE49-F238E27FC236}">
                <a16:creationId xmlns:a16="http://schemas.microsoft.com/office/drawing/2014/main" id="{18B55400-4108-D578-746D-847C8D85B49B}"/>
              </a:ext>
            </a:extLst>
          </p:cNvPr>
          <p:cNvSpPr/>
          <p:nvPr/>
        </p:nvSpPr>
        <p:spPr>
          <a:xfrm>
            <a:off x="4479625" y="3445385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3" name="순서도: 연결자 172">
            <a:extLst>
              <a:ext uri="{FF2B5EF4-FFF2-40B4-BE49-F238E27FC236}">
                <a16:creationId xmlns:a16="http://schemas.microsoft.com/office/drawing/2014/main" id="{4F8E7178-CEB1-B084-E66F-B331FBA5B14F}"/>
              </a:ext>
            </a:extLst>
          </p:cNvPr>
          <p:cNvSpPr/>
          <p:nvPr/>
        </p:nvSpPr>
        <p:spPr>
          <a:xfrm>
            <a:off x="4492551" y="3648869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순서도: 연결자 176">
            <a:extLst>
              <a:ext uri="{FF2B5EF4-FFF2-40B4-BE49-F238E27FC236}">
                <a16:creationId xmlns:a16="http://schemas.microsoft.com/office/drawing/2014/main" id="{693C422C-AA44-2438-535C-774873A2A705}"/>
              </a:ext>
            </a:extLst>
          </p:cNvPr>
          <p:cNvSpPr/>
          <p:nvPr/>
        </p:nvSpPr>
        <p:spPr>
          <a:xfrm>
            <a:off x="5853236" y="2409849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9" name="순서도: 연결자 178">
            <a:extLst>
              <a:ext uri="{FF2B5EF4-FFF2-40B4-BE49-F238E27FC236}">
                <a16:creationId xmlns:a16="http://schemas.microsoft.com/office/drawing/2014/main" id="{70F92FB7-EC40-D45A-8F17-392644601269}"/>
              </a:ext>
            </a:extLst>
          </p:cNvPr>
          <p:cNvSpPr/>
          <p:nvPr/>
        </p:nvSpPr>
        <p:spPr>
          <a:xfrm>
            <a:off x="5858870" y="2628181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1" name="순서도: 연결자 180">
            <a:extLst>
              <a:ext uri="{FF2B5EF4-FFF2-40B4-BE49-F238E27FC236}">
                <a16:creationId xmlns:a16="http://schemas.microsoft.com/office/drawing/2014/main" id="{0B97C421-5C73-6D5A-7D2D-A4D62AD80A25}"/>
              </a:ext>
            </a:extLst>
          </p:cNvPr>
          <p:cNvSpPr/>
          <p:nvPr/>
        </p:nvSpPr>
        <p:spPr>
          <a:xfrm>
            <a:off x="5856649" y="2843077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3" name="순서도: 연결자 182">
            <a:extLst>
              <a:ext uri="{FF2B5EF4-FFF2-40B4-BE49-F238E27FC236}">
                <a16:creationId xmlns:a16="http://schemas.microsoft.com/office/drawing/2014/main" id="{B169D606-4BC4-BDE8-F3CD-B7C18015932D}"/>
              </a:ext>
            </a:extLst>
          </p:cNvPr>
          <p:cNvSpPr/>
          <p:nvPr/>
        </p:nvSpPr>
        <p:spPr>
          <a:xfrm>
            <a:off x="7098688" y="2628181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5" name="순서도: 연결자 184">
            <a:extLst>
              <a:ext uri="{FF2B5EF4-FFF2-40B4-BE49-F238E27FC236}">
                <a16:creationId xmlns:a16="http://schemas.microsoft.com/office/drawing/2014/main" id="{4D588954-7752-1BBD-30D7-5F926F8C10E5}"/>
              </a:ext>
            </a:extLst>
          </p:cNvPr>
          <p:cNvSpPr/>
          <p:nvPr/>
        </p:nvSpPr>
        <p:spPr>
          <a:xfrm>
            <a:off x="7108394" y="2832860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7" name="순서도: 연결자 186">
            <a:extLst>
              <a:ext uri="{FF2B5EF4-FFF2-40B4-BE49-F238E27FC236}">
                <a16:creationId xmlns:a16="http://schemas.microsoft.com/office/drawing/2014/main" id="{07442350-218C-F053-B376-E552C797B457}"/>
              </a:ext>
            </a:extLst>
          </p:cNvPr>
          <p:cNvSpPr/>
          <p:nvPr/>
        </p:nvSpPr>
        <p:spPr>
          <a:xfrm>
            <a:off x="7111388" y="3060777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9" name="순서도: 연결자 188">
            <a:extLst>
              <a:ext uri="{FF2B5EF4-FFF2-40B4-BE49-F238E27FC236}">
                <a16:creationId xmlns:a16="http://schemas.microsoft.com/office/drawing/2014/main" id="{719EF0FC-736F-50E0-6353-D9AF906B01CA}"/>
              </a:ext>
            </a:extLst>
          </p:cNvPr>
          <p:cNvSpPr/>
          <p:nvPr/>
        </p:nvSpPr>
        <p:spPr>
          <a:xfrm>
            <a:off x="8383427" y="2487138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순서도: 연결자 190">
            <a:extLst>
              <a:ext uri="{FF2B5EF4-FFF2-40B4-BE49-F238E27FC236}">
                <a16:creationId xmlns:a16="http://schemas.microsoft.com/office/drawing/2014/main" id="{90AA7E50-FE04-ED5D-2B68-33EEBFFE5460}"/>
              </a:ext>
            </a:extLst>
          </p:cNvPr>
          <p:cNvSpPr/>
          <p:nvPr/>
        </p:nvSpPr>
        <p:spPr>
          <a:xfrm>
            <a:off x="8171954" y="2925288"/>
            <a:ext cx="72008" cy="72008"/>
          </a:xfrm>
          <a:prstGeom prst="flowChartConnector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44FE93A6-D34C-CF8B-5E72-CD57E903676D}"/>
              </a:ext>
            </a:extLst>
          </p:cNvPr>
          <p:cNvSpPr/>
          <p:nvPr/>
        </p:nvSpPr>
        <p:spPr>
          <a:xfrm>
            <a:off x="10110604" y="2015928"/>
            <a:ext cx="1001850" cy="288032"/>
          </a:xfrm>
          <a:prstGeom prst="rect">
            <a:avLst/>
          </a:prstGeom>
          <a:solidFill>
            <a:srgbClr val="2A267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설정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42BD746-F614-94A4-3E64-239B48A3E0CC}"/>
              </a:ext>
            </a:extLst>
          </p:cNvPr>
          <p:cNvSpPr txBox="1"/>
          <p:nvPr/>
        </p:nvSpPr>
        <p:spPr>
          <a:xfrm>
            <a:off x="10098209" y="2362022"/>
            <a:ext cx="954107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담당자권한관리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업체정보관리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자동주문접수관리</a:t>
            </a:r>
          </a:p>
        </p:txBody>
      </p:sp>
      <p:sp>
        <p:nvSpPr>
          <p:cNvPr id="197" name="순서도: 연결자 196">
            <a:extLst>
              <a:ext uri="{FF2B5EF4-FFF2-40B4-BE49-F238E27FC236}">
                <a16:creationId xmlns:a16="http://schemas.microsoft.com/office/drawing/2014/main" id="{91B620FB-B9A3-2AED-DBA8-8B3E5C2BC94B}"/>
              </a:ext>
            </a:extLst>
          </p:cNvPr>
          <p:cNvSpPr/>
          <p:nvPr/>
        </p:nvSpPr>
        <p:spPr>
          <a:xfrm>
            <a:off x="10730326" y="2464043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9" name="순서도: 연결자 198">
            <a:extLst>
              <a:ext uri="{FF2B5EF4-FFF2-40B4-BE49-F238E27FC236}">
                <a16:creationId xmlns:a16="http://schemas.microsoft.com/office/drawing/2014/main" id="{71CF174F-D131-C237-EBDB-2B9EC333D1A3}"/>
              </a:ext>
            </a:extLst>
          </p:cNvPr>
          <p:cNvSpPr/>
          <p:nvPr/>
        </p:nvSpPr>
        <p:spPr>
          <a:xfrm>
            <a:off x="10802334" y="2882747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1" name="순서도: 연결자 200">
            <a:extLst>
              <a:ext uri="{FF2B5EF4-FFF2-40B4-BE49-F238E27FC236}">
                <a16:creationId xmlns:a16="http://schemas.microsoft.com/office/drawing/2014/main" id="{4D798FA3-CD7E-6594-1907-71C8254CB3D2}"/>
              </a:ext>
            </a:extLst>
          </p:cNvPr>
          <p:cNvSpPr/>
          <p:nvPr/>
        </p:nvSpPr>
        <p:spPr>
          <a:xfrm>
            <a:off x="10873457" y="2677307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53395CDF-EA15-02CB-5171-A8F61C3D1826}"/>
              </a:ext>
            </a:extLst>
          </p:cNvPr>
          <p:cNvSpPr/>
          <p:nvPr/>
        </p:nvSpPr>
        <p:spPr>
          <a:xfrm>
            <a:off x="10979227" y="3078684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5" name="순서도: 연결자 204">
            <a:extLst>
              <a:ext uri="{FF2B5EF4-FFF2-40B4-BE49-F238E27FC236}">
                <a16:creationId xmlns:a16="http://schemas.microsoft.com/office/drawing/2014/main" id="{513987EB-DB13-7974-E4A4-488BC7F9FC79}"/>
              </a:ext>
            </a:extLst>
          </p:cNvPr>
          <p:cNvSpPr/>
          <p:nvPr/>
        </p:nvSpPr>
        <p:spPr>
          <a:xfrm>
            <a:off x="3269305" y="2407265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7" name="순서도: 연결자 206">
            <a:extLst>
              <a:ext uri="{FF2B5EF4-FFF2-40B4-BE49-F238E27FC236}">
                <a16:creationId xmlns:a16="http://schemas.microsoft.com/office/drawing/2014/main" id="{EEF163A2-800B-B51E-0C53-3C8F6C717200}"/>
              </a:ext>
            </a:extLst>
          </p:cNvPr>
          <p:cNvSpPr/>
          <p:nvPr/>
        </p:nvSpPr>
        <p:spPr>
          <a:xfrm>
            <a:off x="3276030" y="2628181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9" name="순서도: 연결자 208">
            <a:extLst>
              <a:ext uri="{FF2B5EF4-FFF2-40B4-BE49-F238E27FC236}">
                <a16:creationId xmlns:a16="http://schemas.microsoft.com/office/drawing/2014/main" id="{0A38BB52-70AF-F839-CAF2-E7CF450857E3}"/>
              </a:ext>
            </a:extLst>
          </p:cNvPr>
          <p:cNvSpPr/>
          <p:nvPr/>
        </p:nvSpPr>
        <p:spPr>
          <a:xfrm>
            <a:off x="3262648" y="2840435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1" name="순서도: 연결자 210">
            <a:extLst>
              <a:ext uri="{FF2B5EF4-FFF2-40B4-BE49-F238E27FC236}">
                <a16:creationId xmlns:a16="http://schemas.microsoft.com/office/drawing/2014/main" id="{9CA9336C-24A5-8FEE-3AE1-DBFFEB6B7AAE}"/>
              </a:ext>
            </a:extLst>
          </p:cNvPr>
          <p:cNvSpPr/>
          <p:nvPr/>
        </p:nvSpPr>
        <p:spPr>
          <a:xfrm>
            <a:off x="3269305" y="3057056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3" name="순서도: 연결자 212">
            <a:extLst>
              <a:ext uri="{FF2B5EF4-FFF2-40B4-BE49-F238E27FC236}">
                <a16:creationId xmlns:a16="http://schemas.microsoft.com/office/drawing/2014/main" id="{F6C47522-FCB5-5DFE-88E6-4413A1B3755D}"/>
              </a:ext>
            </a:extLst>
          </p:cNvPr>
          <p:cNvSpPr/>
          <p:nvPr/>
        </p:nvSpPr>
        <p:spPr>
          <a:xfrm>
            <a:off x="3276030" y="3227140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B699E208-9B7C-CE4B-1B33-BD64A7C4CDB7}"/>
              </a:ext>
            </a:extLst>
          </p:cNvPr>
          <p:cNvSpPr/>
          <p:nvPr/>
        </p:nvSpPr>
        <p:spPr>
          <a:xfrm>
            <a:off x="3383862" y="3453952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7" name="순서도: 연결자 216">
            <a:extLst>
              <a:ext uri="{FF2B5EF4-FFF2-40B4-BE49-F238E27FC236}">
                <a16:creationId xmlns:a16="http://schemas.microsoft.com/office/drawing/2014/main" id="{BDE72220-D64C-1549-382B-EEC82202CE67}"/>
              </a:ext>
            </a:extLst>
          </p:cNvPr>
          <p:cNvSpPr/>
          <p:nvPr/>
        </p:nvSpPr>
        <p:spPr>
          <a:xfrm>
            <a:off x="3476941" y="3655343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9" name="순서도: 연결자 218">
            <a:extLst>
              <a:ext uri="{FF2B5EF4-FFF2-40B4-BE49-F238E27FC236}">
                <a16:creationId xmlns:a16="http://schemas.microsoft.com/office/drawing/2014/main" id="{03CF9CE0-C68B-689D-603E-285EAD590A8E}"/>
              </a:ext>
            </a:extLst>
          </p:cNvPr>
          <p:cNvSpPr/>
          <p:nvPr/>
        </p:nvSpPr>
        <p:spPr>
          <a:xfrm>
            <a:off x="3397012" y="3845099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1" name="순서도: 연결자 220">
            <a:extLst>
              <a:ext uri="{FF2B5EF4-FFF2-40B4-BE49-F238E27FC236}">
                <a16:creationId xmlns:a16="http://schemas.microsoft.com/office/drawing/2014/main" id="{9CE4E09F-E640-A444-9370-C406D6AB619F}"/>
              </a:ext>
            </a:extLst>
          </p:cNvPr>
          <p:cNvSpPr/>
          <p:nvPr/>
        </p:nvSpPr>
        <p:spPr>
          <a:xfrm>
            <a:off x="3481407" y="4283890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3" name="순서도: 연결자 222">
            <a:extLst>
              <a:ext uri="{FF2B5EF4-FFF2-40B4-BE49-F238E27FC236}">
                <a16:creationId xmlns:a16="http://schemas.microsoft.com/office/drawing/2014/main" id="{A4978BD1-A8B3-25C6-19A0-50D30113C429}"/>
              </a:ext>
            </a:extLst>
          </p:cNvPr>
          <p:cNvSpPr/>
          <p:nvPr/>
        </p:nvSpPr>
        <p:spPr>
          <a:xfrm>
            <a:off x="4798121" y="2412157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5" name="순서도: 연결자 224">
            <a:extLst>
              <a:ext uri="{FF2B5EF4-FFF2-40B4-BE49-F238E27FC236}">
                <a16:creationId xmlns:a16="http://schemas.microsoft.com/office/drawing/2014/main" id="{9ACA6F3B-CD41-BEDC-5846-CD6C7A18220D}"/>
              </a:ext>
            </a:extLst>
          </p:cNvPr>
          <p:cNvSpPr/>
          <p:nvPr/>
        </p:nvSpPr>
        <p:spPr>
          <a:xfrm>
            <a:off x="4578657" y="2628677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7" name="순서도: 연결자 226">
            <a:extLst>
              <a:ext uri="{FF2B5EF4-FFF2-40B4-BE49-F238E27FC236}">
                <a16:creationId xmlns:a16="http://schemas.microsoft.com/office/drawing/2014/main" id="{AB23FA45-ACCA-2ED3-AAA0-061AF69DE349}"/>
              </a:ext>
            </a:extLst>
          </p:cNvPr>
          <p:cNvSpPr/>
          <p:nvPr/>
        </p:nvSpPr>
        <p:spPr>
          <a:xfrm>
            <a:off x="4578503" y="2825651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9" name="순서도: 연결자 228">
            <a:extLst>
              <a:ext uri="{FF2B5EF4-FFF2-40B4-BE49-F238E27FC236}">
                <a16:creationId xmlns:a16="http://schemas.microsoft.com/office/drawing/2014/main" id="{A35DD6A1-36B5-8F69-E65C-5745CBCEA9B7}"/>
              </a:ext>
            </a:extLst>
          </p:cNvPr>
          <p:cNvSpPr/>
          <p:nvPr/>
        </p:nvSpPr>
        <p:spPr>
          <a:xfrm>
            <a:off x="4486970" y="3242841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1" name="순서도: 연결자 230">
            <a:extLst>
              <a:ext uri="{FF2B5EF4-FFF2-40B4-BE49-F238E27FC236}">
                <a16:creationId xmlns:a16="http://schemas.microsoft.com/office/drawing/2014/main" id="{85294FBF-2819-276A-6E4B-E9860899CE56}"/>
              </a:ext>
            </a:extLst>
          </p:cNvPr>
          <p:cNvSpPr/>
          <p:nvPr/>
        </p:nvSpPr>
        <p:spPr>
          <a:xfrm>
            <a:off x="4573858" y="3445881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3" name="순서도: 연결자 232">
            <a:extLst>
              <a:ext uri="{FF2B5EF4-FFF2-40B4-BE49-F238E27FC236}">
                <a16:creationId xmlns:a16="http://schemas.microsoft.com/office/drawing/2014/main" id="{373BFB08-14D9-CE7E-36FB-CF17B446A465}"/>
              </a:ext>
            </a:extLst>
          </p:cNvPr>
          <p:cNvSpPr/>
          <p:nvPr/>
        </p:nvSpPr>
        <p:spPr>
          <a:xfrm>
            <a:off x="4586784" y="3649365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5" name="순서도: 연결자 234">
            <a:extLst>
              <a:ext uri="{FF2B5EF4-FFF2-40B4-BE49-F238E27FC236}">
                <a16:creationId xmlns:a16="http://schemas.microsoft.com/office/drawing/2014/main" id="{0D137744-1148-9212-9F7B-02AAFF3D5417}"/>
              </a:ext>
            </a:extLst>
          </p:cNvPr>
          <p:cNvSpPr/>
          <p:nvPr/>
        </p:nvSpPr>
        <p:spPr>
          <a:xfrm>
            <a:off x="4569389" y="3032671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7" name="순서도: 연결자 236">
            <a:extLst>
              <a:ext uri="{FF2B5EF4-FFF2-40B4-BE49-F238E27FC236}">
                <a16:creationId xmlns:a16="http://schemas.microsoft.com/office/drawing/2014/main" id="{2DCC5B72-D095-6705-F412-43B73781DFDD}"/>
              </a:ext>
            </a:extLst>
          </p:cNvPr>
          <p:cNvSpPr/>
          <p:nvPr/>
        </p:nvSpPr>
        <p:spPr>
          <a:xfrm>
            <a:off x="5952196" y="2409849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9" name="순서도: 연결자 238">
            <a:extLst>
              <a:ext uri="{FF2B5EF4-FFF2-40B4-BE49-F238E27FC236}">
                <a16:creationId xmlns:a16="http://schemas.microsoft.com/office/drawing/2014/main" id="{3FDEC725-1456-BB8C-007B-0EB24005AF4E}"/>
              </a:ext>
            </a:extLst>
          </p:cNvPr>
          <p:cNvSpPr/>
          <p:nvPr/>
        </p:nvSpPr>
        <p:spPr>
          <a:xfrm>
            <a:off x="5957830" y="2628181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1" name="순서도: 연결자 240">
            <a:extLst>
              <a:ext uri="{FF2B5EF4-FFF2-40B4-BE49-F238E27FC236}">
                <a16:creationId xmlns:a16="http://schemas.microsoft.com/office/drawing/2014/main" id="{7A9CE842-4F1C-3BFB-80E3-69A7829772DE}"/>
              </a:ext>
            </a:extLst>
          </p:cNvPr>
          <p:cNvSpPr/>
          <p:nvPr/>
        </p:nvSpPr>
        <p:spPr>
          <a:xfrm>
            <a:off x="5955609" y="2843077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3" name="순서도: 연결자 242">
            <a:extLst>
              <a:ext uri="{FF2B5EF4-FFF2-40B4-BE49-F238E27FC236}">
                <a16:creationId xmlns:a16="http://schemas.microsoft.com/office/drawing/2014/main" id="{BFBC2F77-3BC3-6602-CA08-25F1429C0A70}"/>
              </a:ext>
            </a:extLst>
          </p:cNvPr>
          <p:cNvSpPr/>
          <p:nvPr/>
        </p:nvSpPr>
        <p:spPr>
          <a:xfrm>
            <a:off x="7196768" y="2628181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5" name="순서도: 연결자 244">
            <a:extLst>
              <a:ext uri="{FF2B5EF4-FFF2-40B4-BE49-F238E27FC236}">
                <a16:creationId xmlns:a16="http://schemas.microsoft.com/office/drawing/2014/main" id="{A7008851-433B-97DF-E749-57DB2DD28EB9}"/>
              </a:ext>
            </a:extLst>
          </p:cNvPr>
          <p:cNvSpPr/>
          <p:nvPr/>
        </p:nvSpPr>
        <p:spPr>
          <a:xfrm>
            <a:off x="7206474" y="2832860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7" name="순서도: 연결자 246">
            <a:extLst>
              <a:ext uri="{FF2B5EF4-FFF2-40B4-BE49-F238E27FC236}">
                <a16:creationId xmlns:a16="http://schemas.microsoft.com/office/drawing/2014/main" id="{9BE62876-C259-D2A6-0C04-E474D66D2DF5}"/>
              </a:ext>
            </a:extLst>
          </p:cNvPr>
          <p:cNvSpPr/>
          <p:nvPr/>
        </p:nvSpPr>
        <p:spPr>
          <a:xfrm>
            <a:off x="7209468" y="3060777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9" name="순서도: 연결자 248">
            <a:extLst>
              <a:ext uri="{FF2B5EF4-FFF2-40B4-BE49-F238E27FC236}">
                <a16:creationId xmlns:a16="http://schemas.microsoft.com/office/drawing/2014/main" id="{C8A10F60-BB58-F0F1-E41B-801710142F69}"/>
              </a:ext>
            </a:extLst>
          </p:cNvPr>
          <p:cNvSpPr/>
          <p:nvPr/>
        </p:nvSpPr>
        <p:spPr>
          <a:xfrm>
            <a:off x="8474787" y="2487138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1" name="순서도: 연결자 250">
            <a:extLst>
              <a:ext uri="{FF2B5EF4-FFF2-40B4-BE49-F238E27FC236}">
                <a16:creationId xmlns:a16="http://schemas.microsoft.com/office/drawing/2014/main" id="{7F7534AF-AF5F-0C68-ECDE-E82839F5C26A}"/>
              </a:ext>
            </a:extLst>
          </p:cNvPr>
          <p:cNvSpPr/>
          <p:nvPr/>
        </p:nvSpPr>
        <p:spPr>
          <a:xfrm>
            <a:off x="8263314" y="2925288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3" name="순서도: 연결자 252">
            <a:extLst>
              <a:ext uri="{FF2B5EF4-FFF2-40B4-BE49-F238E27FC236}">
                <a16:creationId xmlns:a16="http://schemas.microsoft.com/office/drawing/2014/main" id="{E5335D6B-A692-B224-6B97-D159F825937A}"/>
              </a:ext>
            </a:extLst>
          </p:cNvPr>
          <p:cNvSpPr/>
          <p:nvPr/>
        </p:nvSpPr>
        <p:spPr>
          <a:xfrm>
            <a:off x="7736949" y="1037386"/>
            <a:ext cx="72008" cy="72008"/>
          </a:xfrm>
          <a:prstGeom prst="flowChartConnector">
            <a:avLst/>
          </a:prstGeom>
          <a:solidFill>
            <a:srgbClr val="00B05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74" name="그룹 373">
            <a:extLst>
              <a:ext uri="{FF2B5EF4-FFF2-40B4-BE49-F238E27FC236}">
                <a16:creationId xmlns:a16="http://schemas.microsoft.com/office/drawing/2014/main" id="{198BC642-DC1C-CB4D-26F8-10E26DDDE11D}"/>
              </a:ext>
            </a:extLst>
          </p:cNvPr>
          <p:cNvGrpSpPr/>
          <p:nvPr/>
        </p:nvGrpSpPr>
        <p:grpSpPr>
          <a:xfrm>
            <a:off x="11457275" y="674639"/>
            <a:ext cx="1502832" cy="1301557"/>
            <a:chOff x="11521529" y="537814"/>
            <a:chExt cx="1502832" cy="1301557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25C56CCF-42F3-6783-418F-8786809890E8}"/>
                </a:ext>
              </a:extLst>
            </p:cNvPr>
            <p:cNvSpPr/>
            <p:nvPr/>
          </p:nvSpPr>
          <p:spPr>
            <a:xfrm>
              <a:off x="11521529" y="543227"/>
              <a:ext cx="1151243" cy="1296144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3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1EC8370-6C60-1963-30A3-DE06F2C0C05A}"/>
                </a:ext>
              </a:extLst>
            </p:cNvPr>
            <p:cNvSpPr txBox="1"/>
            <p:nvPr/>
          </p:nvSpPr>
          <p:spPr>
            <a:xfrm>
              <a:off x="11674091" y="813285"/>
              <a:ext cx="998681" cy="991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정산 담당자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콜센터 담당자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판매 담당자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판매업체 담당자</a:t>
              </a:r>
              <a:endParaRPr lang="en-US" altLang="ko-KR" sz="800" spc="-15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슈퍼 </a:t>
              </a:r>
              <a:r>
                <a:rPr lang="ko-KR" altLang="en-US" sz="800" spc="-150" dirty="0" err="1"/>
                <a:t>어드민</a:t>
              </a:r>
              <a:endParaRPr lang="ko-KR" altLang="en-US" sz="800" spc="-15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4FBD693-1EEC-F91C-C8F8-A5524ABE6209}"/>
                </a:ext>
              </a:extLst>
            </p:cNvPr>
            <p:cNvSpPr/>
            <p:nvPr/>
          </p:nvSpPr>
          <p:spPr>
            <a:xfrm>
              <a:off x="11674091" y="537814"/>
              <a:ext cx="1350270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900" b="1" spc="-150" dirty="0">
                  <a:solidFill>
                    <a:schemeClr val="tx1"/>
                  </a:solidFill>
                </a:rPr>
                <a:t>메뉴 접근 권한</a:t>
              </a:r>
            </a:p>
          </p:txBody>
        </p:sp>
        <p:sp>
          <p:nvSpPr>
            <p:cNvPr id="55" name="순서도: 연결자 54">
              <a:extLst>
                <a:ext uri="{FF2B5EF4-FFF2-40B4-BE49-F238E27FC236}">
                  <a16:creationId xmlns:a16="http://schemas.microsoft.com/office/drawing/2014/main" id="{9610284C-975B-DD48-A5FF-B137D9925CBD}"/>
                </a:ext>
              </a:extLst>
            </p:cNvPr>
            <p:cNvSpPr/>
            <p:nvPr/>
          </p:nvSpPr>
          <p:spPr>
            <a:xfrm>
              <a:off x="11737553" y="1465498"/>
              <a:ext cx="72008" cy="72008"/>
            </a:xfrm>
            <a:prstGeom prst="flowChartConnector">
              <a:avLst/>
            </a:prstGeom>
            <a:solidFill>
              <a:srgbClr val="00B05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A630F93F-0E28-F399-7819-70B8EB26E8B8}"/>
                </a:ext>
              </a:extLst>
            </p:cNvPr>
            <p:cNvSpPr/>
            <p:nvPr/>
          </p:nvSpPr>
          <p:spPr>
            <a:xfrm>
              <a:off x="11737553" y="1283651"/>
              <a:ext cx="72008" cy="72008"/>
            </a:xfrm>
            <a:prstGeom prst="flowChartConnector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순서도: 연결자 58">
              <a:extLst>
                <a:ext uri="{FF2B5EF4-FFF2-40B4-BE49-F238E27FC236}">
                  <a16:creationId xmlns:a16="http://schemas.microsoft.com/office/drawing/2014/main" id="{093BBF6D-89D4-4720-665C-EE8C2D6B46AD}"/>
                </a:ext>
              </a:extLst>
            </p:cNvPr>
            <p:cNvSpPr/>
            <p:nvPr/>
          </p:nvSpPr>
          <p:spPr>
            <a:xfrm>
              <a:off x="11737553" y="923611"/>
              <a:ext cx="72008" cy="72008"/>
            </a:xfrm>
            <a:prstGeom prst="flowChartConnector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9" name="순서도: 연결자 128">
              <a:extLst>
                <a:ext uri="{FF2B5EF4-FFF2-40B4-BE49-F238E27FC236}">
                  <a16:creationId xmlns:a16="http://schemas.microsoft.com/office/drawing/2014/main" id="{7CBCFFD5-512B-7918-E48E-74D54FBB9CE9}"/>
                </a:ext>
              </a:extLst>
            </p:cNvPr>
            <p:cNvSpPr/>
            <p:nvPr/>
          </p:nvSpPr>
          <p:spPr>
            <a:xfrm>
              <a:off x="11737553" y="1112077"/>
              <a:ext cx="72008" cy="72008"/>
            </a:xfrm>
            <a:prstGeom prst="flowChartConnector">
              <a:avLst/>
            </a:prstGeom>
            <a:solidFill>
              <a:srgbClr val="234DD3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5" name="순서도: 연결자 254">
              <a:extLst>
                <a:ext uri="{FF2B5EF4-FFF2-40B4-BE49-F238E27FC236}">
                  <a16:creationId xmlns:a16="http://schemas.microsoft.com/office/drawing/2014/main" id="{67E0D9B4-A12A-425B-6B81-AB902175D00E}"/>
                </a:ext>
              </a:extLst>
            </p:cNvPr>
            <p:cNvSpPr/>
            <p:nvPr/>
          </p:nvSpPr>
          <p:spPr>
            <a:xfrm>
              <a:off x="11737553" y="1647345"/>
              <a:ext cx="72008" cy="72008"/>
            </a:xfrm>
            <a:prstGeom prst="flowChartConnector">
              <a:avLst/>
            </a:prstGeom>
            <a:solidFill>
              <a:srgbClr val="FFC0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57" name="순서도: 연결자 256">
            <a:extLst>
              <a:ext uri="{FF2B5EF4-FFF2-40B4-BE49-F238E27FC236}">
                <a16:creationId xmlns:a16="http://schemas.microsoft.com/office/drawing/2014/main" id="{26F1F172-D88A-CFC0-75C2-8FB4F6FAE86F}"/>
              </a:ext>
            </a:extLst>
          </p:cNvPr>
          <p:cNvSpPr/>
          <p:nvPr/>
        </p:nvSpPr>
        <p:spPr>
          <a:xfrm>
            <a:off x="7846324" y="1037386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9" name="순서도: 연결자 258">
            <a:extLst>
              <a:ext uri="{FF2B5EF4-FFF2-40B4-BE49-F238E27FC236}">
                <a16:creationId xmlns:a16="http://schemas.microsoft.com/office/drawing/2014/main" id="{B25BD7B8-8660-0048-4724-2C8D2384E9BE}"/>
              </a:ext>
            </a:extLst>
          </p:cNvPr>
          <p:cNvSpPr/>
          <p:nvPr/>
        </p:nvSpPr>
        <p:spPr>
          <a:xfrm>
            <a:off x="3292038" y="4481339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1" name="순서도: 연결자 260">
            <a:extLst>
              <a:ext uri="{FF2B5EF4-FFF2-40B4-BE49-F238E27FC236}">
                <a16:creationId xmlns:a16="http://schemas.microsoft.com/office/drawing/2014/main" id="{D1FE715D-775D-8760-6B1A-73BACE5124EA}"/>
              </a:ext>
            </a:extLst>
          </p:cNvPr>
          <p:cNvSpPr/>
          <p:nvPr/>
        </p:nvSpPr>
        <p:spPr>
          <a:xfrm>
            <a:off x="3410928" y="4068341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3" name="순서도: 연결자 262">
            <a:extLst>
              <a:ext uri="{FF2B5EF4-FFF2-40B4-BE49-F238E27FC236}">
                <a16:creationId xmlns:a16="http://schemas.microsoft.com/office/drawing/2014/main" id="{3A06BED5-CC44-DCAB-2804-9E191B39BF30}"/>
              </a:ext>
            </a:extLst>
          </p:cNvPr>
          <p:cNvSpPr/>
          <p:nvPr/>
        </p:nvSpPr>
        <p:spPr>
          <a:xfrm>
            <a:off x="3364611" y="2407740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5" name="순서도: 연결자 264">
            <a:extLst>
              <a:ext uri="{FF2B5EF4-FFF2-40B4-BE49-F238E27FC236}">
                <a16:creationId xmlns:a16="http://schemas.microsoft.com/office/drawing/2014/main" id="{CB3F5083-D66F-C16D-050F-36AA7A4C480E}"/>
              </a:ext>
            </a:extLst>
          </p:cNvPr>
          <p:cNvSpPr/>
          <p:nvPr/>
        </p:nvSpPr>
        <p:spPr>
          <a:xfrm>
            <a:off x="3371336" y="2628656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7" name="순서도: 연결자 266">
            <a:extLst>
              <a:ext uri="{FF2B5EF4-FFF2-40B4-BE49-F238E27FC236}">
                <a16:creationId xmlns:a16="http://schemas.microsoft.com/office/drawing/2014/main" id="{DCEDC94E-87A2-FA98-AD6C-1C9C2C6D08E5}"/>
              </a:ext>
            </a:extLst>
          </p:cNvPr>
          <p:cNvSpPr/>
          <p:nvPr/>
        </p:nvSpPr>
        <p:spPr>
          <a:xfrm>
            <a:off x="3364611" y="3057531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9" name="순서도: 연결자 268">
            <a:extLst>
              <a:ext uri="{FF2B5EF4-FFF2-40B4-BE49-F238E27FC236}">
                <a16:creationId xmlns:a16="http://schemas.microsoft.com/office/drawing/2014/main" id="{DBFDDE20-F3AD-E754-FE0C-ED74F997639E}"/>
              </a:ext>
            </a:extLst>
          </p:cNvPr>
          <p:cNvSpPr/>
          <p:nvPr/>
        </p:nvSpPr>
        <p:spPr>
          <a:xfrm>
            <a:off x="3371336" y="3227615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1" name="순서도: 연결자 270">
            <a:extLst>
              <a:ext uri="{FF2B5EF4-FFF2-40B4-BE49-F238E27FC236}">
                <a16:creationId xmlns:a16="http://schemas.microsoft.com/office/drawing/2014/main" id="{CFE84490-1701-B301-5756-0C30EFC70177}"/>
              </a:ext>
            </a:extLst>
          </p:cNvPr>
          <p:cNvSpPr/>
          <p:nvPr/>
        </p:nvSpPr>
        <p:spPr>
          <a:xfrm>
            <a:off x="3479168" y="345442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3" name="순서도: 연결자 272">
            <a:extLst>
              <a:ext uri="{FF2B5EF4-FFF2-40B4-BE49-F238E27FC236}">
                <a16:creationId xmlns:a16="http://schemas.microsoft.com/office/drawing/2014/main" id="{D915058D-7942-5BB0-0E20-A6C70A394C79}"/>
              </a:ext>
            </a:extLst>
          </p:cNvPr>
          <p:cNvSpPr/>
          <p:nvPr/>
        </p:nvSpPr>
        <p:spPr>
          <a:xfrm>
            <a:off x="3572247" y="3655818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5" name="순서도: 연결자 274">
            <a:extLst>
              <a:ext uri="{FF2B5EF4-FFF2-40B4-BE49-F238E27FC236}">
                <a16:creationId xmlns:a16="http://schemas.microsoft.com/office/drawing/2014/main" id="{57C1CEA2-A388-D0BF-BA12-0BCC7BD2E4A2}"/>
              </a:ext>
            </a:extLst>
          </p:cNvPr>
          <p:cNvSpPr/>
          <p:nvPr/>
        </p:nvSpPr>
        <p:spPr>
          <a:xfrm>
            <a:off x="3492318" y="3845574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7" name="순서도: 연결자 276">
            <a:extLst>
              <a:ext uri="{FF2B5EF4-FFF2-40B4-BE49-F238E27FC236}">
                <a16:creationId xmlns:a16="http://schemas.microsoft.com/office/drawing/2014/main" id="{E66AF658-AB97-8A2D-DE4C-C5D4B00563E5}"/>
              </a:ext>
            </a:extLst>
          </p:cNvPr>
          <p:cNvSpPr/>
          <p:nvPr/>
        </p:nvSpPr>
        <p:spPr>
          <a:xfrm>
            <a:off x="3576713" y="4284365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5" name="순서도: 연결자 294">
            <a:extLst>
              <a:ext uri="{FF2B5EF4-FFF2-40B4-BE49-F238E27FC236}">
                <a16:creationId xmlns:a16="http://schemas.microsoft.com/office/drawing/2014/main" id="{EE665827-6F48-DFDB-F724-85F759540A22}"/>
              </a:ext>
            </a:extLst>
          </p:cNvPr>
          <p:cNvSpPr/>
          <p:nvPr/>
        </p:nvSpPr>
        <p:spPr>
          <a:xfrm>
            <a:off x="3364082" y="2835186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7" name="순서도: 연결자 296">
            <a:extLst>
              <a:ext uri="{FF2B5EF4-FFF2-40B4-BE49-F238E27FC236}">
                <a16:creationId xmlns:a16="http://schemas.microsoft.com/office/drawing/2014/main" id="{3C7C1EE3-226C-1743-63B9-E069E3B754E1}"/>
              </a:ext>
            </a:extLst>
          </p:cNvPr>
          <p:cNvSpPr/>
          <p:nvPr/>
        </p:nvSpPr>
        <p:spPr>
          <a:xfrm>
            <a:off x="4883879" y="2409849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9" name="순서도: 연결자 298">
            <a:extLst>
              <a:ext uri="{FF2B5EF4-FFF2-40B4-BE49-F238E27FC236}">
                <a16:creationId xmlns:a16="http://schemas.microsoft.com/office/drawing/2014/main" id="{CF9A8BBE-8F78-FFC4-30A7-5545F4911C75}"/>
              </a:ext>
            </a:extLst>
          </p:cNvPr>
          <p:cNvSpPr/>
          <p:nvPr/>
        </p:nvSpPr>
        <p:spPr>
          <a:xfrm>
            <a:off x="4664415" y="2626369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1" name="순서도: 연결자 300">
            <a:extLst>
              <a:ext uri="{FF2B5EF4-FFF2-40B4-BE49-F238E27FC236}">
                <a16:creationId xmlns:a16="http://schemas.microsoft.com/office/drawing/2014/main" id="{853455E7-197C-D1D3-1B84-DB28EFAE980D}"/>
              </a:ext>
            </a:extLst>
          </p:cNvPr>
          <p:cNvSpPr/>
          <p:nvPr/>
        </p:nvSpPr>
        <p:spPr>
          <a:xfrm>
            <a:off x="4664261" y="2823343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3" name="순서도: 연결자 302">
            <a:extLst>
              <a:ext uri="{FF2B5EF4-FFF2-40B4-BE49-F238E27FC236}">
                <a16:creationId xmlns:a16="http://schemas.microsoft.com/office/drawing/2014/main" id="{C545031C-5114-8204-329F-12C036BEDFAA}"/>
              </a:ext>
            </a:extLst>
          </p:cNvPr>
          <p:cNvSpPr/>
          <p:nvPr/>
        </p:nvSpPr>
        <p:spPr>
          <a:xfrm>
            <a:off x="4572728" y="3240533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5" name="순서도: 연결자 304">
            <a:extLst>
              <a:ext uri="{FF2B5EF4-FFF2-40B4-BE49-F238E27FC236}">
                <a16:creationId xmlns:a16="http://schemas.microsoft.com/office/drawing/2014/main" id="{CEBE3B40-9771-CD66-0F55-C7E0F80BA38D}"/>
              </a:ext>
            </a:extLst>
          </p:cNvPr>
          <p:cNvSpPr/>
          <p:nvPr/>
        </p:nvSpPr>
        <p:spPr>
          <a:xfrm>
            <a:off x="4659616" y="3443573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7" name="순서도: 연결자 306">
            <a:extLst>
              <a:ext uri="{FF2B5EF4-FFF2-40B4-BE49-F238E27FC236}">
                <a16:creationId xmlns:a16="http://schemas.microsoft.com/office/drawing/2014/main" id="{7868B7CE-B71A-CC45-04F3-8752E0BC2479}"/>
              </a:ext>
            </a:extLst>
          </p:cNvPr>
          <p:cNvSpPr/>
          <p:nvPr/>
        </p:nvSpPr>
        <p:spPr>
          <a:xfrm>
            <a:off x="4672542" y="364705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9" name="순서도: 연결자 308">
            <a:extLst>
              <a:ext uri="{FF2B5EF4-FFF2-40B4-BE49-F238E27FC236}">
                <a16:creationId xmlns:a16="http://schemas.microsoft.com/office/drawing/2014/main" id="{9E9D999B-0D4E-4ABE-30F6-061C7DBE2ECF}"/>
              </a:ext>
            </a:extLst>
          </p:cNvPr>
          <p:cNvSpPr/>
          <p:nvPr/>
        </p:nvSpPr>
        <p:spPr>
          <a:xfrm>
            <a:off x="4655147" y="3030363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1" name="순서도: 연결자 310">
            <a:extLst>
              <a:ext uri="{FF2B5EF4-FFF2-40B4-BE49-F238E27FC236}">
                <a16:creationId xmlns:a16="http://schemas.microsoft.com/office/drawing/2014/main" id="{2605732B-319B-93E2-C940-B07CF8946B0F}"/>
              </a:ext>
            </a:extLst>
          </p:cNvPr>
          <p:cNvSpPr/>
          <p:nvPr/>
        </p:nvSpPr>
        <p:spPr>
          <a:xfrm>
            <a:off x="4653018" y="385231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5" name="순서도: 연결자 314">
            <a:extLst>
              <a:ext uri="{FF2B5EF4-FFF2-40B4-BE49-F238E27FC236}">
                <a16:creationId xmlns:a16="http://schemas.microsoft.com/office/drawing/2014/main" id="{577045DD-4837-5BA5-05C9-55B510BD898A}"/>
              </a:ext>
            </a:extLst>
          </p:cNvPr>
          <p:cNvSpPr/>
          <p:nvPr/>
        </p:nvSpPr>
        <p:spPr>
          <a:xfrm>
            <a:off x="6050773" y="2409849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7" name="순서도: 연결자 316">
            <a:extLst>
              <a:ext uri="{FF2B5EF4-FFF2-40B4-BE49-F238E27FC236}">
                <a16:creationId xmlns:a16="http://schemas.microsoft.com/office/drawing/2014/main" id="{A3FA5B74-5D39-22EF-2907-3EF2D22109B9}"/>
              </a:ext>
            </a:extLst>
          </p:cNvPr>
          <p:cNvSpPr/>
          <p:nvPr/>
        </p:nvSpPr>
        <p:spPr>
          <a:xfrm>
            <a:off x="6056407" y="2628181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9" name="순서도: 연결자 318">
            <a:extLst>
              <a:ext uri="{FF2B5EF4-FFF2-40B4-BE49-F238E27FC236}">
                <a16:creationId xmlns:a16="http://schemas.microsoft.com/office/drawing/2014/main" id="{D0B93E72-64DD-6039-E9F3-3F76DFD23F74}"/>
              </a:ext>
            </a:extLst>
          </p:cNvPr>
          <p:cNvSpPr/>
          <p:nvPr/>
        </p:nvSpPr>
        <p:spPr>
          <a:xfrm>
            <a:off x="6054186" y="284307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3" name="순서도: 연결자 332">
            <a:extLst>
              <a:ext uri="{FF2B5EF4-FFF2-40B4-BE49-F238E27FC236}">
                <a16:creationId xmlns:a16="http://schemas.microsoft.com/office/drawing/2014/main" id="{87BF2718-5AD4-B179-E7CF-B726B1D5460F}"/>
              </a:ext>
            </a:extLst>
          </p:cNvPr>
          <p:cNvSpPr/>
          <p:nvPr/>
        </p:nvSpPr>
        <p:spPr>
          <a:xfrm>
            <a:off x="7395850" y="2403885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5" name="순서도: 연결자 334">
            <a:extLst>
              <a:ext uri="{FF2B5EF4-FFF2-40B4-BE49-F238E27FC236}">
                <a16:creationId xmlns:a16="http://schemas.microsoft.com/office/drawing/2014/main" id="{8CCE9DD1-38D2-3CD1-3B5B-6EED050D8444}"/>
              </a:ext>
            </a:extLst>
          </p:cNvPr>
          <p:cNvSpPr/>
          <p:nvPr/>
        </p:nvSpPr>
        <p:spPr>
          <a:xfrm>
            <a:off x="7294744" y="2628181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7" name="순서도: 연결자 336">
            <a:extLst>
              <a:ext uri="{FF2B5EF4-FFF2-40B4-BE49-F238E27FC236}">
                <a16:creationId xmlns:a16="http://schemas.microsoft.com/office/drawing/2014/main" id="{8DA0F507-F340-55FA-86B9-B834733D9D8B}"/>
              </a:ext>
            </a:extLst>
          </p:cNvPr>
          <p:cNvSpPr/>
          <p:nvPr/>
        </p:nvSpPr>
        <p:spPr>
          <a:xfrm>
            <a:off x="7294744" y="2832715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9" name="순서도: 연결자 338">
            <a:extLst>
              <a:ext uri="{FF2B5EF4-FFF2-40B4-BE49-F238E27FC236}">
                <a16:creationId xmlns:a16="http://schemas.microsoft.com/office/drawing/2014/main" id="{A7CCB49B-B796-68DD-8BA3-7E974FFCE63E}"/>
              </a:ext>
            </a:extLst>
          </p:cNvPr>
          <p:cNvSpPr/>
          <p:nvPr/>
        </p:nvSpPr>
        <p:spPr>
          <a:xfrm>
            <a:off x="7307833" y="3054435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1" name="순서도: 연결자 340">
            <a:extLst>
              <a:ext uri="{FF2B5EF4-FFF2-40B4-BE49-F238E27FC236}">
                <a16:creationId xmlns:a16="http://schemas.microsoft.com/office/drawing/2014/main" id="{4560BA05-492A-4AF3-5233-F01942E67678}"/>
              </a:ext>
            </a:extLst>
          </p:cNvPr>
          <p:cNvSpPr/>
          <p:nvPr/>
        </p:nvSpPr>
        <p:spPr>
          <a:xfrm>
            <a:off x="6903419" y="3242345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3" name="순서도: 연결자 342">
            <a:extLst>
              <a:ext uri="{FF2B5EF4-FFF2-40B4-BE49-F238E27FC236}">
                <a16:creationId xmlns:a16="http://schemas.microsoft.com/office/drawing/2014/main" id="{0B980D3C-68DB-CDAF-E051-06ACCD9F29F6}"/>
              </a:ext>
            </a:extLst>
          </p:cNvPr>
          <p:cNvSpPr/>
          <p:nvPr/>
        </p:nvSpPr>
        <p:spPr>
          <a:xfrm>
            <a:off x="7498978" y="3456498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5" name="순서도: 연결자 344">
            <a:extLst>
              <a:ext uri="{FF2B5EF4-FFF2-40B4-BE49-F238E27FC236}">
                <a16:creationId xmlns:a16="http://schemas.microsoft.com/office/drawing/2014/main" id="{21BB6342-B9E7-70F3-F9EC-B9C083C4567E}"/>
              </a:ext>
            </a:extLst>
          </p:cNvPr>
          <p:cNvSpPr/>
          <p:nvPr/>
        </p:nvSpPr>
        <p:spPr>
          <a:xfrm>
            <a:off x="8563535" y="2487138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7" name="순서도: 연결자 346">
            <a:extLst>
              <a:ext uri="{FF2B5EF4-FFF2-40B4-BE49-F238E27FC236}">
                <a16:creationId xmlns:a16="http://schemas.microsoft.com/office/drawing/2014/main" id="{3427236B-6EE9-407C-AB0A-0B7A7F4E47B7}"/>
              </a:ext>
            </a:extLst>
          </p:cNvPr>
          <p:cNvSpPr/>
          <p:nvPr/>
        </p:nvSpPr>
        <p:spPr>
          <a:xfrm>
            <a:off x="8368054" y="2705992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9" name="순서도: 연결자 348">
            <a:extLst>
              <a:ext uri="{FF2B5EF4-FFF2-40B4-BE49-F238E27FC236}">
                <a16:creationId xmlns:a16="http://schemas.microsoft.com/office/drawing/2014/main" id="{988EEF26-545B-4DEE-94CD-B2DC4A54092B}"/>
              </a:ext>
            </a:extLst>
          </p:cNvPr>
          <p:cNvSpPr/>
          <p:nvPr/>
        </p:nvSpPr>
        <p:spPr>
          <a:xfrm>
            <a:off x="8347616" y="2925288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1" name="순서도: 연결자 350">
            <a:extLst>
              <a:ext uri="{FF2B5EF4-FFF2-40B4-BE49-F238E27FC236}">
                <a16:creationId xmlns:a16="http://schemas.microsoft.com/office/drawing/2014/main" id="{3C6546EC-9033-8BCD-DC11-82357118BBE1}"/>
              </a:ext>
            </a:extLst>
          </p:cNvPr>
          <p:cNvSpPr/>
          <p:nvPr/>
        </p:nvSpPr>
        <p:spPr>
          <a:xfrm>
            <a:off x="8674864" y="3122138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3" name="순서도: 연결자 352">
            <a:extLst>
              <a:ext uri="{FF2B5EF4-FFF2-40B4-BE49-F238E27FC236}">
                <a16:creationId xmlns:a16="http://schemas.microsoft.com/office/drawing/2014/main" id="{5082D0C9-8848-46DB-CCE2-F284A926EAE7}"/>
              </a:ext>
            </a:extLst>
          </p:cNvPr>
          <p:cNvSpPr/>
          <p:nvPr/>
        </p:nvSpPr>
        <p:spPr>
          <a:xfrm>
            <a:off x="9597161" y="246295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5" name="순서도: 연결자 354">
            <a:extLst>
              <a:ext uri="{FF2B5EF4-FFF2-40B4-BE49-F238E27FC236}">
                <a16:creationId xmlns:a16="http://schemas.microsoft.com/office/drawing/2014/main" id="{284FC7DD-990F-903B-5469-67DAAF31E6F7}"/>
              </a:ext>
            </a:extLst>
          </p:cNvPr>
          <p:cNvSpPr/>
          <p:nvPr/>
        </p:nvSpPr>
        <p:spPr>
          <a:xfrm>
            <a:off x="9527311" y="267885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7" name="순서도: 연결자 356">
            <a:extLst>
              <a:ext uri="{FF2B5EF4-FFF2-40B4-BE49-F238E27FC236}">
                <a16:creationId xmlns:a16="http://schemas.microsoft.com/office/drawing/2014/main" id="{CBCEFFD5-7F41-267D-60A5-141C97535A93}"/>
              </a:ext>
            </a:extLst>
          </p:cNvPr>
          <p:cNvSpPr/>
          <p:nvPr/>
        </p:nvSpPr>
        <p:spPr>
          <a:xfrm>
            <a:off x="9495561" y="287570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9" name="순서도: 연결자 358">
            <a:extLst>
              <a:ext uri="{FF2B5EF4-FFF2-40B4-BE49-F238E27FC236}">
                <a16:creationId xmlns:a16="http://schemas.microsoft.com/office/drawing/2014/main" id="{5088CB55-E175-C3BB-AAC0-7B05B26E169D}"/>
              </a:ext>
            </a:extLst>
          </p:cNvPr>
          <p:cNvSpPr/>
          <p:nvPr/>
        </p:nvSpPr>
        <p:spPr>
          <a:xfrm>
            <a:off x="9597161" y="308525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1" name="순서도: 연결자 360">
            <a:extLst>
              <a:ext uri="{FF2B5EF4-FFF2-40B4-BE49-F238E27FC236}">
                <a16:creationId xmlns:a16="http://schemas.microsoft.com/office/drawing/2014/main" id="{CBC1499E-0354-9FFC-6267-FDBF3C53A5DE}"/>
              </a:ext>
            </a:extLst>
          </p:cNvPr>
          <p:cNvSpPr/>
          <p:nvPr/>
        </p:nvSpPr>
        <p:spPr>
          <a:xfrm>
            <a:off x="9527311" y="330115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3" name="순서도: 연결자 362">
            <a:extLst>
              <a:ext uri="{FF2B5EF4-FFF2-40B4-BE49-F238E27FC236}">
                <a16:creationId xmlns:a16="http://schemas.microsoft.com/office/drawing/2014/main" id="{C375F645-BA3D-E0B0-078C-6CE5D9B67B95}"/>
              </a:ext>
            </a:extLst>
          </p:cNvPr>
          <p:cNvSpPr/>
          <p:nvPr/>
        </p:nvSpPr>
        <p:spPr>
          <a:xfrm>
            <a:off x="9406661" y="391710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5" name="순서도: 연결자 364">
            <a:extLst>
              <a:ext uri="{FF2B5EF4-FFF2-40B4-BE49-F238E27FC236}">
                <a16:creationId xmlns:a16="http://schemas.microsoft.com/office/drawing/2014/main" id="{D188B617-81CC-61B8-8E90-10B53355CA64}"/>
              </a:ext>
            </a:extLst>
          </p:cNvPr>
          <p:cNvSpPr/>
          <p:nvPr/>
        </p:nvSpPr>
        <p:spPr>
          <a:xfrm>
            <a:off x="9603511" y="450765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7" name="순서도: 연결자 366">
            <a:extLst>
              <a:ext uri="{FF2B5EF4-FFF2-40B4-BE49-F238E27FC236}">
                <a16:creationId xmlns:a16="http://schemas.microsoft.com/office/drawing/2014/main" id="{8F8DFAF4-8EBB-FFE3-6CDB-8CF0598F511C}"/>
              </a:ext>
            </a:extLst>
          </p:cNvPr>
          <p:cNvSpPr/>
          <p:nvPr/>
        </p:nvSpPr>
        <p:spPr>
          <a:xfrm>
            <a:off x="9385213" y="4316185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9" name="순서도: 연결자 368">
            <a:extLst>
              <a:ext uri="{FF2B5EF4-FFF2-40B4-BE49-F238E27FC236}">
                <a16:creationId xmlns:a16="http://schemas.microsoft.com/office/drawing/2014/main" id="{5533DA98-CAE4-46E7-B2EB-B7C434F663BE}"/>
              </a:ext>
            </a:extLst>
          </p:cNvPr>
          <p:cNvSpPr/>
          <p:nvPr/>
        </p:nvSpPr>
        <p:spPr>
          <a:xfrm>
            <a:off x="9578826" y="4104345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1" name="순서도: 연결자 370">
            <a:extLst>
              <a:ext uri="{FF2B5EF4-FFF2-40B4-BE49-F238E27FC236}">
                <a16:creationId xmlns:a16="http://schemas.microsoft.com/office/drawing/2014/main" id="{6092A37F-DCB9-A884-1E41-BAEDC94F75A9}"/>
              </a:ext>
            </a:extLst>
          </p:cNvPr>
          <p:cNvSpPr/>
          <p:nvPr/>
        </p:nvSpPr>
        <p:spPr>
          <a:xfrm>
            <a:off x="9568659" y="3491657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617FCFDD-EED6-BE2F-EAED-376501E39B73}"/>
              </a:ext>
            </a:extLst>
          </p:cNvPr>
          <p:cNvCxnSpPr/>
          <p:nvPr/>
        </p:nvCxnSpPr>
        <p:spPr>
          <a:xfrm>
            <a:off x="2560762" y="868434"/>
            <a:ext cx="0" cy="4831155"/>
          </a:xfrm>
          <a:prstGeom prst="line">
            <a:avLst/>
          </a:prstGeom>
          <a:ln w="31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직사각형 375">
            <a:extLst>
              <a:ext uri="{FF2B5EF4-FFF2-40B4-BE49-F238E27FC236}">
                <a16:creationId xmlns:a16="http://schemas.microsoft.com/office/drawing/2014/main" id="{F1D49684-90CE-D419-3B94-83090FA45CFD}"/>
              </a:ext>
            </a:extLst>
          </p:cNvPr>
          <p:cNvSpPr/>
          <p:nvPr/>
        </p:nvSpPr>
        <p:spPr>
          <a:xfrm>
            <a:off x="1269052" y="1728187"/>
            <a:ext cx="13502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ct val="150000"/>
              </a:lnSpc>
            </a:pPr>
            <a:r>
              <a:rPr lang="ko-KR" altLang="en-US" sz="1200" i="1" dirty="0">
                <a:solidFill>
                  <a:srgbClr val="C00000"/>
                </a:solidFill>
              </a:rPr>
              <a:t>로그인 전</a:t>
            </a: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F98CF3AA-9B30-8B57-14E8-265D82329089}"/>
              </a:ext>
            </a:extLst>
          </p:cNvPr>
          <p:cNvSpPr/>
          <p:nvPr/>
        </p:nvSpPr>
        <p:spPr>
          <a:xfrm>
            <a:off x="9433297" y="4716413"/>
            <a:ext cx="72008" cy="72008"/>
          </a:xfrm>
          <a:prstGeom prst="flowChartConnector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29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A2871-619D-AA3A-2C92-D5D467BC0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896AB1D-CCBA-E60A-FCE2-AD87186C3D0F}"/>
              </a:ext>
            </a:extLst>
          </p:cNvPr>
          <p:cNvSpPr/>
          <p:nvPr/>
        </p:nvSpPr>
        <p:spPr>
          <a:xfrm>
            <a:off x="5472857" y="1037386"/>
            <a:ext cx="2016224" cy="288032"/>
          </a:xfrm>
          <a:prstGeom prst="rect">
            <a:avLst/>
          </a:prstGeom>
          <a:solidFill>
            <a:srgbClr val="00206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메인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ko-KR" altLang="en-US" sz="1100" dirty="0">
                <a:solidFill>
                  <a:schemeClr val="bg1"/>
                </a:solidFill>
              </a:rPr>
              <a:t>대시보드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30726E-9B67-4CC8-9F79-C32AB3673622}"/>
              </a:ext>
            </a:extLst>
          </p:cNvPr>
          <p:cNvSpPr txBox="1"/>
          <p:nvPr/>
        </p:nvSpPr>
        <p:spPr>
          <a:xfrm>
            <a:off x="288281" y="107901"/>
            <a:ext cx="1005532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r>
              <a:rPr lang="en-US" altLang="ko-KR" sz="1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IA</a:t>
            </a:r>
            <a:endParaRPr lang="ko-KR" altLang="en-US" sz="1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6BF714-8F22-C1E1-7EFC-5CC057602451}"/>
              </a:ext>
            </a:extLst>
          </p:cNvPr>
          <p:cNvSpPr/>
          <p:nvPr/>
        </p:nvSpPr>
        <p:spPr>
          <a:xfrm>
            <a:off x="3960689" y="2016219"/>
            <a:ext cx="115212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주문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배송관리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687F87-3AA4-40F1-3356-B446C8C37A3E}"/>
              </a:ext>
            </a:extLst>
          </p:cNvPr>
          <p:cNvSpPr/>
          <p:nvPr/>
        </p:nvSpPr>
        <p:spPr>
          <a:xfrm>
            <a:off x="5256833" y="2016219"/>
            <a:ext cx="115212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취소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반품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교환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CD1147-724C-0F8E-3ED9-91AE09048753}"/>
              </a:ext>
            </a:extLst>
          </p:cNvPr>
          <p:cNvSpPr/>
          <p:nvPr/>
        </p:nvSpPr>
        <p:spPr>
          <a:xfrm>
            <a:off x="6552977" y="2016219"/>
            <a:ext cx="115212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정산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통계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7FED16-A50D-2B12-E731-C7FBB784A0DC}"/>
              </a:ext>
            </a:extLst>
          </p:cNvPr>
          <p:cNvSpPr/>
          <p:nvPr/>
        </p:nvSpPr>
        <p:spPr>
          <a:xfrm>
            <a:off x="2664673" y="2016219"/>
            <a:ext cx="1152000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상품관리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28D6CE-15FB-611D-2166-75A9A86A95A5}"/>
              </a:ext>
            </a:extLst>
          </p:cNvPr>
          <p:cNvSpPr/>
          <p:nvPr/>
        </p:nvSpPr>
        <p:spPr>
          <a:xfrm>
            <a:off x="7819690" y="2016219"/>
            <a:ext cx="1001850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고객센터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405552-9B3A-EED5-00BC-963A8C6AF759}"/>
              </a:ext>
            </a:extLst>
          </p:cNvPr>
          <p:cNvSpPr/>
          <p:nvPr/>
        </p:nvSpPr>
        <p:spPr>
          <a:xfrm>
            <a:off x="8971200" y="2020461"/>
            <a:ext cx="1001850" cy="28803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시스템 관리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AAF5C7-8159-7459-5AEE-49610CBCF789}"/>
              </a:ext>
            </a:extLst>
          </p:cNvPr>
          <p:cNvSpPr txBox="1"/>
          <p:nvPr/>
        </p:nvSpPr>
        <p:spPr>
          <a:xfrm>
            <a:off x="8878920" y="2351787"/>
            <a:ext cx="761747" cy="27662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팝업관리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상품정보고시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알림톡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전자정부관리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기획전관리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로고관리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6AAA0F-00E7-933E-26F9-6A74737E7051}"/>
              </a:ext>
            </a:extLst>
          </p:cNvPr>
          <p:cNvSpPr txBox="1"/>
          <p:nvPr/>
        </p:nvSpPr>
        <p:spPr>
          <a:xfrm>
            <a:off x="7756897" y="2387485"/>
            <a:ext cx="857927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1:1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 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바우처잔액조회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927957-9089-FB6C-13B4-D3EBC0D75BE7}"/>
              </a:ext>
            </a:extLst>
          </p:cNvPr>
          <p:cNvSpPr txBox="1"/>
          <p:nvPr/>
        </p:nvSpPr>
        <p:spPr>
          <a:xfrm>
            <a:off x="2585580" y="2304251"/>
            <a:ext cx="803425" cy="1104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 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후기 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추천 순위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상품관련 설정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76E196-C459-428D-DA9F-E53631381CAE}"/>
              </a:ext>
            </a:extLst>
          </p:cNvPr>
          <p:cNvSpPr/>
          <p:nvPr/>
        </p:nvSpPr>
        <p:spPr>
          <a:xfrm>
            <a:off x="8821540" y="1712910"/>
            <a:ext cx="233589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u="sng" spc="-150" dirty="0">
                <a:solidFill>
                  <a:schemeClr val="tx1"/>
                </a:solidFill>
              </a:rPr>
              <a:t>인터페이스 설정 ｜ 정보수정 ｜</a:t>
            </a:r>
            <a:r>
              <a:rPr lang="ko-KR" altLang="en-US" sz="900" u="sng" spc="-150" dirty="0" err="1">
                <a:solidFill>
                  <a:schemeClr val="tx1"/>
                </a:solidFill>
              </a:rPr>
              <a:t>사이트맵</a:t>
            </a:r>
            <a:r>
              <a:rPr lang="ko-KR" altLang="en-US" sz="900" u="sng" spc="-150" dirty="0">
                <a:solidFill>
                  <a:schemeClr val="tx1"/>
                </a:solidFill>
              </a:rPr>
              <a:t> ｜로그아웃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044200-BCE8-2561-852B-D59CBF3D66A5}"/>
              </a:ext>
            </a:extLst>
          </p:cNvPr>
          <p:cNvSpPr/>
          <p:nvPr/>
        </p:nvSpPr>
        <p:spPr>
          <a:xfrm>
            <a:off x="1269052" y="2350329"/>
            <a:ext cx="13502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파트너 가입 안내</a:t>
            </a:r>
            <a:endParaRPr lang="en-US" altLang="ko-KR" sz="900" spc="-15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파트너가입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E78C923-9CEB-3154-4FF7-1F17D0F04873}"/>
              </a:ext>
            </a:extLst>
          </p:cNvPr>
          <p:cNvSpPr/>
          <p:nvPr/>
        </p:nvSpPr>
        <p:spPr>
          <a:xfrm>
            <a:off x="1360019" y="2016219"/>
            <a:ext cx="1152000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로그인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C37725-7E61-2AA4-8802-4F89FAA2D4CE}"/>
              </a:ext>
            </a:extLst>
          </p:cNvPr>
          <p:cNvSpPr txBox="1"/>
          <p:nvPr/>
        </p:nvSpPr>
        <p:spPr>
          <a:xfrm>
            <a:off x="3872356" y="2304251"/>
            <a:ext cx="761747" cy="17275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통합주문내역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결제완료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상품준비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배송준비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배송중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구매확정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결제실패목록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C2FB8F-2437-BF7E-A9D8-6517189E736A}"/>
              </a:ext>
            </a:extLst>
          </p:cNvPr>
          <p:cNvSpPr txBox="1"/>
          <p:nvPr/>
        </p:nvSpPr>
        <p:spPr>
          <a:xfrm>
            <a:off x="5201150" y="2304251"/>
            <a:ext cx="569387" cy="688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취소목록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반품목록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교환목록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CBAAF3-F7F5-E61F-152A-CC36CCFC1BEB}"/>
              </a:ext>
            </a:extLst>
          </p:cNvPr>
          <p:cNvSpPr txBox="1"/>
          <p:nvPr/>
        </p:nvSpPr>
        <p:spPr>
          <a:xfrm>
            <a:off x="6486550" y="2304251"/>
            <a:ext cx="954107" cy="1312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모빌리언스정산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정산내역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주문통계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상품통계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바우처미적용통계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8112D10-2471-474E-B6A4-4DA7211FD564}"/>
              </a:ext>
            </a:extLst>
          </p:cNvPr>
          <p:cNvSpPr/>
          <p:nvPr/>
        </p:nvSpPr>
        <p:spPr>
          <a:xfrm>
            <a:off x="9547659" y="6049900"/>
            <a:ext cx="181529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tx1"/>
                </a:solidFill>
              </a:rPr>
              <a:t>회사소개 ｜ 이용약관 ｜개인정보처리방침 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8EA4A582-845C-C120-1AE0-8A98C00172F7}"/>
              </a:ext>
            </a:extLst>
          </p:cNvPr>
          <p:cNvSpPr/>
          <p:nvPr/>
        </p:nvSpPr>
        <p:spPr>
          <a:xfrm>
            <a:off x="10110604" y="2015928"/>
            <a:ext cx="1001850" cy="288032"/>
          </a:xfrm>
          <a:prstGeom prst="rect">
            <a:avLst/>
          </a:prstGeom>
          <a:solidFill>
            <a:srgbClr val="2A267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설정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03D53F1-7952-83B3-1E95-06214A8ABB9B}"/>
              </a:ext>
            </a:extLst>
          </p:cNvPr>
          <p:cNvSpPr txBox="1"/>
          <p:nvPr/>
        </p:nvSpPr>
        <p:spPr>
          <a:xfrm>
            <a:off x="10098209" y="2362022"/>
            <a:ext cx="954107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담당자권한관리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업체정보관리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자동주문접수관리</a:t>
            </a:r>
          </a:p>
        </p:txBody>
      </p: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8B058882-6DBD-8323-85D2-6A04619BF857}"/>
              </a:ext>
            </a:extLst>
          </p:cNvPr>
          <p:cNvCxnSpPr/>
          <p:nvPr/>
        </p:nvCxnSpPr>
        <p:spPr>
          <a:xfrm>
            <a:off x="2560762" y="868434"/>
            <a:ext cx="0" cy="4831155"/>
          </a:xfrm>
          <a:prstGeom prst="line">
            <a:avLst/>
          </a:prstGeom>
          <a:ln w="31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864F76-0952-978A-347C-78F7871F6B2F}"/>
              </a:ext>
            </a:extLst>
          </p:cNvPr>
          <p:cNvSpPr/>
          <p:nvPr/>
        </p:nvSpPr>
        <p:spPr>
          <a:xfrm>
            <a:off x="1290986" y="1695718"/>
            <a:ext cx="13502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ct val="150000"/>
              </a:lnSpc>
            </a:pPr>
            <a:r>
              <a:rPr lang="ko-KR" altLang="en-US" sz="1200" i="1" dirty="0">
                <a:solidFill>
                  <a:srgbClr val="C00000"/>
                </a:solidFill>
              </a:rPr>
              <a:t>로그인 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F9316F-5908-701E-7DDE-3BFAACEE031C}"/>
              </a:ext>
            </a:extLst>
          </p:cNvPr>
          <p:cNvSpPr txBox="1"/>
          <p:nvPr/>
        </p:nvSpPr>
        <p:spPr>
          <a:xfrm>
            <a:off x="3803715" y="4536288"/>
            <a:ext cx="1016625" cy="17275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합쳐진 기존 메뉴들 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상품목록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상품등록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할인관리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배송탬플릿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구매안내관리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브랜드관리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상품변경승인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3F76BD1-3A3D-57E1-2028-BD53CC3DD19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335335" y="2494345"/>
            <a:ext cx="976693" cy="2041943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24780EE0-CD9B-859B-85E5-31F9B440C9AD}"/>
              </a:ext>
            </a:extLst>
          </p:cNvPr>
          <p:cNvGrpSpPr/>
          <p:nvPr/>
        </p:nvGrpSpPr>
        <p:grpSpPr>
          <a:xfrm>
            <a:off x="11457275" y="674639"/>
            <a:ext cx="1502832" cy="1301557"/>
            <a:chOff x="11521529" y="537814"/>
            <a:chExt cx="1502832" cy="1301557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05C9A5D-367D-21B3-AA7E-416B0EA3EC21}"/>
                </a:ext>
              </a:extLst>
            </p:cNvPr>
            <p:cNvSpPr/>
            <p:nvPr/>
          </p:nvSpPr>
          <p:spPr>
            <a:xfrm>
              <a:off x="11521529" y="543227"/>
              <a:ext cx="1151243" cy="1296144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3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28257F-58F3-775B-732C-401EFA1A98DD}"/>
                </a:ext>
              </a:extLst>
            </p:cNvPr>
            <p:cNvSpPr txBox="1"/>
            <p:nvPr/>
          </p:nvSpPr>
          <p:spPr>
            <a:xfrm>
              <a:off x="11674091" y="813285"/>
              <a:ext cx="998681" cy="991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정산 담당자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콜센터 담당자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판매 담당자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판매업체 담당자</a:t>
              </a:r>
              <a:endParaRPr lang="en-US" altLang="ko-KR" sz="800" spc="-15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슈퍼 </a:t>
              </a:r>
              <a:r>
                <a:rPr lang="ko-KR" altLang="en-US" sz="800" spc="-150" dirty="0" err="1"/>
                <a:t>어드민</a:t>
              </a:r>
              <a:endParaRPr lang="ko-KR" altLang="en-US" sz="800" spc="-150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D9E727A-51B0-2DBF-4783-BBF2473C467A}"/>
                </a:ext>
              </a:extLst>
            </p:cNvPr>
            <p:cNvSpPr/>
            <p:nvPr/>
          </p:nvSpPr>
          <p:spPr>
            <a:xfrm>
              <a:off x="11674091" y="537814"/>
              <a:ext cx="1350270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900" b="1" spc="-150" dirty="0">
                  <a:solidFill>
                    <a:schemeClr val="tx1"/>
                  </a:solidFill>
                </a:rPr>
                <a:t>메뉴 접근 권한</a:t>
              </a:r>
            </a:p>
          </p:txBody>
        </p:sp>
        <p:sp>
          <p:nvSpPr>
            <p:cNvPr id="19" name="순서도: 연결자 18">
              <a:extLst>
                <a:ext uri="{FF2B5EF4-FFF2-40B4-BE49-F238E27FC236}">
                  <a16:creationId xmlns:a16="http://schemas.microsoft.com/office/drawing/2014/main" id="{C6D47998-CD28-09A2-6B70-96F8DE181FEC}"/>
                </a:ext>
              </a:extLst>
            </p:cNvPr>
            <p:cNvSpPr/>
            <p:nvPr/>
          </p:nvSpPr>
          <p:spPr>
            <a:xfrm>
              <a:off x="11737553" y="1465498"/>
              <a:ext cx="72008" cy="72008"/>
            </a:xfrm>
            <a:prstGeom prst="flowChartConnector">
              <a:avLst/>
            </a:prstGeom>
            <a:solidFill>
              <a:srgbClr val="00B05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순서도: 연결자 21">
              <a:extLst>
                <a:ext uri="{FF2B5EF4-FFF2-40B4-BE49-F238E27FC236}">
                  <a16:creationId xmlns:a16="http://schemas.microsoft.com/office/drawing/2014/main" id="{9A0BED70-C9AA-6491-D3D2-242E161D1525}"/>
                </a:ext>
              </a:extLst>
            </p:cNvPr>
            <p:cNvSpPr/>
            <p:nvPr/>
          </p:nvSpPr>
          <p:spPr>
            <a:xfrm>
              <a:off x="11737553" y="1283651"/>
              <a:ext cx="72008" cy="72008"/>
            </a:xfrm>
            <a:prstGeom prst="flowChartConnector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순서도: 연결자 22">
              <a:extLst>
                <a:ext uri="{FF2B5EF4-FFF2-40B4-BE49-F238E27FC236}">
                  <a16:creationId xmlns:a16="http://schemas.microsoft.com/office/drawing/2014/main" id="{106BA0EB-4FA6-9904-EC5A-4143AFE1A006}"/>
                </a:ext>
              </a:extLst>
            </p:cNvPr>
            <p:cNvSpPr/>
            <p:nvPr/>
          </p:nvSpPr>
          <p:spPr>
            <a:xfrm>
              <a:off x="11737553" y="923611"/>
              <a:ext cx="72008" cy="72008"/>
            </a:xfrm>
            <a:prstGeom prst="flowChartConnector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순서도: 연결자 23">
              <a:extLst>
                <a:ext uri="{FF2B5EF4-FFF2-40B4-BE49-F238E27FC236}">
                  <a16:creationId xmlns:a16="http://schemas.microsoft.com/office/drawing/2014/main" id="{994F6402-3A16-750D-0F9F-2A600C11D49B}"/>
                </a:ext>
              </a:extLst>
            </p:cNvPr>
            <p:cNvSpPr/>
            <p:nvPr/>
          </p:nvSpPr>
          <p:spPr>
            <a:xfrm>
              <a:off x="11737553" y="1112077"/>
              <a:ext cx="72008" cy="72008"/>
            </a:xfrm>
            <a:prstGeom prst="flowChartConnector">
              <a:avLst/>
            </a:prstGeom>
            <a:solidFill>
              <a:srgbClr val="234DD3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순서도: 연결자 24">
              <a:extLst>
                <a:ext uri="{FF2B5EF4-FFF2-40B4-BE49-F238E27FC236}">
                  <a16:creationId xmlns:a16="http://schemas.microsoft.com/office/drawing/2014/main" id="{76AA8387-CFA8-DD25-5C0D-F3627E2B99BB}"/>
                </a:ext>
              </a:extLst>
            </p:cNvPr>
            <p:cNvSpPr/>
            <p:nvPr/>
          </p:nvSpPr>
          <p:spPr>
            <a:xfrm>
              <a:off x="11737553" y="1647345"/>
              <a:ext cx="72008" cy="72008"/>
            </a:xfrm>
            <a:prstGeom prst="flowChartConnector">
              <a:avLst/>
            </a:prstGeom>
            <a:solidFill>
              <a:srgbClr val="FFC0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4265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E8809E-7299-4003-EBA5-0F8E01D79603}"/>
              </a:ext>
            </a:extLst>
          </p:cNvPr>
          <p:cNvSpPr txBox="1"/>
          <p:nvPr/>
        </p:nvSpPr>
        <p:spPr>
          <a:xfrm>
            <a:off x="307331" y="185242"/>
            <a:ext cx="94731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50">
            <a:extLst>
              <a:ext uri="{FF2B5EF4-FFF2-40B4-BE49-F238E27FC236}">
                <a16:creationId xmlns:a16="http://schemas.microsoft.com/office/drawing/2014/main" id="{97E66B7C-8213-9870-9A16-637B9582E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365702"/>
              </p:ext>
            </p:extLst>
          </p:nvPr>
        </p:nvGraphicFramePr>
        <p:xfrm>
          <a:off x="432297" y="696916"/>
          <a:ext cx="12097345" cy="5446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28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0913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920012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125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515199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294009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3984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33508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슈퍼 </a:t>
                      </a:r>
                      <a:r>
                        <a:rPr lang="ko-KR" altLang="en-US" sz="800" spc="-150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어드민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 접근 시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신청 상태 상품을  포함하여 선택 한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선택 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신청 반려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신청 상태 상품만 선택 해주세요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슈퍼 </a:t>
                      </a:r>
                      <a:r>
                        <a:rPr lang="ko-KR" altLang="en-US" sz="800" spc="-150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어드민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 접근 시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신청 상태 상품을  포함하여 선택 한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선택 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변경 신청 반려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신청 상태 상품만 선택 해주세요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슈퍼 </a:t>
                      </a:r>
                      <a:r>
                        <a:rPr lang="ko-KR" altLang="en-US" sz="800" spc="-150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어드민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 접근 시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상품을 선택하지 않고 버튼을 클릭 한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신청 반려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버튼 클릭 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변경 신청 반려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신청하실 상품을 먼저 선택 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관리자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등록 신청 반려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CH-A-PR-01-01-02p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사유를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관리자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등록 신청 반려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CH-A-PR-01-01-02p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 작성 중  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글을 삭제하고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종료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관리자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등록 신청 반려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CH-A-PR-01-01-02p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 항목 정상 입력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반려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신청이 정상 반려되었습니다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_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변경 신청 반려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CH-A-PR-01-01-03p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사유를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_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변경 신청 반려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CH-A-PR-01-01-03p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 작성 중  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글을 삭제하고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종료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_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변경 신청 반려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CH-A-PR-01-01-03p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 항목 정상 입력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반려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신청이 정상 반려되었습니다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목록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판매업체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판매담당자 접근 시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CH-A-PR-01-01-01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상품을 선택하지 않고 버튼을 클릭 한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할인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수정 적용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할인을 적용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할 상품을 먼저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4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 적용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CH-A-PR-01-01-04p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상태를 선택하지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적용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상태를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 적용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CH-A-PR-01-01-04p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정액할인 선택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금액을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적용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 적용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CH-A-PR-01-01-04p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비율할인 선택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또는 비율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입력하지 않은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적용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또는 할인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43415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 적용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CH-A-PR-01-01-04p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목록에 상품이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상태에서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삭제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상품에 할인을 적용할 수 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0175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 적용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CH-A-PR-01-01-04p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적용을 취소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적용을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종료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153524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할인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 적용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CH-A-PR-01-01-04p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항목 정상 입력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적용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내용이 정상적으로 적용 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630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096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26DF8A-8AC2-0402-F28D-FADC9056B7AA}"/>
              </a:ext>
            </a:extLst>
          </p:cNvPr>
          <p:cNvSpPr txBox="1"/>
          <p:nvPr/>
        </p:nvSpPr>
        <p:spPr>
          <a:xfrm>
            <a:off x="307331" y="185242"/>
            <a:ext cx="94731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50">
            <a:extLst>
              <a:ext uri="{FF2B5EF4-FFF2-40B4-BE49-F238E27FC236}">
                <a16:creationId xmlns:a16="http://schemas.microsoft.com/office/drawing/2014/main" id="{2A9BFF92-03EE-5974-D860-07ADDEDF9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177260"/>
              </p:ext>
            </p:extLst>
          </p:nvPr>
        </p:nvGraphicFramePr>
        <p:xfrm>
          <a:off x="432297" y="696916"/>
          <a:ext cx="12097345" cy="5596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28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0913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920012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125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515199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294009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3984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33508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검색 레이어 팝업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+mn-ea"/>
                        </a:rPr>
                        <a:t>상품추가 케이스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CH-A-PR-01-01-05p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숫자 이외의 문자열을 입력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번호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숫자만 입력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검색 레이어 팝업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+mn-ea"/>
                        </a:rPr>
                        <a:t>상품추가 케이스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CH-A-PR-01-01-05p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상품을 선택하지 않고 버튼을 클릭 한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추가하실 상품을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검색 레이어 팝업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+mn-ea"/>
                        </a:rPr>
                        <a:t>상품추가 케이스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CH-A-PR-01-01-05p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추가 취소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추가를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종료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검색 레이어 팝업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+mn-ea"/>
                        </a:rPr>
                        <a:t>상품추가 케이스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CH-A-PR-01-01-05p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정상 추가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선택하신 상품이 추가되었습니다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카테고리가 선택되지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브랜드가 선택되지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신규등록 진행 중 브랜드 명을 입력하지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신규등록이 정상 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등록이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브랜드 선택 탭 활성화 처리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제조업체가 선택되지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 업체 신규 등록 진행 중 업체명을 입력하지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업체명을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 신규등록이 정상 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 등록이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제조업체 선택 탭 활성화 처리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 미 입력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판매기간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 설정 선택 후 기간설정을 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판매기간을 설정해주세요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43415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판매가를 입력하지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판매가를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0175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재고수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량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수량입력 선택 후 수량을 입력하지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재고수량을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153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22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C1329A-D1DF-3165-FBBA-2FE3F1477115}"/>
              </a:ext>
            </a:extLst>
          </p:cNvPr>
          <p:cNvSpPr txBox="1"/>
          <p:nvPr/>
        </p:nvSpPr>
        <p:spPr>
          <a:xfrm>
            <a:off x="307331" y="185242"/>
            <a:ext cx="94731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484E04F3-E058-1100-F90B-B9944DA9D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060057"/>
              </p:ext>
            </p:extLst>
          </p:nvPr>
        </p:nvGraphicFramePr>
        <p:xfrm>
          <a:off x="432297" y="696916"/>
          <a:ext cx="12097345" cy="5628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28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0913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920012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125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515199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294009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3984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33508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설정 시도 시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옵션명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누락 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옵션 설정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설정 시도 시  추가금액을 누락 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옵션 설정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 금액을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76176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설정 시도 시  수량을 누락 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옵션 설정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17447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설정 시도 시  정상적으로 입력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옵션 설정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설정 값이 적용 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상품정보고시를 선택하지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 상품 군 선택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 입력 후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 상품정보고시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설정 화면 내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 설정이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탬플릿을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설정하지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탬플릿을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설정해주세요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명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 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신규 등록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방법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 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신규 등록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방법을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배송비 유형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 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신규 등록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배송비 유형을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출고지 정보 명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 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신규 등록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출고지 정보를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교환지 정보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 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신규 등록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교환지 정보를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 배송지 정보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 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신규 등록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 배송비 정보를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93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4699B-EF5A-EE57-83A9-2A543DE1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70219-3B86-ED61-AE08-B882AA2255FC}"/>
              </a:ext>
            </a:extLst>
          </p:cNvPr>
          <p:cNvSpPr txBox="1"/>
          <p:nvPr/>
        </p:nvSpPr>
        <p:spPr>
          <a:xfrm>
            <a:off x="307331" y="185242"/>
            <a:ext cx="94731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1DBA7A86-8A33-47F0-6FA5-D2C445534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65781"/>
              </p:ext>
            </p:extLst>
          </p:nvPr>
        </p:nvGraphicFramePr>
        <p:xfrm>
          <a:off x="432297" y="696916"/>
          <a:ext cx="12097345" cy="5479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28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0913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920012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125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515199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294009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3984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33508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배송예상일 정보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 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신규 등록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배송예상일 정보를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신규등록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 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신규 등록이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탬플릿을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배송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탬플릿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선택 탭 활성화 처리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76176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선택하였으나 선택한 구매안내 정보가 없을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구매안내 정보를 설정해주세요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17447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필터조건을 설정하지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필터조건을 설정해주세요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 이미지를 등록하지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 이미지를 등록해주세요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 이미지를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 이상 등록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사진등록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 이미지는 최대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장까지 등록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JPG,PNG,GIF</a:t>
                      </a:r>
                      <a:r>
                        <a:rPr lang="ko-KR" altLang="en-US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 포맷 외  등록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사진등록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JPG,PNG,GIF</a:t>
                      </a:r>
                      <a:r>
                        <a:rPr lang="ko-KR" altLang="en-US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형식만 등록 가능합니다</a:t>
                      </a: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설명 이미지를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 이상 등록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사진등록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상품설명 이미지는 최대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장까지 등록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정상적으로 입력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후 등록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상품정보가 정상적으로 저장되었습니다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반영을 원하실 경우 상품 등록 신청을 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CH-A-PR-01-01-06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정보를 입력 중 중간에 취소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입력하신 정보를 모두 삭제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 삭제 후 상품 정보 목록으로 이동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CH-A-PR-01-01-01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검색 레이어 팝업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+mn-ea"/>
                        </a:rPr>
                        <a:t>상품복사 케이스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CH-A-PR-01-01-07p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 선택  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검색을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종료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검색 레이어 팝업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+mn-ea"/>
                        </a:rPr>
                        <a:t>상품복사 케이스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CH-A-PR-01-01-07p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상품을 선택하지 않은 상태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복사하실 상품정보를 선택 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검색 레이어 팝업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+mn-ea"/>
                        </a:rPr>
                        <a:t>상품복사 케이스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CH-A-PR-01-01-07p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선택 후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상품정보가 정상적으로 복사되었습니다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 종료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카테고리가 선택되지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12556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브랜드가 선택되지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714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7877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50">
            <a:extLst>
              <a:ext uri="{FF2B5EF4-FFF2-40B4-BE49-F238E27FC236}">
                <a16:creationId xmlns:a16="http://schemas.microsoft.com/office/drawing/2014/main" id="{05C79832-3467-605B-ADA2-1E3EC4483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562798"/>
              </p:ext>
            </p:extLst>
          </p:nvPr>
        </p:nvGraphicFramePr>
        <p:xfrm>
          <a:off x="432297" y="696916"/>
          <a:ext cx="12097345" cy="5620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28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0913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920012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125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515199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294009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3984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33508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신규등록 진행 중 브랜드 명을 입력하지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신규등록이 정상 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등록이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브랜드 선택 탭 활성화 처리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76176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제조업체가 선택되지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17447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 업체 신규 등록 진행 중 업체명을 입력하지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업체명을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 신규등록이 정상 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 등록이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제조업체 선택 탭 활성화 처리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 미 입력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판매기간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 설정 선택 후 기간설정을 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판매기간을 설정해주세요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판매가를 입력하지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판매가를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재고수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량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수량입력 선택 후 수량을 입력하지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재고수량을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설정 시도 시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옵션명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누락 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옵션 설정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설정 시도 시  추가금액을 누락 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옵션 설정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 금액을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설정 시도 시  수량을 누락 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옵션 설정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설정 시도 시  정상적으로 입력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옵션 설정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설정 값이 적용 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상품정보고시를 선택하지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960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2B866D-4EFE-8008-D071-AE3CAFADF50E}"/>
              </a:ext>
            </a:extLst>
          </p:cNvPr>
          <p:cNvSpPr txBox="1"/>
          <p:nvPr/>
        </p:nvSpPr>
        <p:spPr>
          <a:xfrm>
            <a:off x="307331" y="185242"/>
            <a:ext cx="94731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448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50">
            <a:extLst>
              <a:ext uri="{FF2B5EF4-FFF2-40B4-BE49-F238E27FC236}">
                <a16:creationId xmlns:a16="http://schemas.microsoft.com/office/drawing/2014/main" id="{2758A3FE-BDEB-1272-9123-5F50B9A0C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689521"/>
              </p:ext>
            </p:extLst>
          </p:nvPr>
        </p:nvGraphicFramePr>
        <p:xfrm>
          <a:off x="432297" y="696916"/>
          <a:ext cx="12097345" cy="5494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28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0913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920012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125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515199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294009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3984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33508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 상품 군 선택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 입력 후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 상품정보고시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설정 화면 내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 설정이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탬플릿을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설정하지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탬플릿을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설정해주세요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76176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명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 배송 탬플릿 신규 등록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17447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방법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 배송 탬플릿 신규 등록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방법을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배송비 유형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 배송 탬플릿 신규 등록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배송비 유형을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출고지 정보 명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 배송 탬플릿 신규 등록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출고지 정보를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교환지 정보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 배송 탬플릿 신규 등록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교환지 정보를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 배송지 정보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 배송 탬플릿 신규 등록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 배송비 정보를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신규등록 시도 중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배송예상일 정보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미입력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우측  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신규 등록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화면 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배송예상일 정보를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정보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탬플릿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신규등록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 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신규 등록이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탬플릿을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배송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탬플릿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선택 탭 활성화 처리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정보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선택하였으나 선택한 구매안내 정보가 없을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구매안내 정보를 설정해주세요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필터조건을 설정하지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필터조건을 설정해주세요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 이미지를 등록하지 않았을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 이미지를 등록해주세요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DF9917-E84E-251A-CA2C-1EE86890FF16}"/>
              </a:ext>
            </a:extLst>
          </p:cNvPr>
          <p:cNvSpPr txBox="1"/>
          <p:nvPr/>
        </p:nvSpPr>
        <p:spPr>
          <a:xfrm>
            <a:off x="307331" y="185242"/>
            <a:ext cx="94731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01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CEE4-2E4D-A451-BC48-557EBBE8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50">
            <a:extLst>
              <a:ext uri="{FF2B5EF4-FFF2-40B4-BE49-F238E27FC236}">
                <a16:creationId xmlns:a16="http://schemas.microsoft.com/office/drawing/2014/main" id="{3EDF1D6A-F16F-5E7E-8CE4-E825DCAA8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131005"/>
              </p:ext>
            </p:extLst>
          </p:nvPr>
        </p:nvGraphicFramePr>
        <p:xfrm>
          <a:off x="432297" y="696916"/>
          <a:ext cx="12097345" cy="5688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28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0913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920012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125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515199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294009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3984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33508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 이미지를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 이상 등록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사진등록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 이미지는 최대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장까지 등록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JPG,PNG,GIF</a:t>
                      </a:r>
                      <a:r>
                        <a:rPr lang="ko-KR" altLang="en-US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 포맷 외  등록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사진등록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JPG,PNG,GIF</a:t>
                      </a:r>
                      <a:r>
                        <a:rPr lang="ko-KR" altLang="en-US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형식만 등록 가능합니다</a:t>
                      </a: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76176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설명 이미지를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 이상 등록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사진등록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상품설명 이미지는 최대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장까지 등록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17447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정상적으로 입력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후 수정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수정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상품정보가 정상적으로 수정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상품정보 상세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수정 화면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후 조회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등록신청 전까지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CH-A-PR-01-01-08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저장한  상품정보를 삭제 시도 시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등록 전까지는 삭제 가능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삭제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입력하신 정보를 모두 삭제 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 삭제 후 상품 정보 목록으로 이동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CH-A-PR-01-01-01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옵션 변경신청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CH-A-PR-01-01-11p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가격이 입력되지 않았을 경우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가격을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옵션 변경신청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CH-A-PR-01-01-11p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 실행 신청 시간이  오늘 현 시각 기준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 이전 셋팅 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 실행은 금일  </a:t>
                      </a:r>
                      <a:r>
                        <a:rPr lang="en-US" altLang="ko-KR" sz="800" spc="-15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now+1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</a:t>
                      </a:r>
                      <a:r>
                        <a:rPr lang="en-US" altLang="ko-KR" sz="800" spc="-15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$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이후로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ex)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 실행은 금일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이후로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옵션 변경신청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CH-A-PR-01-01-11p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옵션명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누락이 있을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옵션명을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옵션 변경신청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CH-A-PR-01-01-11p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 금액  누락이 있을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 금액을 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옵션 변경신청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CH-A-PR-01-01-11p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정보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  누락이 있을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옵션 변경신청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CH-A-PR-01-01-11p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 입력 진행 중 취소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입력하신 정보를 모두 삭제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팝업종료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옵션 변경신청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CH-A-PR-01-01-11p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 입력 정상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신청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변경 신청이  정상적으로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옵션 변경신청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CH-A-PR-01-01-11p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 신청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 철회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신청 철회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변경 신청을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철회하시겠습니까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신청 철회 처리 후 팝업 종료 후 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“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옵션 변경 신청이 철회되었습니다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.”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출력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 버튼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옵션 변경신청 레이어 팝업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CH-A-PR-01-01-11p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목록에 상품이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상태에서 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삭제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신청정보는 최소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이상이 필요합니다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9604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상품정보 상세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rgbClr val="234DD3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234DD3"/>
                          </a:solidFill>
                          <a:latin typeface="맑은 고딕" panose="020B0503020000020004" pitchFamily="50" charset="-127"/>
                        </a:rPr>
                        <a:t>관리자 등록신청 결재 화면</a:t>
                      </a:r>
                      <a:r>
                        <a:rPr lang="en-US" altLang="ko-KR" sz="800" spc="-150" dirty="0">
                          <a:solidFill>
                            <a:srgbClr val="234DD3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CH-A-PR-01-01-09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과세여부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미선택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후 등록 신청 결재 시도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신청 결재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과세여부를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4161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상품정보 상세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rgbClr val="234DD3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234DD3"/>
                          </a:solidFill>
                          <a:latin typeface="맑은 고딕" panose="020B0503020000020004" pitchFamily="50" charset="-127"/>
                        </a:rPr>
                        <a:t>관리자 등록신청 결재 화면</a:t>
                      </a:r>
                      <a:r>
                        <a:rPr lang="en-US" altLang="ko-KR" sz="800" spc="-150" dirty="0">
                          <a:solidFill>
                            <a:srgbClr val="234DD3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CH-A-PR-01-01-09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 바우처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미선택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후  등록 신청 결재 시도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신청 결재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 바우처를 선택해주세요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6144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2284A05-8BE9-EDD6-505A-75DE8584EF9A}"/>
              </a:ext>
            </a:extLst>
          </p:cNvPr>
          <p:cNvSpPr txBox="1"/>
          <p:nvPr/>
        </p:nvSpPr>
        <p:spPr>
          <a:xfrm>
            <a:off x="307331" y="185242"/>
            <a:ext cx="94731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5111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50">
            <a:extLst>
              <a:ext uri="{FF2B5EF4-FFF2-40B4-BE49-F238E27FC236}">
                <a16:creationId xmlns:a16="http://schemas.microsoft.com/office/drawing/2014/main" id="{52A60D91-BC1A-348D-3205-477DBF12A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496058"/>
              </p:ext>
            </p:extLst>
          </p:nvPr>
        </p:nvGraphicFramePr>
        <p:xfrm>
          <a:off x="432297" y="696916"/>
          <a:ext cx="12097345" cy="5464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28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0913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920012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125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515199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294009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3984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33508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등록 신청 결재 레이어 팝업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CH-A-PR-01-01-12p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처리를 위한 승인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라디오 버튼을 선택하지 않은 상태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또는 반려를 선택  후 결재를 완료해주세요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등록 신청 결재 레이어 팝업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CH-A-PR-01-01-12p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처리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미입력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76176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등록 신청 결재 레이어 팝업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/>
                        <a:t>CH-A-PR-01-01-12p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또는 반려 처리를 정상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신청 결재가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17447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등록 신청 결재 레이어 팝업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CH-A-PR-01-01-12p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결재 처리 내용 입력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 중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결재처리 진행을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팝업종료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변경신청 결재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CH-A-PR-01-01-13p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처리를 위한 라디오 버튼을 선택하지 않은 상태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또는 반려를 선택  후 결재를 완료해주세요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변경신청 결재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CH-A-PR-01-01-13p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처리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또는 판매중지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)&gt;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미입력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변경신청 결재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CH-A-PR-01-01-13p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처리를 정상 완료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확인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신청 결재가 완료되었습니다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변경신청 결재 레이어 팝업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CH-A-PR-01-01-13p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결재 처리 내용 입력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 중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결재처리 진행을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팝업종료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9604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14161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6144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45CF98-A03D-A16E-354D-1D20F568099A}"/>
              </a:ext>
            </a:extLst>
          </p:cNvPr>
          <p:cNvSpPr txBox="1"/>
          <p:nvPr/>
        </p:nvSpPr>
        <p:spPr>
          <a:xfrm>
            <a:off x="307331" y="185242"/>
            <a:ext cx="94731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8141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4BE7E7-CB46-AE4D-4E4C-176755D542D2}"/>
              </a:ext>
            </a:extLst>
          </p:cNvPr>
          <p:cNvSpPr txBox="1"/>
          <p:nvPr/>
        </p:nvSpPr>
        <p:spPr>
          <a:xfrm>
            <a:off x="3877531" y="2700189"/>
            <a:ext cx="520687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슈퍼 </a:t>
            </a:r>
            <a:r>
              <a:rPr lang="ko-KR" altLang="en-US" sz="2500" b="1" i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어드민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접근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5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59858-B6DA-EF26-F0BB-DAB02B257197}"/>
              </a:ext>
            </a:extLst>
          </p:cNvPr>
          <p:cNvSpPr txBox="1"/>
          <p:nvPr/>
        </p:nvSpPr>
        <p:spPr>
          <a:xfrm>
            <a:off x="720329" y="4140349"/>
            <a:ext cx="6481118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 목록에서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등록 신청  건을 복수 선택하여 반려 처리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할 수 있다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 목록에서 </a:t>
            </a:r>
            <a:r>
              <a:rPr lang="ko-KR" altLang="en-US" sz="900" spc="-150" dirty="0">
                <a:solidFill>
                  <a:srgbClr val="FF0000"/>
                </a:solidFill>
                <a:latin typeface="+mn-ea"/>
              </a:rPr>
              <a:t>변경 신청  건을 복수 선택하여 반려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처리 할 수 있다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32387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0ECC-DE06-F7F0-4A68-FE15B559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A4B444-D999-C19F-7062-F24D45811223}"/>
              </a:ext>
            </a:extLst>
          </p:cNvPr>
          <p:cNvSpPr txBox="1"/>
          <p:nvPr/>
        </p:nvSpPr>
        <p:spPr>
          <a:xfrm>
            <a:off x="288281" y="190942"/>
            <a:ext cx="2345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신청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상태 값 정의</a:t>
            </a:r>
            <a:endParaRPr lang="en-US" altLang="ko-KR" sz="12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Group 59">
            <a:extLst>
              <a:ext uri="{FF2B5EF4-FFF2-40B4-BE49-F238E27FC236}">
                <a16:creationId xmlns:a16="http://schemas.microsoft.com/office/drawing/2014/main" id="{92A7A87C-9B1E-EF5E-E50F-921ACAF8C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79472"/>
              </p:ext>
            </p:extLst>
          </p:nvPr>
        </p:nvGraphicFramePr>
        <p:xfrm>
          <a:off x="7345065" y="683965"/>
          <a:ext cx="2445122" cy="5195385"/>
        </p:xfrm>
        <a:graphic>
          <a:graphicData uri="http://schemas.openxmlformats.org/drawingml/2006/table">
            <a:tbl>
              <a:tblPr/>
              <a:tblGrid>
                <a:gridCol w="312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등록 신청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신청 대기 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상품등록 절차가 </a:t>
                      </a:r>
                      <a:r>
                        <a:rPr lang="ko-KR" altLang="en-US" sz="800" b="0" kern="0" spc="-150" dirty="0" err="1">
                          <a:solidFill>
                            <a:schemeClr val="tx1"/>
                          </a:solidFill>
                          <a:latin typeface="+mn-ea"/>
                        </a:rPr>
                        <a:t>저장까지만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된 상태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등록 신청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등록 신청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관리업체에서 상품 등록을 신청 한 상태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등록 신청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등록 승인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상품 등록 신청 건을 슈퍼 </a:t>
                      </a:r>
                      <a:r>
                        <a:rPr lang="ko-KR" altLang="en-US" sz="800" b="0" u="none" kern="0" spc="-150" dirty="0" err="1">
                          <a:solidFill>
                            <a:schemeClr val="tx1"/>
                          </a:solidFill>
                          <a:latin typeface="+mn-ea"/>
                        </a:rPr>
                        <a:t>어드민이</a:t>
                      </a:r>
                      <a:r>
                        <a:rPr lang="ko-KR" altLang="en-US" sz="800" b="0" u="none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승인 처리  상태</a:t>
                      </a:r>
                      <a:endParaRPr lang="en-US" altLang="ko-KR" sz="800" b="0" u="none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15124"/>
                  </a:ext>
                </a:extLst>
              </a:tr>
              <a:tr h="26954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등록 신청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등록 반려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상품 등록 신청 건을 슈퍼 </a:t>
                      </a:r>
                      <a:r>
                        <a:rPr lang="ko-KR" altLang="en-US" sz="800" b="0" u="none" kern="0" spc="-150" dirty="0" err="1">
                          <a:solidFill>
                            <a:schemeClr val="tx1"/>
                          </a:solidFill>
                          <a:latin typeface="+mn-ea"/>
                        </a:rPr>
                        <a:t>어드민이</a:t>
                      </a:r>
                      <a:r>
                        <a:rPr lang="ko-KR" altLang="en-US" sz="800" b="0" u="none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반려 처리  상태</a:t>
                      </a:r>
                      <a:endParaRPr lang="en-US" altLang="ko-KR" sz="800" b="0" u="none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27648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등록 신청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변경 신청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관리업체에서  </a:t>
                      </a:r>
                      <a:r>
                        <a:rPr lang="ko-KR" altLang="en-US" sz="800" b="0" kern="0" spc="-150" dirty="0" err="1">
                          <a:solidFill>
                            <a:schemeClr val="tx1"/>
                          </a:solidFill>
                          <a:latin typeface="+mn-ea"/>
                        </a:rPr>
                        <a:t>기등록된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상품 가격</a:t>
                      </a:r>
                      <a:r>
                        <a:rPr lang="en-US" altLang="ko-KR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옵션을  변경 신청 한 상태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0456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등록 신청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변경 승인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관리업체에서  </a:t>
                      </a:r>
                      <a:r>
                        <a:rPr lang="ko-KR" altLang="en-US" sz="800" b="0" kern="0" spc="-150" dirty="0" err="1">
                          <a:solidFill>
                            <a:schemeClr val="tx1"/>
                          </a:solidFill>
                          <a:latin typeface="+mn-ea"/>
                        </a:rPr>
                        <a:t>기등록된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상품 가격</a:t>
                      </a:r>
                      <a:r>
                        <a:rPr lang="en-US" altLang="ko-KR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옵션을  변경 신청 한 내용을 승인한 상태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23852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등록 신청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변경 반려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관리업체에서  </a:t>
                      </a:r>
                      <a:r>
                        <a:rPr lang="ko-KR" altLang="en-US" sz="800" b="0" kern="0" spc="-150" dirty="0" err="1">
                          <a:solidFill>
                            <a:schemeClr val="tx1"/>
                          </a:solidFill>
                          <a:latin typeface="+mn-ea"/>
                        </a:rPr>
                        <a:t>기등록된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상품 가격</a:t>
                      </a:r>
                      <a:r>
                        <a:rPr lang="en-US" altLang="ko-KR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옵션을  변경 신청 한 내용을 </a:t>
                      </a:r>
                      <a:r>
                        <a:rPr lang="ko-KR" altLang="en-US" sz="800" b="0" kern="0" spc="-150" dirty="0" err="1">
                          <a:solidFill>
                            <a:schemeClr val="tx1"/>
                          </a:solidFill>
                          <a:latin typeface="+mn-ea"/>
                        </a:rPr>
                        <a:t>빈랴한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상태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11657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판매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판매 대기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상품등록 절차가 저장</a:t>
                      </a:r>
                      <a:r>
                        <a:rPr lang="en-US" altLang="ko-KR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~ 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등록 신청 승인 전까지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067373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판매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판매 중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상품이 등록되어 판매 중인 상태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427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판매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판매 중지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상품 등록 후</a:t>
                      </a:r>
                      <a:r>
                        <a:rPr lang="en-US" altLang="ko-KR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변경 신청이 승인 대기 중이거나</a:t>
                      </a:r>
                      <a:r>
                        <a:rPr lang="en-US" altLang="ko-KR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판매담당자가 임의 판매중지한 상태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4638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판매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판매 완료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기간 판매 기간이 종료되었거나</a:t>
                      </a:r>
                      <a:r>
                        <a:rPr lang="en-US" altLang="ko-KR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관리업체에서 재고 또는 기타 사유로 판매 완료 처리한 상태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53508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A3F9F51-0A99-4726-BCEF-D5342F90C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06980"/>
              </p:ext>
            </p:extLst>
          </p:nvPr>
        </p:nvGraphicFramePr>
        <p:xfrm>
          <a:off x="432297" y="1127312"/>
          <a:ext cx="590465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6164">
                  <a:extLst>
                    <a:ext uri="{9D8B030D-6E8A-4147-A177-3AD203B41FA5}">
                      <a16:colId xmlns:a16="http://schemas.microsoft.com/office/drawing/2014/main" val="1453683915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2975735661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927756507"/>
                    </a:ext>
                  </a:extLst>
                </a:gridCol>
                <a:gridCol w="1476164">
                  <a:extLst>
                    <a:ext uri="{9D8B030D-6E8A-4147-A177-3AD203B41FA5}">
                      <a16:colId xmlns:a16="http://schemas.microsoft.com/office/drawing/2014/main" val="287171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bg1"/>
                          </a:solidFill>
                        </a:rPr>
                        <a:t>등록 신청 상태 값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bg1"/>
                          </a:solidFill>
                        </a:rPr>
                        <a:t>가격 옵션 변경 신청 상태 값</a:t>
                      </a: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bg1"/>
                          </a:solidFill>
                        </a:rPr>
                        <a:t>판매 상태 값</a:t>
                      </a: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bg1"/>
                          </a:solidFill>
                        </a:rPr>
                        <a:t>할인 상태 값</a:t>
                      </a: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1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신청 대기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판매 대기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대기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27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등록 신청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신청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판매 중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조기 종료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275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등록 승인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승인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판매 중지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할인 종료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886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등록 반려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반려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판매 완료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 err="1"/>
                        <a:t>할인중</a:t>
                      </a:r>
                      <a:endParaRPr lang="ko-KR" altLang="en-US" sz="1000" spc="-15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095087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AF5AE30-49A1-3E8B-B422-211D284A3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546066"/>
              </p:ext>
            </p:extLst>
          </p:nvPr>
        </p:nvGraphicFramePr>
        <p:xfrm>
          <a:off x="432297" y="2988221"/>
          <a:ext cx="5904657" cy="195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4333">
                  <a:extLst>
                    <a:ext uri="{9D8B030D-6E8A-4147-A177-3AD203B41FA5}">
                      <a16:colId xmlns:a16="http://schemas.microsoft.com/office/drawing/2014/main" val="1453683915"/>
                    </a:ext>
                  </a:extLst>
                </a:gridCol>
                <a:gridCol w="1950162">
                  <a:extLst>
                    <a:ext uri="{9D8B030D-6E8A-4147-A177-3AD203B41FA5}">
                      <a16:colId xmlns:a16="http://schemas.microsoft.com/office/drawing/2014/main" val="927756507"/>
                    </a:ext>
                  </a:extLst>
                </a:gridCol>
                <a:gridCol w="1950162">
                  <a:extLst>
                    <a:ext uri="{9D8B030D-6E8A-4147-A177-3AD203B41FA5}">
                      <a16:colId xmlns:a16="http://schemas.microsoft.com/office/drawing/2014/main" val="3652191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bg1"/>
                          </a:solidFill>
                        </a:rPr>
                        <a:t>등록 신청 상태 값 </a:t>
                      </a:r>
                      <a:r>
                        <a:rPr lang="en-US" altLang="ko-KR" sz="1000" spc="-15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ko-KR" altLang="en-US" sz="1000" spc="-150" dirty="0">
                          <a:solidFill>
                            <a:srgbClr val="FFFF00"/>
                          </a:solidFill>
                        </a:rPr>
                        <a:t>승인 상태</a:t>
                      </a:r>
                      <a:r>
                        <a:rPr lang="en-US" altLang="ko-KR" sz="1000" spc="-15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ko-KR" altLang="en-US" sz="1000" spc="-15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bg1"/>
                          </a:solidFill>
                        </a:rPr>
                        <a:t>판매 상태 값 </a:t>
                      </a:r>
                      <a:r>
                        <a:rPr lang="en-US" altLang="ko-KR" sz="1000" spc="-15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ko-KR" altLang="en-US" sz="1000" spc="-150" dirty="0">
                          <a:solidFill>
                            <a:srgbClr val="FFFF00"/>
                          </a:solidFill>
                        </a:rPr>
                        <a:t>판매 상태</a:t>
                      </a:r>
                      <a:r>
                        <a:rPr lang="en-US" altLang="ko-KR" sz="1000" spc="-15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ko-KR" altLang="en-US" sz="1000" spc="-15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>
                          <a:solidFill>
                            <a:schemeClr val="bg1"/>
                          </a:solidFill>
                        </a:rPr>
                        <a:t>할인 상태 값 </a:t>
                      </a:r>
                      <a:r>
                        <a:rPr lang="en-US" altLang="ko-KR" sz="1000" spc="-15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ko-KR" altLang="en-US" sz="1000" spc="-150" dirty="0">
                          <a:solidFill>
                            <a:srgbClr val="FFFF00"/>
                          </a:solidFill>
                        </a:rPr>
                        <a:t>할인 상태</a:t>
                      </a:r>
                      <a:r>
                        <a:rPr lang="en-US" altLang="ko-KR" sz="1000" spc="-15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ko-KR" altLang="en-US" sz="1000" spc="-15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1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신청 대기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판매 대기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미적용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27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등록 신청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판매 중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할인 중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275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등록 승인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판매 중지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할인 중지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886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등록 반려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판매 완료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할인 종료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0950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신청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15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50" dirty="0"/>
                        <a:t>조기 종료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209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승인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15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15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71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변경 반려</a:t>
                      </a:r>
                      <a:endParaRPr lang="en-US" altLang="ko-KR" sz="10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15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15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488211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98FF5C5-3286-65E1-78DC-81D8794D838C}"/>
              </a:ext>
            </a:extLst>
          </p:cNvPr>
          <p:cNvSpPr txBox="1"/>
          <p:nvPr/>
        </p:nvSpPr>
        <p:spPr>
          <a:xfrm>
            <a:off x="396483" y="786485"/>
            <a:ext cx="5806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AS-IS</a:t>
            </a:r>
            <a:endParaRPr lang="ko-KR" altLang="en-US" sz="15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08A9E-1AD3-117F-FC4F-39D7A798AE43}"/>
              </a:ext>
            </a:extLst>
          </p:cNvPr>
          <p:cNvSpPr txBox="1"/>
          <p:nvPr/>
        </p:nvSpPr>
        <p:spPr>
          <a:xfrm>
            <a:off x="393388" y="2628181"/>
            <a:ext cx="6480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endParaRPr lang="ko-KR" altLang="en-US" sz="15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58DED4-D257-CC84-CAF1-7169B65429C5}"/>
              </a:ext>
            </a:extLst>
          </p:cNvPr>
          <p:cNvSpPr txBox="1"/>
          <p:nvPr/>
        </p:nvSpPr>
        <p:spPr>
          <a:xfrm>
            <a:off x="310730" y="4996170"/>
            <a:ext cx="31838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가격옵션 변경 신청 상태 값을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신청 상태 값으로 같이 관리</a:t>
            </a:r>
          </a:p>
        </p:txBody>
      </p:sp>
      <p:graphicFrame>
        <p:nvGraphicFramePr>
          <p:cNvPr id="13" name="Group 59">
            <a:extLst>
              <a:ext uri="{FF2B5EF4-FFF2-40B4-BE49-F238E27FC236}">
                <a16:creationId xmlns:a16="http://schemas.microsoft.com/office/drawing/2014/main" id="{E1980DA1-922B-F0D8-9B16-1C6FF5CC7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509766"/>
              </p:ext>
            </p:extLst>
          </p:nvPr>
        </p:nvGraphicFramePr>
        <p:xfrm>
          <a:off x="9865345" y="948067"/>
          <a:ext cx="2445122" cy="3421322"/>
        </p:xfrm>
        <a:graphic>
          <a:graphicData uri="http://schemas.openxmlformats.org/drawingml/2006/table">
            <a:tbl>
              <a:tblPr/>
              <a:tblGrid>
                <a:gridCol w="312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할인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미적용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할인 등록을 안 한 상품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할인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할인 중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할인  적용에 추가 된 할인 중 상품상태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할인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할인 종료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할인  적용에 추가 된 할인 종료된 상품상태</a:t>
                      </a: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15124"/>
                  </a:ext>
                </a:extLst>
              </a:tr>
              <a:tr h="26954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할인 상태 값</a:t>
                      </a:r>
                      <a:r>
                        <a:rPr lang="en-US" altLang="ko-KR" sz="800" b="1" u="sng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     </a:t>
                      </a:r>
                      <a:r>
                        <a:rPr lang="ko-KR" altLang="en-US" sz="800" b="1" u="sng" kern="0" spc="-150" dirty="0">
                          <a:solidFill>
                            <a:srgbClr val="234DD3"/>
                          </a:solidFill>
                          <a:latin typeface="+mn-ea"/>
                        </a:rPr>
                        <a:t>조기 종료</a:t>
                      </a:r>
                      <a:endParaRPr lang="en-US" altLang="ko-KR" sz="800" b="0" u="none" kern="0" spc="-150" dirty="0">
                        <a:solidFill>
                          <a:srgbClr val="234DD3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할인 적용에 추가된  상품으로</a:t>
                      </a:r>
                      <a:endParaRPr lang="en-US" altLang="ko-KR" sz="800" b="0" u="none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할인 기간이 남아있으나</a:t>
                      </a:r>
                      <a:r>
                        <a:rPr lang="en-US" altLang="ko-KR" sz="800" b="0" u="none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/>
                          </a:solidFill>
                          <a:latin typeface="+mn-ea"/>
                        </a:rPr>
                        <a:t>판매업체 담당자가 임의로 할인 종료 처리한 상품 상태</a:t>
                      </a:r>
                      <a:endParaRPr lang="en-US" altLang="ko-KR" sz="800" b="0" u="none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27648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0456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23852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11657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067373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427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54638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535085"/>
                  </a:ext>
                </a:extLst>
              </a:tr>
            </a:tbl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2C24A5E-200D-C6B0-4D78-AA25C1D8709F}"/>
              </a:ext>
            </a:extLst>
          </p:cNvPr>
          <p:cNvCxnSpPr/>
          <p:nvPr/>
        </p:nvCxnSpPr>
        <p:spPr>
          <a:xfrm>
            <a:off x="7129041" y="683965"/>
            <a:ext cx="0" cy="519538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2FBE976-8C90-ED34-074A-9EF564079D19}"/>
              </a:ext>
            </a:extLst>
          </p:cNvPr>
          <p:cNvCxnSpPr/>
          <p:nvPr/>
        </p:nvCxnSpPr>
        <p:spPr>
          <a:xfrm flipV="1">
            <a:off x="6336953" y="3492277"/>
            <a:ext cx="792088" cy="471304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201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CCE378-578C-E340-72B0-87958E84D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5" t="201" r="-874" b="73172"/>
          <a:stretch>
            <a:fillRect/>
          </a:stretch>
        </p:blipFill>
        <p:spPr>
          <a:xfrm>
            <a:off x="144265" y="688030"/>
            <a:ext cx="7992889" cy="793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358B8A-D52C-D456-134F-83B3010051FA}"/>
              </a:ext>
            </a:extLst>
          </p:cNvPr>
          <p:cNvSpPr txBox="1"/>
          <p:nvPr/>
        </p:nvSpPr>
        <p:spPr>
          <a:xfrm>
            <a:off x="1307907" y="78285"/>
            <a:ext cx="16674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슈퍼 </a:t>
            </a:r>
            <a:r>
              <a:rPr lang="ko-KR" altLang="en-US" sz="900" spc="-15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어드민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 접근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8C875-97D6-5782-F988-ED8EEC6B7B9D}"/>
              </a:ext>
            </a:extLst>
          </p:cNvPr>
          <p:cNvSpPr txBox="1"/>
          <p:nvPr/>
        </p:nvSpPr>
        <p:spPr>
          <a:xfrm>
            <a:off x="1302717" y="330494"/>
            <a:ext cx="1805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13FBD8-C3D9-E1DC-03A0-3C9330257012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CH-A-PR-01-01-01</a:t>
            </a:r>
            <a:endParaRPr lang="ko-KR" altLang="en-US" sz="1000" spc="-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77012D-847A-6406-1723-84A21506D5DD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10A833-B88C-02F1-22CB-9687D9DF6AE4}"/>
              </a:ext>
            </a:extLst>
          </p:cNvPr>
          <p:cNvSpPr txBox="1"/>
          <p:nvPr/>
        </p:nvSpPr>
        <p:spPr>
          <a:xfrm>
            <a:off x="332940" y="1392519"/>
            <a:ext cx="9460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상품정보관리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FC32BF5-7647-A639-9A05-8BAB68BFC435}"/>
              </a:ext>
            </a:extLst>
          </p:cNvPr>
          <p:cNvCxnSpPr/>
          <p:nvPr/>
        </p:nvCxnSpPr>
        <p:spPr>
          <a:xfrm>
            <a:off x="447557" y="1654889"/>
            <a:ext cx="864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9502EC7-7D7D-4845-1A83-80ED79470129}"/>
              </a:ext>
            </a:extLst>
          </p:cNvPr>
          <p:cNvGrpSpPr/>
          <p:nvPr/>
        </p:nvGrpSpPr>
        <p:grpSpPr>
          <a:xfrm>
            <a:off x="8209161" y="1432676"/>
            <a:ext cx="1000718" cy="200055"/>
            <a:chOff x="6709530" y="3016995"/>
            <a:chExt cx="1000718" cy="200055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B5CC971-4A4F-8A32-9849-50CF8A808D99}"/>
                </a:ext>
              </a:extLst>
            </p:cNvPr>
            <p:cNvSpPr/>
            <p:nvPr/>
          </p:nvSpPr>
          <p:spPr>
            <a:xfrm>
              <a:off x="6751331" y="3016995"/>
              <a:ext cx="958917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ko-KR" altLang="en-US" sz="700" spc="-150" dirty="0">
                  <a:latin typeface="+mn-ea"/>
                </a:rPr>
                <a:t>상품관리 </a:t>
              </a:r>
              <a:r>
                <a:rPr lang="en-US" altLang="ko-KR" sz="700" spc="-150" dirty="0">
                  <a:latin typeface="+mn-ea"/>
                </a:rPr>
                <a:t>&gt; </a:t>
              </a:r>
              <a:r>
                <a:rPr lang="ko-KR" altLang="en-US" sz="700" spc="-150" dirty="0">
                  <a:latin typeface="+mn-ea"/>
                </a:rPr>
                <a:t>상품정보관리</a:t>
              </a:r>
            </a:p>
          </p:txBody>
        </p:sp>
        <p:sp>
          <p:nvSpPr>
            <p:cNvPr id="18" name="Home">
              <a:extLst>
                <a:ext uri="{FF2B5EF4-FFF2-40B4-BE49-F238E27FC236}">
                  <a16:creationId xmlns:a16="http://schemas.microsoft.com/office/drawing/2014/main" id="{453B864B-C1D1-D04A-1500-62B429DEC98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709530" y="3072723"/>
              <a:ext cx="89656" cy="97128"/>
            </a:xfrm>
            <a:custGeom>
              <a:avLst/>
              <a:gdLst>
                <a:gd name="T0" fmla="*/ 211186 w 396"/>
                <a:gd name="T1" fmla="*/ 0 h 340"/>
                <a:gd name="T2" fmla="*/ 202890 w 396"/>
                <a:gd name="T3" fmla="*/ 8224 h 340"/>
                <a:gd name="T4" fmla="*/ 202890 w 396"/>
                <a:gd name="T5" fmla="*/ 38128 h 340"/>
                <a:gd name="T6" fmla="*/ 156127 w 396"/>
                <a:gd name="T7" fmla="*/ 2243 h 340"/>
                <a:gd name="T8" fmla="*/ 150093 w 396"/>
                <a:gd name="T9" fmla="*/ 0 h 340"/>
                <a:gd name="T10" fmla="*/ 143305 w 396"/>
                <a:gd name="T11" fmla="*/ 2243 h 340"/>
                <a:gd name="T12" fmla="*/ 4525 w 396"/>
                <a:gd name="T13" fmla="*/ 106159 h 340"/>
                <a:gd name="T14" fmla="*/ 754 w 396"/>
                <a:gd name="T15" fmla="*/ 112888 h 340"/>
                <a:gd name="T16" fmla="*/ 2263 w 396"/>
                <a:gd name="T17" fmla="*/ 121111 h 340"/>
                <a:gd name="T18" fmla="*/ 9805 w 396"/>
                <a:gd name="T19" fmla="*/ 124849 h 340"/>
                <a:gd name="T20" fmla="*/ 17347 w 396"/>
                <a:gd name="T21" fmla="*/ 122606 h 340"/>
                <a:gd name="T22" fmla="*/ 39220 w 396"/>
                <a:gd name="T23" fmla="*/ 106159 h 340"/>
                <a:gd name="T24" fmla="*/ 39220 w 396"/>
                <a:gd name="T25" fmla="*/ 247456 h 340"/>
                <a:gd name="T26" fmla="*/ 41483 w 396"/>
                <a:gd name="T27" fmla="*/ 251941 h 340"/>
                <a:gd name="T28" fmla="*/ 46008 w 396"/>
                <a:gd name="T29" fmla="*/ 254184 h 340"/>
                <a:gd name="T30" fmla="*/ 253424 w 396"/>
                <a:gd name="T31" fmla="*/ 254184 h 340"/>
                <a:gd name="T32" fmla="*/ 257949 w 396"/>
                <a:gd name="T33" fmla="*/ 251941 h 340"/>
                <a:gd name="T34" fmla="*/ 260212 w 396"/>
                <a:gd name="T35" fmla="*/ 247456 h 340"/>
                <a:gd name="T36" fmla="*/ 260212 w 396"/>
                <a:gd name="T37" fmla="*/ 106907 h 340"/>
                <a:gd name="T38" fmla="*/ 281331 w 396"/>
                <a:gd name="T39" fmla="*/ 122606 h 340"/>
                <a:gd name="T40" fmla="*/ 288873 w 396"/>
                <a:gd name="T41" fmla="*/ 124849 h 340"/>
                <a:gd name="T42" fmla="*/ 296415 w 396"/>
                <a:gd name="T43" fmla="*/ 121111 h 340"/>
                <a:gd name="T44" fmla="*/ 297924 w 396"/>
                <a:gd name="T45" fmla="*/ 112888 h 340"/>
                <a:gd name="T46" fmla="*/ 294153 w 396"/>
                <a:gd name="T47" fmla="*/ 106159 h 340"/>
                <a:gd name="T48" fmla="*/ 240602 w 396"/>
                <a:gd name="T49" fmla="*/ 66536 h 340"/>
                <a:gd name="T50" fmla="*/ 240602 w 396"/>
                <a:gd name="T51" fmla="*/ 8224 h 340"/>
                <a:gd name="T52" fmla="*/ 232305 w 396"/>
                <a:gd name="T53" fmla="*/ 0 h 340"/>
                <a:gd name="T54" fmla="*/ 211186 w 396"/>
                <a:gd name="T55" fmla="*/ 0 h 340"/>
                <a:gd name="T56" fmla="*/ 149339 w 396"/>
                <a:gd name="T57" fmla="*/ 23923 h 340"/>
                <a:gd name="T58" fmla="*/ 247390 w 396"/>
                <a:gd name="T59" fmla="*/ 97188 h 340"/>
                <a:gd name="T60" fmla="*/ 247390 w 396"/>
                <a:gd name="T61" fmla="*/ 241475 h 340"/>
                <a:gd name="T62" fmla="*/ 191576 w 396"/>
                <a:gd name="T63" fmla="*/ 241475 h 340"/>
                <a:gd name="T64" fmla="*/ 191576 w 396"/>
                <a:gd name="T65" fmla="*/ 161482 h 340"/>
                <a:gd name="T66" fmla="*/ 174229 w 396"/>
                <a:gd name="T67" fmla="*/ 144287 h 340"/>
                <a:gd name="T68" fmla="*/ 118415 w 396"/>
                <a:gd name="T69" fmla="*/ 144287 h 340"/>
                <a:gd name="T70" fmla="*/ 101068 w 396"/>
                <a:gd name="T71" fmla="*/ 161482 h 340"/>
                <a:gd name="T72" fmla="*/ 101068 w 396"/>
                <a:gd name="T73" fmla="*/ 241475 h 340"/>
                <a:gd name="T74" fmla="*/ 52042 w 396"/>
                <a:gd name="T75" fmla="*/ 241475 h 340"/>
                <a:gd name="T76" fmla="*/ 52042 w 396"/>
                <a:gd name="T77" fmla="*/ 97188 h 340"/>
                <a:gd name="T78" fmla="*/ 149339 w 396"/>
                <a:gd name="T79" fmla="*/ 23923 h 340"/>
                <a:gd name="T80" fmla="*/ 118415 w 396"/>
                <a:gd name="T81" fmla="*/ 156996 h 340"/>
                <a:gd name="T82" fmla="*/ 174229 w 396"/>
                <a:gd name="T83" fmla="*/ 156996 h 340"/>
                <a:gd name="T84" fmla="*/ 178754 w 396"/>
                <a:gd name="T85" fmla="*/ 161482 h 340"/>
                <a:gd name="T86" fmla="*/ 178754 w 396"/>
                <a:gd name="T87" fmla="*/ 241475 h 340"/>
                <a:gd name="T88" fmla="*/ 113890 w 396"/>
                <a:gd name="T89" fmla="*/ 241475 h 340"/>
                <a:gd name="T90" fmla="*/ 113890 w 396"/>
                <a:gd name="T91" fmla="*/ 161482 h 340"/>
                <a:gd name="T92" fmla="*/ 118415 w 396"/>
                <a:gd name="T93" fmla="*/ 156996 h 34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396" h="340">
                  <a:moveTo>
                    <a:pt x="280" y="0"/>
                  </a:moveTo>
                  <a:cubicBezTo>
                    <a:pt x="274" y="0"/>
                    <a:pt x="269" y="5"/>
                    <a:pt x="269" y="11"/>
                  </a:cubicBezTo>
                  <a:lnTo>
                    <a:pt x="269" y="51"/>
                  </a:lnTo>
                  <a:lnTo>
                    <a:pt x="207" y="3"/>
                  </a:lnTo>
                  <a:cubicBezTo>
                    <a:pt x="205" y="2"/>
                    <a:pt x="202" y="1"/>
                    <a:pt x="199" y="0"/>
                  </a:cubicBezTo>
                  <a:cubicBezTo>
                    <a:pt x="196" y="0"/>
                    <a:pt x="193" y="1"/>
                    <a:pt x="190" y="3"/>
                  </a:cubicBezTo>
                  <a:lnTo>
                    <a:pt x="6" y="142"/>
                  </a:lnTo>
                  <a:cubicBezTo>
                    <a:pt x="3" y="144"/>
                    <a:pt x="1" y="148"/>
                    <a:pt x="1" y="151"/>
                  </a:cubicBezTo>
                  <a:cubicBezTo>
                    <a:pt x="0" y="155"/>
                    <a:pt x="1" y="159"/>
                    <a:pt x="3" y="162"/>
                  </a:cubicBezTo>
                  <a:cubicBezTo>
                    <a:pt x="6" y="165"/>
                    <a:pt x="9" y="167"/>
                    <a:pt x="13" y="167"/>
                  </a:cubicBezTo>
                  <a:cubicBezTo>
                    <a:pt x="16" y="168"/>
                    <a:pt x="20" y="167"/>
                    <a:pt x="23" y="164"/>
                  </a:cubicBezTo>
                  <a:lnTo>
                    <a:pt x="52" y="142"/>
                  </a:lnTo>
                  <a:lnTo>
                    <a:pt x="52" y="331"/>
                  </a:lnTo>
                  <a:cubicBezTo>
                    <a:pt x="52" y="333"/>
                    <a:pt x="53" y="336"/>
                    <a:pt x="55" y="337"/>
                  </a:cubicBezTo>
                  <a:cubicBezTo>
                    <a:pt x="56" y="339"/>
                    <a:pt x="58" y="340"/>
                    <a:pt x="61" y="340"/>
                  </a:cubicBezTo>
                  <a:lnTo>
                    <a:pt x="336" y="340"/>
                  </a:lnTo>
                  <a:cubicBezTo>
                    <a:pt x="339" y="340"/>
                    <a:pt x="341" y="339"/>
                    <a:pt x="342" y="337"/>
                  </a:cubicBezTo>
                  <a:cubicBezTo>
                    <a:pt x="344" y="336"/>
                    <a:pt x="345" y="333"/>
                    <a:pt x="345" y="331"/>
                  </a:cubicBezTo>
                  <a:lnTo>
                    <a:pt x="345" y="143"/>
                  </a:lnTo>
                  <a:lnTo>
                    <a:pt x="373" y="164"/>
                  </a:lnTo>
                  <a:cubicBezTo>
                    <a:pt x="376" y="167"/>
                    <a:pt x="380" y="168"/>
                    <a:pt x="383" y="167"/>
                  </a:cubicBezTo>
                  <a:cubicBezTo>
                    <a:pt x="387" y="167"/>
                    <a:pt x="390" y="165"/>
                    <a:pt x="393" y="162"/>
                  </a:cubicBezTo>
                  <a:cubicBezTo>
                    <a:pt x="395" y="159"/>
                    <a:pt x="396" y="155"/>
                    <a:pt x="395" y="151"/>
                  </a:cubicBezTo>
                  <a:cubicBezTo>
                    <a:pt x="395" y="148"/>
                    <a:pt x="393" y="144"/>
                    <a:pt x="390" y="142"/>
                  </a:cubicBezTo>
                  <a:lnTo>
                    <a:pt x="319" y="89"/>
                  </a:lnTo>
                  <a:lnTo>
                    <a:pt x="319" y="11"/>
                  </a:lnTo>
                  <a:cubicBezTo>
                    <a:pt x="319" y="5"/>
                    <a:pt x="314" y="0"/>
                    <a:pt x="308" y="0"/>
                  </a:cubicBezTo>
                  <a:lnTo>
                    <a:pt x="280" y="0"/>
                  </a:lnTo>
                  <a:close/>
                  <a:moveTo>
                    <a:pt x="198" y="32"/>
                  </a:moveTo>
                  <a:lnTo>
                    <a:pt x="328" y="130"/>
                  </a:lnTo>
                  <a:lnTo>
                    <a:pt x="328" y="323"/>
                  </a:lnTo>
                  <a:lnTo>
                    <a:pt x="254" y="323"/>
                  </a:lnTo>
                  <a:lnTo>
                    <a:pt x="254" y="216"/>
                  </a:lnTo>
                  <a:cubicBezTo>
                    <a:pt x="254" y="204"/>
                    <a:pt x="244" y="193"/>
                    <a:pt x="231" y="193"/>
                  </a:cubicBezTo>
                  <a:lnTo>
                    <a:pt x="157" y="193"/>
                  </a:lnTo>
                  <a:cubicBezTo>
                    <a:pt x="144" y="193"/>
                    <a:pt x="134" y="204"/>
                    <a:pt x="134" y="216"/>
                  </a:cubicBezTo>
                  <a:lnTo>
                    <a:pt x="134" y="323"/>
                  </a:lnTo>
                  <a:lnTo>
                    <a:pt x="69" y="323"/>
                  </a:lnTo>
                  <a:lnTo>
                    <a:pt x="69" y="130"/>
                  </a:lnTo>
                  <a:lnTo>
                    <a:pt x="198" y="32"/>
                  </a:lnTo>
                  <a:close/>
                  <a:moveTo>
                    <a:pt x="157" y="210"/>
                  </a:moveTo>
                  <a:lnTo>
                    <a:pt x="231" y="210"/>
                  </a:lnTo>
                  <a:cubicBezTo>
                    <a:pt x="234" y="210"/>
                    <a:pt x="237" y="212"/>
                    <a:pt x="237" y="216"/>
                  </a:cubicBezTo>
                  <a:lnTo>
                    <a:pt x="237" y="323"/>
                  </a:lnTo>
                  <a:lnTo>
                    <a:pt x="151" y="323"/>
                  </a:lnTo>
                  <a:lnTo>
                    <a:pt x="151" y="216"/>
                  </a:lnTo>
                  <a:cubicBezTo>
                    <a:pt x="151" y="212"/>
                    <a:pt x="153" y="210"/>
                    <a:pt x="157" y="21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="ctr"/>
            <a:lstStyle/>
            <a:p>
              <a:endParaRPr lang="ko-KR" altLang="en-US"/>
            </a:p>
          </p:txBody>
        </p:sp>
      </p:grpSp>
      <p:graphicFrame>
        <p:nvGraphicFramePr>
          <p:cNvPr id="19" name="표 25">
            <a:extLst>
              <a:ext uri="{FF2B5EF4-FFF2-40B4-BE49-F238E27FC236}">
                <a16:creationId xmlns:a16="http://schemas.microsoft.com/office/drawing/2014/main" id="{AD9DCC1A-60F3-A294-7A75-C8BFB7F0C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23523"/>
              </p:ext>
            </p:extLst>
          </p:nvPr>
        </p:nvGraphicFramePr>
        <p:xfrm>
          <a:off x="432296" y="1757493"/>
          <a:ext cx="8856983" cy="870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213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8331770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7270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상품정보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</a:tbl>
          </a:graphicData>
        </a:graphic>
      </p:graphicFrame>
      <p:sp>
        <p:nvSpPr>
          <p:cNvPr id="20" name="모서리가 둥근 직사각형 52">
            <a:extLst>
              <a:ext uri="{FF2B5EF4-FFF2-40B4-BE49-F238E27FC236}">
                <a16:creationId xmlns:a16="http://schemas.microsoft.com/office/drawing/2014/main" id="{4CB3892E-33C7-C17D-1AC8-84774D0C9DA4}"/>
              </a:ext>
            </a:extLst>
          </p:cNvPr>
          <p:cNvSpPr/>
          <p:nvPr/>
        </p:nvSpPr>
        <p:spPr>
          <a:xfrm>
            <a:off x="1631145" y="1795929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2026-07-01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BF64699-17F7-1D77-D1B1-7B21E1F10920}"/>
              </a:ext>
            </a:extLst>
          </p:cNvPr>
          <p:cNvGrpSpPr/>
          <p:nvPr/>
        </p:nvGrpSpPr>
        <p:grpSpPr>
          <a:xfrm>
            <a:off x="3227733" y="1795932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22" name="모서리가 둥근 직사각형 54">
              <a:extLst>
                <a:ext uri="{FF2B5EF4-FFF2-40B4-BE49-F238E27FC236}">
                  <a16:creationId xmlns:a16="http://schemas.microsoft.com/office/drawing/2014/main" id="{90B93439-8DF5-47C8-6571-4C0775593766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3" name="Picture 4" descr="calendar, date, event, month icon">
              <a:extLst>
                <a:ext uri="{FF2B5EF4-FFF2-40B4-BE49-F238E27FC236}">
                  <a16:creationId xmlns:a16="http://schemas.microsoft.com/office/drawing/2014/main" id="{89F68EC9-619A-B2A5-80BB-6FD2516971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24" name="모서리가 둥근 직사각형 56">
            <a:extLst>
              <a:ext uri="{FF2B5EF4-FFF2-40B4-BE49-F238E27FC236}">
                <a16:creationId xmlns:a16="http://schemas.microsoft.com/office/drawing/2014/main" id="{740B6A3D-7A4E-80FE-0B92-BFB786596C16}"/>
              </a:ext>
            </a:extLst>
          </p:cNvPr>
          <p:cNvSpPr/>
          <p:nvPr/>
        </p:nvSpPr>
        <p:spPr>
          <a:xfrm>
            <a:off x="2584193" y="1795929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2026-10-31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4C83526-14DC-696A-F644-47CF9641C8F4}"/>
              </a:ext>
            </a:extLst>
          </p:cNvPr>
          <p:cNvSpPr/>
          <p:nvPr/>
        </p:nvSpPr>
        <p:spPr>
          <a:xfrm>
            <a:off x="2381128" y="1727696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84">
            <a:extLst>
              <a:ext uri="{FF2B5EF4-FFF2-40B4-BE49-F238E27FC236}">
                <a16:creationId xmlns:a16="http://schemas.microsoft.com/office/drawing/2014/main" id="{448208BE-1015-2BE6-4504-D51DBE58EB4B}"/>
              </a:ext>
            </a:extLst>
          </p:cNvPr>
          <p:cNvSpPr/>
          <p:nvPr/>
        </p:nvSpPr>
        <p:spPr>
          <a:xfrm>
            <a:off x="1055526" y="1795464"/>
            <a:ext cx="447014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등록일</a:t>
            </a:r>
          </a:p>
        </p:txBody>
      </p:sp>
      <p:sp>
        <p:nvSpPr>
          <p:cNvPr id="35" name="모서리가 둥근 직사각형 86">
            <a:extLst>
              <a:ext uri="{FF2B5EF4-FFF2-40B4-BE49-F238E27FC236}">
                <a16:creationId xmlns:a16="http://schemas.microsoft.com/office/drawing/2014/main" id="{0D754AFB-1639-97B6-F285-8A8BACA88A03}"/>
              </a:ext>
            </a:extLst>
          </p:cNvPr>
          <p:cNvSpPr/>
          <p:nvPr/>
        </p:nvSpPr>
        <p:spPr>
          <a:xfrm>
            <a:off x="1439837" y="179546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5ED33D9-4649-B022-853B-6A15DE26A8F8}"/>
              </a:ext>
            </a:extLst>
          </p:cNvPr>
          <p:cNvGrpSpPr/>
          <p:nvPr/>
        </p:nvGrpSpPr>
        <p:grpSpPr>
          <a:xfrm>
            <a:off x="2262615" y="1795465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7" name="모서리가 둥근 직사각형 54">
              <a:extLst>
                <a:ext uri="{FF2B5EF4-FFF2-40B4-BE49-F238E27FC236}">
                  <a16:creationId xmlns:a16="http://schemas.microsoft.com/office/drawing/2014/main" id="{F94D17C1-E442-1F15-125A-8830C539B306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8" name="Picture 4" descr="calendar, date, event, month icon">
              <a:extLst>
                <a:ext uri="{FF2B5EF4-FFF2-40B4-BE49-F238E27FC236}">
                  <a16:creationId xmlns:a16="http://schemas.microsoft.com/office/drawing/2014/main" id="{9ED19ABE-3CE5-C1A1-4D69-3D1E7DE169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DA79DDD-4E48-97EB-E130-4ECA78D42B0F}"/>
              </a:ext>
            </a:extLst>
          </p:cNvPr>
          <p:cNvSpPr/>
          <p:nvPr/>
        </p:nvSpPr>
        <p:spPr>
          <a:xfrm>
            <a:off x="3425373" y="1789189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2220782-26E9-FED3-357F-51E7B5233FE6}"/>
              </a:ext>
            </a:extLst>
          </p:cNvPr>
          <p:cNvSpPr/>
          <p:nvPr/>
        </p:nvSpPr>
        <p:spPr>
          <a:xfrm>
            <a:off x="3825324" y="1789189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D04005D-F2CA-AC11-DE5B-6E5B5207896D}"/>
              </a:ext>
            </a:extLst>
          </p:cNvPr>
          <p:cNvSpPr/>
          <p:nvPr/>
        </p:nvSpPr>
        <p:spPr>
          <a:xfrm>
            <a:off x="4230362" y="1789189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92" name="모서리가 둥근 직사각형 84">
            <a:extLst>
              <a:ext uri="{FF2B5EF4-FFF2-40B4-BE49-F238E27FC236}">
                <a16:creationId xmlns:a16="http://schemas.microsoft.com/office/drawing/2014/main" id="{561D63D7-3E8B-17A0-9975-045337463924}"/>
              </a:ext>
            </a:extLst>
          </p:cNvPr>
          <p:cNvSpPr/>
          <p:nvPr/>
        </p:nvSpPr>
        <p:spPr>
          <a:xfrm>
            <a:off x="1067860" y="2334012"/>
            <a:ext cx="118562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상품번호</a:t>
            </a:r>
          </a:p>
        </p:txBody>
      </p:sp>
      <p:sp>
        <p:nvSpPr>
          <p:cNvPr id="94" name="모서리가 둥근 직사각형 84">
            <a:extLst>
              <a:ext uri="{FF2B5EF4-FFF2-40B4-BE49-F238E27FC236}">
                <a16:creationId xmlns:a16="http://schemas.microsoft.com/office/drawing/2014/main" id="{416B5E8E-342A-929B-0439-74D51EF98FF9}"/>
              </a:ext>
            </a:extLst>
          </p:cNvPr>
          <p:cNvSpPr/>
          <p:nvPr/>
        </p:nvSpPr>
        <p:spPr>
          <a:xfrm>
            <a:off x="2372162" y="2332871"/>
            <a:ext cx="2919081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</a:p>
        </p:txBody>
      </p:sp>
      <p:sp>
        <p:nvSpPr>
          <p:cNvPr id="96" name="모서리가 둥근 직사각형 84">
            <a:extLst>
              <a:ext uri="{FF2B5EF4-FFF2-40B4-BE49-F238E27FC236}">
                <a16:creationId xmlns:a16="http://schemas.microsoft.com/office/drawing/2014/main" id="{6385CF59-84CB-7272-E49A-78458533EC15}"/>
              </a:ext>
            </a:extLst>
          </p:cNvPr>
          <p:cNvSpPr/>
          <p:nvPr/>
        </p:nvSpPr>
        <p:spPr>
          <a:xfrm>
            <a:off x="5343427" y="2340064"/>
            <a:ext cx="135764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상태 전체</a:t>
            </a:r>
          </a:p>
        </p:txBody>
      </p:sp>
      <p:sp>
        <p:nvSpPr>
          <p:cNvPr id="98" name="모서리가 둥근 직사각형 86">
            <a:extLst>
              <a:ext uri="{FF2B5EF4-FFF2-40B4-BE49-F238E27FC236}">
                <a16:creationId xmlns:a16="http://schemas.microsoft.com/office/drawing/2014/main" id="{D0AA8425-758B-0F49-4ED2-B32D472F888E}"/>
              </a:ext>
            </a:extLst>
          </p:cNvPr>
          <p:cNvSpPr/>
          <p:nvPr/>
        </p:nvSpPr>
        <p:spPr>
          <a:xfrm>
            <a:off x="6619840" y="234006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0" name="모서리가 둥근 직사각형 84">
            <a:extLst>
              <a:ext uri="{FF2B5EF4-FFF2-40B4-BE49-F238E27FC236}">
                <a16:creationId xmlns:a16="http://schemas.microsoft.com/office/drawing/2014/main" id="{C135D98E-4624-EF3D-23D8-AE0A2D19FD1E}"/>
              </a:ext>
            </a:extLst>
          </p:cNvPr>
          <p:cNvSpPr/>
          <p:nvPr/>
        </p:nvSpPr>
        <p:spPr>
          <a:xfrm>
            <a:off x="6852758" y="2341205"/>
            <a:ext cx="12801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상태 전체</a:t>
            </a:r>
          </a:p>
        </p:txBody>
      </p:sp>
      <p:sp>
        <p:nvSpPr>
          <p:cNvPr id="102" name="모서리가 둥근 직사각형 86">
            <a:extLst>
              <a:ext uri="{FF2B5EF4-FFF2-40B4-BE49-F238E27FC236}">
                <a16:creationId xmlns:a16="http://schemas.microsoft.com/office/drawing/2014/main" id="{1796B598-5896-D9AF-4A12-8DEE5719286A}"/>
              </a:ext>
            </a:extLst>
          </p:cNvPr>
          <p:cNvSpPr/>
          <p:nvPr/>
        </p:nvSpPr>
        <p:spPr>
          <a:xfrm>
            <a:off x="8130455" y="2341205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6" name="모서리가 둥근 직사각형 84">
            <a:extLst>
              <a:ext uri="{FF2B5EF4-FFF2-40B4-BE49-F238E27FC236}">
                <a16:creationId xmlns:a16="http://schemas.microsoft.com/office/drawing/2014/main" id="{2B02B53E-8310-0DB3-7225-CCF02881F2D5}"/>
              </a:ext>
            </a:extLst>
          </p:cNvPr>
          <p:cNvSpPr/>
          <p:nvPr/>
        </p:nvSpPr>
        <p:spPr>
          <a:xfrm>
            <a:off x="1063533" y="2081694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전체</a:t>
            </a:r>
          </a:p>
        </p:txBody>
      </p:sp>
      <p:sp>
        <p:nvSpPr>
          <p:cNvPr id="108" name="모서리가 둥근 직사각형 86">
            <a:extLst>
              <a:ext uri="{FF2B5EF4-FFF2-40B4-BE49-F238E27FC236}">
                <a16:creationId xmlns:a16="http://schemas.microsoft.com/office/drawing/2014/main" id="{74FC91FB-E247-0DC3-6132-2EACACFBF18D}"/>
              </a:ext>
            </a:extLst>
          </p:cNvPr>
          <p:cNvSpPr/>
          <p:nvPr/>
        </p:nvSpPr>
        <p:spPr>
          <a:xfrm>
            <a:off x="2095917" y="208169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10" name="모서리가 둥근 직사각형 84">
            <a:extLst>
              <a:ext uri="{FF2B5EF4-FFF2-40B4-BE49-F238E27FC236}">
                <a16:creationId xmlns:a16="http://schemas.microsoft.com/office/drawing/2014/main" id="{56843F7D-96CA-47DA-9D1C-973C8C80A0FC}"/>
              </a:ext>
            </a:extLst>
          </p:cNvPr>
          <p:cNvSpPr/>
          <p:nvPr/>
        </p:nvSpPr>
        <p:spPr>
          <a:xfrm>
            <a:off x="2367836" y="2081694"/>
            <a:ext cx="119325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상위 전체</a:t>
            </a:r>
          </a:p>
        </p:txBody>
      </p:sp>
      <p:sp>
        <p:nvSpPr>
          <p:cNvPr id="112" name="모서리가 둥근 직사각형 86">
            <a:extLst>
              <a:ext uri="{FF2B5EF4-FFF2-40B4-BE49-F238E27FC236}">
                <a16:creationId xmlns:a16="http://schemas.microsoft.com/office/drawing/2014/main" id="{35CE3643-D1E4-206C-0B57-D6249090E2E0}"/>
              </a:ext>
            </a:extLst>
          </p:cNvPr>
          <p:cNvSpPr/>
          <p:nvPr/>
        </p:nvSpPr>
        <p:spPr>
          <a:xfrm>
            <a:off x="5133677" y="208169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18" name="모서리가 둥근 직사각형 84">
            <a:extLst>
              <a:ext uri="{FF2B5EF4-FFF2-40B4-BE49-F238E27FC236}">
                <a16:creationId xmlns:a16="http://schemas.microsoft.com/office/drawing/2014/main" id="{198E7BEF-28AD-7E86-BA7E-647E9B484E50}"/>
              </a:ext>
            </a:extLst>
          </p:cNvPr>
          <p:cNvSpPr/>
          <p:nvPr/>
        </p:nvSpPr>
        <p:spPr>
          <a:xfrm>
            <a:off x="5343427" y="2081864"/>
            <a:ext cx="12801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업체 전체</a:t>
            </a:r>
          </a:p>
        </p:txBody>
      </p:sp>
      <p:sp>
        <p:nvSpPr>
          <p:cNvPr id="120" name="모서리가 둥근 직사각형 86">
            <a:extLst>
              <a:ext uri="{FF2B5EF4-FFF2-40B4-BE49-F238E27FC236}">
                <a16:creationId xmlns:a16="http://schemas.microsoft.com/office/drawing/2014/main" id="{9CA200F3-A303-7494-BEFB-57A20CE6D7FE}"/>
              </a:ext>
            </a:extLst>
          </p:cNvPr>
          <p:cNvSpPr/>
          <p:nvPr/>
        </p:nvSpPr>
        <p:spPr>
          <a:xfrm>
            <a:off x="6621124" y="208186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E36F4065-B6C0-9648-B30F-8A3B4AD20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275225"/>
              </p:ext>
            </p:extLst>
          </p:nvPr>
        </p:nvGraphicFramePr>
        <p:xfrm>
          <a:off x="418804" y="3019065"/>
          <a:ext cx="8856984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373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695007">
                  <a:extLst>
                    <a:ext uri="{9D8B030D-6E8A-4147-A177-3AD203B41FA5}">
                      <a16:colId xmlns:a16="http://schemas.microsoft.com/office/drawing/2014/main" val="3879883543"/>
                    </a:ext>
                  </a:extLst>
                </a:gridCol>
                <a:gridCol w="879087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3105538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  <a:gridCol w="807439">
                  <a:extLst>
                    <a:ext uri="{9D8B030D-6E8A-4147-A177-3AD203B41FA5}">
                      <a16:colId xmlns:a16="http://schemas.microsoft.com/office/drawing/2014/main" val="1754573492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978747902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2930556966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2209694919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4277076586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승인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판매업체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재고수량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 승인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하기스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슬림드라이플러스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기저귀 팬티형 특대형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(XL) 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올푸름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9,803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646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중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판매중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신청 대기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여성청소년생리대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내츄럴코튼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시그니처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뉴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오가닉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슬림 대형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컴퍼니에이알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무제한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30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미적용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판매대기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 반려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하기스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매직컴포트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단계 밴드형 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지앤씨아이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미적용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판매중지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 승인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좋은느낌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좋은느낌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오리지널 울트라 날개 중형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지앤씨아이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미적용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판매중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89669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□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등록 신청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숲바른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숲바른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팬티 기저귀 점보형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지앤씨아이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미적용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판매대기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66104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□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신청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베베가드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프리미엄 기저귀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오슬림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베베가드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지앤씨아이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할인중지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판매중지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683518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반려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브랜드명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상품명 데이터입니다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 길 경우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…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처리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지앤씨아이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할인중지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판매중지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36490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승인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프리미엄 기저귀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오슬림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지앤씨아이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미적용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판매중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77199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승인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프리미엄 기저귀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오슬림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지앤씨아이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할인종료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판매중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88175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승인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프리미엄 기저귀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오슬림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지앤씨아이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미적용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판매완료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95379"/>
                  </a:ext>
                </a:extLst>
              </a:tr>
            </a:tbl>
          </a:graphicData>
        </a:graphic>
      </p:graphicFrame>
      <p:sp>
        <p:nvSpPr>
          <p:cNvPr id="160" name="모서리가 둥근 직사각형 84">
            <a:extLst>
              <a:ext uri="{FF2B5EF4-FFF2-40B4-BE49-F238E27FC236}">
                <a16:creationId xmlns:a16="http://schemas.microsoft.com/office/drawing/2014/main" id="{F8D6329F-9393-82D0-2BBB-A879BF571839}"/>
              </a:ext>
            </a:extLst>
          </p:cNvPr>
          <p:cNvSpPr/>
          <p:nvPr/>
        </p:nvSpPr>
        <p:spPr>
          <a:xfrm>
            <a:off x="3668504" y="2081694"/>
            <a:ext cx="146549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하위 전체</a:t>
            </a:r>
          </a:p>
        </p:txBody>
      </p:sp>
      <p:sp>
        <p:nvSpPr>
          <p:cNvPr id="162" name="모서리가 둥근 직사각형 86">
            <a:extLst>
              <a:ext uri="{FF2B5EF4-FFF2-40B4-BE49-F238E27FC236}">
                <a16:creationId xmlns:a16="http://schemas.microsoft.com/office/drawing/2014/main" id="{CCF3F742-0568-DCA8-18A4-90C8F57C2D76}"/>
              </a:ext>
            </a:extLst>
          </p:cNvPr>
          <p:cNvSpPr/>
          <p:nvPr/>
        </p:nvSpPr>
        <p:spPr>
          <a:xfrm>
            <a:off x="3455417" y="2088499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E335D9DC-B257-A775-317B-20DB96065EA4}"/>
              </a:ext>
            </a:extLst>
          </p:cNvPr>
          <p:cNvSpPr/>
          <p:nvPr/>
        </p:nvSpPr>
        <p:spPr>
          <a:xfrm>
            <a:off x="477558" y="3068432"/>
            <a:ext cx="127059" cy="10836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D443BD-8A92-8E5E-F55A-5D122E9F535F}"/>
              </a:ext>
            </a:extLst>
          </p:cNvPr>
          <p:cNvSpPr txBox="1"/>
          <p:nvPr/>
        </p:nvSpPr>
        <p:spPr>
          <a:xfrm>
            <a:off x="3744665" y="5724525"/>
            <a:ext cx="19492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 3   4   5   6   7   8   9   10  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022B5CD-9D1D-EC58-AC31-CB01CA85F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950019"/>
              </p:ext>
            </p:extLst>
          </p:nvPr>
        </p:nvGraphicFramePr>
        <p:xfrm>
          <a:off x="392886" y="6135867"/>
          <a:ext cx="8896395" cy="707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96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34" name="모서리가 둥근 직사각형 84">
            <a:extLst>
              <a:ext uri="{FF2B5EF4-FFF2-40B4-BE49-F238E27FC236}">
                <a16:creationId xmlns:a16="http://schemas.microsoft.com/office/drawing/2014/main" id="{624C33C8-E58A-FCC6-0B69-802CA4C9A020}"/>
              </a:ext>
            </a:extLst>
          </p:cNvPr>
          <p:cNvSpPr/>
          <p:nvPr/>
        </p:nvSpPr>
        <p:spPr>
          <a:xfrm>
            <a:off x="418804" y="5562892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1" name="모서리가 둥근 직사각형 86">
            <a:extLst>
              <a:ext uri="{FF2B5EF4-FFF2-40B4-BE49-F238E27FC236}">
                <a16:creationId xmlns:a16="http://schemas.microsoft.com/office/drawing/2014/main" id="{DE37D9E5-783D-83D4-070B-E7EBAB1A6E05}"/>
              </a:ext>
            </a:extLst>
          </p:cNvPr>
          <p:cNvSpPr/>
          <p:nvPr/>
        </p:nvSpPr>
        <p:spPr>
          <a:xfrm>
            <a:off x="1451188" y="556289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7FDE2A-D0B6-4050-B9D5-94F9D2DA31D7}"/>
              </a:ext>
            </a:extLst>
          </p:cNvPr>
          <p:cNvSpPr txBox="1"/>
          <p:nvPr/>
        </p:nvSpPr>
        <p:spPr>
          <a:xfrm>
            <a:off x="309085" y="2788529"/>
            <a:ext cx="8803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1,333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    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FC32C68-44BE-A1A5-43D6-442808F93460}"/>
              </a:ext>
            </a:extLst>
          </p:cNvPr>
          <p:cNvSpPr/>
          <p:nvPr/>
        </p:nvSpPr>
        <p:spPr>
          <a:xfrm>
            <a:off x="7675614" y="2752750"/>
            <a:ext cx="737564" cy="1975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다운로드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475D73E-6812-5B63-0EC1-2150508230AF}"/>
              </a:ext>
            </a:extLst>
          </p:cNvPr>
          <p:cNvSpPr/>
          <p:nvPr/>
        </p:nvSpPr>
        <p:spPr>
          <a:xfrm>
            <a:off x="8425305" y="2752750"/>
            <a:ext cx="863976" cy="1975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옵션 다운로드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5C72DDA-38DB-561E-BDFB-AEB2F1414234}"/>
              </a:ext>
            </a:extLst>
          </p:cNvPr>
          <p:cNvSpPr/>
          <p:nvPr/>
        </p:nvSpPr>
        <p:spPr>
          <a:xfrm>
            <a:off x="6925583" y="2759519"/>
            <a:ext cx="737564" cy="1975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신청 반려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FC54D-DB51-B06D-5D45-047A6AE3133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84">
            <a:extLst>
              <a:ext uri="{FF2B5EF4-FFF2-40B4-BE49-F238E27FC236}">
                <a16:creationId xmlns:a16="http://schemas.microsoft.com/office/drawing/2014/main" id="{DC021331-31A5-E382-3E98-AA596FACF104}"/>
              </a:ext>
            </a:extLst>
          </p:cNvPr>
          <p:cNvSpPr/>
          <p:nvPr/>
        </p:nvSpPr>
        <p:spPr>
          <a:xfrm>
            <a:off x="6858091" y="2082167"/>
            <a:ext cx="12801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상태 전체</a:t>
            </a:r>
          </a:p>
        </p:txBody>
      </p:sp>
      <p:sp>
        <p:nvSpPr>
          <p:cNvPr id="12" name="모서리가 둥근 직사각형 86">
            <a:extLst>
              <a:ext uri="{FF2B5EF4-FFF2-40B4-BE49-F238E27FC236}">
                <a16:creationId xmlns:a16="http://schemas.microsoft.com/office/drawing/2014/main" id="{E19F8769-2FBA-3329-0CB3-D169B1279A58}"/>
              </a:ext>
            </a:extLst>
          </p:cNvPr>
          <p:cNvSpPr/>
          <p:nvPr/>
        </p:nvSpPr>
        <p:spPr>
          <a:xfrm>
            <a:off x="8135788" y="2082167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7B3E38-DC3C-46F1-DF96-86C482F502D6}"/>
              </a:ext>
            </a:extLst>
          </p:cNvPr>
          <p:cNvSpPr/>
          <p:nvPr/>
        </p:nvSpPr>
        <p:spPr>
          <a:xfrm>
            <a:off x="8693008" y="2314844"/>
            <a:ext cx="573961" cy="23647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A80BBB89-7119-0AF3-B87A-A7AFEB58B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831248"/>
              </p:ext>
            </p:extLst>
          </p:nvPr>
        </p:nvGraphicFramePr>
        <p:xfrm>
          <a:off x="400460" y="6017788"/>
          <a:ext cx="8896395" cy="2267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703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645925">
                  <a:extLst>
                    <a:ext uri="{9D8B030D-6E8A-4147-A177-3AD203B41FA5}">
                      <a16:colId xmlns:a16="http://schemas.microsoft.com/office/drawing/2014/main" val="3879883543"/>
                    </a:ext>
                  </a:extLst>
                </a:gridCol>
                <a:gridCol w="817005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664897">
                  <a:extLst>
                    <a:ext uri="{9D8B030D-6E8A-4147-A177-3AD203B41FA5}">
                      <a16:colId xmlns:a16="http://schemas.microsoft.com/office/drawing/2014/main" val="765616444"/>
                    </a:ext>
                  </a:extLst>
                </a:gridCol>
                <a:gridCol w="577245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886223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  <a:gridCol w="750417">
                  <a:extLst>
                    <a:ext uri="{9D8B030D-6E8A-4147-A177-3AD203B41FA5}">
                      <a16:colId xmlns:a16="http://schemas.microsoft.com/office/drawing/2014/main" val="1754573492"/>
                    </a:ext>
                  </a:extLst>
                </a:gridCol>
                <a:gridCol w="577245">
                  <a:extLst>
                    <a:ext uri="{9D8B030D-6E8A-4147-A177-3AD203B41FA5}">
                      <a16:colId xmlns:a16="http://schemas.microsoft.com/office/drawing/2014/main" val="978747902"/>
                    </a:ext>
                  </a:extLst>
                </a:gridCol>
                <a:gridCol w="577245">
                  <a:extLst>
                    <a:ext uri="{9D8B030D-6E8A-4147-A177-3AD203B41FA5}">
                      <a16:colId xmlns:a16="http://schemas.microsoft.com/office/drawing/2014/main" val="2930556966"/>
                    </a:ext>
                  </a:extLst>
                </a:gridCol>
                <a:gridCol w="577245">
                  <a:extLst>
                    <a:ext uri="{9D8B030D-6E8A-4147-A177-3AD203B41FA5}">
                      <a16:colId xmlns:a16="http://schemas.microsoft.com/office/drawing/2014/main" val="2209694919"/>
                    </a:ext>
                  </a:extLst>
                </a:gridCol>
                <a:gridCol w="577245">
                  <a:extLst>
                    <a:ext uri="{9D8B030D-6E8A-4147-A177-3AD203B41FA5}">
                      <a16:colId xmlns:a16="http://schemas.microsoft.com/office/drawing/2014/main" val="4277076586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승인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하위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판매업체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재고수량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97AA3EF6-7D16-5E74-5E3C-E68FA928624E}"/>
              </a:ext>
            </a:extLst>
          </p:cNvPr>
          <p:cNvSpPr/>
          <p:nvPr/>
        </p:nvSpPr>
        <p:spPr>
          <a:xfrm>
            <a:off x="477557" y="6086540"/>
            <a:ext cx="127059" cy="10836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EC3A8-16EE-1A30-6FE8-4C5181BC0BAE}"/>
              </a:ext>
            </a:extLst>
          </p:cNvPr>
          <p:cNvSpPr txBox="1"/>
          <p:nvPr/>
        </p:nvSpPr>
        <p:spPr>
          <a:xfrm>
            <a:off x="1964978" y="2788232"/>
            <a:ext cx="7521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신청 </a:t>
            </a:r>
            <a:r>
              <a:rPr lang="en-US" altLang="ko-KR" sz="900" u="sng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24088C-1F7A-CF41-AFE6-1BE6CBC97210}"/>
              </a:ext>
            </a:extLst>
          </p:cNvPr>
          <p:cNvSpPr/>
          <p:nvPr/>
        </p:nvSpPr>
        <p:spPr>
          <a:xfrm>
            <a:off x="6175552" y="2759519"/>
            <a:ext cx="737564" cy="1975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신청 반려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35E058-53C0-EFD0-C367-C8BF106D442B}"/>
              </a:ext>
            </a:extLst>
          </p:cNvPr>
          <p:cNvSpPr txBox="1"/>
          <p:nvPr/>
        </p:nvSpPr>
        <p:spPr>
          <a:xfrm>
            <a:off x="1084609" y="2788232"/>
            <a:ext cx="9941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신청 </a:t>
            </a:r>
            <a:r>
              <a:rPr lang="en-US" altLang="ko-KR" sz="900" u="sng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  ｜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EEC0706-E44D-A022-9F03-CF1230BEB901}"/>
              </a:ext>
            </a:extLst>
          </p:cNvPr>
          <p:cNvSpPr/>
          <p:nvPr/>
        </p:nvSpPr>
        <p:spPr>
          <a:xfrm>
            <a:off x="496086" y="4674253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0CCC84F-FD7D-6F31-A7D5-F3F2CA7A9F63}"/>
              </a:ext>
            </a:extLst>
          </p:cNvPr>
          <p:cNvSpPr/>
          <p:nvPr/>
        </p:nvSpPr>
        <p:spPr>
          <a:xfrm>
            <a:off x="496086" y="3999083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621B403-104D-85F6-B9F5-AB8F35AA90B1}"/>
              </a:ext>
            </a:extLst>
          </p:cNvPr>
          <p:cNvSpPr/>
          <p:nvPr/>
        </p:nvSpPr>
        <p:spPr>
          <a:xfrm>
            <a:off x="496086" y="3750451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0951966-B9DE-31BC-4662-B722A3F1A343}"/>
              </a:ext>
            </a:extLst>
          </p:cNvPr>
          <p:cNvSpPr/>
          <p:nvPr/>
        </p:nvSpPr>
        <p:spPr>
          <a:xfrm>
            <a:off x="496086" y="3536135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10F5A96-740B-8E3C-FD55-3A5E68E89AE5}"/>
              </a:ext>
            </a:extLst>
          </p:cNvPr>
          <p:cNvSpPr/>
          <p:nvPr/>
        </p:nvSpPr>
        <p:spPr>
          <a:xfrm>
            <a:off x="496086" y="3304577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CE051F6-90CD-EA50-0092-7B18FA40B61F}"/>
              </a:ext>
            </a:extLst>
          </p:cNvPr>
          <p:cNvSpPr/>
          <p:nvPr/>
        </p:nvSpPr>
        <p:spPr>
          <a:xfrm>
            <a:off x="496086" y="4928875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38D2B0E-AE59-16F8-1491-F056EDD49002}"/>
              </a:ext>
            </a:extLst>
          </p:cNvPr>
          <p:cNvSpPr/>
          <p:nvPr/>
        </p:nvSpPr>
        <p:spPr>
          <a:xfrm>
            <a:off x="496086" y="5147180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2496E09-99C9-F077-839A-A335CB818DFE}"/>
              </a:ext>
            </a:extLst>
          </p:cNvPr>
          <p:cNvSpPr/>
          <p:nvPr/>
        </p:nvSpPr>
        <p:spPr>
          <a:xfrm>
            <a:off x="496086" y="5366409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65" name="Group 59">
            <a:extLst>
              <a:ext uri="{FF2B5EF4-FFF2-40B4-BE49-F238E27FC236}">
                <a16:creationId xmlns:a16="http://schemas.microsoft.com/office/drawing/2014/main" id="{B9812C09-C720-6C29-3C71-ADE90D446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757190"/>
              </p:ext>
            </p:extLst>
          </p:nvPr>
        </p:nvGraphicFramePr>
        <p:xfrm>
          <a:off x="10086305" y="636529"/>
          <a:ext cx="2850436" cy="591934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 구분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판매기간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 자동 설정 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기간에 맞게  달력 기간이  자동설정됨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바우처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 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바우처 전체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여성청소년생리대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상위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</a:t>
                      </a: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상위 전체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육아라이프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분유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육아라이프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육아라이프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물티슈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여성케어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생리대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여성케어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생리 팬티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하위 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</a:t>
                      </a: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하위 전체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국내분유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수입분유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특수분유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액상분유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국내기저귀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수입기저귀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기능성기저귀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일반생리대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생리팬티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2-4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판매업체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</a:t>
                      </a: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판매업체 전체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판매 업체명 데이터명 출력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$</a:t>
                      </a: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2-5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승인상태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</a:t>
                      </a: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상태 전체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 대기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신청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승인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반려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신청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승인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반려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</a:tbl>
          </a:graphicData>
        </a:graphic>
      </p:graphicFrame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213ECB8B-5FC0-2C82-8711-84044B08EE33}"/>
              </a:ext>
            </a:extLst>
          </p:cNvPr>
          <p:cNvSpPr/>
          <p:nvPr/>
        </p:nvSpPr>
        <p:spPr>
          <a:xfrm>
            <a:off x="1288827" y="16491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9" name="모서리가 둥근 직사각형 114">
            <a:extLst>
              <a:ext uri="{FF2B5EF4-FFF2-40B4-BE49-F238E27FC236}">
                <a16:creationId xmlns:a16="http://schemas.microsoft.com/office/drawing/2014/main" id="{212E92E0-59B9-30AC-B752-CF3224C6D116}"/>
              </a:ext>
            </a:extLst>
          </p:cNvPr>
          <p:cNvSpPr/>
          <p:nvPr/>
        </p:nvSpPr>
        <p:spPr>
          <a:xfrm>
            <a:off x="4421040" y="168129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1" name="모서리가 둥근 직사각형 114">
            <a:extLst>
              <a:ext uri="{FF2B5EF4-FFF2-40B4-BE49-F238E27FC236}">
                <a16:creationId xmlns:a16="http://schemas.microsoft.com/office/drawing/2014/main" id="{8EDF937F-098B-970A-FD19-C61672B8A173}"/>
              </a:ext>
            </a:extLst>
          </p:cNvPr>
          <p:cNvSpPr/>
          <p:nvPr/>
        </p:nvSpPr>
        <p:spPr>
          <a:xfrm>
            <a:off x="1987624" y="19670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89CDF6D9-FE80-9826-C589-40C6508E1A6D}"/>
              </a:ext>
            </a:extLst>
          </p:cNvPr>
          <p:cNvSpPr/>
          <p:nvPr/>
        </p:nvSpPr>
        <p:spPr>
          <a:xfrm>
            <a:off x="3295863" y="194662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5" name="모서리가 둥근 직사각형 114">
            <a:extLst>
              <a:ext uri="{FF2B5EF4-FFF2-40B4-BE49-F238E27FC236}">
                <a16:creationId xmlns:a16="http://schemas.microsoft.com/office/drawing/2014/main" id="{C0484896-DC1F-8ABD-300B-4179CBDED922}"/>
              </a:ext>
            </a:extLst>
          </p:cNvPr>
          <p:cNvSpPr/>
          <p:nvPr/>
        </p:nvSpPr>
        <p:spPr>
          <a:xfrm>
            <a:off x="5005048" y="193932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7" name="모서리가 둥근 직사각형 114">
            <a:extLst>
              <a:ext uri="{FF2B5EF4-FFF2-40B4-BE49-F238E27FC236}">
                <a16:creationId xmlns:a16="http://schemas.microsoft.com/office/drawing/2014/main" id="{45DC6228-334D-39AC-F35D-8FB3E2461CC5}"/>
              </a:ext>
            </a:extLst>
          </p:cNvPr>
          <p:cNvSpPr/>
          <p:nvPr/>
        </p:nvSpPr>
        <p:spPr>
          <a:xfrm>
            <a:off x="6469052" y="19259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9" name="모서리가 둥근 직사각형 114">
            <a:extLst>
              <a:ext uri="{FF2B5EF4-FFF2-40B4-BE49-F238E27FC236}">
                <a16:creationId xmlns:a16="http://schemas.microsoft.com/office/drawing/2014/main" id="{F7FFDE69-A470-2C8C-72FD-ED1C69BE0D7A}"/>
              </a:ext>
            </a:extLst>
          </p:cNvPr>
          <p:cNvSpPr/>
          <p:nvPr/>
        </p:nvSpPr>
        <p:spPr>
          <a:xfrm>
            <a:off x="8072081" y="19259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1" name="모서리가 둥근 직사각형 114">
            <a:extLst>
              <a:ext uri="{FF2B5EF4-FFF2-40B4-BE49-F238E27FC236}">
                <a16:creationId xmlns:a16="http://schemas.microsoft.com/office/drawing/2014/main" id="{55E835E9-3C64-4AA3-898C-6C052530E34F}"/>
              </a:ext>
            </a:extLst>
          </p:cNvPr>
          <p:cNvSpPr/>
          <p:nvPr/>
        </p:nvSpPr>
        <p:spPr>
          <a:xfrm>
            <a:off x="1997649" y="22804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3" name="모서리가 둥근 직사각형 114">
            <a:extLst>
              <a:ext uri="{FF2B5EF4-FFF2-40B4-BE49-F238E27FC236}">
                <a16:creationId xmlns:a16="http://schemas.microsoft.com/office/drawing/2014/main" id="{585F9853-DCF7-C893-BCA9-1C5001CF28E3}"/>
              </a:ext>
            </a:extLst>
          </p:cNvPr>
          <p:cNvSpPr/>
          <p:nvPr/>
        </p:nvSpPr>
        <p:spPr>
          <a:xfrm>
            <a:off x="4995240" y="22610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5" name="모서리가 둥근 직사각형 114">
            <a:extLst>
              <a:ext uri="{FF2B5EF4-FFF2-40B4-BE49-F238E27FC236}">
                <a16:creationId xmlns:a16="http://schemas.microsoft.com/office/drawing/2014/main" id="{28125916-B691-F275-84A6-CECC2FCB4681}"/>
              </a:ext>
            </a:extLst>
          </p:cNvPr>
          <p:cNvSpPr/>
          <p:nvPr/>
        </p:nvSpPr>
        <p:spPr>
          <a:xfrm>
            <a:off x="6485403" y="222832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7" name="모서리가 둥근 직사각형 114">
            <a:extLst>
              <a:ext uri="{FF2B5EF4-FFF2-40B4-BE49-F238E27FC236}">
                <a16:creationId xmlns:a16="http://schemas.microsoft.com/office/drawing/2014/main" id="{05DE82AD-5FE9-174A-2395-84396693DA6C}"/>
              </a:ext>
            </a:extLst>
          </p:cNvPr>
          <p:cNvSpPr/>
          <p:nvPr/>
        </p:nvSpPr>
        <p:spPr>
          <a:xfrm>
            <a:off x="8141949" y="22424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9" name="모서리가 둥근 직사각형 114">
            <a:extLst>
              <a:ext uri="{FF2B5EF4-FFF2-40B4-BE49-F238E27FC236}">
                <a16:creationId xmlns:a16="http://schemas.microsoft.com/office/drawing/2014/main" id="{3BC30601-DBCD-7C20-6859-826A708FB931}"/>
              </a:ext>
            </a:extLst>
          </p:cNvPr>
          <p:cNvSpPr/>
          <p:nvPr/>
        </p:nvSpPr>
        <p:spPr>
          <a:xfrm>
            <a:off x="9125277" y="22451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1" name="모서리가 둥근 직사각형 114">
            <a:extLst>
              <a:ext uri="{FF2B5EF4-FFF2-40B4-BE49-F238E27FC236}">
                <a16:creationId xmlns:a16="http://schemas.microsoft.com/office/drawing/2014/main" id="{77444A6D-CBC2-4000-9C13-0923F754550C}"/>
              </a:ext>
            </a:extLst>
          </p:cNvPr>
          <p:cNvSpPr/>
          <p:nvPr/>
        </p:nvSpPr>
        <p:spPr>
          <a:xfrm>
            <a:off x="673088" y="265363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CDB5660B-B7D1-864A-7053-C91FAF0B9B62}"/>
              </a:ext>
            </a:extLst>
          </p:cNvPr>
          <p:cNvSpPr/>
          <p:nvPr/>
        </p:nvSpPr>
        <p:spPr>
          <a:xfrm>
            <a:off x="1580575" y="26732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9" name="모서리가 둥근 직사각형 114">
            <a:extLst>
              <a:ext uri="{FF2B5EF4-FFF2-40B4-BE49-F238E27FC236}">
                <a16:creationId xmlns:a16="http://schemas.microsoft.com/office/drawing/2014/main" id="{BD6D3D9F-0517-472F-A9D0-A7E55C00A534}"/>
              </a:ext>
            </a:extLst>
          </p:cNvPr>
          <p:cNvSpPr/>
          <p:nvPr/>
        </p:nvSpPr>
        <p:spPr>
          <a:xfrm>
            <a:off x="2504819" y="26794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3" name="모서리가 둥근 직사각형 114">
            <a:extLst>
              <a:ext uri="{FF2B5EF4-FFF2-40B4-BE49-F238E27FC236}">
                <a16:creationId xmlns:a16="http://schemas.microsoft.com/office/drawing/2014/main" id="{90DECD14-2254-0F90-D76D-22BF269815CD}"/>
              </a:ext>
            </a:extLst>
          </p:cNvPr>
          <p:cNvSpPr/>
          <p:nvPr/>
        </p:nvSpPr>
        <p:spPr>
          <a:xfrm>
            <a:off x="6619840" y="26282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5" name="모서리가 둥근 직사각형 114">
            <a:extLst>
              <a:ext uri="{FF2B5EF4-FFF2-40B4-BE49-F238E27FC236}">
                <a16:creationId xmlns:a16="http://schemas.microsoft.com/office/drawing/2014/main" id="{4315632C-188C-BFAA-8409-DE1706F77389}"/>
              </a:ext>
            </a:extLst>
          </p:cNvPr>
          <p:cNvSpPr/>
          <p:nvPr/>
        </p:nvSpPr>
        <p:spPr>
          <a:xfrm>
            <a:off x="7389288" y="26217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9" name="모서리가 둥근 직사각형 114">
            <a:extLst>
              <a:ext uri="{FF2B5EF4-FFF2-40B4-BE49-F238E27FC236}">
                <a16:creationId xmlns:a16="http://schemas.microsoft.com/office/drawing/2014/main" id="{3148478F-937A-FF65-3ED1-8643B88B8A8C}"/>
              </a:ext>
            </a:extLst>
          </p:cNvPr>
          <p:cNvSpPr/>
          <p:nvPr/>
        </p:nvSpPr>
        <p:spPr>
          <a:xfrm>
            <a:off x="8093809" y="26155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9FABDCD0-277F-E56D-03E9-FAA15A41A74B}"/>
              </a:ext>
            </a:extLst>
          </p:cNvPr>
          <p:cNvSpPr/>
          <p:nvPr/>
        </p:nvSpPr>
        <p:spPr>
          <a:xfrm>
            <a:off x="8958397" y="26282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92989117-D2FE-21D9-E3EE-DAF45324602D}"/>
              </a:ext>
            </a:extLst>
          </p:cNvPr>
          <p:cNvSpPr/>
          <p:nvPr/>
        </p:nvSpPr>
        <p:spPr>
          <a:xfrm>
            <a:off x="90419" y="300932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82DCD373-9271-9E13-679F-DEC2C80ABD5E}"/>
              </a:ext>
            </a:extLst>
          </p:cNvPr>
          <p:cNvSpPr/>
          <p:nvPr/>
        </p:nvSpPr>
        <p:spPr>
          <a:xfrm>
            <a:off x="1608895" y="55346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17CB99E1-F9C3-AD4E-A6C5-FF4099BD96B2}"/>
              </a:ext>
            </a:extLst>
          </p:cNvPr>
          <p:cNvSpPr/>
          <p:nvPr/>
        </p:nvSpPr>
        <p:spPr>
          <a:xfrm>
            <a:off x="5625718" y="45093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4" name="모서리가 둥근 직사각형 114">
            <a:extLst>
              <a:ext uri="{FF2B5EF4-FFF2-40B4-BE49-F238E27FC236}">
                <a16:creationId xmlns:a16="http://schemas.microsoft.com/office/drawing/2014/main" id="{9ACEF5DE-A4FF-B69E-E4D6-4FC93CB7A9A2}"/>
              </a:ext>
            </a:extLst>
          </p:cNvPr>
          <p:cNvSpPr/>
          <p:nvPr/>
        </p:nvSpPr>
        <p:spPr>
          <a:xfrm>
            <a:off x="5515036" y="55762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6" name="모서리가 둥근 직사각형 114">
            <a:extLst>
              <a:ext uri="{FF2B5EF4-FFF2-40B4-BE49-F238E27FC236}">
                <a16:creationId xmlns:a16="http://schemas.microsoft.com/office/drawing/2014/main" id="{37ED3318-B7CB-46C5-F9B8-B34748CBB81D}"/>
              </a:ext>
            </a:extLst>
          </p:cNvPr>
          <p:cNvSpPr/>
          <p:nvPr/>
        </p:nvSpPr>
        <p:spPr>
          <a:xfrm>
            <a:off x="5282346" y="62861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18BD67F2-D9ED-6853-32E0-E27158D2FFB5}"/>
              </a:ext>
            </a:extLst>
          </p:cNvPr>
          <p:cNvSpPr/>
          <p:nvPr/>
        </p:nvSpPr>
        <p:spPr>
          <a:xfrm>
            <a:off x="5286916" y="65181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0" name="모서리가 둥근 직사각형 114">
            <a:extLst>
              <a:ext uri="{FF2B5EF4-FFF2-40B4-BE49-F238E27FC236}">
                <a16:creationId xmlns:a16="http://schemas.microsoft.com/office/drawing/2014/main" id="{B926A080-7C3D-15E5-BA9E-68999CC9AC38}"/>
              </a:ext>
            </a:extLst>
          </p:cNvPr>
          <p:cNvSpPr/>
          <p:nvPr/>
        </p:nvSpPr>
        <p:spPr>
          <a:xfrm>
            <a:off x="138324" y="34911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F12083B-E4E0-EAB3-4DC9-4B9861E2DB11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목록 내</a:t>
            </a:r>
            <a:r>
              <a:rPr kumimoji="1" lang="en-US" altLang="ko-KR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하위 항목 삭제 반영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8946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4C9489A9-9E21-6C4A-6E2D-DC3D16447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742721"/>
              </p:ext>
            </p:extLst>
          </p:nvPr>
        </p:nvGraphicFramePr>
        <p:xfrm>
          <a:off x="7129041" y="349694"/>
          <a:ext cx="2850436" cy="6399404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2-6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 box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2-7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 box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2-8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할인상태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상태 전체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미적용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중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중지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종료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조기 종료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2-9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상태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상태 전체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대기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중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중지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완료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2-10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선택 시  설정한 내용으로 검색 결과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전체  건수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건수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카운팅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3-2 “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 신청 </a:t>
                      </a: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“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승인 상태  건수 출력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  하단에 등록 신청 건수 데이터만 필터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3-3 “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변경 신청 </a:t>
                      </a: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“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승인 상태  건수 출력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  하단에 변경 신청 건수 데이터만 필터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3702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4-1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 신청 반려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 신청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”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승인상태 건 체크박스 선택 후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해당 버튼 클릭 시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         등록 신청 반려 레이어 팝업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4-2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변경 신청 반려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변경 신청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”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승인상태 건 체크박스 선택 후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해당 버튼 클릭 시  변경 신청 반려 레이어 팝업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4-3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엑셀 다운로드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상단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소팅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적용된 데이터 값 엑셀 다운로드 기능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4-4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상품 옵션 다운로드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상단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소팅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적용된 데이터 값 상품 내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        옵션 값  포함 데이터 엑셀 다운로드 기능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(As-IS 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기능 동일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559373"/>
                  </a:ext>
                </a:extLst>
              </a:tr>
            </a:tbl>
          </a:graphicData>
        </a:graphic>
      </p:graphicFrame>
      <p:graphicFrame>
        <p:nvGraphicFramePr>
          <p:cNvPr id="77" name="Group 59">
            <a:extLst>
              <a:ext uri="{FF2B5EF4-FFF2-40B4-BE49-F238E27FC236}">
                <a16:creationId xmlns:a16="http://schemas.microsoft.com/office/drawing/2014/main" id="{D9C7B13D-8E5D-3E5C-BA6D-F25BA23A5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643028"/>
              </p:ext>
            </p:extLst>
          </p:nvPr>
        </p:nvGraphicFramePr>
        <p:xfrm>
          <a:off x="10080433" y="349694"/>
          <a:ext cx="2850436" cy="6490844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체크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하단에서 선택 가능한 체크 박스 전체 선택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5-2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상품별 체크박스 기능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중 상태 의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신청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신청 상태 값만 체크 박스 활성 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상품명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로우 클릭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상세 페이지 이동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브랜드명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상품명 데이터입니다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 길 경우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…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처리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5-4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데이터 조회 건수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5-5 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페이징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페이지당 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5-4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에서 설정된 건수로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6-1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검색결과가 없을 경우 출력되는 안내문구</a:t>
                      </a:r>
                      <a:endParaRPr lang="en-US" altLang="ko-KR" sz="800" b="1" u="sng" kern="0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6-2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등록된 데이터가 </a:t>
                      </a:r>
                      <a:r>
                        <a:rPr lang="ko-KR" altLang="en-US" sz="800" b="1" u="sng" kern="0" spc="-1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없을경우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출력되는 안내문구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3702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417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7437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74">
            <a:extLst>
              <a:ext uri="{FF2B5EF4-FFF2-40B4-BE49-F238E27FC236}">
                <a16:creationId xmlns:a16="http://schemas.microsoft.com/office/drawing/2014/main" id="{DB9616E0-FD6A-6193-1C28-9DC86EB20DCE}"/>
              </a:ext>
            </a:extLst>
          </p:cNvPr>
          <p:cNvSpPr/>
          <p:nvPr/>
        </p:nvSpPr>
        <p:spPr>
          <a:xfrm>
            <a:off x="591816" y="1816111"/>
            <a:ext cx="2016224" cy="1764000"/>
          </a:xfrm>
          <a:prstGeom prst="roundRect">
            <a:avLst>
              <a:gd name="adj" fmla="val 2153"/>
            </a:avLst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spc="-15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08E4F92-AF85-CB65-7280-698C97421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971241"/>
              </p:ext>
            </p:extLst>
          </p:nvPr>
        </p:nvGraphicFramePr>
        <p:xfrm>
          <a:off x="757217" y="2226673"/>
          <a:ext cx="1672447" cy="116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89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수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목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금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토</a:t>
                      </a: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27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28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29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30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31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ko-KR" altLang="en-US" sz="7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9612" marR="29612" marT="29612" marB="2961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9A19C9C-CBC9-D7B3-61D0-68BC5D03129D}"/>
              </a:ext>
            </a:extLst>
          </p:cNvPr>
          <p:cNvSpPr txBox="1"/>
          <p:nvPr/>
        </p:nvSpPr>
        <p:spPr>
          <a:xfrm>
            <a:off x="978836" y="1878287"/>
            <a:ext cx="1136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2027 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6A0C32-89EF-C136-3D5D-320FFA2CA5F8}"/>
              </a:ext>
            </a:extLst>
          </p:cNvPr>
          <p:cNvSpPr/>
          <p:nvPr/>
        </p:nvSpPr>
        <p:spPr>
          <a:xfrm rot="5400000">
            <a:off x="569560" y="1916437"/>
            <a:ext cx="29848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b="1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487E93D-D91E-73D0-A4CE-90ED7456616B}"/>
              </a:ext>
            </a:extLst>
          </p:cNvPr>
          <p:cNvSpPr/>
          <p:nvPr/>
        </p:nvSpPr>
        <p:spPr>
          <a:xfrm rot="16200000">
            <a:off x="2314820" y="1939227"/>
            <a:ext cx="29848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b="1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0CD1FA-67DF-870C-FB88-84AABB454EF3}"/>
              </a:ext>
            </a:extLst>
          </p:cNvPr>
          <p:cNvSpPr/>
          <p:nvPr/>
        </p:nvSpPr>
        <p:spPr>
          <a:xfrm>
            <a:off x="497111" y="3730983"/>
            <a:ext cx="20765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noProof="1">
                <a:latin typeface="맑은 고딕" pitchFamily="50" charset="-127"/>
                <a:cs typeface="Segoe UI" panose="020B0502040204020203" pitchFamily="34" charset="0"/>
              </a:rPr>
              <a:t>캘린터를 통해 날짜 선택 가능 </a:t>
            </a:r>
            <a:r>
              <a:rPr lang="en-US" altLang="ko-KR" sz="800" noProof="1">
                <a:latin typeface="맑은 고딕" pitchFamily="50" charset="-127"/>
                <a:cs typeface="Segoe UI" panose="020B0502040204020203" pitchFamily="34" charset="0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noProof="1">
                <a:latin typeface="맑은 고딕" pitchFamily="50" charset="-127"/>
                <a:cs typeface="Segoe UI" panose="020B0502040204020203" pitchFamily="34" charset="0"/>
              </a:rPr>
              <a:t>날짜 클릭 시</a:t>
            </a:r>
            <a:r>
              <a:rPr lang="en-US" altLang="ko-KR" sz="800" noProof="1">
                <a:latin typeface="맑은 고딕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800" noProof="1">
                <a:latin typeface="맑은 고딕" pitchFamily="50" charset="-127"/>
                <a:cs typeface="Segoe UI" panose="020B0502040204020203" pitchFamily="34" charset="0"/>
              </a:rPr>
              <a:t>해당 날짜가 입력되면서 캘린더는 자동으로 닫힘</a:t>
            </a:r>
            <a:endParaRPr lang="en-US" altLang="ko-KR" sz="800" noProof="1">
              <a:latin typeface="맑은 고딕" pitchFamily="50" charset="-127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800" noProof="1">
              <a:latin typeface="맑은 고딕" pitchFamily="50" charset="-127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noProof="1">
                <a:latin typeface="맑은 고딕" pitchFamily="50" charset="-127"/>
                <a:cs typeface="Segoe UI" panose="020B0502040204020203" pitchFamily="34" charset="0"/>
              </a:rPr>
              <a:t>Input box</a:t>
            </a:r>
            <a:r>
              <a:rPr lang="ko-KR" altLang="en-US" sz="800" noProof="1">
                <a:latin typeface="맑은 고딕" pitchFamily="50" charset="-127"/>
                <a:cs typeface="Segoe UI" panose="020B0502040204020203" pitchFamily="34" charset="0"/>
              </a:rPr>
              <a:t>에서 직접 이력 가능</a:t>
            </a:r>
            <a:endParaRPr lang="ko-KR" altLang="en-US" sz="8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52EF71-7EDA-09A4-DF93-0CC7790FC4BA}"/>
              </a:ext>
            </a:extLst>
          </p:cNvPr>
          <p:cNvSpPr/>
          <p:nvPr/>
        </p:nvSpPr>
        <p:spPr>
          <a:xfrm>
            <a:off x="543461" y="1577959"/>
            <a:ext cx="7425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i="1" u="sng" dirty="0">
                <a:solidFill>
                  <a:srgbClr val="C00000"/>
                </a:solidFill>
                <a:latin typeface="맑은 고딕" panose="020B0503020000020004" pitchFamily="50" charset="-127"/>
              </a:rPr>
              <a:t>날짜 선택</a:t>
            </a:r>
          </a:p>
        </p:txBody>
      </p:sp>
      <p:graphicFrame>
        <p:nvGraphicFramePr>
          <p:cNvPr id="31" name="표 25">
            <a:extLst>
              <a:ext uri="{FF2B5EF4-FFF2-40B4-BE49-F238E27FC236}">
                <a16:creationId xmlns:a16="http://schemas.microsoft.com/office/drawing/2014/main" id="{A906EDCC-DD3C-A397-1D24-EF1AF3B15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966038"/>
              </p:ext>
            </p:extLst>
          </p:nvPr>
        </p:nvGraphicFramePr>
        <p:xfrm>
          <a:off x="360289" y="747055"/>
          <a:ext cx="8856983" cy="249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213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8331770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7270"/>
                  </a:ext>
                </a:extLst>
              </a:tr>
            </a:tbl>
          </a:graphicData>
        </a:graphic>
      </p:graphicFrame>
      <p:sp>
        <p:nvSpPr>
          <p:cNvPr id="32" name="모서리가 둥근 직사각형 52">
            <a:extLst>
              <a:ext uri="{FF2B5EF4-FFF2-40B4-BE49-F238E27FC236}">
                <a16:creationId xmlns:a16="http://schemas.microsoft.com/office/drawing/2014/main" id="{F5C35D7C-5D01-A905-A12C-F6081441AE5F}"/>
              </a:ext>
            </a:extLst>
          </p:cNvPr>
          <p:cNvSpPr/>
          <p:nvPr/>
        </p:nvSpPr>
        <p:spPr>
          <a:xfrm>
            <a:off x="1559138" y="785491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2026-07-01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481A9CC-1DE5-4368-8F87-F94078F1CFF8}"/>
              </a:ext>
            </a:extLst>
          </p:cNvPr>
          <p:cNvGrpSpPr/>
          <p:nvPr/>
        </p:nvGrpSpPr>
        <p:grpSpPr>
          <a:xfrm>
            <a:off x="3155726" y="785494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4" name="모서리가 둥근 직사각형 54">
              <a:extLst>
                <a:ext uri="{FF2B5EF4-FFF2-40B4-BE49-F238E27FC236}">
                  <a16:creationId xmlns:a16="http://schemas.microsoft.com/office/drawing/2014/main" id="{B0E86C2C-8C8E-4A20-0193-BA7082B1D788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5" name="Picture 4" descr="calendar, date, event, month icon">
              <a:extLst>
                <a:ext uri="{FF2B5EF4-FFF2-40B4-BE49-F238E27FC236}">
                  <a16:creationId xmlns:a16="http://schemas.microsoft.com/office/drawing/2014/main" id="{08D11DF5-701D-8EBA-4230-72185F79C2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6" name="모서리가 둥근 직사각형 56">
            <a:extLst>
              <a:ext uri="{FF2B5EF4-FFF2-40B4-BE49-F238E27FC236}">
                <a16:creationId xmlns:a16="http://schemas.microsoft.com/office/drawing/2014/main" id="{2EC59F8D-1EAC-3AF6-D6D3-CA4A7B7F5624}"/>
              </a:ext>
            </a:extLst>
          </p:cNvPr>
          <p:cNvSpPr/>
          <p:nvPr/>
        </p:nvSpPr>
        <p:spPr>
          <a:xfrm>
            <a:off x="2512186" y="785491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2026-10-31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E48368F-0D52-323E-4DE0-68C0F87487AD}"/>
              </a:ext>
            </a:extLst>
          </p:cNvPr>
          <p:cNvSpPr/>
          <p:nvPr/>
        </p:nvSpPr>
        <p:spPr>
          <a:xfrm>
            <a:off x="2309121" y="717258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84">
            <a:extLst>
              <a:ext uri="{FF2B5EF4-FFF2-40B4-BE49-F238E27FC236}">
                <a16:creationId xmlns:a16="http://schemas.microsoft.com/office/drawing/2014/main" id="{D8324DF8-C85D-DC46-26E6-1D61223559F0}"/>
              </a:ext>
            </a:extLst>
          </p:cNvPr>
          <p:cNvSpPr/>
          <p:nvPr/>
        </p:nvSpPr>
        <p:spPr>
          <a:xfrm>
            <a:off x="983519" y="785026"/>
            <a:ext cx="447014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등록일</a:t>
            </a:r>
          </a:p>
        </p:txBody>
      </p:sp>
      <p:sp>
        <p:nvSpPr>
          <p:cNvPr id="39" name="모서리가 둥근 직사각형 86">
            <a:extLst>
              <a:ext uri="{FF2B5EF4-FFF2-40B4-BE49-F238E27FC236}">
                <a16:creationId xmlns:a16="http://schemas.microsoft.com/office/drawing/2014/main" id="{E516056E-32A4-EE6C-EEF8-92BAB9A3FD1E}"/>
              </a:ext>
            </a:extLst>
          </p:cNvPr>
          <p:cNvSpPr/>
          <p:nvPr/>
        </p:nvSpPr>
        <p:spPr>
          <a:xfrm>
            <a:off x="1367830" y="785026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31A776F-1250-8677-E82C-6CDCBCCC6F2B}"/>
              </a:ext>
            </a:extLst>
          </p:cNvPr>
          <p:cNvGrpSpPr/>
          <p:nvPr/>
        </p:nvGrpSpPr>
        <p:grpSpPr>
          <a:xfrm>
            <a:off x="2190608" y="785027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41" name="모서리가 둥근 직사각형 54">
              <a:extLst>
                <a:ext uri="{FF2B5EF4-FFF2-40B4-BE49-F238E27FC236}">
                  <a16:creationId xmlns:a16="http://schemas.microsoft.com/office/drawing/2014/main" id="{0BBEAECE-3F0F-9493-06B9-8D001447C55A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2" name="Picture 4" descr="calendar, date, event, month icon">
              <a:extLst>
                <a:ext uri="{FF2B5EF4-FFF2-40B4-BE49-F238E27FC236}">
                  <a16:creationId xmlns:a16="http://schemas.microsoft.com/office/drawing/2014/main" id="{EC3553B2-B545-2919-E0F7-FA397C3D1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553BAA2-F60D-31F3-CE22-708B7784D8F0}"/>
              </a:ext>
            </a:extLst>
          </p:cNvPr>
          <p:cNvSpPr/>
          <p:nvPr/>
        </p:nvSpPr>
        <p:spPr>
          <a:xfrm>
            <a:off x="3353366" y="778751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D9B9971-F190-B767-DC6F-E37B64A68BA3}"/>
              </a:ext>
            </a:extLst>
          </p:cNvPr>
          <p:cNvSpPr/>
          <p:nvPr/>
        </p:nvSpPr>
        <p:spPr>
          <a:xfrm>
            <a:off x="3753317" y="778751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AFAC16-53B5-A63F-71D9-A74011B6E11D}"/>
              </a:ext>
            </a:extLst>
          </p:cNvPr>
          <p:cNvSpPr/>
          <p:nvPr/>
        </p:nvSpPr>
        <p:spPr>
          <a:xfrm>
            <a:off x="4158355" y="778751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cxnSp>
        <p:nvCxnSpPr>
          <p:cNvPr id="48" name="꺾인 연결선 102">
            <a:extLst>
              <a:ext uri="{FF2B5EF4-FFF2-40B4-BE49-F238E27FC236}">
                <a16:creationId xmlns:a16="http://schemas.microsoft.com/office/drawing/2014/main" id="{1546C88E-2874-3E6A-0B03-8327094936AA}"/>
              </a:ext>
            </a:extLst>
          </p:cNvPr>
          <p:cNvCxnSpPr>
            <a:cxnSpLocks/>
            <a:stCxn id="42" idx="2"/>
            <a:endCxn id="3" idx="0"/>
          </p:cNvCxnSpPr>
          <p:nvPr/>
        </p:nvCxnSpPr>
        <p:spPr>
          <a:xfrm rot="5400000">
            <a:off x="1489006" y="1028956"/>
            <a:ext cx="898077" cy="676232"/>
          </a:xfrm>
          <a:prstGeom prst="bentConnector3">
            <a:avLst>
              <a:gd name="adj1" fmla="val 50000"/>
            </a:avLst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B6646B4-7B41-65D2-1FE7-A9CD628B2C38}"/>
              </a:ext>
            </a:extLst>
          </p:cNvPr>
          <p:cNvSpPr txBox="1"/>
          <p:nvPr/>
        </p:nvSpPr>
        <p:spPr>
          <a:xfrm>
            <a:off x="3321269" y="1063700"/>
            <a:ext cx="6480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u="sng" spc="-150" dirty="0">
                <a:solidFill>
                  <a:schemeClr val="tx1"/>
                </a:solidFill>
                <a:latin typeface="+mn-ea"/>
                <a:ea typeface="+mn-ea"/>
              </a:rPr>
              <a:t>기간 자동 설정  버튼</a:t>
            </a:r>
            <a:endParaRPr lang="en-US" altLang="ko-KR" sz="800" b="1" u="sng" spc="-15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0" spc="-150" dirty="0">
                <a:solidFill>
                  <a:schemeClr val="tx1"/>
                </a:solidFill>
                <a:latin typeface="+mn-ea"/>
                <a:ea typeface="+mn-ea"/>
              </a:rPr>
              <a:t>디폴트 </a:t>
            </a:r>
            <a:r>
              <a:rPr lang="en-US" altLang="ko-KR" sz="800" b="0" spc="-150" dirty="0">
                <a:solidFill>
                  <a:schemeClr val="tx1"/>
                </a:solidFill>
                <a:latin typeface="+mn-ea"/>
                <a:ea typeface="+mn-ea"/>
              </a:rPr>
              <a:t>6</a:t>
            </a:r>
            <a:r>
              <a:rPr lang="ko-KR" altLang="en-US" sz="800" b="0" spc="-150" dirty="0">
                <a:solidFill>
                  <a:schemeClr val="tx1"/>
                </a:solidFill>
                <a:latin typeface="+mn-ea"/>
                <a:ea typeface="+mn-ea"/>
              </a:rPr>
              <a:t>개월</a:t>
            </a:r>
            <a:endParaRPr lang="en-US" altLang="ko-KR" sz="800" b="0" spc="-15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0" spc="-150" dirty="0">
                <a:solidFill>
                  <a:schemeClr val="tx1"/>
                </a:solidFill>
                <a:latin typeface="+mn-ea"/>
                <a:ea typeface="+mn-ea"/>
              </a:rPr>
              <a:t>버튼 선택 시</a:t>
            </a:r>
            <a:r>
              <a:rPr lang="en-US" altLang="ko-KR" sz="800" b="0" spc="-15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800" b="0" spc="-150" dirty="0">
                <a:solidFill>
                  <a:schemeClr val="tx1"/>
                </a:solidFill>
                <a:latin typeface="+mn-ea"/>
                <a:ea typeface="+mn-ea"/>
              </a:rPr>
              <a:t>해당 기간에 맞게  달력 기간이  자동설정됨</a:t>
            </a:r>
            <a:endParaRPr lang="en-US" altLang="ko-KR" sz="800" b="0" spc="-15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9C1915-C6D5-C6BC-C30E-74DB73AD85AA}"/>
              </a:ext>
            </a:extLst>
          </p:cNvPr>
          <p:cNvSpPr txBox="1"/>
          <p:nvPr/>
        </p:nvSpPr>
        <p:spPr>
          <a:xfrm>
            <a:off x="288281" y="190942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 설정</a:t>
            </a:r>
            <a:endParaRPr lang="en-US" altLang="ko-KR" sz="12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7832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F8E04-4336-7B4D-E1AC-2C0114F18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7E5AB71-08B4-E8A1-C8A2-FDA04CABC34C}"/>
              </a:ext>
            </a:extLst>
          </p:cNvPr>
          <p:cNvSpPr/>
          <p:nvPr/>
        </p:nvSpPr>
        <p:spPr>
          <a:xfrm>
            <a:off x="2376513" y="1728081"/>
            <a:ext cx="5112568" cy="338437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459D0-E9BD-05E8-9388-EE27786ED953}"/>
              </a:ext>
            </a:extLst>
          </p:cNvPr>
          <p:cNvSpPr txBox="1"/>
          <p:nvPr/>
        </p:nvSpPr>
        <p:spPr>
          <a:xfrm>
            <a:off x="2448521" y="1728081"/>
            <a:ext cx="1717679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등록</a:t>
            </a:r>
            <a:r>
              <a:rPr lang="en-US" altLang="ko-KR" sz="1000" b="1" spc="-15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b="1" spc="-150" dirty="0">
                <a:solidFill>
                  <a:prstClr val="black"/>
                </a:solidFill>
                <a:latin typeface="+mn-ea"/>
              </a:rPr>
              <a:t>신청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반려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BF176-4092-D967-E690-163B516E6DFF}"/>
              </a:ext>
            </a:extLst>
          </p:cNvPr>
          <p:cNvSpPr txBox="1"/>
          <p:nvPr/>
        </p:nvSpPr>
        <p:spPr>
          <a:xfrm>
            <a:off x="7120893" y="1728081"/>
            <a:ext cx="341888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A576303-6DBA-8525-4112-5C1AC1507C19}"/>
              </a:ext>
            </a:extLst>
          </p:cNvPr>
          <p:cNvCxnSpPr/>
          <p:nvPr/>
        </p:nvCxnSpPr>
        <p:spPr>
          <a:xfrm>
            <a:off x="2520529" y="2160129"/>
            <a:ext cx="477130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4C9CAB9-F3F3-D45A-565C-572C01E4B3F1}"/>
              </a:ext>
            </a:extLst>
          </p:cNvPr>
          <p:cNvCxnSpPr>
            <a:cxnSpLocks/>
          </p:cNvCxnSpPr>
          <p:nvPr/>
        </p:nvCxnSpPr>
        <p:spPr>
          <a:xfrm>
            <a:off x="7462781" y="2179347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F00BE23-61D2-D639-B5A6-88B723CFC8DE}"/>
              </a:ext>
            </a:extLst>
          </p:cNvPr>
          <p:cNvSpPr txBox="1"/>
          <p:nvPr/>
        </p:nvSpPr>
        <p:spPr>
          <a:xfrm>
            <a:off x="2493490" y="2244934"/>
            <a:ext cx="3555431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&amp;</a:t>
            </a:r>
            <a:r>
              <a:rPr lang="ko-KR" altLang="en-US" sz="800" b="1" spc="-150" dirty="0">
                <a:solidFill>
                  <a:prstClr val="black"/>
                </a:solidFill>
                <a:latin typeface="+mn-ea"/>
              </a:rPr>
              <a:t>선택한 상품명</a:t>
            </a:r>
            <a:r>
              <a:rPr lang="en-US" altLang="ko-KR" sz="800" b="1" spc="-150" dirty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sz="800" b="1" spc="-150" dirty="0">
                <a:solidFill>
                  <a:prstClr val="black"/>
                </a:solidFill>
                <a:latin typeface="+mn-ea"/>
              </a:rPr>
              <a:t>이름입니다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 </a:t>
            </a:r>
            <a:r>
              <a:rPr lang="ko-KR" altLang="en-US" sz="800" b="1" spc="-150" dirty="0">
                <a:solidFill>
                  <a:prstClr val="black"/>
                </a:solidFill>
                <a:latin typeface="+mn-ea"/>
              </a:rPr>
              <a:t>외 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lang="en-US" altLang="ko-KR" sz="800" b="1" spc="-150" dirty="0">
                <a:solidFill>
                  <a:srgbClr val="C00000"/>
                </a:solidFill>
                <a:latin typeface="+mn-ea"/>
              </a:rPr>
              <a:t>3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en-US" altLang="ko-KR" sz="800" b="1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sz="800" b="1" spc="-150" dirty="0">
                <a:solidFill>
                  <a:prstClr val="black"/>
                </a:solidFill>
                <a:latin typeface="+mn-ea"/>
              </a:rPr>
              <a:t>건의 상품 등록</a:t>
            </a:r>
            <a:r>
              <a:rPr lang="en-US" altLang="ko-KR" sz="800" b="1" spc="-15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800" b="1" spc="-150" dirty="0">
                <a:solidFill>
                  <a:prstClr val="black"/>
                </a:solidFill>
                <a:latin typeface="+mn-ea"/>
              </a:rPr>
              <a:t>신청을  </a:t>
            </a:r>
            <a:r>
              <a:rPr lang="ko-KR" altLang="en-US" sz="800" b="1" spc="-150" dirty="0" err="1">
                <a:solidFill>
                  <a:prstClr val="black"/>
                </a:solidFill>
                <a:latin typeface="+mn-ea"/>
              </a:rPr>
              <a:t>반려하시겠습니까</a:t>
            </a:r>
            <a:r>
              <a:rPr lang="en-US" altLang="ko-KR" sz="800" b="1" spc="-150" dirty="0">
                <a:solidFill>
                  <a:prstClr val="black"/>
                </a:solidFill>
                <a:latin typeface="+mn-ea"/>
              </a:rPr>
              <a:t>?</a:t>
            </a:r>
            <a:endParaRPr kumimoji="0" lang="en-US" altLang="ko-KR" sz="8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3" name="표 25">
            <a:extLst>
              <a:ext uri="{FF2B5EF4-FFF2-40B4-BE49-F238E27FC236}">
                <a16:creationId xmlns:a16="http://schemas.microsoft.com/office/drawing/2014/main" id="{A9F641C9-C63C-F608-919A-BB6D3CA13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976566"/>
              </p:ext>
            </p:extLst>
          </p:nvPr>
        </p:nvGraphicFramePr>
        <p:xfrm>
          <a:off x="2533993" y="2745115"/>
          <a:ext cx="4771308" cy="14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4195244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반려 사유</a:t>
                      </a:r>
                      <a:r>
                        <a:rPr lang="en-US" altLang="ko-KR" sz="900" b="1" spc="-150" dirty="0">
                          <a:solidFill>
                            <a:srgbClr val="C00000"/>
                          </a:solidFill>
                        </a:rPr>
                        <a:t>*</a:t>
                      </a:r>
                      <a:endParaRPr lang="ko-KR" altLang="en-US" sz="900" b="1" spc="-15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</a:tbl>
          </a:graphicData>
        </a:graphic>
      </p:graphicFrame>
      <p:sp>
        <p:nvSpPr>
          <p:cNvPr id="25" name="모서리가 둥근 직사각형 98">
            <a:extLst>
              <a:ext uri="{FF2B5EF4-FFF2-40B4-BE49-F238E27FC236}">
                <a16:creationId xmlns:a16="http://schemas.microsoft.com/office/drawing/2014/main" id="{27251A0B-3168-1E05-535B-7E6AB4118645}"/>
              </a:ext>
            </a:extLst>
          </p:cNvPr>
          <p:cNvSpPr/>
          <p:nvPr/>
        </p:nvSpPr>
        <p:spPr>
          <a:xfrm>
            <a:off x="5040809" y="4623113"/>
            <a:ext cx="821710" cy="2859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>
                <a:solidFill>
                  <a:schemeClr val="bg1"/>
                </a:solidFill>
              </a:rPr>
              <a:t>반려</a:t>
            </a:r>
            <a:endParaRPr lang="ko-KR" altLang="en-US" sz="900" spc="-15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99">
            <a:extLst>
              <a:ext uri="{FF2B5EF4-FFF2-40B4-BE49-F238E27FC236}">
                <a16:creationId xmlns:a16="http://schemas.microsoft.com/office/drawing/2014/main" id="{CF265F92-7E4D-7518-1226-D709C773B7E0}"/>
              </a:ext>
            </a:extLst>
          </p:cNvPr>
          <p:cNvSpPr/>
          <p:nvPr/>
        </p:nvSpPr>
        <p:spPr>
          <a:xfrm>
            <a:off x="4184339" y="4623113"/>
            <a:ext cx="821710" cy="2859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F0A0420-824E-B45C-BA32-9F217DBDCF31}"/>
              </a:ext>
            </a:extLst>
          </p:cNvPr>
          <p:cNvSpPr/>
          <p:nvPr/>
        </p:nvSpPr>
        <p:spPr>
          <a:xfrm>
            <a:off x="3168601" y="2844205"/>
            <a:ext cx="4032448" cy="12241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7C78B-46BA-B589-1BC1-20139C9E26D2}"/>
              </a:ext>
            </a:extLst>
          </p:cNvPr>
          <p:cNvSpPr txBox="1"/>
          <p:nvPr/>
        </p:nvSpPr>
        <p:spPr>
          <a:xfrm>
            <a:off x="1307907" y="78285"/>
            <a:ext cx="16450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관리자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_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등록 신청 반려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B1A40D-A445-C37F-C916-460AA66026A2}"/>
              </a:ext>
            </a:extLst>
          </p:cNvPr>
          <p:cNvSpPr txBox="1"/>
          <p:nvPr/>
        </p:nvSpPr>
        <p:spPr>
          <a:xfrm>
            <a:off x="1302717" y="330494"/>
            <a:ext cx="1805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E58196-7D27-5AD9-612D-9F4AEDC149D1}"/>
              </a:ext>
            </a:extLst>
          </p:cNvPr>
          <p:cNvSpPr/>
          <p:nvPr/>
        </p:nvSpPr>
        <p:spPr>
          <a:xfrm>
            <a:off x="7921129" y="58428"/>
            <a:ext cx="11868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CH-A-PR-01-01-02p</a:t>
            </a:r>
            <a:endParaRPr lang="ko-KR" altLang="en-US" sz="1000" spc="-8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B3581-DEC7-73C0-3FBE-9D30D2C9AAC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5E28B730-4E19-A0C7-0E6A-F9ECDF58B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916356"/>
              </p:ext>
            </p:extLst>
          </p:nvPr>
        </p:nvGraphicFramePr>
        <p:xfrm>
          <a:off x="10086305" y="636529"/>
          <a:ext cx="2850436" cy="226034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닫기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팝업 종료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선택한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상품중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최상단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상품명 데이터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외 선택 상품 건수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TEXT AREA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필수입력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제한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31684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7736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679788"/>
                  </a:ext>
                </a:extLst>
              </a:tr>
            </a:tbl>
          </a:graphicData>
        </a:graphic>
      </p:graphicFrame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CDE51F87-18AD-816D-9AD7-7F24CFC38ADC}"/>
              </a:ext>
            </a:extLst>
          </p:cNvPr>
          <p:cNvSpPr/>
          <p:nvPr/>
        </p:nvSpPr>
        <p:spPr>
          <a:xfrm>
            <a:off x="7283900" y="16828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78995E34-ABF1-830C-2B41-92AF77CB4858}"/>
              </a:ext>
            </a:extLst>
          </p:cNvPr>
          <p:cNvSpPr/>
          <p:nvPr/>
        </p:nvSpPr>
        <p:spPr>
          <a:xfrm>
            <a:off x="3141739" y="21885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" name="모서리가 둥근 직사각형 114">
            <a:extLst>
              <a:ext uri="{FF2B5EF4-FFF2-40B4-BE49-F238E27FC236}">
                <a16:creationId xmlns:a16="http://schemas.microsoft.com/office/drawing/2014/main" id="{8D706147-386E-1EA4-8263-994040619634}"/>
              </a:ext>
            </a:extLst>
          </p:cNvPr>
          <p:cNvSpPr/>
          <p:nvPr/>
        </p:nvSpPr>
        <p:spPr>
          <a:xfrm>
            <a:off x="3693702" y="21928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8DE486F7-CB7F-E31E-99A1-165E996526A1}"/>
              </a:ext>
            </a:extLst>
          </p:cNvPr>
          <p:cNvSpPr/>
          <p:nvPr/>
        </p:nvSpPr>
        <p:spPr>
          <a:xfrm>
            <a:off x="6895413" y="28133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A9683194-703F-BDC8-F4FC-0D4E28EF06D0}"/>
              </a:ext>
            </a:extLst>
          </p:cNvPr>
          <p:cNvSpPr/>
          <p:nvPr/>
        </p:nvSpPr>
        <p:spPr>
          <a:xfrm>
            <a:off x="4740766" y="45065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E47D436A-E871-9900-732F-AF4C1EDA560E}"/>
              </a:ext>
            </a:extLst>
          </p:cNvPr>
          <p:cNvSpPr/>
          <p:nvPr/>
        </p:nvSpPr>
        <p:spPr>
          <a:xfrm>
            <a:off x="5618792" y="45079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37D8F-ADFC-F424-E869-D7E995EAD2F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9341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CA23936-9C92-9D22-C037-80C966834E44}"/>
              </a:ext>
            </a:extLst>
          </p:cNvPr>
          <p:cNvSpPr/>
          <p:nvPr/>
        </p:nvSpPr>
        <p:spPr>
          <a:xfrm>
            <a:off x="2376513" y="1728081"/>
            <a:ext cx="5112568" cy="338437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D7FAE-EAE3-BFB4-0BE0-0D1F7A09E340}"/>
              </a:ext>
            </a:extLst>
          </p:cNvPr>
          <p:cNvSpPr txBox="1"/>
          <p:nvPr/>
        </p:nvSpPr>
        <p:spPr>
          <a:xfrm>
            <a:off x="2448521" y="1728081"/>
            <a:ext cx="1717679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변경 신청 반려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17027-2D9A-A83B-CE1E-6B57831071DE}"/>
              </a:ext>
            </a:extLst>
          </p:cNvPr>
          <p:cNvSpPr txBox="1"/>
          <p:nvPr/>
        </p:nvSpPr>
        <p:spPr>
          <a:xfrm>
            <a:off x="7120893" y="1728081"/>
            <a:ext cx="341888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5765F92-A5E2-0D2A-A74A-46638C1452A5}"/>
              </a:ext>
            </a:extLst>
          </p:cNvPr>
          <p:cNvCxnSpPr/>
          <p:nvPr/>
        </p:nvCxnSpPr>
        <p:spPr>
          <a:xfrm>
            <a:off x="2520529" y="2160129"/>
            <a:ext cx="477130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495A334-9C9A-556F-1464-0FD527BD66A2}"/>
              </a:ext>
            </a:extLst>
          </p:cNvPr>
          <p:cNvCxnSpPr>
            <a:cxnSpLocks/>
          </p:cNvCxnSpPr>
          <p:nvPr/>
        </p:nvCxnSpPr>
        <p:spPr>
          <a:xfrm>
            <a:off x="7462781" y="2179347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5C31331-BE2B-0AB5-D72B-1A2F9880B3A6}"/>
              </a:ext>
            </a:extLst>
          </p:cNvPr>
          <p:cNvSpPr txBox="1"/>
          <p:nvPr/>
        </p:nvSpPr>
        <p:spPr>
          <a:xfrm>
            <a:off x="2493490" y="2244934"/>
            <a:ext cx="3555431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&amp;</a:t>
            </a:r>
            <a:r>
              <a:rPr lang="ko-KR" altLang="en-US" sz="800" b="1" spc="-150" dirty="0">
                <a:solidFill>
                  <a:prstClr val="black"/>
                </a:solidFill>
                <a:latin typeface="+mn-ea"/>
              </a:rPr>
              <a:t>선택한 상품명</a:t>
            </a:r>
            <a:r>
              <a:rPr lang="en-US" altLang="ko-KR" sz="800" b="1" spc="-150" dirty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sz="800" b="1" spc="-150" dirty="0">
                <a:solidFill>
                  <a:prstClr val="black"/>
                </a:solidFill>
                <a:latin typeface="+mn-ea"/>
              </a:rPr>
              <a:t>이름입니다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 </a:t>
            </a:r>
            <a:r>
              <a:rPr lang="ko-KR" altLang="en-US" sz="800" b="1" spc="-150" dirty="0">
                <a:solidFill>
                  <a:prstClr val="black"/>
                </a:solidFill>
                <a:latin typeface="+mn-ea"/>
              </a:rPr>
              <a:t>외 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lang="en-US" altLang="ko-KR" sz="800" b="1" spc="-150" dirty="0">
                <a:solidFill>
                  <a:srgbClr val="C00000"/>
                </a:solidFill>
                <a:latin typeface="+mn-ea"/>
              </a:rPr>
              <a:t>3</a:t>
            </a:r>
            <a:r>
              <a:rPr lang="en-US" altLang="ko-KR" sz="800" b="1" spc="-1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$</a:t>
            </a:r>
            <a:r>
              <a:rPr lang="en-US" altLang="ko-KR" sz="800" b="1" spc="-150" dirty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sz="800" b="1" spc="-150" dirty="0">
                <a:solidFill>
                  <a:prstClr val="black"/>
                </a:solidFill>
                <a:latin typeface="+mn-ea"/>
              </a:rPr>
              <a:t>건의 상품 변경 신청을 </a:t>
            </a:r>
            <a:r>
              <a:rPr lang="ko-KR" altLang="en-US" sz="800" b="1" spc="-150" dirty="0" err="1">
                <a:solidFill>
                  <a:prstClr val="black"/>
                </a:solidFill>
                <a:latin typeface="+mn-ea"/>
              </a:rPr>
              <a:t>반려하시겠습니까</a:t>
            </a:r>
            <a:r>
              <a:rPr lang="en-US" altLang="ko-KR" sz="800" b="1" spc="-150" dirty="0">
                <a:solidFill>
                  <a:prstClr val="black"/>
                </a:solidFill>
                <a:latin typeface="+mn-ea"/>
              </a:rPr>
              <a:t>?</a:t>
            </a:r>
            <a:endParaRPr kumimoji="0" lang="en-US" altLang="ko-KR" sz="8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3" name="표 25">
            <a:extLst>
              <a:ext uri="{FF2B5EF4-FFF2-40B4-BE49-F238E27FC236}">
                <a16:creationId xmlns:a16="http://schemas.microsoft.com/office/drawing/2014/main" id="{5525803C-733F-F66D-4ADF-19C3E8D17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809244"/>
              </p:ext>
            </p:extLst>
          </p:nvPr>
        </p:nvGraphicFramePr>
        <p:xfrm>
          <a:off x="2533993" y="2745115"/>
          <a:ext cx="4771308" cy="14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4195244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반려 사유</a:t>
                      </a:r>
                      <a:r>
                        <a:rPr lang="en-US" altLang="ko-KR" sz="900" b="1" spc="-150" dirty="0">
                          <a:solidFill>
                            <a:srgbClr val="C00000"/>
                          </a:solidFill>
                        </a:rPr>
                        <a:t>*</a:t>
                      </a:r>
                      <a:endParaRPr lang="ko-KR" altLang="en-US" sz="900" b="1" spc="-15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</a:tbl>
          </a:graphicData>
        </a:graphic>
      </p:graphicFrame>
      <p:sp>
        <p:nvSpPr>
          <p:cNvPr id="25" name="모서리가 둥근 직사각형 98">
            <a:extLst>
              <a:ext uri="{FF2B5EF4-FFF2-40B4-BE49-F238E27FC236}">
                <a16:creationId xmlns:a16="http://schemas.microsoft.com/office/drawing/2014/main" id="{5B6F8176-DFF8-DEDF-BAC7-B0852A140B11}"/>
              </a:ext>
            </a:extLst>
          </p:cNvPr>
          <p:cNvSpPr/>
          <p:nvPr/>
        </p:nvSpPr>
        <p:spPr>
          <a:xfrm>
            <a:off x="5040809" y="4623113"/>
            <a:ext cx="821710" cy="2859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>
                <a:solidFill>
                  <a:schemeClr val="bg1"/>
                </a:solidFill>
              </a:rPr>
              <a:t>반려</a:t>
            </a:r>
            <a:endParaRPr lang="ko-KR" altLang="en-US" sz="900" spc="-15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99">
            <a:extLst>
              <a:ext uri="{FF2B5EF4-FFF2-40B4-BE49-F238E27FC236}">
                <a16:creationId xmlns:a16="http://schemas.microsoft.com/office/drawing/2014/main" id="{CEC74C84-1BD0-9192-EC0B-8C397BE713D2}"/>
              </a:ext>
            </a:extLst>
          </p:cNvPr>
          <p:cNvSpPr/>
          <p:nvPr/>
        </p:nvSpPr>
        <p:spPr>
          <a:xfrm>
            <a:off x="4184339" y="4623113"/>
            <a:ext cx="821710" cy="2859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EC9AC70-BC89-D01B-CACA-480E9D6F3719}"/>
              </a:ext>
            </a:extLst>
          </p:cNvPr>
          <p:cNvSpPr/>
          <p:nvPr/>
        </p:nvSpPr>
        <p:spPr>
          <a:xfrm>
            <a:off x="3168601" y="2844205"/>
            <a:ext cx="4032448" cy="12241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2BD94-E53B-4B33-9129-BAFEAC27D2DF}"/>
              </a:ext>
            </a:extLst>
          </p:cNvPr>
          <p:cNvSpPr txBox="1"/>
          <p:nvPr/>
        </p:nvSpPr>
        <p:spPr>
          <a:xfrm>
            <a:off x="1307907" y="78285"/>
            <a:ext cx="16450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관리자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_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변경 신청 반려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52B477-8B93-BD8A-0240-ED9C2E528C3C}"/>
              </a:ext>
            </a:extLst>
          </p:cNvPr>
          <p:cNvSpPr txBox="1"/>
          <p:nvPr/>
        </p:nvSpPr>
        <p:spPr>
          <a:xfrm>
            <a:off x="1302717" y="330494"/>
            <a:ext cx="1805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0AE380-A347-E7F6-B6C8-B1A17C8D778E}"/>
              </a:ext>
            </a:extLst>
          </p:cNvPr>
          <p:cNvSpPr/>
          <p:nvPr/>
        </p:nvSpPr>
        <p:spPr>
          <a:xfrm>
            <a:off x="7921129" y="58428"/>
            <a:ext cx="11868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CH-A-PR-01-01-03p</a:t>
            </a:r>
            <a:endParaRPr lang="ko-KR" altLang="en-US" sz="1000" spc="-8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C937E7-B526-316F-74E9-44920140DF6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graphicFrame>
        <p:nvGraphicFramePr>
          <p:cNvPr id="10" name="Group 59">
            <a:extLst>
              <a:ext uri="{FF2B5EF4-FFF2-40B4-BE49-F238E27FC236}">
                <a16:creationId xmlns:a16="http://schemas.microsoft.com/office/drawing/2014/main" id="{03FBF62B-17E2-6563-FC3B-CFD655A7E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725557"/>
              </p:ext>
            </p:extLst>
          </p:nvPr>
        </p:nvGraphicFramePr>
        <p:xfrm>
          <a:off x="10086305" y="636529"/>
          <a:ext cx="2850436" cy="226034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닫기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팝업 종료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선택한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상품중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최상단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상품명 데이터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외 선택 상품 건수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TEXT AREA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필수입력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제한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31684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7736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679788"/>
                  </a:ext>
                </a:extLst>
              </a:tr>
            </a:tbl>
          </a:graphicData>
        </a:graphic>
      </p:graphicFrame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CA37428F-ECD7-1BB7-CDB8-2C8DDE557D07}"/>
              </a:ext>
            </a:extLst>
          </p:cNvPr>
          <p:cNvSpPr/>
          <p:nvPr/>
        </p:nvSpPr>
        <p:spPr>
          <a:xfrm>
            <a:off x="7283900" y="16828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" name="모서리가 둥근 직사각형 114">
            <a:extLst>
              <a:ext uri="{FF2B5EF4-FFF2-40B4-BE49-F238E27FC236}">
                <a16:creationId xmlns:a16="http://schemas.microsoft.com/office/drawing/2014/main" id="{D431CC3B-7D89-5A86-B354-E50BBAFD36A7}"/>
              </a:ext>
            </a:extLst>
          </p:cNvPr>
          <p:cNvSpPr/>
          <p:nvPr/>
        </p:nvSpPr>
        <p:spPr>
          <a:xfrm>
            <a:off x="3141739" y="21885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089341D1-DE43-618C-B6AD-8A6B04AD9CE6}"/>
              </a:ext>
            </a:extLst>
          </p:cNvPr>
          <p:cNvSpPr/>
          <p:nvPr/>
        </p:nvSpPr>
        <p:spPr>
          <a:xfrm>
            <a:off x="3693702" y="21928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F2BA9011-4A5A-2E91-6B12-08863C1D59FD}"/>
              </a:ext>
            </a:extLst>
          </p:cNvPr>
          <p:cNvSpPr/>
          <p:nvPr/>
        </p:nvSpPr>
        <p:spPr>
          <a:xfrm>
            <a:off x="6895413" y="28133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A61115D8-5C51-FE2B-1F82-4BDE173A2C52}"/>
              </a:ext>
            </a:extLst>
          </p:cNvPr>
          <p:cNvSpPr/>
          <p:nvPr/>
        </p:nvSpPr>
        <p:spPr>
          <a:xfrm>
            <a:off x="4740766" y="45065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F708B896-4274-1E39-5C08-76746DA01CF4}"/>
              </a:ext>
            </a:extLst>
          </p:cNvPr>
          <p:cNvSpPr/>
          <p:nvPr/>
        </p:nvSpPr>
        <p:spPr>
          <a:xfrm>
            <a:off x="5618792" y="45079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A9F66C-DC19-B9AD-5794-CAD3AC84530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6016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CF9CF-818F-A2FF-E168-9E75BE152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42F336-A143-81A2-C920-07C6B098BC41}"/>
              </a:ext>
            </a:extLst>
          </p:cNvPr>
          <p:cNvSpPr txBox="1"/>
          <p:nvPr/>
        </p:nvSpPr>
        <p:spPr>
          <a:xfrm>
            <a:off x="3714025" y="2700189"/>
            <a:ext cx="553388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판매업체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판매담당자 접근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D90C2-2CD8-033B-E27A-03E18A01A650}"/>
              </a:ext>
            </a:extLst>
          </p:cNvPr>
          <p:cNvSpPr txBox="1"/>
          <p:nvPr/>
        </p:nvSpPr>
        <p:spPr>
          <a:xfrm>
            <a:off x="648321" y="3996333"/>
            <a:ext cx="4132863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상품에 대한 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적용은 상품 등록 승인이 완료 된 건에 한해 상품 목록에서  적용 가능하다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상품에 대한 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삭제는 상품 등록 </a:t>
            </a:r>
            <a:r>
              <a:rPr lang="ko-KR" altLang="en-US" sz="9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전까지만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가능하다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적용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판매업체에서 별도 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승인절차 없이 자유로이 할 수 있다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1615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0628F-5D41-9181-D77C-FBC297638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CAB27A-218B-5C6A-2E2C-FCDA8D45CC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5" t="201" r="-874" b="73172"/>
          <a:stretch>
            <a:fillRect/>
          </a:stretch>
        </p:blipFill>
        <p:spPr>
          <a:xfrm>
            <a:off x="144265" y="688030"/>
            <a:ext cx="7992889" cy="793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B0E165-496B-0D62-25A1-97244B192425}"/>
              </a:ext>
            </a:extLst>
          </p:cNvPr>
          <p:cNvSpPr txBox="1"/>
          <p:nvPr/>
        </p:nvSpPr>
        <p:spPr>
          <a:xfrm>
            <a:off x="1307907" y="78285"/>
            <a:ext cx="20585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목록 화면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판매업체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판매담당자 접근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874B0-ABDE-BA07-7E29-EEB3C5F7676C}"/>
              </a:ext>
            </a:extLst>
          </p:cNvPr>
          <p:cNvSpPr txBox="1"/>
          <p:nvPr/>
        </p:nvSpPr>
        <p:spPr>
          <a:xfrm>
            <a:off x="1302717" y="330494"/>
            <a:ext cx="1805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7BC527-C2A5-9925-B30F-FF0D3C42C5BD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CH-A-PR-01-01-01</a:t>
            </a:r>
            <a:endParaRPr lang="ko-KR" altLang="en-US" sz="1000" spc="-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0D98C-0284-233D-10F6-318769836A5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D5C20F-ED2C-3C3E-2620-56A4A85EFA8B}"/>
              </a:ext>
            </a:extLst>
          </p:cNvPr>
          <p:cNvSpPr txBox="1"/>
          <p:nvPr/>
        </p:nvSpPr>
        <p:spPr>
          <a:xfrm>
            <a:off x="332940" y="1392519"/>
            <a:ext cx="9460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상품정보관리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AF8F9F8-3B2E-8842-A1B2-C5D6F7B96009}"/>
              </a:ext>
            </a:extLst>
          </p:cNvPr>
          <p:cNvCxnSpPr/>
          <p:nvPr/>
        </p:nvCxnSpPr>
        <p:spPr>
          <a:xfrm>
            <a:off x="447557" y="1654889"/>
            <a:ext cx="864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B1737BE-03C0-BC48-A9A4-ACF9ADE0B08B}"/>
              </a:ext>
            </a:extLst>
          </p:cNvPr>
          <p:cNvGrpSpPr/>
          <p:nvPr/>
        </p:nvGrpSpPr>
        <p:grpSpPr>
          <a:xfrm>
            <a:off x="8209161" y="1432676"/>
            <a:ext cx="1000718" cy="200055"/>
            <a:chOff x="6709530" y="3016995"/>
            <a:chExt cx="1000718" cy="200055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2B09CAF-8432-B465-F5CE-45025734CA6E}"/>
                </a:ext>
              </a:extLst>
            </p:cNvPr>
            <p:cNvSpPr/>
            <p:nvPr/>
          </p:nvSpPr>
          <p:spPr>
            <a:xfrm>
              <a:off x="6751331" y="3016995"/>
              <a:ext cx="958917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ko-KR" altLang="en-US" sz="700" spc="-150" dirty="0">
                  <a:latin typeface="+mn-ea"/>
                </a:rPr>
                <a:t>상품관리 </a:t>
              </a:r>
              <a:r>
                <a:rPr lang="en-US" altLang="ko-KR" sz="700" spc="-150" dirty="0">
                  <a:latin typeface="+mn-ea"/>
                </a:rPr>
                <a:t>&gt; </a:t>
              </a:r>
              <a:r>
                <a:rPr lang="ko-KR" altLang="en-US" sz="700" spc="-150" dirty="0">
                  <a:latin typeface="+mn-ea"/>
                </a:rPr>
                <a:t>상품정보관리</a:t>
              </a:r>
            </a:p>
          </p:txBody>
        </p:sp>
        <p:sp>
          <p:nvSpPr>
            <p:cNvPr id="18" name="Home">
              <a:extLst>
                <a:ext uri="{FF2B5EF4-FFF2-40B4-BE49-F238E27FC236}">
                  <a16:creationId xmlns:a16="http://schemas.microsoft.com/office/drawing/2014/main" id="{ACE911E4-B795-5F87-DCE2-8147D9BF181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709530" y="3072723"/>
              <a:ext cx="89656" cy="97128"/>
            </a:xfrm>
            <a:custGeom>
              <a:avLst/>
              <a:gdLst>
                <a:gd name="T0" fmla="*/ 211186 w 396"/>
                <a:gd name="T1" fmla="*/ 0 h 340"/>
                <a:gd name="T2" fmla="*/ 202890 w 396"/>
                <a:gd name="T3" fmla="*/ 8224 h 340"/>
                <a:gd name="T4" fmla="*/ 202890 w 396"/>
                <a:gd name="T5" fmla="*/ 38128 h 340"/>
                <a:gd name="T6" fmla="*/ 156127 w 396"/>
                <a:gd name="T7" fmla="*/ 2243 h 340"/>
                <a:gd name="T8" fmla="*/ 150093 w 396"/>
                <a:gd name="T9" fmla="*/ 0 h 340"/>
                <a:gd name="T10" fmla="*/ 143305 w 396"/>
                <a:gd name="T11" fmla="*/ 2243 h 340"/>
                <a:gd name="T12" fmla="*/ 4525 w 396"/>
                <a:gd name="T13" fmla="*/ 106159 h 340"/>
                <a:gd name="T14" fmla="*/ 754 w 396"/>
                <a:gd name="T15" fmla="*/ 112888 h 340"/>
                <a:gd name="T16" fmla="*/ 2263 w 396"/>
                <a:gd name="T17" fmla="*/ 121111 h 340"/>
                <a:gd name="T18" fmla="*/ 9805 w 396"/>
                <a:gd name="T19" fmla="*/ 124849 h 340"/>
                <a:gd name="T20" fmla="*/ 17347 w 396"/>
                <a:gd name="T21" fmla="*/ 122606 h 340"/>
                <a:gd name="T22" fmla="*/ 39220 w 396"/>
                <a:gd name="T23" fmla="*/ 106159 h 340"/>
                <a:gd name="T24" fmla="*/ 39220 w 396"/>
                <a:gd name="T25" fmla="*/ 247456 h 340"/>
                <a:gd name="T26" fmla="*/ 41483 w 396"/>
                <a:gd name="T27" fmla="*/ 251941 h 340"/>
                <a:gd name="T28" fmla="*/ 46008 w 396"/>
                <a:gd name="T29" fmla="*/ 254184 h 340"/>
                <a:gd name="T30" fmla="*/ 253424 w 396"/>
                <a:gd name="T31" fmla="*/ 254184 h 340"/>
                <a:gd name="T32" fmla="*/ 257949 w 396"/>
                <a:gd name="T33" fmla="*/ 251941 h 340"/>
                <a:gd name="T34" fmla="*/ 260212 w 396"/>
                <a:gd name="T35" fmla="*/ 247456 h 340"/>
                <a:gd name="T36" fmla="*/ 260212 w 396"/>
                <a:gd name="T37" fmla="*/ 106907 h 340"/>
                <a:gd name="T38" fmla="*/ 281331 w 396"/>
                <a:gd name="T39" fmla="*/ 122606 h 340"/>
                <a:gd name="T40" fmla="*/ 288873 w 396"/>
                <a:gd name="T41" fmla="*/ 124849 h 340"/>
                <a:gd name="T42" fmla="*/ 296415 w 396"/>
                <a:gd name="T43" fmla="*/ 121111 h 340"/>
                <a:gd name="T44" fmla="*/ 297924 w 396"/>
                <a:gd name="T45" fmla="*/ 112888 h 340"/>
                <a:gd name="T46" fmla="*/ 294153 w 396"/>
                <a:gd name="T47" fmla="*/ 106159 h 340"/>
                <a:gd name="T48" fmla="*/ 240602 w 396"/>
                <a:gd name="T49" fmla="*/ 66536 h 340"/>
                <a:gd name="T50" fmla="*/ 240602 w 396"/>
                <a:gd name="T51" fmla="*/ 8224 h 340"/>
                <a:gd name="T52" fmla="*/ 232305 w 396"/>
                <a:gd name="T53" fmla="*/ 0 h 340"/>
                <a:gd name="T54" fmla="*/ 211186 w 396"/>
                <a:gd name="T55" fmla="*/ 0 h 340"/>
                <a:gd name="T56" fmla="*/ 149339 w 396"/>
                <a:gd name="T57" fmla="*/ 23923 h 340"/>
                <a:gd name="T58" fmla="*/ 247390 w 396"/>
                <a:gd name="T59" fmla="*/ 97188 h 340"/>
                <a:gd name="T60" fmla="*/ 247390 w 396"/>
                <a:gd name="T61" fmla="*/ 241475 h 340"/>
                <a:gd name="T62" fmla="*/ 191576 w 396"/>
                <a:gd name="T63" fmla="*/ 241475 h 340"/>
                <a:gd name="T64" fmla="*/ 191576 w 396"/>
                <a:gd name="T65" fmla="*/ 161482 h 340"/>
                <a:gd name="T66" fmla="*/ 174229 w 396"/>
                <a:gd name="T67" fmla="*/ 144287 h 340"/>
                <a:gd name="T68" fmla="*/ 118415 w 396"/>
                <a:gd name="T69" fmla="*/ 144287 h 340"/>
                <a:gd name="T70" fmla="*/ 101068 w 396"/>
                <a:gd name="T71" fmla="*/ 161482 h 340"/>
                <a:gd name="T72" fmla="*/ 101068 w 396"/>
                <a:gd name="T73" fmla="*/ 241475 h 340"/>
                <a:gd name="T74" fmla="*/ 52042 w 396"/>
                <a:gd name="T75" fmla="*/ 241475 h 340"/>
                <a:gd name="T76" fmla="*/ 52042 w 396"/>
                <a:gd name="T77" fmla="*/ 97188 h 340"/>
                <a:gd name="T78" fmla="*/ 149339 w 396"/>
                <a:gd name="T79" fmla="*/ 23923 h 340"/>
                <a:gd name="T80" fmla="*/ 118415 w 396"/>
                <a:gd name="T81" fmla="*/ 156996 h 340"/>
                <a:gd name="T82" fmla="*/ 174229 w 396"/>
                <a:gd name="T83" fmla="*/ 156996 h 340"/>
                <a:gd name="T84" fmla="*/ 178754 w 396"/>
                <a:gd name="T85" fmla="*/ 161482 h 340"/>
                <a:gd name="T86" fmla="*/ 178754 w 396"/>
                <a:gd name="T87" fmla="*/ 241475 h 340"/>
                <a:gd name="T88" fmla="*/ 113890 w 396"/>
                <a:gd name="T89" fmla="*/ 241475 h 340"/>
                <a:gd name="T90" fmla="*/ 113890 w 396"/>
                <a:gd name="T91" fmla="*/ 161482 h 340"/>
                <a:gd name="T92" fmla="*/ 118415 w 396"/>
                <a:gd name="T93" fmla="*/ 156996 h 34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396" h="340">
                  <a:moveTo>
                    <a:pt x="280" y="0"/>
                  </a:moveTo>
                  <a:cubicBezTo>
                    <a:pt x="274" y="0"/>
                    <a:pt x="269" y="5"/>
                    <a:pt x="269" y="11"/>
                  </a:cubicBezTo>
                  <a:lnTo>
                    <a:pt x="269" y="51"/>
                  </a:lnTo>
                  <a:lnTo>
                    <a:pt x="207" y="3"/>
                  </a:lnTo>
                  <a:cubicBezTo>
                    <a:pt x="205" y="2"/>
                    <a:pt x="202" y="1"/>
                    <a:pt x="199" y="0"/>
                  </a:cubicBezTo>
                  <a:cubicBezTo>
                    <a:pt x="196" y="0"/>
                    <a:pt x="193" y="1"/>
                    <a:pt x="190" y="3"/>
                  </a:cubicBezTo>
                  <a:lnTo>
                    <a:pt x="6" y="142"/>
                  </a:lnTo>
                  <a:cubicBezTo>
                    <a:pt x="3" y="144"/>
                    <a:pt x="1" y="148"/>
                    <a:pt x="1" y="151"/>
                  </a:cubicBezTo>
                  <a:cubicBezTo>
                    <a:pt x="0" y="155"/>
                    <a:pt x="1" y="159"/>
                    <a:pt x="3" y="162"/>
                  </a:cubicBezTo>
                  <a:cubicBezTo>
                    <a:pt x="6" y="165"/>
                    <a:pt x="9" y="167"/>
                    <a:pt x="13" y="167"/>
                  </a:cubicBezTo>
                  <a:cubicBezTo>
                    <a:pt x="16" y="168"/>
                    <a:pt x="20" y="167"/>
                    <a:pt x="23" y="164"/>
                  </a:cubicBezTo>
                  <a:lnTo>
                    <a:pt x="52" y="142"/>
                  </a:lnTo>
                  <a:lnTo>
                    <a:pt x="52" y="331"/>
                  </a:lnTo>
                  <a:cubicBezTo>
                    <a:pt x="52" y="333"/>
                    <a:pt x="53" y="336"/>
                    <a:pt x="55" y="337"/>
                  </a:cubicBezTo>
                  <a:cubicBezTo>
                    <a:pt x="56" y="339"/>
                    <a:pt x="58" y="340"/>
                    <a:pt x="61" y="340"/>
                  </a:cubicBezTo>
                  <a:lnTo>
                    <a:pt x="336" y="340"/>
                  </a:lnTo>
                  <a:cubicBezTo>
                    <a:pt x="339" y="340"/>
                    <a:pt x="341" y="339"/>
                    <a:pt x="342" y="337"/>
                  </a:cubicBezTo>
                  <a:cubicBezTo>
                    <a:pt x="344" y="336"/>
                    <a:pt x="345" y="333"/>
                    <a:pt x="345" y="331"/>
                  </a:cubicBezTo>
                  <a:lnTo>
                    <a:pt x="345" y="143"/>
                  </a:lnTo>
                  <a:lnTo>
                    <a:pt x="373" y="164"/>
                  </a:lnTo>
                  <a:cubicBezTo>
                    <a:pt x="376" y="167"/>
                    <a:pt x="380" y="168"/>
                    <a:pt x="383" y="167"/>
                  </a:cubicBezTo>
                  <a:cubicBezTo>
                    <a:pt x="387" y="167"/>
                    <a:pt x="390" y="165"/>
                    <a:pt x="393" y="162"/>
                  </a:cubicBezTo>
                  <a:cubicBezTo>
                    <a:pt x="395" y="159"/>
                    <a:pt x="396" y="155"/>
                    <a:pt x="395" y="151"/>
                  </a:cubicBezTo>
                  <a:cubicBezTo>
                    <a:pt x="395" y="148"/>
                    <a:pt x="393" y="144"/>
                    <a:pt x="390" y="142"/>
                  </a:cubicBezTo>
                  <a:lnTo>
                    <a:pt x="319" y="89"/>
                  </a:lnTo>
                  <a:lnTo>
                    <a:pt x="319" y="11"/>
                  </a:lnTo>
                  <a:cubicBezTo>
                    <a:pt x="319" y="5"/>
                    <a:pt x="314" y="0"/>
                    <a:pt x="308" y="0"/>
                  </a:cubicBezTo>
                  <a:lnTo>
                    <a:pt x="280" y="0"/>
                  </a:lnTo>
                  <a:close/>
                  <a:moveTo>
                    <a:pt x="198" y="32"/>
                  </a:moveTo>
                  <a:lnTo>
                    <a:pt x="328" y="130"/>
                  </a:lnTo>
                  <a:lnTo>
                    <a:pt x="328" y="323"/>
                  </a:lnTo>
                  <a:lnTo>
                    <a:pt x="254" y="323"/>
                  </a:lnTo>
                  <a:lnTo>
                    <a:pt x="254" y="216"/>
                  </a:lnTo>
                  <a:cubicBezTo>
                    <a:pt x="254" y="204"/>
                    <a:pt x="244" y="193"/>
                    <a:pt x="231" y="193"/>
                  </a:cubicBezTo>
                  <a:lnTo>
                    <a:pt x="157" y="193"/>
                  </a:lnTo>
                  <a:cubicBezTo>
                    <a:pt x="144" y="193"/>
                    <a:pt x="134" y="204"/>
                    <a:pt x="134" y="216"/>
                  </a:cubicBezTo>
                  <a:lnTo>
                    <a:pt x="134" y="323"/>
                  </a:lnTo>
                  <a:lnTo>
                    <a:pt x="69" y="323"/>
                  </a:lnTo>
                  <a:lnTo>
                    <a:pt x="69" y="130"/>
                  </a:lnTo>
                  <a:lnTo>
                    <a:pt x="198" y="32"/>
                  </a:lnTo>
                  <a:close/>
                  <a:moveTo>
                    <a:pt x="157" y="210"/>
                  </a:moveTo>
                  <a:lnTo>
                    <a:pt x="231" y="210"/>
                  </a:lnTo>
                  <a:cubicBezTo>
                    <a:pt x="234" y="210"/>
                    <a:pt x="237" y="212"/>
                    <a:pt x="237" y="216"/>
                  </a:cubicBezTo>
                  <a:lnTo>
                    <a:pt x="237" y="323"/>
                  </a:lnTo>
                  <a:lnTo>
                    <a:pt x="151" y="323"/>
                  </a:lnTo>
                  <a:lnTo>
                    <a:pt x="151" y="216"/>
                  </a:lnTo>
                  <a:cubicBezTo>
                    <a:pt x="151" y="212"/>
                    <a:pt x="153" y="210"/>
                    <a:pt x="157" y="21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="ctr"/>
            <a:lstStyle/>
            <a:p>
              <a:endParaRPr lang="ko-KR" altLang="en-US"/>
            </a:p>
          </p:txBody>
        </p:sp>
      </p:grpSp>
      <p:graphicFrame>
        <p:nvGraphicFramePr>
          <p:cNvPr id="19" name="표 25">
            <a:extLst>
              <a:ext uri="{FF2B5EF4-FFF2-40B4-BE49-F238E27FC236}">
                <a16:creationId xmlns:a16="http://schemas.microsoft.com/office/drawing/2014/main" id="{F3E12915-6C79-B392-DCFB-E17CE0A4D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409425"/>
              </p:ext>
            </p:extLst>
          </p:nvPr>
        </p:nvGraphicFramePr>
        <p:xfrm>
          <a:off x="432296" y="1757493"/>
          <a:ext cx="8856983" cy="870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213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8331770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7270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상품정보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</a:tbl>
          </a:graphicData>
        </a:graphic>
      </p:graphicFrame>
      <p:sp>
        <p:nvSpPr>
          <p:cNvPr id="20" name="모서리가 둥근 직사각형 52">
            <a:extLst>
              <a:ext uri="{FF2B5EF4-FFF2-40B4-BE49-F238E27FC236}">
                <a16:creationId xmlns:a16="http://schemas.microsoft.com/office/drawing/2014/main" id="{CC07F4D9-3672-EA04-69A8-19037ACC25B6}"/>
              </a:ext>
            </a:extLst>
          </p:cNvPr>
          <p:cNvSpPr/>
          <p:nvPr/>
        </p:nvSpPr>
        <p:spPr>
          <a:xfrm>
            <a:off x="1631145" y="1795929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2026-07-01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A92E223-9867-0700-696A-B3B10CADA868}"/>
              </a:ext>
            </a:extLst>
          </p:cNvPr>
          <p:cNvGrpSpPr/>
          <p:nvPr/>
        </p:nvGrpSpPr>
        <p:grpSpPr>
          <a:xfrm>
            <a:off x="3227733" y="1795932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22" name="모서리가 둥근 직사각형 54">
              <a:extLst>
                <a:ext uri="{FF2B5EF4-FFF2-40B4-BE49-F238E27FC236}">
                  <a16:creationId xmlns:a16="http://schemas.microsoft.com/office/drawing/2014/main" id="{7E1181C9-BA03-B8E6-0C65-8E052D057444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3" name="Picture 4" descr="calendar, date, event, month icon">
              <a:extLst>
                <a:ext uri="{FF2B5EF4-FFF2-40B4-BE49-F238E27FC236}">
                  <a16:creationId xmlns:a16="http://schemas.microsoft.com/office/drawing/2014/main" id="{6FD3D8C1-F1FD-6BEE-911C-18E8B4CD19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24" name="모서리가 둥근 직사각형 56">
            <a:extLst>
              <a:ext uri="{FF2B5EF4-FFF2-40B4-BE49-F238E27FC236}">
                <a16:creationId xmlns:a16="http://schemas.microsoft.com/office/drawing/2014/main" id="{7E016220-6E9E-D6A0-3317-D92B9C56B2C1}"/>
              </a:ext>
            </a:extLst>
          </p:cNvPr>
          <p:cNvSpPr/>
          <p:nvPr/>
        </p:nvSpPr>
        <p:spPr>
          <a:xfrm>
            <a:off x="2584193" y="1795929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2026-10-31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EF8645D-F3BB-B0B9-AF14-4C48364DD286}"/>
              </a:ext>
            </a:extLst>
          </p:cNvPr>
          <p:cNvSpPr/>
          <p:nvPr/>
        </p:nvSpPr>
        <p:spPr>
          <a:xfrm>
            <a:off x="2381128" y="1727696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84">
            <a:extLst>
              <a:ext uri="{FF2B5EF4-FFF2-40B4-BE49-F238E27FC236}">
                <a16:creationId xmlns:a16="http://schemas.microsoft.com/office/drawing/2014/main" id="{B830F0B7-CDCC-0E22-A303-53BCB6444D93}"/>
              </a:ext>
            </a:extLst>
          </p:cNvPr>
          <p:cNvSpPr/>
          <p:nvPr/>
        </p:nvSpPr>
        <p:spPr>
          <a:xfrm>
            <a:off x="1055526" y="1795464"/>
            <a:ext cx="447014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등록일</a:t>
            </a:r>
          </a:p>
        </p:txBody>
      </p:sp>
      <p:sp>
        <p:nvSpPr>
          <p:cNvPr id="35" name="모서리가 둥근 직사각형 86">
            <a:extLst>
              <a:ext uri="{FF2B5EF4-FFF2-40B4-BE49-F238E27FC236}">
                <a16:creationId xmlns:a16="http://schemas.microsoft.com/office/drawing/2014/main" id="{5D49B0C6-7329-7128-A3D7-A306518A8165}"/>
              </a:ext>
            </a:extLst>
          </p:cNvPr>
          <p:cNvSpPr/>
          <p:nvPr/>
        </p:nvSpPr>
        <p:spPr>
          <a:xfrm>
            <a:off x="1439837" y="179546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AB172C7-69C4-B5DF-0E15-0129AAAA4DA5}"/>
              </a:ext>
            </a:extLst>
          </p:cNvPr>
          <p:cNvGrpSpPr/>
          <p:nvPr/>
        </p:nvGrpSpPr>
        <p:grpSpPr>
          <a:xfrm>
            <a:off x="2262615" y="1795465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7" name="모서리가 둥근 직사각형 54">
              <a:extLst>
                <a:ext uri="{FF2B5EF4-FFF2-40B4-BE49-F238E27FC236}">
                  <a16:creationId xmlns:a16="http://schemas.microsoft.com/office/drawing/2014/main" id="{8AF3D1D6-A441-9488-6384-BBBCF51DB09F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8" name="Picture 4" descr="calendar, date, event, month icon">
              <a:extLst>
                <a:ext uri="{FF2B5EF4-FFF2-40B4-BE49-F238E27FC236}">
                  <a16:creationId xmlns:a16="http://schemas.microsoft.com/office/drawing/2014/main" id="{72A5E3B3-326A-C8F3-4BC2-85E9933C9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613D0FF-750E-5A96-FC7B-C8E9CC6AA71D}"/>
              </a:ext>
            </a:extLst>
          </p:cNvPr>
          <p:cNvSpPr/>
          <p:nvPr/>
        </p:nvSpPr>
        <p:spPr>
          <a:xfrm>
            <a:off x="3425373" y="1789189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2BD35EF-C4FD-A8CD-A1C2-9202396DDB5B}"/>
              </a:ext>
            </a:extLst>
          </p:cNvPr>
          <p:cNvSpPr/>
          <p:nvPr/>
        </p:nvSpPr>
        <p:spPr>
          <a:xfrm>
            <a:off x="3825324" y="1789189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006FB95-A5CB-E391-1E68-A6EE50C3023C}"/>
              </a:ext>
            </a:extLst>
          </p:cNvPr>
          <p:cNvSpPr/>
          <p:nvPr/>
        </p:nvSpPr>
        <p:spPr>
          <a:xfrm>
            <a:off x="4230362" y="1789189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8E0DD048-F257-4D3E-432D-AB37A5166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995074"/>
              </p:ext>
            </p:extLst>
          </p:nvPr>
        </p:nvGraphicFramePr>
        <p:xfrm>
          <a:off x="418803" y="3019065"/>
          <a:ext cx="8870475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530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849193">
                  <a:extLst>
                    <a:ext uri="{9D8B030D-6E8A-4147-A177-3AD203B41FA5}">
                      <a16:colId xmlns:a16="http://schemas.microsoft.com/office/drawing/2014/main" val="2677307961"/>
                    </a:ext>
                  </a:extLst>
                </a:gridCol>
                <a:gridCol w="849193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656717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3822147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  <a:gridCol w="580816">
                  <a:extLst>
                    <a:ext uri="{9D8B030D-6E8A-4147-A177-3AD203B41FA5}">
                      <a16:colId xmlns:a16="http://schemas.microsoft.com/office/drawing/2014/main" val="4017316421"/>
                    </a:ext>
                  </a:extLst>
                </a:gridCol>
                <a:gridCol w="588081">
                  <a:extLst>
                    <a:ext uri="{9D8B030D-6E8A-4147-A177-3AD203B41FA5}">
                      <a16:colId xmlns:a16="http://schemas.microsoft.com/office/drawing/2014/main" val="1754573492"/>
                    </a:ext>
                  </a:extLst>
                </a:gridCol>
                <a:gridCol w="588081">
                  <a:extLst>
                    <a:ext uri="{9D8B030D-6E8A-4147-A177-3AD203B41FA5}">
                      <a16:colId xmlns:a16="http://schemas.microsoft.com/office/drawing/2014/main" val="2015118192"/>
                    </a:ext>
                  </a:extLst>
                </a:gridCol>
                <a:gridCol w="656717">
                  <a:extLst>
                    <a:ext uri="{9D8B030D-6E8A-4147-A177-3AD203B41FA5}">
                      <a16:colId xmlns:a16="http://schemas.microsoft.com/office/drawing/2014/main" val="4277076586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승인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재고수량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 승인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하기스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슬림드라이플러스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기저귀 팬티형 특대형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(XL) 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9,803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646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할인 중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판매중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신청 대기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여성청소년생리대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내츄럴코튼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시그니처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뉴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오가닉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슬림 대형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무제한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30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미적용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판매대기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등록 반려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하기스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매직컴포트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단계 밴드형 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미적용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판매중지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 승인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좋은느낌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좋은느낌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오리지널 울트라 날개 중형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미적용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판매중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89669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rgbClr val="234DD3"/>
                          </a:solidFill>
                          <a:latin typeface="+mn-ea"/>
                          <a:ea typeface="+mn-ea"/>
                        </a:rPr>
                        <a:t>등록 신청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숲바른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숲바른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팬티 기저귀 점보형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미적용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판매대기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66104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신청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베베가드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프리미엄 기저귀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오슬림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베베가드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할인중지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판매중지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683518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반려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브랜드명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상품명 데이터입니다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 길 경우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…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처리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할인중지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판매중지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36490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승인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프리미엄 기저귀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오슬림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미적용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판매중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77199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승인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프리미엄 기저귀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오슬림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할인종료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판매중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88175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승인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260715000688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프리미엄 기저귀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오슬림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베베가드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무제한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미적용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판매완료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95379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8E421D0-5D19-1CAD-241B-8C38DCCC90FB}"/>
              </a:ext>
            </a:extLst>
          </p:cNvPr>
          <p:cNvSpPr txBox="1"/>
          <p:nvPr/>
        </p:nvSpPr>
        <p:spPr>
          <a:xfrm>
            <a:off x="3744665" y="5724525"/>
            <a:ext cx="19492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 3   4   5   6   7   8   9   10  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sp>
        <p:nvSpPr>
          <p:cNvPr id="34" name="모서리가 둥근 직사각형 84">
            <a:extLst>
              <a:ext uri="{FF2B5EF4-FFF2-40B4-BE49-F238E27FC236}">
                <a16:creationId xmlns:a16="http://schemas.microsoft.com/office/drawing/2014/main" id="{30474B88-4313-6271-21F9-315CFC73FFF2}"/>
              </a:ext>
            </a:extLst>
          </p:cNvPr>
          <p:cNvSpPr/>
          <p:nvPr/>
        </p:nvSpPr>
        <p:spPr>
          <a:xfrm>
            <a:off x="418804" y="5562892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1" name="모서리가 둥근 직사각형 86">
            <a:extLst>
              <a:ext uri="{FF2B5EF4-FFF2-40B4-BE49-F238E27FC236}">
                <a16:creationId xmlns:a16="http://schemas.microsoft.com/office/drawing/2014/main" id="{E4922741-CB88-89C3-CAD4-A7CBD4E813CC}"/>
              </a:ext>
            </a:extLst>
          </p:cNvPr>
          <p:cNvSpPr/>
          <p:nvPr/>
        </p:nvSpPr>
        <p:spPr>
          <a:xfrm>
            <a:off x="1451188" y="556289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6457B1-84CF-6163-3779-8C9C44589A6D}"/>
              </a:ext>
            </a:extLst>
          </p:cNvPr>
          <p:cNvSpPr txBox="1"/>
          <p:nvPr/>
        </p:nvSpPr>
        <p:spPr>
          <a:xfrm>
            <a:off x="309085" y="2788529"/>
            <a:ext cx="700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1,333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D05CC8C-8F0D-0A3D-98F0-FA8CADAD6C48}"/>
              </a:ext>
            </a:extLst>
          </p:cNvPr>
          <p:cNvSpPr/>
          <p:nvPr/>
        </p:nvSpPr>
        <p:spPr>
          <a:xfrm>
            <a:off x="8551717" y="2759767"/>
            <a:ext cx="737564" cy="1975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엑셀 다운로드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024F17C-0844-1C18-53B0-002C6A9B593C}"/>
              </a:ext>
            </a:extLst>
          </p:cNvPr>
          <p:cNvSpPr/>
          <p:nvPr/>
        </p:nvSpPr>
        <p:spPr>
          <a:xfrm>
            <a:off x="7053333" y="2759767"/>
            <a:ext cx="737564" cy="197512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할인 </a:t>
            </a:r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적용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CF549-AD19-7246-EF4C-6E16C6E2368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3D1253-1895-9139-DBB2-8DE0C770D2F2}"/>
              </a:ext>
            </a:extLst>
          </p:cNvPr>
          <p:cNvSpPr/>
          <p:nvPr/>
        </p:nvSpPr>
        <p:spPr>
          <a:xfrm>
            <a:off x="486455" y="3075780"/>
            <a:ext cx="127059" cy="10836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4F8B8FF-C48A-DB5B-CEF3-E43328A7B6F6}"/>
              </a:ext>
            </a:extLst>
          </p:cNvPr>
          <p:cNvSpPr/>
          <p:nvPr/>
        </p:nvSpPr>
        <p:spPr>
          <a:xfrm>
            <a:off x="7802525" y="2763523"/>
            <a:ext cx="737564" cy="1975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상품등록 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02973AA7-87DA-BF18-DDE1-5733B4497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469733"/>
              </p:ext>
            </p:extLst>
          </p:nvPr>
        </p:nvGraphicFramePr>
        <p:xfrm>
          <a:off x="392886" y="6135867"/>
          <a:ext cx="8896395" cy="707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96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82" name="직사각형 81">
            <a:extLst>
              <a:ext uri="{FF2B5EF4-FFF2-40B4-BE49-F238E27FC236}">
                <a16:creationId xmlns:a16="http://schemas.microsoft.com/office/drawing/2014/main" id="{C3B76AF8-DEC7-5D20-4492-9F5D7E4357A1}"/>
              </a:ext>
            </a:extLst>
          </p:cNvPr>
          <p:cNvSpPr/>
          <p:nvPr/>
        </p:nvSpPr>
        <p:spPr>
          <a:xfrm>
            <a:off x="8693008" y="2314844"/>
            <a:ext cx="573961" cy="23647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84" name="모서리가 둥근 직사각형 84">
            <a:extLst>
              <a:ext uri="{FF2B5EF4-FFF2-40B4-BE49-F238E27FC236}">
                <a16:creationId xmlns:a16="http://schemas.microsoft.com/office/drawing/2014/main" id="{E7561BEA-27FA-9B51-6A46-971006EDC2ED}"/>
              </a:ext>
            </a:extLst>
          </p:cNvPr>
          <p:cNvSpPr/>
          <p:nvPr/>
        </p:nvSpPr>
        <p:spPr>
          <a:xfrm>
            <a:off x="1067860" y="2334012"/>
            <a:ext cx="118562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상품번호</a:t>
            </a:r>
          </a:p>
        </p:txBody>
      </p:sp>
      <p:sp>
        <p:nvSpPr>
          <p:cNvPr id="86" name="모서리가 둥근 직사각형 84">
            <a:extLst>
              <a:ext uri="{FF2B5EF4-FFF2-40B4-BE49-F238E27FC236}">
                <a16:creationId xmlns:a16="http://schemas.microsoft.com/office/drawing/2014/main" id="{98335459-F1C2-9686-AD02-D12ECCCDCDBB}"/>
              </a:ext>
            </a:extLst>
          </p:cNvPr>
          <p:cNvSpPr/>
          <p:nvPr/>
        </p:nvSpPr>
        <p:spPr>
          <a:xfrm>
            <a:off x="2372162" y="2332871"/>
            <a:ext cx="2919081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</a:p>
        </p:txBody>
      </p:sp>
      <p:sp>
        <p:nvSpPr>
          <p:cNvPr id="88" name="모서리가 둥근 직사각형 84">
            <a:extLst>
              <a:ext uri="{FF2B5EF4-FFF2-40B4-BE49-F238E27FC236}">
                <a16:creationId xmlns:a16="http://schemas.microsoft.com/office/drawing/2014/main" id="{B0925739-1150-B183-BE0C-D8473E107841}"/>
              </a:ext>
            </a:extLst>
          </p:cNvPr>
          <p:cNvSpPr/>
          <p:nvPr/>
        </p:nvSpPr>
        <p:spPr>
          <a:xfrm>
            <a:off x="5343427" y="2340064"/>
            <a:ext cx="135764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상태 전체</a:t>
            </a:r>
          </a:p>
        </p:txBody>
      </p:sp>
      <p:sp>
        <p:nvSpPr>
          <p:cNvPr id="90" name="모서리가 둥근 직사각형 86">
            <a:extLst>
              <a:ext uri="{FF2B5EF4-FFF2-40B4-BE49-F238E27FC236}">
                <a16:creationId xmlns:a16="http://schemas.microsoft.com/office/drawing/2014/main" id="{E23FC9BC-19AE-A851-087A-FB3A33824BE9}"/>
              </a:ext>
            </a:extLst>
          </p:cNvPr>
          <p:cNvSpPr/>
          <p:nvPr/>
        </p:nvSpPr>
        <p:spPr>
          <a:xfrm>
            <a:off x="6619840" y="234006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3" name="모서리가 둥근 직사각형 84">
            <a:extLst>
              <a:ext uri="{FF2B5EF4-FFF2-40B4-BE49-F238E27FC236}">
                <a16:creationId xmlns:a16="http://schemas.microsoft.com/office/drawing/2014/main" id="{21488E87-7323-C49C-29FF-6A853E898D71}"/>
              </a:ext>
            </a:extLst>
          </p:cNvPr>
          <p:cNvSpPr/>
          <p:nvPr/>
        </p:nvSpPr>
        <p:spPr>
          <a:xfrm>
            <a:off x="6852758" y="2341205"/>
            <a:ext cx="12801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 상태 전체</a:t>
            </a:r>
          </a:p>
        </p:txBody>
      </p:sp>
      <p:sp>
        <p:nvSpPr>
          <p:cNvPr id="97" name="모서리가 둥근 직사각형 86">
            <a:extLst>
              <a:ext uri="{FF2B5EF4-FFF2-40B4-BE49-F238E27FC236}">
                <a16:creationId xmlns:a16="http://schemas.microsoft.com/office/drawing/2014/main" id="{AB0DE2C1-E512-937C-BF17-BC439CD564FC}"/>
              </a:ext>
            </a:extLst>
          </p:cNvPr>
          <p:cNvSpPr/>
          <p:nvPr/>
        </p:nvSpPr>
        <p:spPr>
          <a:xfrm>
            <a:off x="8130455" y="2341205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1" name="모서리가 둥근 직사각형 84">
            <a:extLst>
              <a:ext uri="{FF2B5EF4-FFF2-40B4-BE49-F238E27FC236}">
                <a16:creationId xmlns:a16="http://schemas.microsoft.com/office/drawing/2014/main" id="{30825155-2DCD-7458-02C2-AC32FFD9B136}"/>
              </a:ext>
            </a:extLst>
          </p:cNvPr>
          <p:cNvSpPr/>
          <p:nvPr/>
        </p:nvSpPr>
        <p:spPr>
          <a:xfrm>
            <a:off x="1063533" y="2081694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전체</a:t>
            </a:r>
          </a:p>
        </p:txBody>
      </p:sp>
      <p:sp>
        <p:nvSpPr>
          <p:cNvPr id="104" name="모서리가 둥근 직사각형 86">
            <a:extLst>
              <a:ext uri="{FF2B5EF4-FFF2-40B4-BE49-F238E27FC236}">
                <a16:creationId xmlns:a16="http://schemas.microsoft.com/office/drawing/2014/main" id="{E816503C-0F34-2541-CAB4-B9281236DF13}"/>
              </a:ext>
            </a:extLst>
          </p:cNvPr>
          <p:cNvSpPr/>
          <p:nvPr/>
        </p:nvSpPr>
        <p:spPr>
          <a:xfrm>
            <a:off x="2095917" y="208169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7" name="모서리가 둥근 직사각형 84">
            <a:extLst>
              <a:ext uri="{FF2B5EF4-FFF2-40B4-BE49-F238E27FC236}">
                <a16:creationId xmlns:a16="http://schemas.microsoft.com/office/drawing/2014/main" id="{FF840E4D-E0BA-64C9-73C6-AF6B9EAE04DE}"/>
              </a:ext>
            </a:extLst>
          </p:cNvPr>
          <p:cNvSpPr/>
          <p:nvPr/>
        </p:nvSpPr>
        <p:spPr>
          <a:xfrm>
            <a:off x="2367836" y="2081694"/>
            <a:ext cx="119325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상위 전체</a:t>
            </a:r>
          </a:p>
        </p:txBody>
      </p:sp>
      <p:sp>
        <p:nvSpPr>
          <p:cNvPr id="111" name="모서리가 둥근 직사각형 86">
            <a:extLst>
              <a:ext uri="{FF2B5EF4-FFF2-40B4-BE49-F238E27FC236}">
                <a16:creationId xmlns:a16="http://schemas.microsoft.com/office/drawing/2014/main" id="{AA8423E9-A5BC-76C5-4755-72314AD235EE}"/>
              </a:ext>
            </a:extLst>
          </p:cNvPr>
          <p:cNvSpPr/>
          <p:nvPr/>
        </p:nvSpPr>
        <p:spPr>
          <a:xfrm>
            <a:off x="5133677" y="208169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14" name="모서리가 둥근 직사각형 84">
            <a:extLst>
              <a:ext uri="{FF2B5EF4-FFF2-40B4-BE49-F238E27FC236}">
                <a16:creationId xmlns:a16="http://schemas.microsoft.com/office/drawing/2014/main" id="{72F80D1A-E1F1-EA8F-EFB3-159B9B443AA5}"/>
              </a:ext>
            </a:extLst>
          </p:cNvPr>
          <p:cNvSpPr/>
          <p:nvPr/>
        </p:nvSpPr>
        <p:spPr>
          <a:xfrm>
            <a:off x="5343427" y="2081864"/>
            <a:ext cx="1280106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주식회사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6" name="모서리가 둥근 직사각형 86">
            <a:extLst>
              <a:ext uri="{FF2B5EF4-FFF2-40B4-BE49-F238E27FC236}">
                <a16:creationId xmlns:a16="http://schemas.microsoft.com/office/drawing/2014/main" id="{102D0E33-94A1-235C-EFA3-3EF160BF5597}"/>
              </a:ext>
            </a:extLst>
          </p:cNvPr>
          <p:cNvSpPr/>
          <p:nvPr/>
        </p:nvSpPr>
        <p:spPr>
          <a:xfrm>
            <a:off x="6621124" y="208186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19" name="모서리가 둥근 직사각형 84">
            <a:extLst>
              <a:ext uri="{FF2B5EF4-FFF2-40B4-BE49-F238E27FC236}">
                <a16:creationId xmlns:a16="http://schemas.microsoft.com/office/drawing/2014/main" id="{E680857C-3434-1B2D-4758-18FD5862D6F0}"/>
              </a:ext>
            </a:extLst>
          </p:cNvPr>
          <p:cNvSpPr/>
          <p:nvPr/>
        </p:nvSpPr>
        <p:spPr>
          <a:xfrm>
            <a:off x="3668504" y="2081694"/>
            <a:ext cx="146549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하위 전체</a:t>
            </a:r>
          </a:p>
        </p:txBody>
      </p:sp>
      <p:sp>
        <p:nvSpPr>
          <p:cNvPr id="123" name="모서리가 둥근 직사각형 86">
            <a:extLst>
              <a:ext uri="{FF2B5EF4-FFF2-40B4-BE49-F238E27FC236}">
                <a16:creationId xmlns:a16="http://schemas.microsoft.com/office/drawing/2014/main" id="{B45B5FA9-7C37-4C85-0292-C6F904606A60}"/>
              </a:ext>
            </a:extLst>
          </p:cNvPr>
          <p:cNvSpPr/>
          <p:nvPr/>
        </p:nvSpPr>
        <p:spPr>
          <a:xfrm>
            <a:off x="3455417" y="2088499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5" name="모서리가 둥근 직사각형 84">
            <a:extLst>
              <a:ext uri="{FF2B5EF4-FFF2-40B4-BE49-F238E27FC236}">
                <a16:creationId xmlns:a16="http://schemas.microsoft.com/office/drawing/2014/main" id="{F14452C3-5088-B9CC-E5B5-6EBBC1D8BA03}"/>
              </a:ext>
            </a:extLst>
          </p:cNvPr>
          <p:cNvSpPr/>
          <p:nvPr/>
        </p:nvSpPr>
        <p:spPr>
          <a:xfrm>
            <a:off x="6858091" y="2082167"/>
            <a:ext cx="12801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상태 전체</a:t>
            </a:r>
          </a:p>
        </p:txBody>
      </p:sp>
      <p:sp>
        <p:nvSpPr>
          <p:cNvPr id="127" name="모서리가 둥근 직사각형 86">
            <a:extLst>
              <a:ext uri="{FF2B5EF4-FFF2-40B4-BE49-F238E27FC236}">
                <a16:creationId xmlns:a16="http://schemas.microsoft.com/office/drawing/2014/main" id="{013A4FE0-81A2-1918-212F-00928D213DDD}"/>
              </a:ext>
            </a:extLst>
          </p:cNvPr>
          <p:cNvSpPr/>
          <p:nvPr/>
        </p:nvSpPr>
        <p:spPr>
          <a:xfrm>
            <a:off x="8135788" y="2082167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137" name="표 136">
            <a:extLst>
              <a:ext uri="{FF2B5EF4-FFF2-40B4-BE49-F238E27FC236}">
                <a16:creationId xmlns:a16="http://schemas.microsoft.com/office/drawing/2014/main" id="{7C7826C6-96EE-7A77-7428-499B25110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696684"/>
              </p:ext>
            </p:extLst>
          </p:nvPr>
        </p:nvGraphicFramePr>
        <p:xfrm>
          <a:off x="385181" y="5986483"/>
          <a:ext cx="8904099" cy="2267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460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788221">
                  <a:extLst>
                    <a:ext uri="{9D8B030D-6E8A-4147-A177-3AD203B41FA5}">
                      <a16:colId xmlns:a16="http://schemas.microsoft.com/office/drawing/2014/main" val="2677307961"/>
                    </a:ext>
                  </a:extLst>
                </a:gridCol>
                <a:gridCol w="788221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670521">
                  <a:extLst>
                    <a:ext uri="{9D8B030D-6E8A-4147-A177-3AD203B41FA5}">
                      <a16:colId xmlns:a16="http://schemas.microsoft.com/office/drawing/2014/main" val="765616444"/>
                    </a:ext>
                  </a:extLst>
                </a:gridCol>
                <a:gridCol w="609565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3547718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  <a:gridCol w="539114">
                  <a:extLst>
                    <a:ext uri="{9D8B030D-6E8A-4147-A177-3AD203B41FA5}">
                      <a16:colId xmlns:a16="http://schemas.microsoft.com/office/drawing/2014/main" val="4017316421"/>
                    </a:ext>
                  </a:extLst>
                </a:gridCol>
                <a:gridCol w="545857">
                  <a:extLst>
                    <a:ext uri="{9D8B030D-6E8A-4147-A177-3AD203B41FA5}">
                      <a16:colId xmlns:a16="http://schemas.microsoft.com/office/drawing/2014/main" val="1754573492"/>
                    </a:ext>
                  </a:extLst>
                </a:gridCol>
                <a:gridCol w="545857">
                  <a:extLst>
                    <a:ext uri="{9D8B030D-6E8A-4147-A177-3AD203B41FA5}">
                      <a16:colId xmlns:a16="http://schemas.microsoft.com/office/drawing/2014/main" val="2015118192"/>
                    </a:ext>
                  </a:extLst>
                </a:gridCol>
                <a:gridCol w="609565">
                  <a:extLst>
                    <a:ext uri="{9D8B030D-6E8A-4147-A177-3AD203B41FA5}">
                      <a16:colId xmlns:a16="http://schemas.microsoft.com/office/drawing/2014/main" val="4277076586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승인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하위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재고수량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</a:tbl>
          </a:graphicData>
        </a:graphic>
      </p:graphicFrame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C7856ADC-6091-0B73-82BE-B62BEB5C201A}"/>
              </a:ext>
            </a:extLst>
          </p:cNvPr>
          <p:cNvSpPr/>
          <p:nvPr/>
        </p:nvSpPr>
        <p:spPr>
          <a:xfrm>
            <a:off x="438404" y="6042902"/>
            <a:ext cx="127059" cy="10836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A8C09A6B-4F63-CF1D-C2BF-66274A197BCF}"/>
              </a:ext>
            </a:extLst>
          </p:cNvPr>
          <p:cNvSpPr/>
          <p:nvPr/>
        </p:nvSpPr>
        <p:spPr>
          <a:xfrm>
            <a:off x="501933" y="3762387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3FB51BF-E754-3A4F-BBAD-AD4CA7C546ED}"/>
              </a:ext>
            </a:extLst>
          </p:cNvPr>
          <p:cNvSpPr/>
          <p:nvPr/>
        </p:nvSpPr>
        <p:spPr>
          <a:xfrm>
            <a:off x="501933" y="3530224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88EF5EF-9326-D0DC-10EE-D9A110F11588}"/>
              </a:ext>
            </a:extLst>
          </p:cNvPr>
          <p:cNvSpPr/>
          <p:nvPr/>
        </p:nvSpPr>
        <p:spPr>
          <a:xfrm>
            <a:off x="499268" y="4219648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3FEAC869-DBEC-A85C-E769-E1718231A2DA}"/>
              </a:ext>
            </a:extLst>
          </p:cNvPr>
          <p:cNvSpPr/>
          <p:nvPr/>
        </p:nvSpPr>
        <p:spPr>
          <a:xfrm>
            <a:off x="499268" y="4429433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99F44B5D-AA2E-0C67-CD7C-9578E93036EB}"/>
              </a:ext>
            </a:extLst>
          </p:cNvPr>
          <p:cNvSpPr/>
          <p:nvPr/>
        </p:nvSpPr>
        <p:spPr>
          <a:xfrm>
            <a:off x="504305" y="4644405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75EB2998-3579-1808-73E2-922082B6EB11}"/>
              </a:ext>
            </a:extLst>
          </p:cNvPr>
          <p:cNvSpPr/>
          <p:nvPr/>
        </p:nvSpPr>
        <p:spPr>
          <a:xfrm>
            <a:off x="504305" y="5346493"/>
            <a:ext cx="90000" cy="9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600A8E56-FB69-22D9-B60F-659DCDBA8E50}"/>
              </a:ext>
            </a:extLst>
          </p:cNvPr>
          <p:cNvSpPr/>
          <p:nvPr/>
        </p:nvSpPr>
        <p:spPr>
          <a:xfrm>
            <a:off x="496368" y="4900470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0CD6B98D-30E2-5939-1B88-3260FF7870B1}"/>
              </a:ext>
            </a:extLst>
          </p:cNvPr>
          <p:cNvSpPr/>
          <p:nvPr/>
        </p:nvSpPr>
        <p:spPr>
          <a:xfrm>
            <a:off x="498299" y="5136801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007CAD18-C448-FD68-A14A-53635B2397D7}"/>
              </a:ext>
            </a:extLst>
          </p:cNvPr>
          <p:cNvSpPr/>
          <p:nvPr/>
        </p:nvSpPr>
        <p:spPr>
          <a:xfrm>
            <a:off x="504305" y="3978341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775F1C3-01B2-F0A0-FC8D-83B8C47089C4}"/>
              </a:ext>
            </a:extLst>
          </p:cNvPr>
          <p:cNvSpPr/>
          <p:nvPr/>
        </p:nvSpPr>
        <p:spPr>
          <a:xfrm>
            <a:off x="504305" y="3292169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7" name="Group 59">
            <a:extLst>
              <a:ext uri="{FF2B5EF4-FFF2-40B4-BE49-F238E27FC236}">
                <a16:creationId xmlns:a16="http://schemas.microsoft.com/office/drawing/2014/main" id="{58CAE7DC-4ED9-6BB7-1250-6C81A8D7B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297286"/>
              </p:ext>
            </p:extLst>
          </p:nvPr>
        </p:nvGraphicFramePr>
        <p:xfrm>
          <a:off x="10086305" y="636529"/>
          <a:ext cx="2850436" cy="354050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로그인한 업체명 디폴트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로그인한 아이디 기반 업체명 출력 </a:t>
                      </a:r>
                      <a:r>
                        <a:rPr lang="en-US" altLang="ko-KR" sz="800" b="0" u="none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read only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업체 데이터만 하단에 출력되어 보여줌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할인 </a:t>
                      </a: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수정 적용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등록승인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”, 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변경승인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”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의 승인 상태 상품들에 대해서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         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선택하여 할인 적용 또는 수정하는 버튼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체크박스 선택 후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해당 버튼 클릭 시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        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할인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 적용 레이어 팝업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출력 </a:t>
                      </a:r>
                      <a:r>
                        <a:rPr lang="en-US" altLang="ko-KR" sz="800" spc="-80" dirty="0"/>
                        <a:t>CH-A-PR-01-01-04p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체크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하단에서 선택 가능한 체크 박스 전체 선택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상품별 체크박스 기능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등록승인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”, 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변경승인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”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의 승인 상태 상품들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 값만 체크 박스 활성 화 처리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선택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상품 정보 등록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등록 전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디폴트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으로 이동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6689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엑셀 다운로드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상단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소팅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적용된 데이터 값 엑셀 다운로드 기능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01108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5-1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검색결과가 없을 경우 출력되는 안내문구</a:t>
                      </a:r>
                      <a:endParaRPr lang="en-US" altLang="ko-KR" sz="800" b="1" u="sng" kern="0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5-2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등록된 데이터가 </a:t>
                      </a:r>
                      <a:r>
                        <a:rPr lang="ko-KR" altLang="en-US" sz="800" b="1" u="sng" kern="0" spc="-1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없을경우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출력되는 안내문구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073440"/>
                  </a:ext>
                </a:extLst>
              </a:tr>
            </a:tbl>
          </a:graphicData>
        </a:graphic>
      </p:graphicFrame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38165A78-46B0-F33F-A686-FA110843E27B}"/>
              </a:ext>
            </a:extLst>
          </p:cNvPr>
          <p:cNvSpPr/>
          <p:nvPr/>
        </p:nvSpPr>
        <p:spPr>
          <a:xfrm>
            <a:off x="6557037" y="19520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EB9534DC-6283-11E0-AD73-D2C2A972D7B1}"/>
              </a:ext>
            </a:extLst>
          </p:cNvPr>
          <p:cNvSpPr/>
          <p:nvPr/>
        </p:nvSpPr>
        <p:spPr>
          <a:xfrm>
            <a:off x="7433135" y="262753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B453154E-4F60-D0AF-A2A6-C3617199E000}"/>
              </a:ext>
            </a:extLst>
          </p:cNvPr>
          <p:cNvSpPr/>
          <p:nvPr/>
        </p:nvSpPr>
        <p:spPr>
          <a:xfrm>
            <a:off x="91684" y="333843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모서리가 둥근 직사각형 114">
            <a:extLst>
              <a:ext uri="{FF2B5EF4-FFF2-40B4-BE49-F238E27FC236}">
                <a16:creationId xmlns:a16="http://schemas.microsoft.com/office/drawing/2014/main" id="{182CED42-0481-F232-EEB4-0868DD808121}"/>
              </a:ext>
            </a:extLst>
          </p:cNvPr>
          <p:cNvSpPr/>
          <p:nvPr/>
        </p:nvSpPr>
        <p:spPr>
          <a:xfrm>
            <a:off x="636162" y="29619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" name="모서리가 둥근 직사각형 114">
            <a:extLst>
              <a:ext uri="{FF2B5EF4-FFF2-40B4-BE49-F238E27FC236}">
                <a16:creationId xmlns:a16="http://schemas.microsoft.com/office/drawing/2014/main" id="{EEFFCDE0-A4E2-6A08-A264-EF9C6ABF1930}"/>
              </a:ext>
            </a:extLst>
          </p:cNvPr>
          <p:cNvSpPr/>
          <p:nvPr/>
        </p:nvSpPr>
        <p:spPr>
          <a:xfrm>
            <a:off x="8225851" y="26424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8" name="모서리가 둥근 직사각형 114">
            <a:extLst>
              <a:ext uri="{FF2B5EF4-FFF2-40B4-BE49-F238E27FC236}">
                <a16:creationId xmlns:a16="http://schemas.microsoft.com/office/drawing/2014/main" id="{15B500FD-FF1E-FCF5-9101-19D2CD38D632}"/>
              </a:ext>
            </a:extLst>
          </p:cNvPr>
          <p:cNvSpPr/>
          <p:nvPr/>
        </p:nvSpPr>
        <p:spPr>
          <a:xfrm>
            <a:off x="9196614" y="26582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D1344130-0A9E-C3CC-98B6-A1BF8156BC5C}"/>
              </a:ext>
            </a:extLst>
          </p:cNvPr>
          <p:cNvSpPr/>
          <p:nvPr/>
        </p:nvSpPr>
        <p:spPr>
          <a:xfrm>
            <a:off x="5282346" y="62861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4" name="모서리가 둥근 직사각형 114">
            <a:extLst>
              <a:ext uri="{FF2B5EF4-FFF2-40B4-BE49-F238E27FC236}">
                <a16:creationId xmlns:a16="http://schemas.microsoft.com/office/drawing/2014/main" id="{91958937-5B45-799B-4EA9-58B625B1C867}"/>
              </a:ext>
            </a:extLst>
          </p:cNvPr>
          <p:cNvSpPr/>
          <p:nvPr/>
        </p:nvSpPr>
        <p:spPr>
          <a:xfrm>
            <a:off x="5286916" y="65181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7B6221-2F21-02A6-9AAD-0FBB179DF8B2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목록 내</a:t>
            </a:r>
            <a:r>
              <a:rPr kumimoji="1" lang="en-US" altLang="ko-KR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하위 항목 삭제 반영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0755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3FC672-10BA-C32F-E8EF-A367CDB1D23C}"/>
              </a:ext>
            </a:extLst>
          </p:cNvPr>
          <p:cNvSpPr txBox="1"/>
          <p:nvPr/>
        </p:nvSpPr>
        <p:spPr>
          <a:xfrm>
            <a:off x="1307907" y="78285"/>
            <a:ext cx="13324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할인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수정 적용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00222-98F2-4D03-50C0-34066FB2B9FB}"/>
              </a:ext>
            </a:extLst>
          </p:cNvPr>
          <p:cNvSpPr txBox="1"/>
          <p:nvPr/>
        </p:nvSpPr>
        <p:spPr>
          <a:xfrm>
            <a:off x="1302717" y="330494"/>
            <a:ext cx="1805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46FE06-02AE-45BC-7DD2-FB4EA7C7181A}"/>
              </a:ext>
            </a:extLst>
          </p:cNvPr>
          <p:cNvSpPr/>
          <p:nvPr/>
        </p:nvSpPr>
        <p:spPr>
          <a:xfrm>
            <a:off x="7921129" y="58428"/>
            <a:ext cx="11868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CH-A-PR-01-01-04p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5B89C-EE08-27A9-3880-24AFA6F52D5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A66861-5737-611E-30B3-CEDE7EA299E5}"/>
              </a:ext>
            </a:extLst>
          </p:cNvPr>
          <p:cNvSpPr/>
          <p:nvPr/>
        </p:nvSpPr>
        <p:spPr>
          <a:xfrm>
            <a:off x="648321" y="899989"/>
            <a:ext cx="5112568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FFD9C-BE34-3753-F491-7CE2D6D2F2DB}"/>
              </a:ext>
            </a:extLst>
          </p:cNvPr>
          <p:cNvSpPr txBox="1"/>
          <p:nvPr/>
        </p:nvSpPr>
        <p:spPr>
          <a:xfrm>
            <a:off x="720329" y="899989"/>
            <a:ext cx="1717679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할인적용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수정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7C6877-77E7-5EB3-E5D2-C7227DDE2A95}"/>
              </a:ext>
            </a:extLst>
          </p:cNvPr>
          <p:cNvSpPr txBox="1"/>
          <p:nvPr/>
        </p:nvSpPr>
        <p:spPr>
          <a:xfrm>
            <a:off x="5392701" y="899989"/>
            <a:ext cx="341888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7E6ABB3-CEAD-C851-364B-2681DCE33185}"/>
              </a:ext>
            </a:extLst>
          </p:cNvPr>
          <p:cNvCxnSpPr/>
          <p:nvPr/>
        </p:nvCxnSpPr>
        <p:spPr>
          <a:xfrm>
            <a:off x="773142" y="1264782"/>
            <a:ext cx="477130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46F21A4-DA4D-5EA0-FB27-74AD790AA0F0}"/>
              </a:ext>
            </a:extLst>
          </p:cNvPr>
          <p:cNvCxnSpPr>
            <a:cxnSpLocks/>
          </p:cNvCxnSpPr>
          <p:nvPr/>
        </p:nvCxnSpPr>
        <p:spPr>
          <a:xfrm>
            <a:off x="5734589" y="1351255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98">
            <a:extLst>
              <a:ext uri="{FF2B5EF4-FFF2-40B4-BE49-F238E27FC236}">
                <a16:creationId xmlns:a16="http://schemas.microsoft.com/office/drawing/2014/main" id="{B9125BAD-04C2-33BA-1A52-91F486D3B55F}"/>
              </a:ext>
            </a:extLst>
          </p:cNvPr>
          <p:cNvSpPr/>
          <p:nvPr/>
        </p:nvSpPr>
        <p:spPr>
          <a:xfrm>
            <a:off x="3312617" y="5654601"/>
            <a:ext cx="821710" cy="2859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적용</a:t>
            </a:r>
          </a:p>
        </p:txBody>
      </p:sp>
      <p:sp>
        <p:nvSpPr>
          <p:cNvPr id="18" name="모서리가 둥근 직사각형 99">
            <a:extLst>
              <a:ext uri="{FF2B5EF4-FFF2-40B4-BE49-F238E27FC236}">
                <a16:creationId xmlns:a16="http://schemas.microsoft.com/office/drawing/2014/main" id="{EDA3FC19-A3CF-BB24-1D60-F94D1F0B06DE}"/>
              </a:ext>
            </a:extLst>
          </p:cNvPr>
          <p:cNvSpPr/>
          <p:nvPr/>
        </p:nvSpPr>
        <p:spPr>
          <a:xfrm>
            <a:off x="2456147" y="5654601"/>
            <a:ext cx="821710" cy="2859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graphicFrame>
        <p:nvGraphicFramePr>
          <p:cNvPr id="20" name="표 25">
            <a:extLst>
              <a:ext uri="{FF2B5EF4-FFF2-40B4-BE49-F238E27FC236}">
                <a16:creationId xmlns:a16="http://schemas.microsoft.com/office/drawing/2014/main" id="{BA6C8E99-5B46-A100-BD45-5DC62FA80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306841"/>
              </p:ext>
            </p:extLst>
          </p:nvPr>
        </p:nvGraphicFramePr>
        <p:xfrm>
          <a:off x="784332" y="1394321"/>
          <a:ext cx="4849349" cy="983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935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4364414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</a:rPr>
                        <a:t>할인 기간</a:t>
                      </a:r>
                      <a:r>
                        <a:rPr lang="en-US" altLang="ko-KR" sz="800" b="1" spc="-15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ko-KR" altLang="en-US" sz="800" b="1" spc="-15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7270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</a:rPr>
                        <a:t>할인 상태</a:t>
                      </a:r>
                      <a:r>
                        <a:rPr lang="en-US" altLang="ko-KR" sz="800" b="1" spc="-15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ko-KR" altLang="en-US" sz="800" b="1" spc="-15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</a:rPr>
                        <a:t>할인 기준</a:t>
                      </a:r>
                      <a:r>
                        <a:rPr lang="en-US" altLang="ko-KR" sz="800" b="1" spc="-15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ko-KR" altLang="en-US" sz="800" b="1" spc="-15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718759"/>
                  </a:ext>
                </a:extLst>
              </a:tr>
            </a:tbl>
          </a:graphicData>
        </a:graphic>
      </p:graphicFrame>
      <p:sp>
        <p:nvSpPr>
          <p:cNvPr id="21" name="모서리가 둥근 직사각형 52">
            <a:extLst>
              <a:ext uri="{FF2B5EF4-FFF2-40B4-BE49-F238E27FC236}">
                <a16:creationId xmlns:a16="http://schemas.microsoft.com/office/drawing/2014/main" id="{4996ADA5-CF80-37BA-F1E7-C1792B9DE46F}"/>
              </a:ext>
            </a:extLst>
          </p:cNvPr>
          <p:cNvSpPr/>
          <p:nvPr/>
        </p:nvSpPr>
        <p:spPr>
          <a:xfrm>
            <a:off x="1407991" y="143275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2026-07-01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2538134-0771-942F-FC94-28889BF44AE9}"/>
              </a:ext>
            </a:extLst>
          </p:cNvPr>
          <p:cNvGrpSpPr/>
          <p:nvPr/>
        </p:nvGrpSpPr>
        <p:grpSpPr>
          <a:xfrm>
            <a:off x="3004579" y="1432760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23" name="모서리가 둥근 직사각형 54">
              <a:extLst>
                <a:ext uri="{FF2B5EF4-FFF2-40B4-BE49-F238E27FC236}">
                  <a16:creationId xmlns:a16="http://schemas.microsoft.com/office/drawing/2014/main" id="{DE457189-6FF4-6177-27BB-96B848CE7267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4" name="Picture 4" descr="calendar, date, event, month icon">
              <a:extLst>
                <a:ext uri="{FF2B5EF4-FFF2-40B4-BE49-F238E27FC236}">
                  <a16:creationId xmlns:a16="http://schemas.microsoft.com/office/drawing/2014/main" id="{397D41A4-E65E-E580-1235-2D4239E775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25" name="모서리가 둥근 직사각형 56">
            <a:extLst>
              <a:ext uri="{FF2B5EF4-FFF2-40B4-BE49-F238E27FC236}">
                <a16:creationId xmlns:a16="http://schemas.microsoft.com/office/drawing/2014/main" id="{D932EF34-3553-8603-31D1-FBB560A61562}"/>
              </a:ext>
            </a:extLst>
          </p:cNvPr>
          <p:cNvSpPr/>
          <p:nvPr/>
        </p:nvSpPr>
        <p:spPr>
          <a:xfrm>
            <a:off x="2361039" y="143275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2026-10-31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A03EC4-E214-B5E3-CC81-5FD219B628A9}"/>
              </a:ext>
            </a:extLst>
          </p:cNvPr>
          <p:cNvSpPr/>
          <p:nvPr/>
        </p:nvSpPr>
        <p:spPr>
          <a:xfrm>
            <a:off x="2157974" y="1364524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59BAB14-90BE-A84F-3472-947C2BE6C0F9}"/>
              </a:ext>
            </a:extLst>
          </p:cNvPr>
          <p:cNvGrpSpPr/>
          <p:nvPr/>
        </p:nvGrpSpPr>
        <p:grpSpPr>
          <a:xfrm>
            <a:off x="2039461" y="1432293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0" name="모서리가 둥근 직사각형 54">
              <a:extLst>
                <a:ext uri="{FF2B5EF4-FFF2-40B4-BE49-F238E27FC236}">
                  <a16:creationId xmlns:a16="http://schemas.microsoft.com/office/drawing/2014/main" id="{FD22D04E-FED8-2293-48B4-7FA81D3D7936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1" name="Picture 4" descr="calendar, date, event, month icon">
              <a:extLst>
                <a:ext uri="{FF2B5EF4-FFF2-40B4-BE49-F238E27FC236}">
                  <a16:creationId xmlns:a16="http://schemas.microsoft.com/office/drawing/2014/main" id="{D955FD21-AEF1-EF29-3B8A-5AFB3F715F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FB4AD00-C594-16A8-C1E1-5B1BE69A51B6}"/>
              </a:ext>
            </a:extLst>
          </p:cNvPr>
          <p:cNvSpPr/>
          <p:nvPr/>
        </p:nvSpPr>
        <p:spPr>
          <a:xfrm>
            <a:off x="3202219" y="1426017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3A00B6-BE36-883B-6FFC-81B6837DFA67}"/>
              </a:ext>
            </a:extLst>
          </p:cNvPr>
          <p:cNvSpPr/>
          <p:nvPr/>
        </p:nvSpPr>
        <p:spPr>
          <a:xfrm>
            <a:off x="3602170" y="1426017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A61AAE2-A179-2881-1120-13CDB441DACA}"/>
              </a:ext>
            </a:extLst>
          </p:cNvPr>
          <p:cNvSpPr/>
          <p:nvPr/>
        </p:nvSpPr>
        <p:spPr>
          <a:xfrm>
            <a:off x="4007208" y="1426017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4" name="모서리가 둥근 직사각형 61">
            <a:extLst>
              <a:ext uri="{FF2B5EF4-FFF2-40B4-BE49-F238E27FC236}">
                <a16:creationId xmlns:a16="http://schemas.microsoft.com/office/drawing/2014/main" id="{8A9DC3EC-B212-A2CA-AE0B-A9FAD943817E}"/>
              </a:ext>
            </a:extLst>
          </p:cNvPr>
          <p:cNvSpPr/>
          <p:nvPr/>
        </p:nvSpPr>
        <p:spPr>
          <a:xfrm>
            <a:off x="1891405" y="2041757"/>
            <a:ext cx="939371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모서리가 둥근 직사각형 61">
            <a:extLst>
              <a:ext uri="{FF2B5EF4-FFF2-40B4-BE49-F238E27FC236}">
                <a16:creationId xmlns:a16="http://schemas.microsoft.com/office/drawing/2014/main" id="{86B90AC2-DA07-C21E-BC89-4760F1433C1B}"/>
              </a:ext>
            </a:extLst>
          </p:cNvPr>
          <p:cNvSpPr/>
          <p:nvPr/>
        </p:nvSpPr>
        <p:spPr>
          <a:xfrm>
            <a:off x="3797213" y="2041757"/>
            <a:ext cx="486040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DBF4ABAE-AE98-9163-30EB-380ADC351A2C}"/>
              </a:ext>
            </a:extLst>
          </p:cNvPr>
          <p:cNvSpPr/>
          <p:nvPr/>
        </p:nvSpPr>
        <p:spPr>
          <a:xfrm>
            <a:off x="4609918" y="2027517"/>
            <a:ext cx="716764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CC7243-BF65-EA0E-78F8-7935CA5532F1}"/>
              </a:ext>
            </a:extLst>
          </p:cNvPr>
          <p:cNvSpPr txBox="1"/>
          <p:nvPr/>
        </p:nvSpPr>
        <p:spPr>
          <a:xfrm>
            <a:off x="1407735" y="201485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할인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F7A08E-0C29-5D2D-156A-3F5B569CF83C}"/>
              </a:ext>
            </a:extLst>
          </p:cNvPr>
          <p:cNvSpPr txBox="1"/>
          <p:nvPr/>
        </p:nvSpPr>
        <p:spPr>
          <a:xfrm>
            <a:off x="2763123" y="2023855"/>
            <a:ext cx="3770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  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82D4F7-8FFD-1B5D-6705-1956F1ADE1B1}"/>
              </a:ext>
            </a:extLst>
          </p:cNvPr>
          <p:cNvSpPr txBox="1"/>
          <p:nvPr/>
        </p:nvSpPr>
        <p:spPr>
          <a:xfrm>
            <a:off x="3232604" y="2027517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비율할인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6B6737-31BD-BFEF-0431-A361B86797F2}"/>
              </a:ext>
            </a:extLst>
          </p:cNvPr>
          <p:cNvSpPr txBox="1"/>
          <p:nvPr/>
        </p:nvSpPr>
        <p:spPr>
          <a:xfrm>
            <a:off x="4204748" y="2053119"/>
            <a:ext cx="2551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%,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76CDCD-7833-A430-C586-22B6A23109C8}"/>
              </a:ext>
            </a:extLst>
          </p:cNvPr>
          <p:cNvSpPr txBox="1"/>
          <p:nvPr/>
        </p:nvSpPr>
        <p:spPr>
          <a:xfrm>
            <a:off x="4312724" y="2033419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7C92BC-74C5-718C-BEF7-F5D0DB7C17E0}"/>
              </a:ext>
            </a:extLst>
          </p:cNvPr>
          <p:cNvSpPr txBox="1"/>
          <p:nvPr/>
        </p:nvSpPr>
        <p:spPr>
          <a:xfrm>
            <a:off x="5268838" y="2023855"/>
            <a:ext cx="2680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</a:p>
        </p:txBody>
      </p:sp>
      <p:pic>
        <p:nvPicPr>
          <p:cNvPr id="64" name="Picture 2" descr="on, radio icon">
            <a:extLst>
              <a:ext uri="{FF2B5EF4-FFF2-40B4-BE49-F238E27FC236}">
                <a16:creationId xmlns:a16="http://schemas.microsoft.com/office/drawing/2014/main" id="{E7D88182-FBEC-949C-3383-5AE068143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822" y="206203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4" descr="off, radio icon">
            <a:extLst>
              <a:ext uri="{FF2B5EF4-FFF2-40B4-BE49-F238E27FC236}">
                <a16:creationId xmlns:a16="http://schemas.microsoft.com/office/drawing/2014/main" id="{7C02EDBD-F6E6-691A-C68F-5ABC0D4B7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146" y="207763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모서리가 둥근 직사각형 84">
            <a:extLst>
              <a:ext uri="{FF2B5EF4-FFF2-40B4-BE49-F238E27FC236}">
                <a16:creationId xmlns:a16="http://schemas.microsoft.com/office/drawing/2014/main" id="{54D78E78-7905-2134-CE8C-CA6A1483E5B6}"/>
              </a:ext>
            </a:extLst>
          </p:cNvPr>
          <p:cNvSpPr/>
          <p:nvPr/>
        </p:nvSpPr>
        <p:spPr>
          <a:xfrm>
            <a:off x="1407735" y="1689438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미적용</a:t>
            </a:r>
          </a:p>
        </p:txBody>
      </p:sp>
      <p:sp>
        <p:nvSpPr>
          <p:cNvPr id="70" name="모서리가 둥근 직사각형 86">
            <a:extLst>
              <a:ext uri="{FF2B5EF4-FFF2-40B4-BE49-F238E27FC236}">
                <a16:creationId xmlns:a16="http://schemas.microsoft.com/office/drawing/2014/main" id="{D7E05896-8E1B-33A1-0514-2E12C8BC44D3}"/>
              </a:ext>
            </a:extLst>
          </p:cNvPr>
          <p:cNvSpPr/>
          <p:nvPr/>
        </p:nvSpPr>
        <p:spPr>
          <a:xfrm>
            <a:off x="2440119" y="1689438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CE3FEBF6-5F7D-E51F-BAA9-93EA3BF65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172306"/>
              </p:ext>
            </p:extLst>
          </p:nvPr>
        </p:nvGraphicFramePr>
        <p:xfrm>
          <a:off x="784332" y="2674481"/>
          <a:ext cx="4874163" cy="1360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677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929451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3098170">
                  <a:extLst>
                    <a:ext uri="{9D8B030D-6E8A-4147-A177-3AD203B41FA5}">
                      <a16:colId xmlns:a16="http://schemas.microsoft.com/office/drawing/2014/main" val="3475932975"/>
                    </a:ext>
                  </a:extLst>
                </a:gridCol>
                <a:gridCol w="549865">
                  <a:extLst>
                    <a:ext uri="{9D8B030D-6E8A-4147-A177-3AD203B41FA5}">
                      <a16:colId xmlns:a16="http://schemas.microsoft.com/office/drawing/2014/main" val="3431292667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상품번호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상품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여부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260716000695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목록에서 선택 한 상품 목록을 불러 옵니다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260716000693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목록에서 선택 한 상품 목록을 불러 옵니다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260716000692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목록에서 선택 한 상품 목록을 불러 옵니다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260716000691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목록에서 선택 한 상품 목록을 불러 옵니다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81118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260716000697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목록에서 선택 한 상품 목록을 불러 옵니다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1820927"/>
                  </a:ext>
                </a:extLst>
              </a:tr>
            </a:tbl>
          </a:graphicData>
        </a:graphic>
      </p:graphicFrame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94E6914C-DB54-4693-29E5-04826A839B58}"/>
              </a:ext>
            </a:extLst>
          </p:cNvPr>
          <p:cNvSpPr/>
          <p:nvPr/>
        </p:nvSpPr>
        <p:spPr>
          <a:xfrm>
            <a:off x="5184150" y="2952081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5C442243-B90D-13A1-5385-BC244D907465}"/>
              </a:ext>
            </a:extLst>
          </p:cNvPr>
          <p:cNvSpPr/>
          <p:nvPr/>
        </p:nvSpPr>
        <p:spPr>
          <a:xfrm>
            <a:off x="5184150" y="3173671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F11FB488-9966-06A7-6404-151EF1DE43E2}"/>
              </a:ext>
            </a:extLst>
          </p:cNvPr>
          <p:cNvSpPr/>
          <p:nvPr/>
        </p:nvSpPr>
        <p:spPr>
          <a:xfrm>
            <a:off x="5184150" y="3389330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6B07FE0E-69A6-E7D7-82FE-BBDAFBDE8FF7}"/>
              </a:ext>
            </a:extLst>
          </p:cNvPr>
          <p:cNvSpPr/>
          <p:nvPr/>
        </p:nvSpPr>
        <p:spPr>
          <a:xfrm>
            <a:off x="5184150" y="3592443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EF5A3B86-F4ED-0ABF-1550-FC53EE97C20F}"/>
              </a:ext>
            </a:extLst>
          </p:cNvPr>
          <p:cNvSpPr/>
          <p:nvPr/>
        </p:nvSpPr>
        <p:spPr>
          <a:xfrm>
            <a:off x="5184150" y="3815351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1F95C91-EF8D-7510-4447-A0565755D910}"/>
              </a:ext>
            </a:extLst>
          </p:cNvPr>
          <p:cNvSpPr/>
          <p:nvPr/>
        </p:nvSpPr>
        <p:spPr>
          <a:xfrm>
            <a:off x="5102000" y="2434250"/>
            <a:ext cx="556495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추가</a:t>
            </a:r>
          </a:p>
        </p:txBody>
      </p:sp>
      <p:graphicFrame>
        <p:nvGraphicFramePr>
          <p:cNvPr id="174" name="표 173">
            <a:extLst>
              <a:ext uri="{FF2B5EF4-FFF2-40B4-BE49-F238E27FC236}">
                <a16:creationId xmlns:a16="http://schemas.microsoft.com/office/drawing/2014/main" id="{0B280504-B52C-211C-7EB0-1B274AF59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37072"/>
              </p:ext>
            </p:extLst>
          </p:nvPr>
        </p:nvGraphicFramePr>
        <p:xfrm>
          <a:off x="5864921" y="2671733"/>
          <a:ext cx="4096572" cy="1360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347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781173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603909">
                  <a:extLst>
                    <a:ext uri="{9D8B030D-6E8A-4147-A177-3AD203B41FA5}">
                      <a16:colId xmlns:a16="http://schemas.microsoft.com/office/drawing/2014/main" val="3475932975"/>
                    </a:ext>
                  </a:extLst>
                </a:gridCol>
                <a:gridCol w="462143">
                  <a:extLst>
                    <a:ext uri="{9D8B030D-6E8A-4147-A177-3AD203B41FA5}">
                      <a16:colId xmlns:a16="http://schemas.microsoft.com/office/drawing/2014/main" val="3431292667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상품번호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상품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여부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1133980"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상품 추가 버튼을 눌러 주세요</a:t>
                      </a: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</a:tbl>
          </a:graphicData>
        </a:graphic>
      </p:graphicFrame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077069C5-A84D-9C52-A9BC-92478072EF86}"/>
              </a:ext>
            </a:extLst>
          </p:cNvPr>
          <p:cNvCxnSpPr/>
          <p:nvPr/>
        </p:nvCxnSpPr>
        <p:spPr>
          <a:xfrm>
            <a:off x="288281" y="5582593"/>
            <a:ext cx="612068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ECAF0501-A00C-BDE7-2A04-DF7083EDDD57}"/>
              </a:ext>
            </a:extLst>
          </p:cNvPr>
          <p:cNvSpPr txBox="1"/>
          <p:nvPr/>
        </p:nvSpPr>
        <p:spPr>
          <a:xfrm>
            <a:off x="6624985" y="5582593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영역 </a:t>
            </a:r>
            <a:r>
              <a:rPr lang="ko-KR" altLang="en-US" sz="9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플로팅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처리 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상품이 추가되더라도 상단 콘텐츠 영역안에서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세로 스크롤이 붙게 처리</a:t>
            </a:r>
          </a:p>
        </p:txBody>
      </p:sp>
      <p:graphicFrame>
        <p:nvGraphicFramePr>
          <p:cNvPr id="4" name="Group 59">
            <a:extLst>
              <a:ext uri="{FF2B5EF4-FFF2-40B4-BE49-F238E27FC236}">
                <a16:creationId xmlns:a16="http://schemas.microsoft.com/office/drawing/2014/main" id="{CFA5DF65-B24B-54E5-56D1-A3073A843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973506"/>
              </p:ext>
            </p:extLst>
          </p:nvPr>
        </p:nvGraphicFramePr>
        <p:xfrm>
          <a:off x="10086305" y="636529"/>
          <a:ext cx="2850436" cy="437661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 자동 설정 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기간에 맞게  달력 기간이  자동설정됨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할인 상태 </a:t>
                      </a:r>
                      <a:r>
                        <a:rPr lang="ko-KR" altLang="en-US" sz="800" b="1" u="sng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셀렉트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박스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선택 값</a:t>
                      </a:r>
                      <a:endParaRPr lang="en-US" altLang="ko-KR" sz="800" b="1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미적용 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디폴트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  <a:endParaRPr lang="ko-KR" altLang="en-US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할인중</a:t>
                      </a:r>
                      <a:endParaRPr lang="ko-KR" altLang="en-US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할인중지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할인종료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조기종료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기준 라디오 선택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디폴트 정액 할인  선택 상태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 input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활성화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숫자만 입력가능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        /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비율할인 우측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input box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는 디폴트 비활성화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비율할인 라디오버튼 선택 시 우측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input box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활성화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        숫자만 입력 가능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 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이때 정액 할인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input box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는 비활성화</a:t>
                      </a:r>
                      <a:r>
                        <a:rPr lang="ko-KR" altLang="en-US" sz="800" spc="-150" dirty="0">
                          <a:solidFill>
                            <a:srgbClr val="234DD3"/>
                          </a:solidFill>
                          <a:latin typeface="+mn-ea"/>
                        </a:rPr>
                        <a:t> 처리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6689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4-1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상품 목록에서 선택한 할인 적용 상품 목록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4-2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상품 별 목록 삭제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4-3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상품 목록에서 상품 선택 안한채로 할인</a:t>
                      </a: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적용 수정 버튼을 누른 경우 출력되는 디폴트 안내 문구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01108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상품 추가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선택 시 상품 검색 레이어 팝업 출력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07344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43551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적용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251848"/>
                  </a:ext>
                </a:extLst>
              </a:tr>
            </a:tbl>
          </a:graphicData>
        </a:graphic>
      </p:graphicFrame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6ADBEB85-FF6F-4138-AC61-19DCEAA1AAFA}"/>
              </a:ext>
            </a:extLst>
          </p:cNvPr>
          <p:cNvSpPr/>
          <p:nvPr/>
        </p:nvSpPr>
        <p:spPr>
          <a:xfrm>
            <a:off x="3339802" y="13074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9212E86D-11A9-1A15-F5F1-8BE3D64A0424}"/>
              </a:ext>
            </a:extLst>
          </p:cNvPr>
          <p:cNvSpPr/>
          <p:nvPr/>
        </p:nvSpPr>
        <p:spPr>
          <a:xfrm>
            <a:off x="2576129" y="16117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3BE981E0-8364-4404-37B6-247827099361}"/>
              </a:ext>
            </a:extLst>
          </p:cNvPr>
          <p:cNvSpPr/>
          <p:nvPr/>
        </p:nvSpPr>
        <p:spPr>
          <a:xfrm>
            <a:off x="1027309" y="188628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6A6478E2-712B-1BB7-5937-60269FEDE2D6}"/>
              </a:ext>
            </a:extLst>
          </p:cNvPr>
          <p:cNvSpPr/>
          <p:nvPr/>
        </p:nvSpPr>
        <p:spPr>
          <a:xfrm>
            <a:off x="5548282" y="23297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모서리가 둥근 직사각형 114">
            <a:extLst>
              <a:ext uri="{FF2B5EF4-FFF2-40B4-BE49-F238E27FC236}">
                <a16:creationId xmlns:a16="http://schemas.microsoft.com/office/drawing/2014/main" id="{2638CA8A-B3E3-6885-7512-3DE8F464B6C4}"/>
              </a:ext>
            </a:extLst>
          </p:cNvPr>
          <p:cNvSpPr/>
          <p:nvPr/>
        </p:nvSpPr>
        <p:spPr>
          <a:xfrm>
            <a:off x="4373595" y="28484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1" name="모서리가 둥근 직사각형 114">
            <a:extLst>
              <a:ext uri="{FF2B5EF4-FFF2-40B4-BE49-F238E27FC236}">
                <a16:creationId xmlns:a16="http://schemas.microsoft.com/office/drawing/2014/main" id="{943096D1-0F8A-399D-F838-B025E267BB27}"/>
              </a:ext>
            </a:extLst>
          </p:cNvPr>
          <p:cNvSpPr/>
          <p:nvPr/>
        </p:nvSpPr>
        <p:spPr>
          <a:xfrm>
            <a:off x="5451538" y="283392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5407D275-5D23-9D4B-7913-257C575E0868}"/>
              </a:ext>
            </a:extLst>
          </p:cNvPr>
          <p:cNvSpPr/>
          <p:nvPr/>
        </p:nvSpPr>
        <p:spPr>
          <a:xfrm>
            <a:off x="3047465" y="55272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0EF68CA5-DE36-1889-882A-BB9A18F74EA8}"/>
              </a:ext>
            </a:extLst>
          </p:cNvPr>
          <p:cNvSpPr/>
          <p:nvPr/>
        </p:nvSpPr>
        <p:spPr>
          <a:xfrm>
            <a:off x="3925491" y="55286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17985EE3-BBE0-6CAD-EB1A-D70C87528D2B}"/>
              </a:ext>
            </a:extLst>
          </p:cNvPr>
          <p:cNvSpPr/>
          <p:nvPr/>
        </p:nvSpPr>
        <p:spPr>
          <a:xfrm>
            <a:off x="9462488" y="2962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F6C1AC9-9511-B5DB-0EA1-DDDDC7B60FCA}"/>
              </a:ext>
            </a:extLst>
          </p:cNvPr>
          <p:cNvSpPr/>
          <p:nvPr/>
        </p:nvSpPr>
        <p:spPr>
          <a:xfrm>
            <a:off x="9415255" y="2439652"/>
            <a:ext cx="556495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추가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F562AF-0761-FFE4-73D5-82FD1A1933E5}"/>
              </a:ext>
            </a:extLst>
          </p:cNvPr>
          <p:cNvSpPr txBox="1"/>
          <p:nvPr/>
        </p:nvSpPr>
        <p:spPr>
          <a:xfrm>
            <a:off x="680838" y="2452259"/>
            <a:ext cx="4892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F2EA1-9D27-0A85-6E9E-F81FB31A1D1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8133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629D4F-495C-FC83-E9CA-5B9C5A138AF4}"/>
              </a:ext>
            </a:extLst>
          </p:cNvPr>
          <p:cNvSpPr txBox="1"/>
          <p:nvPr/>
        </p:nvSpPr>
        <p:spPr>
          <a:xfrm>
            <a:off x="1307907" y="78285"/>
            <a:ext cx="18373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검색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_</a:t>
            </a:r>
            <a:r>
              <a:rPr lang="ko-KR" altLang="en-US" sz="900" spc="-150" dirty="0">
                <a:solidFill>
                  <a:srgbClr val="C00000"/>
                </a:solidFill>
                <a:latin typeface="+mn-ea"/>
              </a:rPr>
              <a:t>상품추가 케이스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C89FA-F076-5E78-11A8-D9733610E615}"/>
              </a:ext>
            </a:extLst>
          </p:cNvPr>
          <p:cNvSpPr txBox="1"/>
          <p:nvPr/>
        </p:nvSpPr>
        <p:spPr>
          <a:xfrm>
            <a:off x="1302717" y="330494"/>
            <a:ext cx="1805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E6CA27-9C2D-A9E9-29BB-75CC3FA94D96}"/>
              </a:ext>
            </a:extLst>
          </p:cNvPr>
          <p:cNvSpPr/>
          <p:nvPr/>
        </p:nvSpPr>
        <p:spPr>
          <a:xfrm>
            <a:off x="7921129" y="58428"/>
            <a:ext cx="11868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CH-A-PR-01-01-05p</a:t>
            </a:r>
            <a:endParaRPr lang="ko-KR" altLang="en-US" sz="1000" spc="-8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82CA0-D498-70C5-9BF3-0267607E904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45F93D-EF93-33CC-85B4-2A9A08FB59D2}"/>
              </a:ext>
            </a:extLst>
          </p:cNvPr>
          <p:cNvSpPr/>
          <p:nvPr/>
        </p:nvSpPr>
        <p:spPr>
          <a:xfrm>
            <a:off x="648321" y="899989"/>
            <a:ext cx="5112568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ABB9D8-A4FF-24E9-FA7C-615395293D34}"/>
              </a:ext>
            </a:extLst>
          </p:cNvPr>
          <p:cNvSpPr txBox="1"/>
          <p:nvPr/>
        </p:nvSpPr>
        <p:spPr>
          <a:xfrm>
            <a:off x="720329" y="899989"/>
            <a:ext cx="1717679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상품 검색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AB81FC-28EA-675F-F99F-2649A19B41D9}"/>
              </a:ext>
            </a:extLst>
          </p:cNvPr>
          <p:cNvSpPr txBox="1"/>
          <p:nvPr/>
        </p:nvSpPr>
        <p:spPr>
          <a:xfrm>
            <a:off x="5392701" y="899989"/>
            <a:ext cx="341888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AA539CB-B7FC-EA02-57B0-84271040454C}"/>
              </a:ext>
            </a:extLst>
          </p:cNvPr>
          <p:cNvCxnSpPr/>
          <p:nvPr/>
        </p:nvCxnSpPr>
        <p:spPr>
          <a:xfrm>
            <a:off x="773142" y="1264782"/>
            <a:ext cx="477130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412408F-3F56-A5D3-C731-9857E5FE883E}"/>
              </a:ext>
            </a:extLst>
          </p:cNvPr>
          <p:cNvCxnSpPr>
            <a:cxnSpLocks/>
          </p:cNvCxnSpPr>
          <p:nvPr/>
        </p:nvCxnSpPr>
        <p:spPr>
          <a:xfrm>
            <a:off x="5734589" y="3759836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98">
            <a:extLst>
              <a:ext uri="{FF2B5EF4-FFF2-40B4-BE49-F238E27FC236}">
                <a16:creationId xmlns:a16="http://schemas.microsoft.com/office/drawing/2014/main" id="{ADBAE6B9-8E61-397F-511E-43D2DEB0B149}"/>
              </a:ext>
            </a:extLst>
          </p:cNvPr>
          <p:cNvSpPr/>
          <p:nvPr/>
        </p:nvSpPr>
        <p:spPr>
          <a:xfrm>
            <a:off x="3312617" y="5563829"/>
            <a:ext cx="821710" cy="2859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18" name="모서리가 둥근 직사각형 99">
            <a:extLst>
              <a:ext uri="{FF2B5EF4-FFF2-40B4-BE49-F238E27FC236}">
                <a16:creationId xmlns:a16="http://schemas.microsoft.com/office/drawing/2014/main" id="{ED2FD1F1-4557-5C9A-47E0-F76153F79A0F}"/>
              </a:ext>
            </a:extLst>
          </p:cNvPr>
          <p:cNvSpPr/>
          <p:nvPr/>
        </p:nvSpPr>
        <p:spPr>
          <a:xfrm>
            <a:off x="2456147" y="5563829"/>
            <a:ext cx="821710" cy="2859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graphicFrame>
        <p:nvGraphicFramePr>
          <p:cNvPr id="19" name="표 25">
            <a:extLst>
              <a:ext uri="{FF2B5EF4-FFF2-40B4-BE49-F238E27FC236}">
                <a16:creationId xmlns:a16="http://schemas.microsoft.com/office/drawing/2014/main" id="{9BC2ECA0-2775-E562-8DC3-23A0E346B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724840"/>
              </p:ext>
            </p:extLst>
          </p:nvPr>
        </p:nvGraphicFramePr>
        <p:xfrm>
          <a:off x="784332" y="1426642"/>
          <a:ext cx="4849349" cy="749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935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4364414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</a:rPr>
                        <a:t>카테고리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7270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960731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0DB912B-C09E-069E-CC71-C9C9ECB6A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301477"/>
              </p:ext>
            </p:extLst>
          </p:nvPr>
        </p:nvGraphicFramePr>
        <p:xfrm>
          <a:off x="784332" y="2584634"/>
          <a:ext cx="4874163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677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929451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598301">
                  <a:extLst>
                    <a:ext uri="{9D8B030D-6E8A-4147-A177-3AD203B41FA5}">
                      <a16:colId xmlns:a16="http://schemas.microsoft.com/office/drawing/2014/main" val="3475932975"/>
                    </a:ext>
                  </a:extLst>
                </a:gridCol>
                <a:gridCol w="1049734">
                  <a:extLst>
                    <a:ext uri="{9D8B030D-6E8A-4147-A177-3AD203B41FA5}">
                      <a16:colId xmlns:a16="http://schemas.microsoft.com/office/drawing/2014/main" val="3431292667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상품번호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상품명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가격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260716000695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3,000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260716000693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10,800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260716000692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158,000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260716000691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3,000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81118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260716000697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10,800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182092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260716000695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158,000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185164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260716000693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3,000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167199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260716000692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10,800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00108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260716000691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158,000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666323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260716000697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3,000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2160103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722E2522-5AE3-6E99-4633-FCF99E78EDDD}"/>
              </a:ext>
            </a:extLst>
          </p:cNvPr>
          <p:cNvSpPr/>
          <p:nvPr/>
        </p:nvSpPr>
        <p:spPr>
          <a:xfrm>
            <a:off x="5090335" y="1976168"/>
            <a:ext cx="556495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950383C8-9C30-7E08-BE5F-6B0AAC976DC7}"/>
              </a:ext>
            </a:extLst>
          </p:cNvPr>
          <p:cNvSpPr/>
          <p:nvPr/>
        </p:nvSpPr>
        <p:spPr>
          <a:xfrm>
            <a:off x="3047465" y="54364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9" name="모서리가 둥근 직사각형 114">
            <a:extLst>
              <a:ext uri="{FF2B5EF4-FFF2-40B4-BE49-F238E27FC236}">
                <a16:creationId xmlns:a16="http://schemas.microsoft.com/office/drawing/2014/main" id="{FCAC0378-857D-F2C5-54E9-6FCA26816B8B}"/>
              </a:ext>
            </a:extLst>
          </p:cNvPr>
          <p:cNvSpPr/>
          <p:nvPr/>
        </p:nvSpPr>
        <p:spPr>
          <a:xfrm>
            <a:off x="3925491" y="54378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모서리가 둥근 직사각형 84">
            <a:extLst>
              <a:ext uri="{FF2B5EF4-FFF2-40B4-BE49-F238E27FC236}">
                <a16:creationId xmlns:a16="http://schemas.microsoft.com/office/drawing/2014/main" id="{52608CDD-D464-5A5F-E7C2-A323178026D3}"/>
              </a:ext>
            </a:extLst>
          </p:cNvPr>
          <p:cNvSpPr/>
          <p:nvPr/>
        </p:nvSpPr>
        <p:spPr>
          <a:xfrm>
            <a:off x="1364124" y="1479682"/>
            <a:ext cx="119325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상위 전체</a:t>
            </a:r>
          </a:p>
        </p:txBody>
      </p:sp>
      <p:sp>
        <p:nvSpPr>
          <p:cNvPr id="63" name="모서리가 둥근 직사각형 86">
            <a:extLst>
              <a:ext uri="{FF2B5EF4-FFF2-40B4-BE49-F238E27FC236}">
                <a16:creationId xmlns:a16="http://schemas.microsoft.com/office/drawing/2014/main" id="{09FD4B04-6F70-442A-304B-A79FFB7340E3}"/>
              </a:ext>
            </a:extLst>
          </p:cNvPr>
          <p:cNvSpPr/>
          <p:nvPr/>
        </p:nvSpPr>
        <p:spPr>
          <a:xfrm>
            <a:off x="4129965" y="147968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5" name="모서리가 둥근 직사각형 84">
            <a:extLst>
              <a:ext uri="{FF2B5EF4-FFF2-40B4-BE49-F238E27FC236}">
                <a16:creationId xmlns:a16="http://schemas.microsoft.com/office/drawing/2014/main" id="{5911CD90-3455-40ED-7CC1-34E28EE58490}"/>
              </a:ext>
            </a:extLst>
          </p:cNvPr>
          <p:cNvSpPr/>
          <p:nvPr/>
        </p:nvSpPr>
        <p:spPr>
          <a:xfrm>
            <a:off x="2664792" y="1479682"/>
            <a:ext cx="146549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하위 전체</a:t>
            </a:r>
          </a:p>
        </p:txBody>
      </p:sp>
      <p:sp>
        <p:nvSpPr>
          <p:cNvPr id="67" name="모서리가 둥근 직사각형 86">
            <a:extLst>
              <a:ext uri="{FF2B5EF4-FFF2-40B4-BE49-F238E27FC236}">
                <a16:creationId xmlns:a16="http://schemas.microsoft.com/office/drawing/2014/main" id="{9C74D517-259D-0084-7937-A713DEAEAE09}"/>
              </a:ext>
            </a:extLst>
          </p:cNvPr>
          <p:cNvSpPr/>
          <p:nvPr/>
        </p:nvSpPr>
        <p:spPr>
          <a:xfrm>
            <a:off x="2451705" y="1486487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9" name="모서리가 둥근 직사각형 61">
            <a:extLst>
              <a:ext uri="{FF2B5EF4-FFF2-40B4-BE49-F238E27FC236}">
                <a16:creationId xmlns:a16="http://schemas.microsoft.com/office/drawing/2014/main" id="{AA2F0DE2-58EE-9814-8D21-BE9A7441DAEA}"/>
              </a:ext>
            </a:extLst>
          </p:cNvPr>
          <p:cNvSpPr/>
          <p:nvPr/>
        </p:nvSpPr>
        <p:spPr>
          <a:xfrm>
            <a:off x="1364124" y="1690484"/>
            <a:ext cx="3644961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모서리가 둥근 직사각형 61">
            <a:extLst>
              <a:ext uri="{FF2B5EF4-FFF2-40B4-BE49-F238E27FC236}">
                <a16:creationId xmlns:a16="http://schemas.microsoft.com/office/drawing/2014/main" id="{0B41EDB5-15BC-754D-F018-D418319C60D6}"/>
              </a:ext>
            </a:extLst>
          </p:cNvPr>
          <p:cNvSpPr/>
          <p:nvPr/>
        </p:nvSpPr>
        <p:spPr>
          <a:xfrm>
            <a:off x="1364124" y="1970361"/>
            <a:ext cx="3644961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919B8C2-DDE2-5EB9-4423-4CE735334B2C}"/>
              </a:ext>
            </a:extLst>
          </p:cNvPr>
          <p:cNvSpPr txBox="1"/>
          <p:nvPr/>
        </p:nvSpPr>
        <p:spPr>
          <a:xfrm>
            <a:off x="1312389" y="1671951"/>
            <a:ext cx="32243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개를 입력 하실 경우 콤마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줄바꿈으로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입력해주세요 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 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자리씩 인식됩니다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B3297-5D0F-76D6-CD6B-F21FF682D789}"/>
              </a:ext>
            </a:extLst>
          </p:cNvPr>
          <p:cNvSpPr/>
          <p:nvPr/>
        </p:nvSpPr>
        <p:spPr>
          <a:xfrm>
            <a:off x="857995" y="2649878"/>
            <a:ext cx="127059" cy="10836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7C0CD14-C13D-542B-F650-F0A9C1B96002}"/>
              </a:ext>
            </a:extLst>
          </p:cNvPr>
          <p:cNvSpPr/>
          <p:nvPr/>
        </p:nvSpPr>
        <p:spPr>
          <a:xfrm>
            <a:off x="875845" y="2866267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413220B-B3E1-0729-9C1E-4712BB253365}"/>
              </a:ext>
            </a:extLst>
          </p:cNvPr>
          <p:cNvSpPr/>
          <p:nvPr/>
        </p:nvSpPr>
        <p:spPr>
          <a:xfrm>
            <a:off x="875845" y="3106854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4B6DB51-E694-4792-687F-2121E1FE3853}"/>
              </a:ext>
            </a:extLst>
          </p:cNvPr>
          <p:cNvSpPr/>
          <p:nvPr/>
        </p:nvSpPr>
        <p:spPr>
          <a:xfrm>
            <a:off x="875940" y="3344691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C140689-7E19-B5D2-952F-BA7137E46254}"/>
              </a:ext>
            </a:extLst>
          </p:cNvPr>
          <p:cNvSpPr/>
          <p:nvPr/>
        </p:nvSpPr>
        <p:spPr>
          <a:xfrm>
            <a:off x="875845" y="3559090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5816223-3C72-A66B-9F30-670B2FE54285}"/>
              </a:ext>
            </a:extLst>
          </p:cNvPr>
          <p:cNvSpPr/>
          <p:nvPr/>
        </p:nvSpPr>
        <p:spPr>
          <a:xfrm>
            <a:off x="883395" y="3787726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CCA8352-1EC8-1162-3E0D-7B8D56F2B714}"/>
              </a:ext>
            </a:extLst>
          </p:cNvPr>
          <p:cNvSpPr/>
          <p:nvPr/>
        </p:nvSpPr>
        <p:spPr>
          <a:xfrm>
            <a:off x="883395" y="4027387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5F774BE9-3972-7CB4-F23D-DE9805176D44}"/>
              </a:ext>
            </a:extLst>
          </p:cNvPr>
          <p:cNvSpPr/>
          <p:nvPr/>
        </p:nvSpPr>
        <p:spPr>
          <a:xfrm>
            <a:off x="883395" y="4267974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B7A2FF58-D564-BE19-4251-FF47516068E7}"/>
              </a:ext>
            </a:extLst>
          </p:cNvPr>
          <p:cNvSpPr/>
          <p:nvPr/>
        </p:nvSpPr>
        <p:spPr>
          <a:xfrm>
            <a:off x="883395" y="4461850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F42E595-3B98-34E4-D55A-0A2A51DC55F7}"/>
              </a:ext>
            </a:extLst>
          </p:cNvPr>
          <p:cNvSpPr/>
          <p:nvPr/>
        </p:nvSpPr>
        <p:spPr>
          <a:xfrm>
            <a:off x="884690" y="4703834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7050C74-E824-285C-CC3E-431DB642EA1A}"/>
              </a:ext>
            </a:extLst>
          </p:cNvPr>
          <p:cNvSpPr/>
          <p:nvPr/>
        </p:nvSpPr>
        <p:spPr>
          <a:xfrm>
            <a:off x="883395" y="4914598"/>
            <a:ext cx="90000" cy="9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4AE36FE-B7B5-B45B-2F13-7FFE669BA38E}"/>
              </a:ext>
            </a:extLst>
          </p:cNvPr>
          <p:cNvSpPr txBox="1"/>
          <p:nvPr/>
        </p:nvSpPr>
        <p:spPr>
          <a:xfrm>
            <a:off x="2283632" y="5160572"/>
            <a:ext cx="19492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 3   4   5   6   7   8   9   10  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sp>
        <p:nvSpPr>
          <p:cNvPr id="100" name="모서리가 둥근 직사각형 84">
            <a:extLst>
              <a:ext uri="{FF2B5EF4-FFF2-40B4-BE49-F238E27FC236}">
                <a16:creationId xmlns:a16="http://schemas.microsoft.com/office/drawing/2014/main" id="{780F2D62-A4B5-2C6F-67A3-8B59C15FFD3F}"/>
              </a:ext>
            </a:extLst>
          </p:cNvPr>
          <p:cNvSpPr/>
          <p:nvPr/>
        </p:nvSpPr>
        <p:spPr>
          <a:xfrm>
            <a:off x="773143" y="5136391"/>
            <a:ext cx="672344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02" name="모서리가 둥근 직사각형 86">
            <a:extLst>
              <a:ext uri="{FF2B5EF4-FFF2-40B4-BE49-F238E27FC236}">
                <a16:creationId xmlns:a16="http://schemas.microsoft.com/office/drawing/2014/main" id="{02635989-1356-53D2-1B0A-47724D49BED3}"/>
              </a:ext>
            </a:extLst>
          </p:cNvPr>
          <p:cNvSpPr/>
          <p:nvPr/>
        </p:nvSpPr>
        <p:spPr>
          <a:xfrm>
            <a:off x="1359178" y="513639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4E31A4D-2A7E-87C3-A9D8-54B2B19C00FD}"/>
              </a:ext>
            </a:extLst>
          </p:cNvPr>
          <p:cNvSpPr txBox="1"/>
          <p:nvPr/>
        </p:nvSpPr>
        <p:spPr>
          <a:xfrm>
            <a:off x="681938" y="2369226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aphicFrame>
        <p:nvGraphicFramePr>
          <p:cNvPr id="106" name="Group 59">
            <a:extLst>
              <a:ext uri="{FF2B5EF4-FFF2-40B4-BE49-F238E27FC236}">
                <a16:creationId xmlns:a16="http://schemas.microsoft.com/office/drawing/2014/main" id="{ECA74209-F232-CFCE-DD41-77FA53559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237816"/>
              </p:ext>
            </p:extLst>
          </p:nvPr>
        </p:nvGraphicFramePr>
        <p:xfrm>
          <a:off x="10086305" y="636529"/>
          <a:ext cx="2850436" cy="60689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카테고리 상위 </a:t>
                      </a:r>
                      <a:r>
                        <a:rPr kumimoji="0" lang="ko-KR" altLang="en-US" sz="800" b="1" i="0" u="sng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셀렉트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박스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선택 값</a:t>
                      </a:r>
                      <a:endParaRPr kumimoji="0" lang="en-US" altLang="ko-KR" sz="800" b="0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카테고리 상위 전체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육아라이프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분유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육아라이프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기저귀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육아라이프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물티슈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여성케어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 생리대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여성케어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생리 팬티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카테고리 하위  </a:t>
                      </a:r>
                      <a:r>
                        <a:rPr kumimoji="0" lang="ko-KR" altLang="en-US" sz="800" b="1" i="0" u="sng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셀렉트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박스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값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선택 값</a:t>
                      </a:r>
                      <a:endParaRPr kumimoji="0" lang="en-US" altLang="ko-KR" sz="800" b="0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카테고리 하위 전체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국내분유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수입분유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특수분유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액상분유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국내기저귀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수입기저귀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기능성기저귀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일반생리대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생리팬티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1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6689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input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01108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선택 시  설정한 내용으로 검색 결과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07344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전체  건수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건수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카운팅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77764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체크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하단에서 선택 가능한 체크 박스 전체 선택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 기능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7-2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상품 목록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아이디와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매핑된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판매업체 기준  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등록승인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”, 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변경승인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”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의 승인 상태 상품 목록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7-3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데이터 조회 건수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511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43551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확인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 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251848"/>
                  </a:ext>
                </a:extLst>
              </a:tr>
            </a:tbl>
          </a:graphicData>
        </a:graphic>
      </p:graphicFrame>
      <p:sp>
        <p:nvSpPr>
          <p:cNvPr id="108" name="모서리가 둥근 직사각형 114">
            <a:extLst>
              <a:ext uri="{FF2B5EF4-FFF2-40B4-BE49-F238E27FC236}">
                <a16:creationId xmlns:a16="http://schemas.microsoft.com/office/drawing/2014/main" id="{FE2B63A8-5A9C-73A7-C411-AA58D73E473C}"/>
              </a:ext>
            </a:extLst>
          </p:cNvPr>
          <p:cNvSpPr/>
          <p:nvPr/>
        </p:nvSpPr>
        <p:spPr>
          <a:xfrm>
            <a:off x="2293489" y="13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0" name="모서리가 둥근 직사각형 114">
            <a:extLst>
              <a:ext uri="{FF2B5EF4-FFF2-40B4-BE49-F238E27FC236}">
                <a16:creationId xmlns:a16="http://schemas.microsoft.com/office/drawing/2014/main" id="{FAD4B2E0-DEF1-C751-8548-7EF05567A3B5}"/>
              </a:ext>
            </a:extLst>
          </p:cNvPr>
          <p:cNvSpPr/>
          <p:nvPr/>
        </p:nvSpPr>
        <p:spPr>
          <a:xfrm>
            <a:off x="4131584" y="13487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2" name="모서리가 둥근 직사각형 114">
            <a:extLst>
              <a:ext uri="{FF2B5EF4-FFF2-40B4-BE49-F238E27FC236}">
                <a16:creationId xmlns:a16="http://schemas.microsoft.com/office/drawing/2014/main" id="{9C9A7882-C74B-B704-5BD6-AEA281DFDBC0}"/>
              </a:ext>
            </a:extLst>
          </p:cNvPr>
          <p:cNvSpPr/>
          <p:nvPr/>
        </p:nvSpPr>
        <p:spPr>
          <a:xfrm>
            <a:off x="4721979" y="16349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4" name="모서리가 둥근 직사각형 114">
            <a:extLst>
              <a:ext uri="{FF2B5EF4-FFF2-40B4-BE49-F238E27FC236}">
                <a16:creationId xmlns:a16="http://schemas.microsoft.com/office/drawing/2014/main" id="{7109F5E8-C390-E255-B6A3-0355DFA263B2}"/>
              </a:ext>
            </a:extLst>
          </p:cNvPr>
          <p:cNvSpPr/>
          <p:nvPr/>
        </p:nvSpPr>
        <p:spPr>
          <a:xfrm>
            <a:off x="4721979" y="19305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6" name="모서리가 둥근 직사각형 114">
            <a:extLst>
              <a:ext uri="{FF2B5EF4-FFF2-40B4-BE49-F238E27FC236}">
                <a16:creationId xmlns:a16="http://schemas.microsoft.com/office/drawing/2014/main" id="{3D2B14EB-5C78-1D8B-486A-FD50647F0D47}"/>
              </a:ext>
            </a:extLst>
          </p:cNvPr>
          <p:cNvSpPr/>
          <p:nvPr/>
        </p:nvSpPr>
        <p:spPr>
          <a:xfrm>
            <a:off x="5518404" y="19305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8" name="모서리가 둥근 직사각형 114">
            <a:extLst>
              <a:ext uri="{FF2B5EF4-FFF2-40B4-BE49-F238E27FC236}">
                <a16:creationId xmlns:a16="http://schemas.microsoft.com/office/drawing/2014/main" id="{AA8D45E3-5AEC-7B0A-8FEE-2A93C49A603B}"/>
              </a:ext>
            </a:extLst>
          </p:cNvPr>
          <p:cNvSpPr/>
          <p:nvPr/>
        </p:nvSpPr>
        <p:spPr>
          <a:xfrm>
            <a:off x="1400287" y="51145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0" name="모서리가 둥근 직사각형 114">
            <a:extLst>
              <a:ext uri="{FF2B5EF4-FFF2-40B4-BE49-F238E27FC236}">
                <a16:creationId xmlns:a16="http://schemas.microsoft.com/office/drawing/2014/main" id="{10005FBF-6B8B-6C40-6307-5D5196DCDB36}"/>
              </a:ext>
            </a:extLst>
          </p:cNvPr>
          <p:cNvSpPr/>
          <p:nvPr/>
        </p:nvSpPr>
        <p:spPr>
          <a:xfrm>
            <a:off x="486249" y="25736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6" name="모서리가 둥근 직사각형 114">
            <a:extLst>
              <a:ext uri="{FF2B5EF4-FFF2-40B4-BE49-F238E27FC236}">
                <a16:creationId xmlns:a16="http://schemas.microsoft.com/office/drawing/2014/main" id="{06E9E5E6-FDE7-9441-9245-4E2F7F6A306E}"/>
              </a:ext>
            </a:extLst>
          </p:cNvPr>
          <p:cNvSpPr/>
          <p:nvPr/>
        </p:nvSpPr>
        <p:spPr>
          <a:xfrm>
            <a:off x="5506816" y="25109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45D9C59-982E-6509-E1F2-B99C787C9B82}"/>
              </a:ext>
            </a:extLst>
          </p:cNvPr>
          <p:cNvSpPr txBox="1"/>
          <p:nvPr/>
        </p:nvSpPr>
        <p:spPr>
          <a:xfrm>
            <a:off x="4343612" y="2379196"/>
            <a:ext cx="1366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판매중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상품만 노출됩니다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BA8A2C42-B7C5-98F5-8989-5A420934BD08}"/>
              </a:ext>
            </a:extLst>
          </p:cNvPr>
          <p:cNvSpPr/>
          <p:nvPr/>
        </p:nvSpPr>
        <p:spPr>
          <a:xfrm>
            <a:off x="1133508" y="228074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6B320-A1AA-2921-DAA6-5C993946830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3537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4C01-6B15-6947-9920-CBCE07ED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592EA5-7FEB-9CCC-85F9-5C5787AD6B50}"/>
              </a:ext>
            </a:extLst>
          </p:cNvPr>
          <p:cNvSpPr txBox="1"/>
          <p:nvPr/>
        </p:nvSpPr>
        <p:spPr>
          <a:xfrm>
            <a:off x="288281" y="179909"/>
            <a:ext cx="1669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AS-IS 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상품등록 흐름도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B42DBA-227B-E06D-1DFD-CD950EE9A172}"/>
              </a:ext>
            </a:extLst>
          </p:cNvPr>
          <p:cNvSpPr/>
          <p:nvPr/>
        </p:nvSpPr>
        <p:spPr>
          <a:xfrm>
            <a:off x="2047892" y="4356373"/>
            <a:ext cx="1284196" cy="2304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chemeClr val="tx1"/>
                </a:solidFill>
              </a:rPr>
              <a:t>상품 등록 입력</a:t>
            </a:r>
            <a:r>
              <a:rPr lang="en-US" altLang="ko-KR" sz="1000" spc="-150" dirty="0">
                <a:solidFill>
                  <a:schemeClr val="tx1"/>
                </a:solidFill>
              </a:rPr>
              <a:t>/</a:t>
            </a:r>
            <a:r>
              <a:rPr lang="ko-KR" altLang="en-US" sz="1000" spc="-150" dirty="0">
                <a:solidFill>
                  <a:schemeClr val="tx1"/>
                </a:solidFill>
              </a:rPr>
              <a:t>저장</a:t>
            </a:r>
            <a:r>
              <a:rPr lang="en-US" altLang="ko-KR" sz="1000" spc="-150" dirty="0">
                <a:solidFill>
                  <a:schemeClr val="tx1"/>
                </a:solidFill>
              </a:rPr>
              <a:t> </a:t>
            </a:r>
            <a:r>
              <a:rPr lang="ko-KR" altLang="en-US" sz="1000" spc="-150" dirty="0">
                <a:solidFill>
                  <a:schemeClr val="tx1"/>
                </a:solidFill>
              </a:rPr>
              <a:t>후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69FE39E7-B24B-F5F1-2822-A259DFD0B2FF}"/>
              </a:ext>
            </a:extLst>
          </p:cNvPr>
          <p:cNvGrpSpPr/>
          <p:nvPr/>
        </p:nvGrpSpPr>
        <p:grpSpPr>
          <a:xfrm>
            <a:off x="2101613" y="4599024"/>
            <a:ext cx="1263573" cy="334790"/>
            <a:chOff x="1665980" y="2163528"/>
            <a:chExt cx="1263573" cy="334790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82629327-DB14-3ACF-C3EA-0750129CC879}"/>
                </a:ext>
              </a:extLst>
            </p:cNvPr>
            <p:cNvSpPr/>
            <p:nvPr/>
          </p:nvSpPr>
          <p:spPr>
            <a:xfrm>
              <a:off x="1665981" y="2267890"/>
              <a:ext cx="1263572" cy="23042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</a:rPr>
                <a:t>상품 등록 신청</a:t>
              </a: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90EB20C-5CAB-3320-AD23-5BEC504BEA52}"/>
                </a:ext>
              </a:extLst>
            </p:cNvPr>
            <p:cNvSpPr/>
            <p:nvPr/>
          </p:nvSpPr>
          <p:spPr>
            <a:xfrm>
              <a:off x="1665980" y="2163528"/>
              <a:ext cx="1263572" cy="104359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spc="-150" dirty="0">
                <a:solidFill>
                  <a:srgbClr val="C00000"/>
                </a:solidFill>
              </a:endParaRPr>
            </a:p>
          </p:txBody>
        </p:sp>
      </p:grp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1C6F559-AEFA-A147-C9C5-EDD88D39A649}"/>
              </a:ext>
            </a:extLst>
          </p:cNvPr>
          <p:cNvSpPr/>
          <p:nvPr/>
        </p:nvSpPr>
        <p:spPr>
          <a:xfrm>
            <a:off x="3889489" y="2662881"/>
            <a:ext cx="1284196" cy="2304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chemeClr val="tx1"/>
                </a:solidFill>
              </a:rPr>
              <a:t>상품 수정 입력</a:t>
            </a:r>
            <a:r>
              <a:rPr lang="en-US" altLang="ko-KR" sz="1000" spc="-150" dirty="0">
                <a:solidFill>
                  <a:schemeClr val="tx1"/>
                </a:solidFill>
              </a:rPr>
              <a:t>/</a:t>
            </a:r>
            <a:r>
              <a:rPr lang="ko-KR" altLang="en-US" sz="1000" spc="-150" dirty="0">
                <a:solidFill>
                  <a:schemeClr val="tx1"/>
                </a:solidFill>
              </a:rPr>
              <a:t>저장</a:t>
            </a:r>
            <a:r>
              <a:rPr lang="en-US" altLang="ko-KR" sz="1000" spc="-150" dirty="0">
                <a:solidFill>
                  <a:schemeClr val="tx1"/>
                </a:solidFill>
              </a:rPr>
              <a:t>/</a:t>
            </a:r>
            <a:r>
              <a:rPr lang="ko-KR" altLang="en-US" sz="1000" spc="-150" dirty="0">
                <a:solidFill>
                  <a:schemeClr val="tx1"/>
                </a:solidFill>
              </a:rPr>
              <a:t>완료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4E9088D-0280-0338-B0F7-62A22D55A883}"/>
              </a:ext>
            </a:extLst>
          </p:cNvPr>
          <p:cNvGrpSpPr/>
          <p:nvPr/>
        </p:nvGrpSpPr>
        <p:grpSpPr>
          <a:xfrm>
            <a:off x="3910113" y="2923611"/>
            <a:ext cx="1263573" cy="334790"/>
            <a:chOff x="1665980" y="2163528"/>
            <a:chExt cx="1263573" cy="33479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0A16747B-5BE9-9F8E-8FF6-AAD56511060F}"/>
                </a:ext>
              </a:extLst>
            </p:cNvPr>
            <p:cNvSpPr/>
            <p:nvPr/>
          </p:nvSpPr>
          <p:spPr>
            <a:xfrm>
              <a:off x="1665981" y="2267890"/>
              <a:ext cx="1263572" cy="23042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</a:rPr>
                <a:t>상품 등록 신청 </a:t>
              </a:r>
              <a:r>
                <a:rPr lang="en-US" altLang="ko-KR" sz="1000" spc="-150" dirty="0">
                  <a:solidFill>
                    <a:srgbClr val="234DD3"/>
                  </a:solidFill>
                </a:rPr>
                <a:t>N</a:t>
              </a:r>
              <a:r>
                <a:rPr lang="ko-KR" altLang="en-US" sz="1000" spc="-150" dirty="0">
                  <a:solidFill>
                    <a:schemeClr val="tx1"/>
                  </a:solidFill>
                </a:rPr>
                <a:t>차</a:t>
              </a: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76B9CFD5-F6C3-9EAD-FDC3-59F2D1899928}"/>
                </a:ext>
              </a:extLst>
            </p:cNvPr>
            <p:cNvSpPr/>
            <p:nvPr/>
          </p:nvSpPr>
          <p:spPr>
            <a:xfrm>
              <a:off x="1665980" y="2163528"/>
              <a:ext cx="1263572" cy="104359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spc="-150" dirty="0">
                <a:solidFill>
                  <a:srgbClr val="C00000"/>
                </a:solidFill>
              </a:endParaRPr>
            </a:p>
          </p:txBody>
        </p:sp>
      </p:grp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3B8B7890-94E0-D0B2-B816-D2B7A26FDFF1}"/>
              </a:ext>
            </a:extLst>
          </p:cNvPr>
          <p:cNvSpPr/>
          <p:nvPr/>
        </p:nvSpPr>
        <p:spPr>
          <a:xfrm>
            <a:off x="3632068" y="2484165"/>
            <a:ext cx="1284196" cy="2304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chemeClr val="tx1"/>
                </a:solidFill>
              </a:rPr>
              <a:t>반려사유 확인</a:t>
            </a:r>
          </a:p>
        </p:txBody>
      </p:sp>
      <p:sp>
        <p:nvSpPr>
          <p:cNvPr id="34" name="다이아몬드 33">
            <a:extLst>
              <a:ext uri="{FF2B5EF4-FFF2-40B4-BE49-F238E27FC236}">
                <a16:creationId xmlns:a16="http://schemas.microsoft.com/office/drawing/2014/main" id="{1D37B361-F5F5-63E4-9313-6419C32610B4}"/>
              </a:ext>
            </a:extLst>
          </p:cNvPr>
          <p:cNvSpPr/>
          <p:nvPr/>
        </p:nvSpPr>
        <p:spPr>
          <a:xfrm>
            <a:off x="7182309" y="4596623"/>
            <a:ext cx="1060152" cy="443953"/>
          </a:xfrm>
          <a:prstGeom prst="diamond">
            <a:avLst/>
          </a:prstGeom>
          <a:solidFill>
            <a:srgbClr val="FFFF0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tx1"/>
                </a:solidFill>
              </a:rPr>
              <a:t>신청 결재 처리</a:t>
            </a:r>
            <a:endParaRPr lang="en-US" altLang="ko-KR" sz="1000" spc="-15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C86AF3-9DED-8AFB-438A-3AADC31FAFE8}"/>
              </a:ext>
            </a:extLst>
          </p:cNvPr>
          <p:cNvSpPr txBox="1"/>
          <p:nvPr/>
        </p:nvSpPr>
        <p:spPr>
          <a:xfrm>
            <a:off x="7747321" y="3149875"/>
            <a:ext cx="2568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6C8557-1206-342E-4155-B341912D5DD0}"/>
              </a:ext>
            </a:extLst>
          </p:cNvPr>
          <p:cNvSpPr txBox="1"/>
          <p:nvPr/>
        </p:nvSpPr>
        <p:spPr>
          <a:xfrm>
            <a:off x="8168739" y="4827023"/>
            <a:ext cx="2359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9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30CA972-CC0D-D086-4D6F-DC5352CF3387}"/>
              </a:ext>
            </a:extLst>
          </p:cNvPr>
          <p:cNvSpPr/>
          <p:nvPr/>
        </p:nvSpPr>
        <p:spPr>
          <a:xfrm>
            <a:off x="7448492" y="3318903"/>
            <a:ext cx="1284196" cy="2304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반려사유 입력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FE1BBDA-99B1-10AA-ECB7-1C03C948DB80}"/>
              </a:ext>
            </a:extLst>
          </p:cNvPr>
          <p:cNvSpPr/>
          <p:nvPr/>
        </p:nvSpPr>
        <p:spPr>
          <a:xfrm>
            <a:off x="8546778" y="4827455"/>
            <a:ext cx="1561210" cy="2304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승인 시 </a:t>
            </a:r>
            <a:r>
              <a:rPr lang="en-US" altLang="ko-KR" sz="800" spc="-150" dirty="0">
                <a:solidFill>
                  <a:schemeClr val="tx1"/>
                </a:solidFill>
              </a:rPr>
              <a:t>, </a:t>
            </a:r>
            <a:r>
              <a:rPr lang="ko-KR" altLang="en-US" sz="800" spc="-150" dirty="0">
                <a:solidFill>
                  <a:schemeClr val="tx1"/>
                </a:solidFill>
              </a:rPr>
              <a:t>처리내역 입력</a:t>
            </a:r>
          </a:p>
        </p:txBody>
      </p:sp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DBC66C0F-75A1-0E52-F46D-933DC8EBC554}"/>
              </a:ext>
            </a:extLst>
          </p:cNvPr>
          <p:cNvSpPr/>
          <p:nvPr/>
        </p:nvSpPr>
        <p:spPr>
          <a:xfrm>
            <a:off x="10400820" y="4462486"/>
            <a:ext cx="927440" cy="72008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spc="-150" dirty="0">
                <a:solidFill>
                  <a:schemeClr val="tx1"/>
                </a:solidFill>
                <a:latin typeface="+mn-ea"/>
              </a:rPr>
              <a:t>상품 운영 반영</a:t>
            </a:r>
            <a:endParaRPr lang="en-US" altLang="ko-KR" sz="1000" b="1" spc="-1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B18A6152-754C-214D-6687-006DA8CCC941}"/>
              </a:ext>
            </a:extLst>
          </p:cNvPr>
          <p:cNvCxnSpPr>
            <a:cxnSpLocks/>
            <a:stCxn id="34" idx="0"/>
            <a:endCxn id="112" idx="3"/>
          </p:cNvCxnSpPr>
          <p:nvPr/>
        </p:nvCxnSpPr>
        <p:spPr>
          <a:xfrm rot="16200000" flipV="1">
            <a:off x="5716318" y="2600555"/>
            <a:ext cx="1453436" cy="253869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3BAE310B-FDDF-25EB-85C3-56092E829764}"/>
              </a:ext>
            </a:extLst>
          </p:cNvPr>
          <p:cNvCxnSpPr>
            <a:stCxn id="93" idx="3"/>
          </p:cNvCxnSpPr>
          <p:nvPr/>
        </p:nvCxnSpPr>
        <p:spPr>
          <a:xfrm>
            <a:off x="3365186" y="4818600"/>
            <a:ext cx="2872355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3210671C-6593-4A77-6EA7-A38B9F52F61E}"/>
              </a:ext>
            </a:extLst>
          </p:cNvPr>
          <p:cNvCxnSpPr>
            <a:cxnSpLocks/>
            <a:stCxn id="112" idx="2"/>
            <a:endCxn id="45" idx="1"/>
          </p:cNvCxnSpPr>
          <p:nvPr/>
        </p:nvCxnSpPr>
        <p:spPr>
          <a:xfrm rot="16200000" flipH="1">
            <a:off x="4464980" y="3335321"/>
            <a:ext cx="1560213" cy="140637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CEC34F0-4193-DBCF-A618-7A0F43E166FB}"/>
              </a:ext>
            </a:extLst>
          </p:cNvPr>
          <p:cNvSpPr/>
          <p:nvPr/>
        </p:nvSpPr>
        <p:spPr>
          <a:xfrm>
            <a:off x="5948272" y="4703414"/>
            <a:ext cx="1284196" cy="2304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chemeClr val="tx1"/>
                </a:solidFill>
              </a:rPr>
              <a:t>상품등록 신청 확인</a:t>
            </a: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258911D1-330D-B796-8FCC-F6AB164EFED8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8242461" y="4818599"/>
            <a:ext cx="2158359" cy="3927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B7093C9-384A-5792-9CFD-3C6BA8F49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900265"/>
              </p:ext>
            </p:extLst>
          </p:nvPr>
        </p:nvGraphicFramePr>
        <p:xfrm>
          <a:off x="1199505" y="1195658"/>
          <a:ext cx="1058517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2225">
                  <a:extLst>
                    <a:ext uri="{9D8B030D-6E8A-4147-A177-3AD203B41FA5}">
                      <a16:colId xmlns:a16="http://schemas.microsoft.com/office/drawing/2014/main" val="2058588112"/>
                    </a:ext>
                  </a:extLst>
                </a:gridCol>
                <a:gridCol w="5842946">
                  <a:extLst>
                    <a:ext uri="{9D8B030D-6E8A-4147-A177-3AD203B41FA5}">
                      <a16:colId xmlns:a16="http://schemas.microsoft.com/office/drawing/2014/main" val="2319793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상품판매업체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업체 담당자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슈퍼 </a:t>
                      </a:r>
                      <a:r>
                        <a:rPr lang="ko-KR" altLang="en-US" sz="1200" b="1" dirty="0" err="1">
                          <a:latin typeface="+mn-ea"/>
                          <a:ea typeface="+mn-ea"/>
                        </a:rPr>
                        <a:t>어드민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553496"/>
                  </a:ext>
                </a:extLst>
              </a:tr>
            </a:tbl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BD8A257-7A16-ECBB-E831-5B1DE4669AE1}"/>
              </a:ext>
            </a:extLst>
          </p:cNvPr>
          <p:cNvCxnSpPr/>
          <p:nvPr/>
        </p:nvCxnSpPr>
        <p:spPr>
          <a:xfrm>
            <a:off x="5948272" y="1613955"/>
            <a:ext cx="0" cy="468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FE012B1-AF14-2B57-FE97-AA605F4EE6E9}"/>
              </a:ext>
            </a:extLst>
          </p:cNvPr>
          <p:cNvSpPr txBox="1"/>
          <p:nvPr/>
        </p:nvSpPr>
        <p:spPr>
          <a:xfrm>
            <a:off x="10547836" y="579937"/>
            <a:ext cx="2151551" cy="4810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신청 주체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판매업체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 담당자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결재 처리주체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슈퍼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어드민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794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B869-1A1D-FF0F-2264-D44E3728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269A93-69FB-801E-C1D1-6F406C4B3757}"/>
              </a:ext>
            </a:extLst>
          </p:cNvPr>
          <p:cNvSpPr txBox="1"/>
          <p:nvPr/>
        </p:nvSpPr>
        <p:spPr>
          <a:xfrm>
            <a:off x="288281" y="179909"/>
            <a:ext cx="2595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AS-IS 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변경요청 흐름도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9C7DE6-ADD5-D468-4EBB-DE20065B2D1C}"/>
              </a:ext>
            </a:extLst>
          </p:cNvPr>
          <p:cNvSpPr/>
          <p:nvPr/>
        </p:nvSpPr>
        <p:spPr>
          <a:xfrm>
            <a:off x="1658023" y="4394276"/>
            <a:ext cx="1284196" cy="2304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chemeClr val="tx1"/>
                </a:solidFill>
              </a:rPr>
              <a:t>변경 요건 작성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42EE0901-1EAB-C8BB-EC16-475914052CA1}"/>
              </a:ext>
            </a:extLst>
          </p:cNvPr>
          <p:cNvGrpSpPr/>
          <p:nvPr/>
        </p:nvGrpSpPr>
        <p:grpSpPr>
          <a:xfrm>
            <a:off x="1711744" y="4636927"/>
            <a:ext cx="1263573" cy="334790"/>
            <a:chOff x="1665980" y="2163528"/>
            <a:chExt cx="1263573" cy="334790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EAFDE89D-1199-95E8-012E-4C734688F973}"/>
                </a:ext>
              </a:extLst>
            </p:cNvPr>
            <p:cNvSpPr/>
            <p:nvPr/>
          </p:nvSpPr>
          <p:spPr>
            <a:xfrm>
              <a:off x="1665981" y="2267890"/>
              <a:ext cx="1263572" cy="23042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</a:rPr>
                <a:t>상품 가격</a:t>
              </a:r>
              <a:r>
                <a:rPr lang="en-US" altLang="ko-KR" sz="1000" spc="-150" dirty="0">
                  <a:solidFill>
                    <a:schemeClr val="tx1"/>
                  </a:solidFill>
                </a:rPr>
                <a:t>/</a:t>
              </a:r>
              <a:r>
                <a:rPr lang="ko-KR" altLang="en-US" sz="1000" spc="-150" dirty="0">
                  <a:solidFill>
                    <a:schemeClr val="tx1"/>
                  </a:solidFill>
                </a:rPr>
                <a:t>옵션 변경 신청</a:t>
              </a: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5578806B-7055-DBE4-69FB-3605DAC57BFA}"/>
                </a:ext>
              </a:extLst>
            </p:cNvPr>
            <p:cNvSpPr/>
            <p:nvPr/>
          </p:nvSpPr>
          <p:spPr>
            <a:xfrm>
              <a:off x="1665980" y="2163528"/>
              <a:ext cx="1263572" cy="104359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spc="-150" dirty="0">
                <a:solidFill>
                  <a:srgbClr val="C00000"/>
                </a:solidFill>
              </a:endParaRPr>
            </a:p>
          </p:txBody>
        </p:sp>
      </p:grp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E146109-1A0C-A863-A5CE-2F3F57C934C1}"/>
              </a:ext>
            </a:extLst>
          </p:cNvPr>
          <p:cNvSpPr/>
          <p:nvPr/>
        </p:nvSpPr>
        <p:spPr>
          <a:xfrm>
            <a:off x="3448762" y="2700784"/>
            <a:ext cx="1284196" cy="2304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chemeClr val="tx1"/>
                </a:solidFill>
              </a:rPr>
              <a:t>상품 수정 입력</a:t>
            </a:r>
            <a:r>
              <a:rPr lang="en-US" altLang="ko-KR" sz="1000" spc="-150" dirty="0">
                <a:solidFill>
                  <a:schemeClr val="tx1"/>
                </a:solidFill>
              </a:rPr>
              <a:t>/</a:t>
            </a:r>
            <a:r>
              <a:rPr lang="ko-KR" altLang="en-US" sz="1000" spc="-150" dirty="0">
                <a:solidFill>
                  <a:schemeClr val="tx1"/>
                </a:solidFill>
              </a:rPr>
              <a:t>저장</a:t>
            </a:r>
            <a:r>
              <a:rPr lang="en-US" altLang="ko-KR" sz="1000" spc="-150" dirty="0">
                <a:solidFill>
                  <a:schemeClr val="tx1"/>
                </a:solidFill>
              </a:rPr>
              <a:t>/</a:t>
            </a:r>
            <a:r>
              <a:rPr lang="ko-KR" altLang="en-US" sz="1000" spc="-150" dirty="0">
                <a:solidFill>
                  <a:schemeClr val="tx1"/>
                </a:solidFill>
              </a:rPr>
              <a:t>완료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3946B3D0-BB3B-0CBB-A5D3-3C349CE6B7D7}"/>
              </a:ext>
            </a:extLst>
          </p:cNvPr>
          <p:cNvGrpSpPr/>
          <p:nvPr/>
        </p:nvGrpSpPr>
        <p:grpSpPr>
          <a:xfrm>
            <a:off x="3469386" y="2961514"/>
            <a:ext cx="1263573" cy="334790"/>
            <a:chOff x="1665980" y="2163528"/>
            <a:chExt cx="1263573" cy="33479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1871B5E7-CA9D-9854-346F-BDC2E9654F60}"/>
                </a:ext>
              </a:extLst>
            </p:cNvPr>
            <p:cNvSpPr/>
            <p:nvPr/>
          </p:nvSpPr>
          <p:spPr>
            <a:xfrm>
              <a:off x="1665981" y="2267890"/>
              <a:ext cx="1263572" cy="23042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00" spc="-150" dirty="0">
                  <a:solidFill>
                    <a:schemeClr val="tx1"/>
                  </a:solidFill>
                </a:rPr>
                <a:t>상품 가격</a:t>
              </a:r>
              <a:r>
                <a:rPr lang="en-US" altLang="ko-KR" sz="1000" spc="-150" dirty="0">
                  <a:solidFill>
                    <a:schemeClr val="tx1"/>
                  </a:solidFill>
                </a:rPr>
                <a:t>/</a:t>
              </a:r>
              <a:r>
                <a:rPr lang="ko-KR" altLang="en-US" sz="1000" spc="-150" dirty="0">
                  <a:solidFill>
                    <a:schemeClr val="tx1"/>
                  </a:solidFill>
                </a:rPr>
                <a:t>옵션 신청 </a:t>
              </a:r>
              <a:r>
                <a:rPr lang="en-US" altLang="ko-KR" sz="1000" spc="-150" dirty="0">
                  <a:solidFill>
                    <a:srgbClr val="234DD3"/>
                  </a:solidFill>
                </a:rPr>
                <a:t>N</a:t>
              </a:r>
              <a:r>
                <a:rPr lang="ko-KR" altLang="en-US" sz="1000" spc="-150" dirty="0">
                  <a:solidFill>
                    <a:schemeClr val="tx1"/>
                  </a:solidFill>
                </a:rPr>
                <a:t>차</a:t>
              </a: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1C33D8C6-DFD9-0AD8-22C0-C46A8D093246}"/>
                </a:ext>
              </a:extLst>
            </p:cNvPr>
            <p:cNvSpPr/>
            <p:nvPr/>
          </p:nvSpPr>
          <p:spPr>
            <a:xfrm>
              <a:off x="1665980" y="2163528"/>
              <a:ext cx="1263572" cy="104359"/>
            </a:xfrm>
            <a:prstGeom prst="rect">
              <a:avLst/>
            </a:prstGeom>
            <a:solidFill>
              <a:srgbClr val="FFC000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spc="-150" dirty="0">
                <a:solidFill>
                  <a:srgbClr val="C00000"/>
                </a:solidFill>
              </a:endParaRPr>
            </a:p>
          </p:txBody>
        </p:sp>
      </p:grp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09D228AA-F927-A477-F20E-F24FFE43E000}"/>
              </a:ext>
            </a:extLst>
          </p:cNvPr>
          <p:cNvSpPr/>
          <p:nvPr/>
        </p:nvSpPr>
        <p:spPr>
          <a:xfrm>
            <a:off x="3191341" y="2522068"/>
            <a:ext cx="1284196" cy="2304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chemeClr val="tx1"/>
                </a:solidFill>
              </a:rPr>
              <a:t>반려사유 확인</a:t>
            </a:r>
          </a:p>
        </p:txBody>
      </p:sp>
      <p:sp>
        <p:nvSpPr>
          <p:cNvPr id="34" name="다이아몬드 33">
            <a:extLst>
              <a:ext uri="{FF2B5EF4-FFF2-40B4-BE49-F238E27FC236}">
                <a16:creationId xmlns:a16="http://schemas.microsoft.com/office/drawing/2014/main" id="{C47DAB73-2419-686F-B4DD-A4FC6C242CEA}"/>
              </a:ext>
            </a:extLst>
          </p:cNvPr>
          <p:cNvSpPr/>
          <p:nvPr/>
        </p:nvSpPr>
        <p:spPr>
          <a:xfrm>
            <a:off x="7099741" y="4634526"/>
            <a:ext cx="1060152" cy="443953"/>
          </a:xfrm>
          <a:prstGeom prst="diamond">
            <a:avLst/>
          </a:prstGeom>
          <a:solidFill>
            <a:srgbClr val="FFFF0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tx1"/>
                </a:solidFill>
              </a:rPr>
              <a:t>승인</a:t>
            </a:r>
            <a:r>
              <a:rPr lang="en-US" altLang="ko-KR" sz="1000" spc="-150" dirty="0">
                <a:solidFill>
                  <a:schemeClr val="tx1"/>
                </a:solidFill>
              </a:rPr>
              <a:t>/</a:t>
            </a:r>
            <a:r>
              <a:rPr lang="ko-KR" altLang="en-US" sz="1000" spc="-150" dirty="0">
                <a:solidFill>
                  <a:schemeClr val="tx1"/>
                </a:solidFill>
              </a:rPr>
              <a:t>반려 여부</a:t>
            </a:r>
            <a:endParaRPr lang="en-US" altLang="ko-KR" sz="1000" spc="-15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E38A5C-8F1C-8D77-4DFF-1B6575E87F75}"/>
              </a:ext>
            </a:extLst>
          </p:cNvPr>
          <p:cNvSpPr txBox="1"/>
          <p:nvPr/>
        </p:nvSpPr>
        <p:spPr>
          <a:xfrm>
            <a:off x="7597616" y="3187778"/>
            <a:ext cx="2568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900" b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7A734F-1851-B18E-726B-BABDD06DE5E7}"/>
              </a:ext>
            </a:extLst>
          </p:cNvPr>
          <p:cNvSpPr txBox="1"/>
          <p:nvPr/>
        </p:nvSpPr>
        <p:spPr>
          <a:xfrm>
            <a:off x="8019034" y="4864926"/>
            <a:ext cx="2359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9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6AC5F39-16DE-7005-F24A-2487889E56D7}"/>
              </a:ext>
            </a:extLst>
          </p:cNvPr>
          <p:cNvSpPr/>
          <p:nvPr/>
        </p:nvSpPr>
        <p:spPr>
          <a:xfrm>
            <a:off x="7298787" y="3356806"/>
            <a:ext cx="1284196" cy="2304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반려사유 입력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037033E-7F5E-8085-41B8-B74B3C078C41}"/>
              </a:ext>
            </a:extLst>
          </p:cNvPr>
          <p:cNvSpPr/>
          <p:nvPr/>
        </p:nvSpPr>
        <p:spPr>
          <a:xfrm>
            <a:off x="8397073" y="4865358"/>
            <a:ext cx="1561210" cy="2304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승인 시 </a:t>
            </a:r>
            <a:r>
              <a:rPr lang="en-US" altLang="ko-KR" sz="800" spc="-150" dirty="0">
                <a:solidFill>
                  <a:schemeClr val="tx1"/>
                </a:solidFill>
              </a:rPr>
              <a:t>, </a:t>
            </a:r>
            <a:r>
              <a:rPr lang="ko-KR" altLang="en-US" sz="800" spc="-150" dirty="0" err="1">
                <a:solidFill>
                  <a:schemeClr val="tx1"/>
                </a:solidFill>
              </a:rPr>
              <a:t>지원바우처</a:t>
            </a:r>
            <a:r>
              <a:rPr lang="en-US" altLang="ko-KR" sz="800" spc="-150" dirty="0">
                <a:solidFill>
                  <a:schemeClr val="tx1"/>
                </a:solidFill>
              </a:rPr>
              <a:t>, </a:t>
            </a:r>
            <a:r>
              <a:rPr lang="ko-KR" altLang="en-US" sz="800" spc="-150" dirty="0">
                <a:solidFill>
                  <a:schemeClr val="tx1"/>
                </a:solidFill>
              </a:rPr>
              <a:t>과세여부 입력 후 승인 처리 가능</a:t>
            </a:r>
          </a:p>
        </p:txBody>
      </p:sp>
      <p:sp>
        <p:nvSpPr>
          <p:cNvPr id="47" name="순서도: 연결자 46">
            <a:extLst>
              <a:ext uri="{FF2B5EF4-FFF2-40B4-BE49-F238E27FC236}">
                <a16:creationId xmlns:a16="http://schemas.microsoft.com/office/drawing/2014/main" id="{76F40D21-D867-395D-45EF-99958A621067}"/>
              </a:ext>
            </a:extLst>
          </p:cNvPr>
          <p:cNvSpPr/>
          <p:nvPr/>
        </p:nvSpPr>
        <p:spPr>
          <a:xfrm>
            <a:off x="10585425" y="4500389"/>
            <a:ext cx="927440" cy="72008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spc="-150" dirty="0">
                <a:solidFill>
                  <a:schemeClr val="tx1"/>
                </a:solidFill>
                <a:latin typeface="+mn-ea"/>
              </a:rPr>
              <a:t>상품 운영 반영</a:t>
            </a:r>
            <a:endParaRPr lang="en-US" altLang="ko-KR" sz="1000" b="1" spc="-1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21765496-70FD-E3AB-21A6-CAC94E3591CE}"/>
              </a:ext>
            </a:extLst>
          </p:cNvPr>
          <p:cNvCxnSpPr>
            <a:cxnSpLocks/>
            <a:stCxn id="34" idx="0"/>
            <a:endCxn id="112" idx="3"/>
          </p:cNvCxnSpPr>
          <p:nvPr/>
        </p:nvCxnSpPr>
        <p:spPr>
          <a:xfrm rot="16200000" flipV="1">
            <a:off x="5454670" y="2459379"/>
            <a:ext cx="1453436" cy="289685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2E218FE-E4A1-C2F7-7491-F416D6CC5A36}"/>
              </a:ext>
            </a:extLst>
          </p:cNvPr>
          <p:cNvCxnSpPr>
            <a:stCxn id="93" idx="3"/>
          </p:cNvCxnSpPr>
          <p:nvPr/>
        </p:nvCxnSpPr>
        <p:spPr>
          <a:xfrm>
            <a:off x="2975317" y="4856503"/>
            <a:ext cx="2872355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AD6CC86E-C210-425D-A2E3-FFF27BD0552F}"/>
              </a:ext>
            </a:extLst>
          </p:cNvPr>
          <p:cNvCxnSpPr>
            <a:cxnSpLocks/>
            <a:stCxn id="112" idx="2"/>
          </p:cNvCxnSpPr>
          <p:nvPr/>
        </p:nvCxnSpPr>
        <p:spPr>
          <a:xfrm rot="16200000" flipH="1">
            <a:off x="4183472" y="3214005"/>
            <a:ext cx="1560198" cy="172479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65F6910-526C-03F6-6F17-160500B0B9F6}"/>
              </a:ext>
            </a:extLst>
          </p:cNvPr>
          <p:cNvSpPr/>
          <p:nvPr/>
        </p:nvSpPr>
        <p:spPr>
          <a:xfrm>
            <a:off x="5905363" y="4741317"/>
            <a:ext cx="1263572" cy="2304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chemeClr val="tx1"/>
                </a:solidFill>
              </a:rPr>
              <a:t>상품가격</a:t>
            </a:r>
            <a:r>
              <a:rPr lang="en-US" altLang="ko-KR" sz="1000" spc="-150" dirty="0">
                <a:solidFill>
                  <a:schemeClr val="tx1"/>
                </a:solidFill>
              </a:rPr>
              <a:t>/</a:t>
            </a:r>
          </a:p>
          <a:p>
            <a:r>
              <a:rPr lang="ko-KR" altLang="en-US" sz="1000" spc="-150" dirty="0">
                <a:solidFill>
                  <a:schemeClr val="tx1"/>
                </a:solidFill>
              </a:rPr>
              <a:t>      옵션 변경 신청 확인</a:t>
            </a: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6914C8B1-FAAD-643F-56AB-59F4218B0207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8092756" y="4856502"/>
            <a:ext cx="2492669" cy="3927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F837F93-62AF-99A6-8EB6-89172FD91D15}"/>
              </a:ext>
            </a:extLst>
          </p:cNvPr>
          <p:cNvSpPr txBox="1"/>
          <p:nvPr/>
        </p:nvSpPr>
        <p:spPr>
          <a:xfrm>
            <a:off x="10547836" y="579937"/>
            <a:ext cx="2151551" cy="4810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신청 주체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판매업체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 담당자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반려 주체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슈퍼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어드민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03B881-4BF9-9EF8-5E1D-272CC594BDBC}"/>
              </a:ext>
            </a:extLst>
          </p:cNvPr>
          <p:cNvCxnSpPr/>
          <p:nvPr/>
        </p:nvCxnSpPr>
        <p:spPr>
          <a:xfrm>
            <a:off x="5939593" y="1580601"/>
            <a:ext cx="0" cy="468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66524D6-F6FA-DCCC-C80E-FF64E13FE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380985"/>
              </p:ext>
            </p:extLst>
          </p:nvPr>
        </p:nvGraphicFramePr>
        <p:xfrm>
          <a:off x="1199505" y="1195658"/>
          <a:ext cx="1058517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42225">
                  <a:extLst>
                    <a:ext uri="{9D8B030D-6E8A-4147-A177-3AD203B41FA5}">
                      <a16:colId xmlns:a16="http://schemas.microsoft.com/office/drawing/2014/main" val="2058588112"/>
                    </a:ext>
                  </a:extLst>
                </a:gridCol>
                <a:gridCol w="5842946">
                  <a:extLst>
                    <a:ext uri="{9D8B030D-6E8A-4147-A177-3AD203B41FA5}">
                      <a16:colId xmlns:a16="http://schemas.microsoft.com/office/drawing/2014/main" val="2319793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상품판매업체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업체 담당자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슈퍼 </a:t>
                      </a:r>
                      <a:r>
                        <a:rPr lang="ko-KR" altLang="en-US" sz="1200" b="1" dirty="0" err="1">
                          <a:latin typeface="+mn-ea"/>
                          <a:ea typeface="+mn-ea"/>
                        </a:rPr>
                        <a:t>어드민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553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970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549F4813-4D43-824D-C234-928699FAB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461" y="1458383"/>
            <a:ext cx="4684276" cy="393947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684909F-49C1-7445-0318-89934B2B012B}"/>
              </a:ext>
            </a:extLst>
          </p:cNvPr>
          <p:cNvSpPr txBox="1"/>
          <p:nvPr/>
        </p:nvSpPr>
        <p:spPr>
          <a:xfrm>
            <a:off x="288281" y="179909"/>
            <a:ext cx="3607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상세 화면 구조 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 분할 구조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C0D64C6-27F6-5D95-EF32-68E41552ED45}"/>
              </a:ext>
            </a:extLst>
          </p:cNvPr>
          <p:cNvSpPr/>
          <p:nvPr/>
        </p:nvSpPr>
        <p:spPr>
          <a:xfrm>
            <a:off x="7054420" y="1612720"/>
            <a:ext cx="2683318" cy="4032448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6" name="연결선: 구부러짐 75">
            <a:extLst>
              <a:ext uri="{FF2B5EF4-FFF2-40B4-BE49-F238E27FC236}">
                <a16:creationId xmlns:a16="http://schemas.microsoft.com/office/drawing/2014/main" id="{77AC21AA-B9C7-79CD-64A1-971FF0256198}"/>
              </a:ext>
            </a:extLst>
          </p:cNvPr>
          <p:cNvCxnSpPr>
            <a:cxnSpLocks/>
            <a:stCxn id="71" idx="0"/>
            <a:endCxn id="70" idx="0"/>
          </p:cNvCxnSpPr>
          <p:nvPr/>
        </p:nvCxnSpPr>
        <p:spPr>
          <a:xfrm rot="16200000" flipH="1">
            <a:off x="8381634" y="1627164"/>
            <a:ext cx="44861" cy="15973"/>
          </a:xfrm>
          <a:prstGeom prst="curvedConnector3">
            <a:avLst>
              <a:gd name="adj1" fmla="val -509574"/>
            </a:avLst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143C0E7-5E42-1F46-A49B-0D57615B3019}"/>
              </a:ext>
            </a:extLst>
          </p:cNvPr>
          <p:cNvSpPr txBox="1"/>
          <p:nvPr/>
        </p:nvSpPr>
        <p:spPr>
          <a:xfrm>
            <a:off x="2215446" y="969847"/>
            <a:ext cx="10695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lang="en-US" altLang="ko-KR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영역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BB69D69-8739-B435-4667-A179F386D097}"/>
              </a:ext>
            </a:extLst>
          </p:cNvPr>
          <p:cNvSpPr txBox="1"/>
          <p:nvPr/>
        </p:nvSpPr>
        <p:spPr>
          <a:xfrm>
            <a:off x="7032473" y="971997"/>
            <a:ext cx="17940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값에 대한 상세 설정 영역</a:t>
            </a:r>
          </a:p>
        </p:txBody>
      </p:sp>
      <p:sp>
        <p:nvSpPr>
          <p:cNvPr id="85" name="오른쪽 대괄호 84">
            <a:extLst>
              <a:ext uri="{FF2B5EF4-FFF2-40B4-BE49-F238E27FC236}">
                <a16:creationId xmlns:a16="http://schemas.microsoft.com/office/drawing/2014/main" id="{B8F00843-16C0-7D16-7E07-5779DC0237B3}"/>
              </a:ext>
            </a:extLst>
          </p:cNvPr>
          <p:cNvSpPr/>
          <p:nvPr/>
        </p:nvSpPr>
        <p:spPr>
          <a:xfrm rot="16200000">
            <a:off x="4524542" y="-1018502"/>
            <a:ext cx="173002" cy="4685163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오른쪽 대괄호 86">
            <a:extLst>
              <a:ext uri="{FF2B5EF4-FFF2-40B4-BE49-F238E27FC236}">
                <a16:creationId xmlns:a16="http://schemas.microsoft.com/office/drawing/2014/main" id="{C6F0BB9F-103A-C274-3945-47D90DF052C3}"/>
              </a:ext>
            </a:extLst>
          </p:cNvPr>
          <p:cNvSpPr/>
          <p:nvPr/>
        </p:nvSpPr>
        <p:spPr>
          <a:xfrm rot="16200000">
            <a:off x="8302241" y="14655"/>
            <a:ext cx="173003" cy="2634105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516DBC2-00E0-56C3-2CE0-0F877D838581}"/>
              </a:ext>
            </a:extLst>
          </p:cNvPr>
          <p:cNvSpPr txBox="1"/>
          <p:nvPr/>
        </p:nvSpPr>
        <p:spPr>
          <a:xfrm>
            <a:off x="2088481" y="5766217"/>
            <a:ext cx="4169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우측 화면에서 상세 정보 설정 시</a:t>
            </a:r>
            <a:r>
              <a:rPr lang="en-US" altLang="ko-KR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 </a:t>
            </a: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데이터 값이 출력됨 </a:t>
            </a:r>
            <a:r>
              <a:rPr lang="en-US" altLang="ko-KR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10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재선택</a:t>
            </a: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 수정 가능</a:t>
            </a:r>
            <a:r>
              <a:rPr lang="en-US" altLang="ko-KR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F5C61-50D8-2C07-1AC1-66939C0583F1}"/>
              </a:ext>
            </a:extLst>
          </p:cNvPr>
          <p:cNvSpPr txBox="1"/>
          <p:nvPr/>
        </p:nvSpPr>
        <p:spPr>
          <a:xfrm>
            <a:off x="4080145" y="2209518"/>
            <a:ext cx="3882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3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D096C3D-36D5-D097-FA04-45490360C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103" y="6052035"/>
            <a:ext cx="4902724" cy="248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3D7B5F-F6FB-7178-192A-C737276D0295}"/>
              </a:ext>
            </a:extLst>
          </p:cNvPr>
          <p:cNvSpPr txBox="1"/>
          <p:nvPr/>
        </p:nvSpPr>
        <p:spPr>
          <a:xfrm>
            <a:off x="6838349" y="5714061"/>
            <a:ext cx="3882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3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63E0C6C0-9D7E-18F8-BABC-5B4A10C87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365" y="1657581"/>
            <a:ext cx="2651373" cy="3931542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65CDE7A3-8298-16A6-1D7A-45EACD3E99AE}"/>
              </a:ext>
            </a:extLst>
          </p:cNvPr>
          <p:cNvGrpSpPr/>
          <p:nvPr/>
        </p:nvGrpSpPr>
        <p:grpSpPr>
          <a:xfrm>
            <a:off x="7119746" y="2110936"/>
            <a:ext cx="2286652" cy="2324601"/>
            <a:chOff x="6639303" y="1835146"/>
            <a:chExt cx="2926857" cy="303939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17D1684-8311-9FA3-3B04-84AB48A0B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80" b="41798"/>
            <a:stretch>
              <a:fillRect/>
            </a:stretch>
          </p:blipFill>
          <p:spPr>
            <a:xfrm>
              <a:off x="6644172" y="1835146"/>
              <a:ext cx="2921988" cy="1945163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9464A60-BE54-79EC-EF96-9CE9A7E92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7951" r="3566"/>
            <a:stretch>
              <a:fillRect/>
            </a:stretch>
          </p:blipFill>
          <p:spPr>
            <a:xfrm>
              <a:off x="6641730" y="3851120"/>
              <a:ext cx="2820051" cy="73688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2FDC555-A84D-1F18-36CC-E3FA0C46F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8990" r="2338" b="23152"/>
            <a:stretch>
              <a:fillRect/>
            </a:stretch>
          </p:blipFill>
          <p:spPr>
            <a:xfrm>
              <a:off x="6639303" y="4277710"/>
              <a:ext cx="2855983" cy="596833"/>
            </a:xfrm>
            <a:prstGeom prst="rect">
              <a:avLst/>
            </a:prstGeom>
          </p:spPr>
        </p:pic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C92DEF77-BA5C-BD55-0864-08BC36CFFE93}"/>
              </a:ext>
            </a:extLst>
          </p:cNvPr>
          <p:cNvSpPr txBox="1"/>
          <p:nvPr/>
        </p:nvSpPr>
        <p:spPr>
          <a:xfrm>
            <a:off x="7302790" y="4259987"/>
            <a:ext cx="374481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선택 시</a:t>
            </a:r>
            <a:r>
              <a:rPr lang="en-US" altLang="ko-KR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설정 정보가 우측 화면에 출력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좌측에서 선택 시</a:t>
            </a:r>
            <a:r>
              <a:rPr lang="en-US" altLang="ko-KR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우측 화면 데이터 값이 출력되고</a:t>
            </a:r>
            <a:r>
              <a:rPr lang="en-US" altLang="ko-KR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스크롤 업 처리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505278A9-AF83-0291-D43D-EC2536FB79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38" y="2410236"/>
            <a:ext cx="223467" cy="335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A04282-A977-756E-56D6-4C9FD4D9F701}"/>
              </a:ext>
            </a:extLst>
          </p:cNvPr>
          <p:cNvSpPr txBox="1"/>
          <p:nvPr/>
        </p:nvSpPr>
        <p:spPr>
          <a:xfrm>
            <a:off x="8224278" y="2160652"/>
            <a:ext cx="3882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3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9F5818E-8F42-185D-A41A-2BC4FFF1D80D}"/>
              </a:ext>
            </a:extLst>
          </p:cNvPr>
          <p:cNvSpPr/>
          <p:nvPr/>
        </p:nvSpPr>
        <p:spPr>
          <a:xfrm>
            <a:off x="7537475" y="2352402"/>
            <a:ext cx="624184" cy="18183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94" name="연결선: 구부러짐 93">
            <a:extLst>
              <a:ext uri="{FF2B5EF4-FFF2-40B4-BE49-F238E27FC236}">
                <a16:creationId xmlns:a16="http://schemas.microsoft.com/office/drawing/2014/main" id="{6CA03645-5969-4334-4468-F98C91F09DF0}"/>
              </a:ext>
            </a:extLst>
          </p:cNvPr>
          <p:cNvCxnSpPr>
            <a:cxnSpLocks/>
            <a:stCxn id="91" idx="2"/>
            <a:endCxn id="9" idx="3"/>
          </p:cNvCxnSpPr>
          <p:nvPr/>
        </p:nvCxnSpPr>
        <p:spPr>
          <a:xfrm rot="5400000">
            <a:off x="5992823" y="3979211"/>
            <a:ext cx="3245624" cy="778075"/>
          </a:xfrm>
          <a:prstGeom prst="curvedConnector2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DD420D3-5B85-35B7-3535-ABE229A9199F}"/>
              </a:ext>
            </a:extLst>
          </p:cNvPr>
          <p:cNvCxnSpPr/>
          <p:nvPr/>
        </p:nvCxnSpPr>
        <p:spPr>
          <a:xfrm>
            <a:off x="1964970" y="5645168"/>
            <a:ext cx="5040000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281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0714A-592C-4B19-6CEB-FF4A9CEC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112E4A-C6A8-C707-31FE-E6E143BAC0EC}"/>
              </a:ext>
            </a:extLst>
          </p:cNvPr>
          <p:cNvSpPr txBox="1"/>
          <p:nvPr/>
        </p:nvSpPr>
        <p:spPr>
          <a:xfrm>
            <a:off x="4888224" y="2412157"/>
            <a:ext cx="3185487" cy="1056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판매업체</a:t>
            </a:r>
            <a:r>
              <a:rPr lang="en-US" altLang="ko-KR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판매담당자 접근</a:t>
            </a:r>
            <a:endParaRPr lang="en-US" altLang="ko-KR" sz="20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1196401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상품 정보</a:t>
            </a:r>
            <a:r>
              <a:rPr kumimoji="0" lang="en-US" altLang="ko-KR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등록</a:t>
            </a:r>
            <a:r>
              <a:rPr kumimoji="0" lang="en-US" altLang="ko-KR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~</a:t>
            </a:r>
            <a:r>
              <a:rPr lang="ko-KR" altLang="en-US" sz="2500" b="1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r>
              <a:rPr lang="en-US" altLang="ko-KR" sz="2500" b="1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2500" b="1" i="1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6427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19F7-103D-7BB6-AEA0-D3B2BB54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DF0F22D-FEAB-3371-CDAB-80C4F82B6795}"/>
              </a:ext>
            </a:extLst>
          </p:cNvPr>
          <p:cNvSpPr/>
          <p:nvPr/>
        </p:nvSpPr>
        <p:spPr>
          <a:xfrm>
            <a:off x="6568987" y="1535684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좌측 화면에서 선택하실 항목을 클릭해주세요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CE36DC-EBC8-ED2F-D2B5-848CF11919A7}"/>
              </a:ext>
            </a:extLst>
          </p:cNvPr>
          <p:cNvSpPr txBox="1"/>
          <p:nvPr/>
        </p:nvSpPr>
        <p:spPr>
          <a:xfrm>
            <a:off x="144265" y="971997"/>
            <a:ext cx="72008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  <a:endParaRPr lang="ko-KR" altLang="en-US" sz="1200" b="1" spc="-15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F887968-E7F2-6228-192A-5FD875EF26F3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E52C0290-4858-18D4-5FD5-D821A755FCAC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1527938"/>
          <a:ext cx="6191007" cy="397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주식회사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올푸름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 승인일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-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70332B4E-0AC0-1EA2-2386-52819A49C71D}"/>
              </a:ext>
            </a:extLst>
          </p:cNvPr>
          <p:cNvSpPr txBox="1"/>
          <p:nvPr/>
        </p:nvSpPr>
        <p:spPr>
          <a:xfrm>
            <a:off x="133381" y="214211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EED0696-5A9B-39AC-C4A7-2BE123B07C4C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A063704C-AFDA-972F-8EB4-201B864BD6E0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2364378"/>
          <a:ext cx="6263014" cy="72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260714005796</a:t>
                      </a: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제조업체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7A18CEE-F88C-A7AE-C583-B6F22CE3599E}"/>
              </a:ext>
            </a:extLst>
          </p:cNvPr>
          <p:cNvCxnSpPr/>
          <p:nvPr/>
        </p:nvCxnSpPr>
        <p:spPr>
          <a:xfrm>
            <a:off x="6520866" y="1521225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B00DB7D8-5898-9F96-C477-BF71198329C8}"/>
              </a:ext>
            </a:extLst>
          </p:cNvPr>
          <p:cNvSpPr txBox="1"/>
          <p:nvPr/>
        </p:nvSpPr>
        <p:spPr>
          <a:xfrm>
            <a:off x="6588539" y="13167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상세 정보 설정</a:t>
            </a: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9640A817-CE56-879E-EE00-33259A94588B}"/>
              </a:ext>
            </a:extLst>
          </p:cNvPr>
          <p:cNvCxnSpPr>
            <a:cxnSpLocks/>
          </p:cNvCxnSpPr>
          <p:nvPr/>
        </p:nvCxnSpPr>
        <p:spPr>
          <a:xfrm flipV="1">
            <a:off x="6598580" y="1521226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모서리가 둥근 직사각형 61">
            <a:extLst>
              <a:ext uri="{FF2B5EF4-FFF2-40B4-BE49-F238E27FC236}">
                <a16:creationId xmlns:a16="http://schemas.microsoft.com/office/drawing/2014/main" id="{0065BFAC-571F-9B08-D3F0-D4A2F99BBA5A}"/>
              </a:ext>
            </a:extLst>
          </p:cNvPr>
          <p:cNvSpPr/>
          <p:nvPr/>
        </p:nvSpPr>
        <p:spPr>
          <a:xfrm>
            <a:off x="864345" y="2582966"/>
            <a:ext cx="5472608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</a:t>
            </a:r>
          </a:p>
        </p:txBody>
      </p:sp>
      <p:sp>
        <p:nvSpPr>
          <p:cNvPr id="156" name="모서리가 둥근 직사각형 61">
            <a:extLst>
              <a:ext uri="{FF2B5EF4-FFF2-40B4-BE49-F238E27FC236}">
                <a16:creationId xmlns:a16="http://schemas.microsoft.com/office/drawing/2014/main" id="{C0951CC6-B9E7-1F25-BB5A-7DD088E53F64}"/>
              </a:ext>
            </a:extLst>
          </p:cNvPr>
          <p:cNvSpPr/>
          <p:nvPr/>
        </p:nvSpPr>
        <p:spPr>
          <a:xfrm>
            <a:off x="4176713" y="2858868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162" name="모서리가 둥근 직사각형 61">
            <a:extLst>
              <a:ext uri="{FF2B5EF4-FFF2-40B4-BE49-F238E27FC236}">
                <a16:creationId xmlns:a16="http://schemas.microsoft.com/office/drawing/2014/main" id="{9089924E-D4FF-AFF0-4C6A-0E899BB22B08}"/>
              </a:ext>
            </a:extLst>
          </p:cNvPr>
          <p:cNvSpPr/>
          <p:nvPr/>
        </p:nvSpPr>
        <p:spPr>
          <a:xfrm>
            <a:off x="864345" y="2858868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pic>
        <p:nvPicPr>
          <p:cNvPr id="194" name="그림 193">
            <a:extLst>
              <a:ext uri="{FF2B5EF4-FFF2-40B4-BE49-F238E27FC236}">
                <a16:creationId xmlns:a16="http://schemas.microsoft.com/office/drawing/2014/main" id="{EC55685B-1503-4C27-C2FA-6E61F2FA06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436" y="2545941"/>
            <a:ext cx="407972" cy="611958"/>
          </a:xfrm>
          <a:prstGeom prst="rect">
            <a:avLst/>
          </a:prstGeom>
        </p:spPr>
      </p:pic>
      <p:sp>
        <p:nvSpPr>
          <p:cNvPr id="224" name="TextBox 223">
            <a:extLst>
              <a:ext uri="{FF2B5EF4-FFF2-40B4-BE49-F238E27FC236}">
                <a16:creationId xmlns:a16="http://schemas.microsoft.com/office/drawing/2014/main" id="{95D06138-D7C5-4CC7-878B-D28A079CF7F1}"/>
              </a:ext>
            </a:extLst>
          </p:cNvPr>
          <p:cNvSpPr txBox="1"/>
          <p:nvPr/>
        </p:nvSpPr>
        <p:spPr>
          <a:xfrm>
            <a:off x="130703" y="318650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28E63D4F-A877-89CC-3916-3D76EA80F24E}"/>
              </a:ext>
            </a:extLst>
          </p:cNvPr>
          <p:cNvGraphicFramePr>
            <a:graphicFrameLocks noGrp="1"/>
          </p:cNvGraphicFramePr>
          <p:nvPr/>
        </p:nvGraphicFramePr>
        <p:xfrm>
          <a:off x="143268" y="3408771"/>
          <a:ext cx="6263014" cy="966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검색어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기간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상시                기간  설정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                                                                 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232" name="모서리가 둥근 직사각형 61">
            <a:extLst>
              <a:ext uri="{FF2B5EF4-FFF2-40B4-BE49-F238E27FC236}">
                <a16:creationId xmlns:a16="http://schemas.microsoft.com/office/drawing/2014/main" id="{2BDC7A03-DC8A-E271-CB11-82840DA745E5}"/>
              </a:ext>
            </a:extLst>
          </p:cNvPr>
          <p:cNvSpPr/>
          <p:nvPr/>
        </p:nvSpPr>
        <p:spPr>
          <a:xfrm>
            <a:off x="861666" y="3435053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8" name="모서리가 둥근 직사각형 61">
            <a:extLst>
              <a:ext uri="{FF2B5EF4-FFF2-40B4-BE49-F238E27FC236}">
                <a16:creationId xmlns:a16="http://schemas.microsoft.com/office/drawing/2014/main" id="{BB606856-86C4-754C-1CB2-B8E1689A9E4F}"/>
              </a:ext>
            </a:extLst>
          </p:cNvPr>
          <p:cNvSpPr/>
          <p:nvPr/>
        </p:nvSpPr>
        <p:spPr>
          <a:xfrm>
            <a:off x="861665" y="3661964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기저귀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에어솔솔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썸머기저귀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입력 가능 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콤마로 구분하여 등록해주세요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10" name="Picture 2" descr="on, radio icon">
            <a:extLst>
              <a:ext uri="{FF2B5EF4-FFF2-40B4-BE49-F238E27FC236}">
                <a16:creationId xmlns:a16="http://schemas.microsoft.com/office/drawing/2014/main" id="{3E5CCD0D-9400-9E91-8C80-5577AB47F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00" y="393462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Picture 4" descr="off, radio icon">
            <a:extLst>
              <a:ext uri="{FF2B5EF4-FFF2-40B4-BE49-F238E27FC236}">
                <a16:creationId xmlns:a16="http://schemas.microsoft.com/office/drawing/2014/main" id="{F5027C19-FB8F-3240-5C33-DEC0BA5BF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86" y="392377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3" name="모서리가 둥근 직사각형 65">
            <a:extLst>
              <a:ext uri="{FF2B5EF4-FFF2-40B4-BE49-F238E27FC236}">
                <a16:creationId xmlns:a16="http://schemas.microsoft.com/office/drawing/2014/main" id="{C097E35E-B018-2E5F-0077-522983CFFB7D}"/>
              </a:ext>
            </a:extLst>
          </p:cNvPr>
          <p:cNvSpPr/>
          <p:nvPr/>
        </p:nvSpPr>
        <p:spPr>
          <a:xfrm>
            <a:off x="1864940" y="3896341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F5DB4F68-B760-9515-2DAD-8DEDEE3B5EEC}"/>
              </a:ext>
            </a:extLst>
          </p:cNvPr>
          <p:cNvGrpSpPr/>
          <p:nvPr/>
        </p:nvGrpSpPr>
        <p:grpSpPr>
          <a:xfrm>
            <a:off x="3478872" y="3902782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15" name="모서리가 둥근 직사각형 67">
              <a:extLst>
                <a:ext uri="{FF2B5EF4-FFF2-40B4-BE49-F238E27FC236}">
                  <a16:creationId xmlns:a16="http://schemas.microsoft.com/office/drawing/2014/main" id="{33A7DE21-97BA-C757-4E8C-7D58EBCDC534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16" name="Picture 4" descr="calendar, date, event, month icon">
              <a:extLst>
                <a:ext uri="{FF2B5EF4-FFF2-40B4-BE49-F238E27FC236}">
                  <a16:creationId xmlns:a16="http://schemas.microsoft.com/office/drawing/2014/main" id="{158C9631-F14B-417C-2348-ADE36188B0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17" name="모서리가 둥근 직사각형 69">
            <a:extLst>
              <a:ext uri="{FF2B5EF4-FFF2-40B4-BE49-F238E27FC236}">
                <a16:creationId xmlns:a16="http://schemas.microsoft.com/office/drawing/2014/main" id="{D793C7CF-6509-3708-96C3-B204DF129147}"/>
              </a:ext>
            </a:extLst>
          </p:cNvPr>
          <p:cNvSpPr/>
          <p:nvPr/>
        </p:nvSpPr>
        <p:spPr>
          <a:xfrm>
            <a:off x="2839838" y="3902783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14FD52A6-2AD8-3E69-9FA5-305F9F2B9D30}"/>
              </a:ext>
            </a:extLst>
          </p:cNvPr>
          <p:cNvSpPr/>
          <p:nvPr/>
        </p:nvSpPr>
        <p:spPr>
          <a:xfrm>
            <a:off x="2617097" y="3817659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36B83D7A-46DA-D811-9E10-A7B0026935E1}"/>
              </a:ext>
            </a:extLst>
          </p:cNvPr>
          <p:cNvSpPr/>
          <p:nvPr/>
        </p:nvSpPr>
        <p:spPr>
          <a:xfrm>
            <a:off x="3676511" y="3902782"/>
            <a:ext cx="406475" cy="16548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F6A50A76-FE58-B8C9-EBDA-EE91E49B3727}"/>
              </a:ext>
            </a:extLst>
          </p:cNvPr>
          <p:cNvSpPr/>
          <p:nvPr/>
        </p:nvSpPr>
        <p:spPr>
          <a:xfrm>
            <a:off x="4134595" y="3902782"/>
            <a:ext cx="406475" cy="16548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133534A0-1160-E4FF-2A9E-168B1079A676}"/>
              </a:ext>
            </a:extLst>
          </p:cNvPr>
          <p:cNvSpPr/>
          <p:nvPr/>
        </p:nvSpPr>
        <p:spPr>
          <a:xfrm>
            <a:off x="4563035" y="3902782"/>
            <a:ext cx="406475" cy="16548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5BD61B91-8727-C51A-68ED-66A7B9BDCBDB}"/>
              </a:ext>
            </a:extLst>
          </p:cNvPr>
          <p:cNvSpPr/>
          <p:nvPr/>
        </p:nvSpPr>
        <p:spPr>
          <a:xfrm>
            <a:off x="5001625" y="3902782"/>
            <a:ext cx="406475" cy="16548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grpSp>
        <p:nvGrpSpPr>
          <p:cNvPr id="323" name="그룹 322">
            <a:extLst>
              <a:ext uri="{FF2B5EF4-FFF2-40B4-BE49-F238E27FC236}">
                <a16:creationId xmlns:a16="http://schemas.microsoft.com/office/drawing/2014/main" id="{D27FF43D-05A3-22EA-137B-9150813F9121}"/>
              </a:ext>
            </a:extLst>
          </p:cNvPr>
          <p:cNvGrpSpPr/>
          <p:nvPr/>
        </p:nvGrpSpPr>
        <p:grpSpPr>
          <a:xfrm>
            <a:off x="2503946" y="3896341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24" name="모서리가 둥근 직사각형 67">
              <a:extLst>
                <a:ext uri="{FF2B5EF4-FFF2-40B4-BE49-F238E27FC236}">
                  <a16:creationId xmlns:a16="http://schemas.microsoft.com/office/drawing/2014/main" id="{2C9B2D4B-BED1-9986-46F9-76A29691F91C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25" name="Picture 4" descr="calendar, date, event, month icon">
              <a:extLst>
                <a:ext uri="{FF2B5EF4-FFF2-40B4-BE49-F238E27FC236}">
                  <a16:creationId xmlns:a16="http://schemas.microsoft.com/office/drawing/2014/main" id="{7804D2D9-69CB-D1E6-CEC0-F7CAB51006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27" name="모서리가 둥근 직사각형 61">
            <a:extLst>
              <a:ext uri="{FF2B5EF4-FFF2-40B4-BE49-F238E27FC236}">
                <a16:creationId xmlns:a16="http://schemas.microsoft.com/office/drawing/2014/main" id="{A0E1E4E6-28A1-DFBB-CED5-F399C20BC531}"/>
              </a:ext>
            </a:extLst>
          </p:cNvPr>
          <p:cNvSpPr/>
          <p:nvPr/>
        </p:nvSpPr>
        <p:spPr>
          <a:xfrm>
            <a:off x="862994" y="4147511"/>
            <a:ext cx="252409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154703C1-D373-89E2-B573-8D97BDFDF915}"/>
              </a:ext>
            </a:extLst>
          </p:cNvPr>
          <p:cNvSpPr/>
          <p:nvPr/>
        </p:nvSpPr>
        <p:spPr>
          <a:xfrm>
            <a:off x="5868561" y="2153820"/>
            <a:ext cx="465711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복사</a:t>
            </a:r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17A6F8B7-0987-6B05-21D9-38630671EB49}"/>
              </a:ext>
            </a:extLst>
          </p:cNvPr>
          <p:cNvSpPr/>
          <p:nvPr/>
        </p:nvSpPr>
        <p:spPr>
          <a:xfrm>
            <a:off x="0" y="6372597"/>
            <a:ext cx="10009361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▼ 다음 페이지에서 이어짐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D099F07-39A7-759C-7EE2-DB8FBBF6F905}"/>
              </a:ext>
            </a:extLst>
          </p:cNvPr>
          <p:cNvGraphicFramePr>
            <a:graphicFrameLocks noGrp="1"/>
          </p:cNvGraphicFramePr>
          <p:nvPr/>
        </p:nvGraphicFramePr>
        <p:xfrm>
          <a:off x="144909" y="4382198"/>
          <a:ext cx="6263014" cy="1850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구매 제한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무제한           수량입력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714941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재고수량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무제한           수량입력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배송탬플릿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45385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구매 단위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상품단위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04928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개당기준수량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전체 수량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46773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안내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 안함             사용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84171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미적용                  유기농             친환경                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746418"/>
                  </a:ext>
                </a:extLst>
              </a:tr>
            </a:tbl>
          </a:graphicData>
        </a:graphic>
      </p:graphicFrame>
      <p:sp>
        <p:nvSpPr>
          <p:cNvPr id="10" name="모서리가 둥근 직사각형 61">
            <a:extLst>
              <a:ext uri="{FF2B5EF4-FFF2-40B4-BE49-F238E27FC236}">
                <a16:creationId xmlns:a16="http://schemas.microsoft.com/office/drawing/2014/main" id="{6E6D9725-A77A-B17C-4C88-88798C764610}"/>
              </a:ext>
            </a:extLst>
          </p:cNvPr>
          <p:cNvSpPr/>
          <p:nvPr/>
        </p:nvSpPr>
        <p:spPr>
          <a:xfrm>
            <a:off x="4170533" y="4679609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설정하기</a:t>
            </a:r>
          </a:p>
        </p:txBody>
      </p:sp>
      <p:sp>
        <p:nvSpPr>
          <p:cNvPr id="12" name="모서리가 둥근 직사각형 61">
            <a:extLst>
              <a:ext uri="{FF2B5EF4-FFF2-40B4-BE49-F238E27FC236}">
                <a16:creationId xmlns:a16="http://schemas.microsoft.com/office/drawing/2014/main" id="{682D4C83-8A6C-7D3E-E172-33B2C446F096}"/>
              </a:ext>
            </a:extLst>
          </p:cNvPr>
          <p:cNvSpPr/>
          <p:nvPr/>
        </p:nvSpPr>
        <p:spPr>
          <a:xfrm>
            <a:off x="880697" y="4965218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14" name="모서리가 둥근 직사각형 61">
            <a:extLst>
              <a:ext uri="{FF2B5EF4-FFF2-40B4-BE49-F238E27FC236}">
                <a16:creationId xmlns:a16="http://schemas.microsoft.com/office/drawing/2014/main" id="{75CA45B5-A774-205A-D00A-6365B936449F}"/>
              </a:ext>
            </a:extLst>
          </p:cNvPr>
          <p:cNvSpPr/>
          <p:nvPr/>
        </p:nvSpPr>
        <p:spPr>
          <a:xfrm>
            <a:off x="4170533" y="4965218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pic>
        <p:nvPicPr>
          <p:cNvPr id="16" name="Picture 2" descr="on, radio icon">
            <a:extLst>
              <a:ext uri="{FF2B5EF4-FFF2-40B4-BE49-F238E27FC236}">
                <a16:creationId xmlns:a16="http://schemas.microsoft.com/office/drawing/2014/main" id="{B81E4B8A-C2BD-146E-A58C-BE25078FE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16" y="473577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off, radio icon">
            <a:extLst>
              <a:ext uri="{FF2B5EF4-FFF2-40B4-BE49-F238E27FC236}">
                <a16:creationId xmlns:a16="http://schemas.microsoft.com/office/drawing/2014/main" id="{A12C71C3-BA5F-CB73-80BB-BA8D6A613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302" y="4724920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65">
            <a:extLst>
              <a:ext uri="{FF2B5EF4-FFF2-40B4-BE49-F238E27FC236}">
                <a16:creationId xmlns:a16="http://schemas.microsoft.com/office/drawing/2014/main" id="{C8493362-AADA-DA60-28C7-F5D4C8B79DCD}"/>
              </a:ext>
            </a:extLst>
          </p:cNvPr>
          <p:cNvSpPr/>
          <p:nvPr/>
        </p:nvSpPr>
        <p:spPr>
          <a:xfrm>
            <a:off x="1865329" y="4701255"/>
            <a:ext cx="1175607" cy="19077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8DF5A21B-7AE8-D502-446D-023F6BB34B14}"/>
              </a:ext>
            </a:extLst>
          </p:cNvPr>
          <p:cNvSpPr/>
          <p:nvPr/>
        </p:nvSpPr>
        <p:spPr>
          <a:xfrm>
            <a:off x="873450" y="5219378"/>
            <a:ext cx="2167486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구매자가 최소로 구매할 수 있는 수량 입력</a:t>
            </a:r>
          </a:p>
        </p:txBody>
      </p:sp>
      <p:sp>
        <p:nvSpPr>
          <p:cNvPr id="33" name="모서리가 둥근 직사각형 61">
            <a:extLst>
              <a:ext uri="{FF2B5EF4-FFF2-40B4-BE49-F238E27FC236}">
                <a16:creationId xmlns:a16="http://schemas.microsoft.com/office/drawing/2014/main" id="{65B77618-ECC0-B588-130F-CCDF0764D345}"/>
              </a:ext>
            </a:extLst>
          </p:cNvPr>
          <p:cNvSpPr/>
          <p:nvPr/>
        </p:nvSpPr>
        <p:spPr>
          <a:xfrm>
            <a:off x="4176577" y="5217233"/>
            <a:ext cx="2160240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ex)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묶음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,g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99A0A743-B21A-1A0A-1C30-0503111EC913}"/>
              </a:ext>
            </a:extLst>
          </p:cNvPr>
          <p:cNvSpPr/>
          <p:nvPr/>
        </p:nvSpPr>
        <p:spPr>
          <a:xfrm>
            <a:off x="4177722" y="5478254"/>
            <a:ext cx="77495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9F9D95F1-9F60-82C0-AE1D-A080D69676BE}"/>
              </a:ext>
            </a:extLst>
          </p:cNvPr>
          <p:cNvSpPr/>
          <p:nvPr/>
        </p:nvSpPr>
        <p:spPr>
          <a:xfrm>
            <a:off x="5016104" y="5473696"/>
            <a:ext cx="1320713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※ 50 </a:t>
            </a:r>
            <a:r>
              <a:rPr lang="ko-KR" altLang="en-US" sz="7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묶음당</a:t>
            </a:r>
            <a:r>
              <a: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2,500</a:t>
            </a:r>
            <a:r>
              <a: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</a:p>
        </p:txBody>
      </p:sp>
      <p:sp>
        <p:nvSpPr>
          <p:cNvPr id="39" name="모서리가 둥근 직사각형 61">
            <a:extLst>
              <a:ext uri="{FF2B5EF4-FFF2-40B4-BE49-F238E27FC236}">
                <a16:creationId xmlns:a16="http://schemas.microsoft.com/office/drawing/2014/main" id="{D53B0794-7AE4-00F2-5C91-262052D03B47}"/>
              </a:ext>
            </a:extLst>
          </p:cNvPr>
          <p:cNvSpPr/>
          <p:nvPr/>
        </p:nvSpPr>
        <p:spPr>
          <a:xfrm>
            <a:off x="869869" y="5485282"/>
            <a:ext cx="446968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F42583-B9F8-053E-9F21-14D73B4D98DC}"/>
              </a:ext>
            </a:extLst>
          </p:cNvPr>
          <p:cNvSpPr txBox="1"/>
          <p:nvPr/>
        </p:nvSpPr>
        <p:spPr>
          <a:xfrm>
            <a:off x="1261781" y="5505012"/>
            <a:ext cx="19046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가격 기준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판매가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상품전체수량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개당기준수량</a:t>
            </a:r>
          </a:p>
        </p:txBody>
      </p:sp>
      <p:pic>
        <p:nvPicPr>
          <p:cNvPr id="56" name="Picture 4" descr="off, radio icon">
            <a:extLst>
              <a:ext uri="{FF2B5EF4-FFF2-40B4-BE49-F238E27FC236}">
                <a16:creationId xmlns:a16="http://schemas.microsoft.com/office/drawing/2014/main" id="{31E6F150-2ACF-AE4C-433B-C08912047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507" y="6051230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off, radio icon">
            <a:extLst>
              <a:ext uri="{FF2B5EF4-FFF2-40B4-BE49-F238E27FC236}">
                <a16:creationId xmlns:a16="http://schemas.microsoft.com/office/drawing/2014/main" id="{12789446-7753-2C87-D8A8-BE44763BC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949" y="6056670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off, radio icon">
            <a:extLst>
              <a:ext uri="{FF2B5EF4-FFF2-40B4-BE49-F238E27FC236}">
                <a16:creationId xmlns:a16="http://schemas.microsoft.com/office/drawing/2014/main" id="{E42D98F1-8F66-633D-6ED3-890F6C283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132" y="6051230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on, radio icon">
            <a:extLst>
              <a:ext uri="{FF2B5EF4-FFF2-40B4-BE49-F238E27FC236}">
                <a16:creationId xmlns:a16="http://schemas.microsoft.com/office/drawing/2014/main" id="{887D5E81-A5E7-2E87-B8D7-C79682E9B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67" y="6051230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0425E140-E819-1802-8518-2D5D71E34AA4}"/>
              </a:ext>
            </a:extLst>
          </p:cNvPr>
          <p:cNvSpPr txBox="1"/>
          <p:nvPr/>
        </p:nvSpPr>
        <p:spPr>
          <a:xfrm>
            <a:off x="1307907" y="78285"/>
            <a:ext cx="17171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정보 등록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등록 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디폴트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1B3547-CECC-9064-A490-49CAA7A74BBF}"/>
              </a:ext>
            </a:extLst>
          </p:cNvPr>
          <p:cNvSpPr txBox="1"/>
          <p:nvPr/>
        </p:nvSpPr>
        <p:spPr>
          <a:xfrm>
            <a:off x="1302717" y="330494"/>
            <a:ext cx="20185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B099BFC-3834-4807-977A-20E346BC367A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CH-A-PR-01-01-06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90F2DD-3473-1D95-F735-92397F9013A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EA2A11-D76E-11DD-67F6-86DA160CEFFD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114">
            <a:extLst>
              <a:ext uri="{FF2B5EF4-FFF2-40B4-BE49-F238E27FC236}">
                <a16:creationId xmlns:a16="http://schemas.microsoft.com/office/drawing/2014/main" id="{1F650CFC-CEF5-DF24-9E60-AF5758D82190}"/>
              </a:ext>
            </a:extLst>
          </p:cNvPr>
          <p:cNvSpPr/>
          <p:nvPr/>
        </p:nvSpPr>
        <p:spPr>
          <a:xfrm>
            <a:off x="2642953" y="152122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" name="모서리가 둥근 직사각형 114">
            <a:extLst>
              <a:ext uri="{FF2B5EF4-FFF2-40B4-BE49-F238E27FC236}">
                <a16:creationId xmlns:a16="http://schemas.microsoft.com/office/drawing/2014/main" id="{C17AE389-7CE4-3B98-78C7-D61F56A28E04}"/>
              </a:ext>
            </a:extLst>
          </p:cNvPr>
          <p:cNvSpPr/>
          <p:nvPr/>
        </p:nvSpPr>
        <p:spPr>
          <a:xfrm>
            <a:off x="5926931" y="15083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" name="모서리가 둥근 직사각형 114">
            <a:extLst>
              <a:ext uri="{FF2B5EF4-FFF2-40B4-BE49-F238E27FC236}">
                <a16:creationId xmlns:a16="http://schemas.microsoft.com/office/drawing/2014/main" id="{C8C04513-E9D3-18D8-68D6-BA5C2E059772}"/>
              </a:ext>
            </a:extLst>
          </p:cNvPr>
          <p:cNvSpPr/>
          <p:nvPr/>
        </p:nvSpPr>
        <p:spPr>
          <a:xfrm>
            <a:off x="2642953" y="17816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72B2E121-3B22-E8A9-9CE0-2FB41A99EAB0}"/>
              </a:ext>
            </a:extLst>
          </p:cNvPr>
          <p:cNvSpPr/>
          <p:nvPr/>
        </p:nvSpPr>
        <p:spPr>
          <a:xfrm>
            <a:off x="5922535" y="17506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157B6370-C27A-4985-46B2-B59D59623CB1}"/>
              </a:ext>
            </a:extLst>
          </p:cNvPr>
          <p:cNvSpPr/>
          <p:nvPr/>
        </p:nvSpPr>
        <p:spPr>
          <a:xfrm>
            <a:off x="6080603" y="20382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" name="모서리가 둥근 직사각형 114">
            <a:extLst>
              <a:ext uri="{FF2B5EF4-FFF2-40B4-BE49-F238E27FC236}">
                <a16:creationId xmlns:a16="http://schemas.microsoft.com/office/drawing/2014/main" id="{54E03959-B10A-8593-BB0D-60335D182737}"/>
              </a:ext>
            </a:extLst>
          </p:cNvPr>
          <p:cNvSpPr/>
          <p:nvPr/>
        </p:nvSpPr>
        <p:spPr>
          <a:xfrm>
            <a:off x="1548466" y="23294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674533C7-0C4F-4FC9-A630-46E758C5AB1B}"/>
              </a:ext>
            </a:extLst>
          </p:cNvPr>
          <p:cNvSpPr/>
          <p:nvPr/>
        </p:nvSpPr>
        <p:spPr>
          <a:xfrm>
            <a:off x="6106769" y="25375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5FB2117C-49EF-7C27-A89C-EABF841337CF}"/>
              </a:ext>
            </a:extLst>
          </p:cNvPr>
          <p:cNvSpPr/>
          <p:nvPr/>
        </p:nvSpPr>
        <p:spPr>
          <a:xfrm>
            <a:off x="2881779" y="28297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BB4593F7-84F0-B5FC-32B3-1E15AC408EF0}"/>
              </a:ext>
            </a:extLst>
          </p:cNvPr>
          <p:cNvSpPr/>
          <p:nvPr/>
        </p:nvSpPr>
        <p:spPr>
          <a:xfrm>
            <a:off x="9651599" y="13427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41182AE6-9931-73E2-2F16-D58BAAC44D92}"/>
              </a:ext>
            </a:extLst>
          </p:cNvPr>
          <p:cNvSpPr/>
          <p:nvPr/>
        </p:nvSpPr>
        <p:spPr>
          <a:xfrm>
            <a:off x="6088884" y="28353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1D35F8B3-F80F-0566-56B8-499B619CD28E}"/>
              </a:ext>
            </a:extLst>
          </p:cNvPr>
          <p:cNvSpPr/>
          <p:nvPr/>
        </p:nvSpPr>
        <p:spPr>
          <a:xfrm>
            <a:off x="6059011" y="334422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4" name="모서리가 둥근 직사각형 114">
            <a:extLst>
              <a:ext uri="{FF2B5EF4-FFF2-40B4-BE49-F238E27FC236}">
                <a16:creationId xmlns:a16="http://schemas.microsoft.com/office/drawing/2014/main" id="{55B6A403-E3C5-99F7-4FBD-8693B5AE8BB3}"/>
              </a:ext>
            </a:extLst>
          </p:cNvPr>
          <p:cNvSpPr/>
          <p:nvPr/>
        </p:nvSpPr>
        <p:spPr>
          <a:xfrm>
            <a:off x="6053766" y="35300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8" name="모서리가 둥근 직사각형 114">
            <a:extLst>
              <a:ext uri="{FF2B5EF4-FFF2-40B4-BE49-F238E27FC236}">
                <a16:creationId xmlns:a16="http://schemas.microsoft.com/office/drawing/2014/main" id="{A89A3B96-6E48-0963-1533-4B4D16333384}"/>
              </a:ext>
            </a:extLst>
          </p:cNvPr>
          <p:cNvSpPr/>
          <p:nvPr/>
        </p:nvSpPr>
        <p:spPr>
          <a:xfrm>
            <a:off x="6059011" y="38954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1" name="모서리가 둥근 직사각형 114">
            <a:extLst>
              <a:ext uri="{FF2B5EF4-FFF2-40B4-BE49-F238E27FC236}">
                <a16:creationId xmlns:a16="http://schemas.microsoft.com/office/drawing/2014/main" id="{1BE1781B-DCA1-91A8-882D-B74063FB2114}"/>
              </a:ext>
            </a:extLst>
          </p:cNvPr>
          <p:cNvSpPr/>
          <p:nvPr/>
        </p:nvSpPr>
        <p:spPr>
          <a:xfrm>
            <a:off x="6059011" y="41420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8" name="모서리가 둥근 직사각형 114">
            <a:extLst>
              <a:ext uri="{FF2B5EF4-FFF2-40B4-BE49-F238E27FC236}">
                <a16:creationId xmlns:a16="http://schemas.microsoft.com/office/drawing/2014/main" id="{45D5293F-FD51-A398-9FB5-69247D1C7FC9}"/>
              </a:ext>
            </a:extLst>
          </p:cNvPr>
          <p:cNvSpPr/>
          <p:nvPr/>
        </p:nvSpPr>
        <p:spPr>
          <a:xfrm>
            <a:off x="6055570" y="4605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65A0AB3A-92B4-1F64-D5C9-A5476097F755}"/>
              </a:ext>
            </a:extLst>
          </p:cNvPr>
          <p:cNvSpPr/>
          <p:nvPr/>
        </p:nvSpPr>
        <p:spPr>
          <a:xfrm>
            <a:off x="2754281" y="4935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4" name="모서리가 둥근 직사각형 114">
            <a:extLst>
              <a:ext uri="{FF2B5EF4-FFF2-40B4-BE49-F238E27FC236}">
                <a16:creationId xmlns:a16="http://schemas.microsoft.com/office/drawing/2014/main" id="{1F296DEF-CA62-0888-FCFC-CF07DDCBBD6C}"/>
              </a:ext>
            </a:extLst>
          </p:cNvPr>
          <p:cNvSpPr/>
          <p:nvPr/>
        </p:nvSpPr>
        <p:spPr>
          <a:xfrm>
            <a:off x="6061304" y="49613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1F46BA43-EAC3-AF1C-EA3E-E12A69576B4F}"/>
              </a:ext>
            </a:extLst>
          </p:cNvPr>
          <p:cNvSpPr/>
          <p:nvPr/>
        </p:nvSpPr>
        <p:spPr>
          <a:xfrm>
            <a:off x="2739001" y="52393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모서리가 둥근 직사각형 114">
            <a:extLst>
              <a:ext uri="{FF2B5EF4-FFF2-40B4-BE49-F238E27FC236}">
                <a16:creationId xmlns:a16="http://schemas.microsoft.com/office/drawing/2014/main" id="{13118834-49F9-8815-D37E-684AF400F8DE}"/>
              </a:ext>
            </a:extLst>
          </p:cNvPr>
          <p:cNvSpPr/>
          <p:nvPr/>
        </p:nvSpPr>
        <p:spPr>
          <a:xfrm>
            <a:off x="6061304" y="52152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7E410959-E1E3-29F8-4510-66F8DBF2F2BA}"/>
              </a:ext>
            </a:extLst>
          </p:cNvPr>
          <p:cNvSpPr/>
          <p:nvPr/>
        </p:nvSpPr>
        <p:spPr>
          <a:xfrm>
            <a:off x="1190675" y="54034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0" name="모서리가 둥근 직사각형 114">
            <a:extLst>
              <a:ext uri="{FF2B5EF4-FFF2-40B4-BE49-F238E27FC236}">
                <a16:creationId xmlns:a16="http://schemas.microsoft.com/office/drawing/2014/main" id="{309DCDD4-33F6-63A2-1C52-525DFB511DD9}"/>
              </a:ext>
            </a:extLst>
          </p:cNvPr>
          <p:cNvSpPr/>
          <p:nvPr/>
        </p:nvSpPr>
        <p:spPr>
          <a:xfrm>
            <a:off x="4643037" y="53972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5" name="모서리가 둥근 직사각형 114">
            <a:extLst>
              <a:ext uri="{FF2B5EF4-FFF2-40B4-BE49-F238E27FC236}">
                <a16:creationId xmlns:a16="http://schemas.microsoft.com/office/drawing/2014/main" id="{AC948E98-1913-C6FE-A047-AD7C19F68818}"/>
              </a:ext>
            </a:extLst>
          </p:cNvPr>
          <p:cNvSpPr/>
          <p:nvPr/>
        </p:nvSpPr>
        <p:spPr>
          <a:xfrm>
            <a:off x="6127095" y="54191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9" name="모서리가 둥근 직사각형 114">
            <a:extLst>
              <a:ext uri="{FF2B5EF4-FFF2-40B4-BE49-F238E27FC236}">
                <a16:creationId xmlns:a16="http://schemas.microsoft.com/office/drawing/2014/main" id="{98FBAE55-7313-330C-2539-CCF253F20E89}"/>
              </a:ext>
            </a:extLst>
          </p:cNvPr>
          <p:cNvSpPr/>
          <p:nvPr/>
        </p:nvSpPr>
        <p:spPr>
          <a:xfrm>
            <a:off x="3470997" y="60153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83" name="Group 59">
            <a:extLst>
              <a:ext uri="{FF2B5EF4-FFF2-40B4-BE49-F238E27FC236}">
                <a16:creationId xmlns:a16="http://schemas.microsoft.com/office/drawing/2014/main" id="{D11AF109-3ABD-FE11-65A8-005C1C151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559579"/>
              </p:ext>
            </p:extLst>
          </p:nvPr>
        </p:nvGraphicFramePr>
        <p:xfrm>
          <a:off x="10086305" y="636529"/>
          <a:ext cx="2850436" cy="716902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1-1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등록일</a:t>
                      </a:r>
                      <a:endParaRPr kumimoji="0" lang="en-US" altLang="ko-KR" sz="800" b="0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Today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출력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아이디와 </a:t>
                      </a:r>
                      <a:r>
                        <a:rPr kumimoji="0" lang="ko-KR" altLang="en-US" sz="800" b="1" i="0" u="sng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매핑된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정보 출력</a:t>
                      </a:r>
                      <a:endParaRPr kumimoji="0" lang="en-US" altLang="ko-KR" sz="800" b="0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)/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판매업체명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1-3 </a:t>
                      </a:r>
                      <a:r>
                        <a:rPr kumimoji="0" lang="ko-KR" altLang="en-US" sz="7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승인상태</a:t>
                      </a:r>
                      <a:endParaRPr kumimoji="0" lang="en-US" altLang="ko-KR" sz="700" b="0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승인상태 데이터 값 출력 영역</a:t>
                      </a:r>
                      <a:endParaRPr kumimoji="0" lang="en-US" altLang="ko-KR" sz="6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전 상태는 </a:t>
                      </a:r>
                      <a:r>
                        <a:rPr kumimoji="0" lang="en-US" altLang="ko-KR" sz="6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“- “ </a:t>
                      </a:r>
                      <a:r>
                        <a:rPr kumimoji="0" lang="ko-KR" altLang="en-US" sz="6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값 출력</a:t>
                      </a:r>
                      <a:endParaRPr kumimoji="0" lang="en-US" altLang="ko-KR" sz="6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1-4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최종 승인일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관리자 데이터 영역</a:t>
                      </a:r>
                      <a:endParaRPr kumimoji="0" lang="en-US" altLang="ko-KR" sz="800" b="0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전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승인 전 상태는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“- “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값 출력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복사 버튼 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 검색 레이어 팝업 출력 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CH-A-PR-01-01-07p</a:t>
                      </a:r>
                      <a:endParaRPr kumimoji="0" lang="en-US" altLang="ko-KR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상품번호 코드 출력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번에 선택 가능한 데이터 출력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2-4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번에 선택 가능한 데이터 출력 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2-5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번에 선택 가능한 데이터 출력 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상세 화면은 다음 슬라이드 참고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3-1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상품명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input box  / </a:t>
                      </a:r>
                      <a:r>
                        <a:rPr kumimoji="0" lang="ko-KR" altLang="en-US" sz="800" b="1" i="0" u="sng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홀더 제공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검색어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800" b="1" i="0" u="sng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홀더 제공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3-3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판매 기간 선택 라디오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)/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이때 기간 설정 영역은 비활성화 처리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버튼 포함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기간 설정 선택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달력 선택 영역 활성화 처리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3-4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판매가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input 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숫자만 입력 가능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3-5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사용자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일 최대 구매 제한 수량 설정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무제한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)/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이때 기간 수량 입력 영역은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비활성화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6689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4-1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재고수량 선택 라디오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무제한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)/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이때 기간 수량 입력 영역은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비활성화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4-2 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번에 선택 가능한 데이터 출력 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4-3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번에 선택 가능한 데이터 출력 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4-4 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번에 선택 가능한 데이터 출력 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상세 화면은 다음 슬라이드 참고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4-5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최소 구매 단위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input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홀더 제공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4-6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단위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input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홀더 제공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4-7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개당 기준 수량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input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숫자만 입력 가능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4-8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상품 전체 수량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input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숫자만 입력 가능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4-9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자동 계산 결과 데이터 출력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Read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only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4-5,6,7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 값 자동 계산 데이터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현재 기준 동일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4-10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구매 안내 조회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번에 선택 가능한 데이터 출력 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상세 화면은 다음 슬라이드 참고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4-11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친환경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유기농 선택 라디오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디폴트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미적용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해당 선택 값이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6-2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 데이터 값으로 출력됨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01108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설정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디폴트 안내 문구 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“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좌측 화면에서 선택하실 항목을 클릭해주세요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.”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좌측 화면에서 항목선택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해당 영역에 선택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조회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등록할 수 있도록 화면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073440"/>
                  </a:ext>
                </a:extLst>
              </a:tr>
            </a:tbl>
          </a:graphicData>
        </a:graphic>
      </p:graphicFrame>
      <p:pic>
        <p:nvPicPr>
          <p:cNvPr id="9" name="Picture 2" descr="on, radio icon">
            <a:extLst>
              <a:ext uri="{FF2B5EF4-FFF2-40B4-BE49-F238E27FC236}">
                <a16:creationId xmlns:a16="http://schemas.microsoft.com/office/drawing/2014/main" id="{C4432A61-32A2-8685-3EC9-63E49EBF7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640" y="579008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off, radio icon">
            <a:extLst>
              <a:ext uri="{FF2B5EF4-FFF2-40B4-BE49-F238E27FC236}">
                <a16:creationId xmlns:a16="http://schemas.microsoft.com/office/drawing/2014/main" id="{704EEE43-71CD-077C-4DC3-334A5B5EC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23" y="577770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8462E7-9C6A-82E5-5312-C4B8F3BCF55B}"/>
              </a:ext>
            </a:extLst>
          </p:cNvPr>
          <p:cNvSpPr/>
          <p:nvPr/>
        </p:nvSpPr>
        <p:spPr>
          <a:xfrm>
            <a:off x="1770225" y="5762226"/>
            <a:ext cx="484044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77" name="모서리가 둥근 직사각형 114">
            <a:extLst>
              <a:ext uri="{FF2B5EF4-FFF2-40B4-BE49-F238E27FC236}">
                <a16:creationId xmlns:a16="http://schemas.microsoft.com/office/drawing/2014/main" id="{6D0586D5-658A-C88C-F526-B73F687FF43A}"/>
              </a:ext>
            </a:extLst>
          </p:cNvPr>
          <p:cNvSpPr/>
          <p:nvPr/>
        </p:nvSpPr>
        <p:spPr>
          <a:xfrm>
            <a:off x="2224871" y="56859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5" name="Picture 2" descr="on, radio icon">
            <a:extLst>
              <a:ext uri="{FF2B5EF4-FFF2-40B4-BE49-F238E27FC236}">
                <a16:creationId xmlns:a16="http://schemas.microsoft.com/office/drawing/2014/main" id="{5BA6A8EE-D784-9DD4-7FCB-77FAA7E6C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16" y="446768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off, radio icon">
            <a:extLst>
              <a:ext uri="{FF2B5EF4-FFF2-40B4-BE49-F238E27FC236}">
                <a16:creationId xmlns:a16="http://schemas.microsoft.com/office/drawing/2014/main" id="{E349455B-7897-50BC-3FF9-FFC225965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302" y="445683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모서리가 둥근 직사각형 65">
            <a:extLst>
              <a:ext uri="{FF2B5EF4-FFF2-40B4-BE49-F238E27FC236}">
                <a16:creationId xmlns:a16="http://schemas.microsoft.com/office/drawing/2014/main" id="{B0F55538-E9E7-FFF3-1C7E-ADA2C1DF80DB}"/>
              </a:ext>
            </a:extLst>
          </p:cNvPr>
          <p:cNvSpPr/>
          <p:nvPr/>
        </p:nvSpPr>
        <p:spPr>
          <a:xfrm>
            <a:off x="1865329" y="4408287"/>
            <a:ext cx="1175607" cy="19077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8BA8A3F7-1309-E6B5-1337-B7BBB9772162}"/>
              </a:ext>
            </a:extLst>
          </p:cNvPr>
          <p:cNvSpPr/>
          <p:nvPr/>
        </p:nvSpPr>
        <p:spPr>
          <a:xfrm>
            <a:off x="2754281" y="426865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57056CFD-AC7C-8783-FCBC-7F66B4BC9A4F}"/>
              </a:ext>
            </a:extLst>
          </p:cNvPr>
          <p:cNvSpPr/>
          <p:nvPr/>
        </p:nvSpPr>
        <p:spPr>
          <a:xfrm>
            <a:off x="2754281" y="45616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776C15-3FA3-B158-59EB-DBC6979D8E75}"/>
              </a:ext>
            </a:extLst>
          </p:cNvPr>
          <p:cNvSpPr txBox="1"/>
          <p:nvPr/>
        </p:nvSpPr>
        <p:spPr>
          <a:xfrm>
            <a:off x="3040936" y="4422799"/>
            <a:ext cx="33474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일동안 구매할 수 있는 최대 수량을 입력해주세요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4391029-90D5-6D38-19EA-0E5E7B6CFDB5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3-5 / 1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구매 제한 데이터 설정 항목 추가 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3795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0E8E470-10FD-6429-EF37-33D0C7F0694B}"/>
              </a:ext>
            </a:extLst>
          </p:cNvPr>
          <p:cNvSpPr/>
          <p:nvPr/>
        </p:nvSpPr>
        <p:spPr>
          <a:xfrm>
            <a:off x="6601339" y="331921"/>
            <a:ext cx="3380919" cy="52043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DC2469A-9A32-9923-77AD-C9A5F91FC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478886"/>
              </p:ext>
            </p:extLst>
          </p:nvPr>
        </p:nvGraphicFramePr>
        <p:xfrm>
          <a:off x="110684" y="2556173"/>
          <a:ext cx="6263014" cy="17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설명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332C6C28-59A2-A48D-E58D-A92348DBAA99}"/>
              </a:ext>
            </a:extLst>
          </p:cNvPr>
          <p:cNvSpPr/>
          <p:nvPr/>
        </p:nvSpPr>
        <p:spPr>
          <a:xfrm>
            <a:off x="841918" y="2646826"/>
            <a:ext cx="681081" cy="16548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맑은 고딕" panose="020B0503020000020004" pitchFamily="50" charset="-127"/>
              </a:rPr>
              <a:t>이미지 등록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C1F0A8-039F-F0DD-62FA-B7F804C3C563}"/>
              </a:ext>
            </a:extLst>
          </p:cNvPr>
          <p:cNvSpPr txBox="1"/>
          <p:nvPr/>
        </p:nvSpPr>
        <p:spPr>
          <a:xfrm>
            <a:off x="1522999" y="2596863"/>
            <a:ext cx="21771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0MB,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장까지 등록 가능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3ADC0-6571-3C17-E407-8059F377911D}"/>
              </a:ext>
            </a:extLst>
          </p:cNvPr>
          <p:cNvSpPr txBox="1"/>
          <p:nvPr/>
        </p:nvSpPr>
        <p:spPr>
          <a:xfrm>
            <a:off x="5789590" y="2638670"/>
            <a:ext cx="7040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0/20 (0MB)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88C222-262D-D5D3-7EB6-32CFED8752B0}"/>
              </a:ext>
            </a:extLst>
          </p:cNvPr>
          <p:cNvSpPr txBox="1"/>
          <p:nvPr/>
        </p:nvSpPr>
        <p:spPr>
          <a:xfrm>
            <a:off x="103178" y="152518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spc="-15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FA0551D-9F5B-6991-595E-4E618EF4F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35576"/>
              </p:ext>
            </p:extLst>
          </p:nvPr>
        </p:nvGraphicFramePr>
        <p:xfrm>
          <a:off x="110684" y="1737337"/>
          <a:ext cx="6263014" cy="8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 이미지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6E24CFE1-492E-8B39-0A18-0FE6693A749F}"/>
              </a:ext>
            </a:extLst>
          </p:cNvPr>
          <p:cNvSpPr/>
          <p:nvPr/>
        </p:nvSpPr>
        <p:spPr>
          <a:xfrm>
            <a:off x="841918" y="1757592"/>
            <a:ext cx="681081" cy="16548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3C3C78-60CF-B30D-E28B-853C80978AAF}"/>
              </a:ext>
            </a:extLst>
          </p:cNvPr>
          <p:cNvSpPr txBox="1"/>
          <p:nvPr/>
        </p:nvSpPr>
        <p:spPr>
          <a:xfrm>
            <a:off x="1514073" y="1750959"/>
            <a:ext cx="30332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10MB,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장까지 등록 가능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권장 사이즈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1000 x 1000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177C94-B89E-5A1B-12B6-61F4E8785555}"/>
              </a:ext>
            </a:extLst>
          </p:cNvPr>
          <p:cNvSpPr txBox="1"/>
          <p:nvPr/>
        </p:nvSpPr>
        <p:spPr>
          <a:xfrm>
            <a:off x="5789590" y="1749436"/>
            <a:ext cx="6479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0/5 (0MB)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C17DA4A-160F-AD67-81A9-CB94CAB542A1}"/>
              </a:ext>
            </a:extLst>
          </p:cNvPr>
          <p:cNvCxnSpPr>
            <a:cxnSpLocks/>
          </p:cNvCxnSpPr>
          <p:nvPr/>
        </p:nvCxnSpPr>
        <p:spPr>
          <a:xfrm>
            <a:off x="6363509" y="3022533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0A788BD-EFB5-3A8E-74F1-B90CB678BD04}"/>
              </a:ext>
            </a:extLst>
          </p:cNvPr>
          <p:cNvSpPr txBox="1"/>
          <p:nvPr/>
        </p:nvSpPr>
        <p:spPr>
          <a:xfrm>
            <a:off x="103178" y="32392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</a:t>
            </a:r>
            <a:endParaRPr lang="ko-KR" altLang="en-US" sz="900" b="1" spc="-150" dirty="0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EBFFDFE6-6B71-E0BB-E985-4C2EFBF2E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68347"/>
              </p:ext>
            </p:extLst>
          </p:nvPr>
        </p:nvGraphicFramePr>
        <p:xfrm>
          <a:off x="122026" y="574640"/>
          <a:ext cx="6263014" cy="875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 값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유형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단계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  조건 설정 시 자동 반영됩니다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수영장용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4343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조건은 할인 설정 시 자동 반영 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26544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CD6690F4-7D02-415D-F37F-5DAC986EFAFD}"/>
              </a:ext>
            </a:extLst>
          </p:cNvPr>
          <p:cNvSpPr/>
          <p:nvPr/>
        </p:nvSpPr>
        <p:spPr>
          <a:xfrm>
            <a:off x="5898613" y="352881"/>
            <a:ext cx="465711" cy="165481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설정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49F90D-77A5-01E2-BC1A-54A193D2C960}"/>
              </a:ext>
            </a:extLst>
          </p:cNvPr>
          <p:cNvSpPr txBox="1"/>
          <p:nvPr/>
        </p:nvSpPr>
        <p:spPr>
          <a:xfrm>
            <a:off x="110010" y="4482722"/>
            <a:ext cx="1021674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사은품  정보 </a:t>
            </a:r>
            <a:endParaRPr lang="ko-KR" altLang="en-US" sz="900" b="1" spc="-150" dirty="0"/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CBD3FFCC-5848-E5D0-5309-5C5E5CEB9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220617"/>
              </p:ext>
            </p:extLst>
          </p:nvPr>
        </p:nvGraphicFramePr>
        <p:xfrm>
          <a:off x="122025" y="4704988"/>
          <a:ext cx="6213245" cy="1108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32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470925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사은품 혜택 반영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1957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혜택 반영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41921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296753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 기간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34359"/>
                  </a:ext>
                </a:extLst>
              </a:tr>
            </a:tbl>
          </a:graphicData>
        </a:graphic>
      </p:graphicFrame>
      <p:sp>
        <p:nvSpPr>
          <p:cNvPr id="58" name="모서리가 둥근 직사각형 61">
            <a:extLst>
              <a:ext uri="{FF2B5EF4-FFF2-40B4-BE49-F238E27FC236}">
                <a16:creationId xmlns:a16="http://schemas.microsoft.com/office/drawing/2014/main" id="{D7C55AD9-6768-DA3E-7DA9-5820F1758255}"/>
              </a:ext>
            </a:extLst>
          </p:cNvPr>
          <p:cNvSpPr/>
          <p:nvPr/>
        </p:nvSpPr>
        <p:spPr>
          <a:xfrm>
            <a:off x="1456671" y="5085706"/>
            <a:ext cx="939371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모서리가 둥근 직사각형 61">
            <a:extLst>
              <a:ext uri="{FF2B5EF4-FFF2-40B4-BE49-F238E27FC236}">
                <a16:creationId xmlns:a16="http://schemas.microsoft.com/office/drawing/2014/main" id="{7ADF43B7-60FB-81E8-203D-30D8959403F0}"/>
              </a:ext>
            </a:extLst>
          </p:cNvPr>
          <p:cNvSpPr/>
          <p:nvPr/>
        </p:nvSpPr>
        <p:spPr>
          <a:xfrm>
            <a:off x="3125010" y="5078526"/>
            <a:ext cx="486040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모서리가 둥근 직사각형 61">
            <a:extLst>
              <a:ext uri="{FF2B5EF4-FFF2-40B4-BE49-F238E27FC236}">
                <a16:creationId xmlns:a16="http://schemas.microsoft.com/office/drawing/2014/main" id="{50CCCC95-D00B-547F-509B-6B7B03BDC4E4}"/>
              </a:ext>
            </a:extLst>
          </p:cNvPr>
          <p:cNvSpPr/>
          <p:nvPr/>
        </p:nvSpPr>
        <p:spPr>
          <a:xfrm>
            <a:off x="3953694" y="5077967"/>
            <a:ext cx="716764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모서리가 둥근 직사각형 65">
            <a:extLst>
              <a:ext uri="{FF2B5EF4-FFF2-40B4-BE49-F238E27FC236}">
                <a16:creationId xmlns:a16="http://schemas.microsoft.com/office/drawing/2014/main" id="{9D1C44A3-E1D4-40E2-3A36-C9F648CA6BD7}"/>
              </a:ext>
            </a:extLst>
          </p:cNvPr>
          <p:cNvSpPr/>
          <p:nvPr/>
        </p:nvSpPr>
        <p:spPr>
          <a:xfrm>
            <a:off x="925729" y="5607279"/>
            <a:ext cx="804549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8A652AAB-759D-C5F0-4935-FFB0176BBB5E}"/>
              </a:ext>
            </a:extLst>
          </p:cNvPr>
          <p:cNvGrpSpPr/>
          <p:nvPr/>
        </p:nvGrpSpPr>
        <p:grpSpPr>
          <a:xfrm>
            <a:off x="2649518" y="5606901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65" name="모서리가 둥근 직사각형 67">
              <a:extLst>
                <a:ext uri="{FF2B5EF4-FFF2-40B4-BE49-F238E27FC236}">
                  <a16:creationId xmlns:a16="http://schemas.microsoft.com/office/drawing/2014/main" id="{95353B6E-7B7B-AAD2-63CD-CA5E60D9992F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6" name="Picture 4" descr="calendar, date, event, month icon">
              <a:extLst>
                <a:ext uri="{FF2B5EF4-FFF2-40B4-BE49-F238E27FC236}">
                  <a16:creationId xmlns:a16="http://schemas.microsoft.com/office/drawing/2014/main" id="{6BD62876-E8A2-2DE1-A409-EAAA5C240F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67" name="모서리가 둥근 직사각형 69">
            <a:extLst>
              <a:ext uri="{FF2B5EF4-FFF2-40B4-BE49-F238E27FC236}">
                <a16:creationId xmlns:a16="http://schemas.microsoft.com/office/drawing/2014/main" id="{BF7553D3-063E-B353-F220-F35D84B56820}"/>
              </a:ext>
            </a:extLst>
          </p:cNvPr>
          <p:cNvSpPr/>
          <p:nvPr/>
        </p:nvSpPr>
        <p:spPr>
          <a:xfrm>
            <a:off x="1944465" y="5606901"/>
            <a:ext cx="69290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DA88356-7907-AEBE-38A5-D856EF7251AF}"/>
              </a:ext>
            </a:extLst>
          </p:cNvPr>
          <p:cNvSpPr/>
          <p:nvPr/>
        </p:nvSpPr>
        <p:spPr>
          <a:xfrm>
            <a:off x="1702527" y="5524365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9EA83ACB-1F95-2584-E20A-4BB7DAF3B09F}"/>
              </a:ext>
            </a:extLst>
          </p:cNvPr>
          <p:cNvGrpSpPr/>
          <p:nvPr/>
        </p:nvGrpSpPr>
        <p:grpSpPr>
          <a:xfrm>
            <a:off x="1564736" y="5607279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70" name="모서리가 둥근 직사각형 67">
              <a:extLst>
                <a:ext uri="{FF2B5EF4-FFF2-40B4-BE49-F238E27FC236}">
                  <a16:creationId xmlns:a16="http://schemas.microsoft.com/office/drawing/2014/main" id="{8A136E6E-7C36-5A6B-3B02-6FF070E5F386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71" name="Picture 4" descr="calendar, date, event, month icon">
              <a:extLst>
                <a:ext uri="{FF2B5EF4-FFF2-40B4-BE49-F238E27FC236}">
                  <a16:creationId xmlns:a16="http://schemas.microsoft.com/office/drawing/2014/main" id="{BBEE8D5F-4ED5-C823-242C-05F81C38F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EE7CD718-4F24-0360-AC10-27BA6B96C025}"/>
              </a:ext>
            </a:extLst>
          </p:cNvPr>
          <p:cNvSpPr txBox="1"/>
          <p:nvPr/>
        </p:nvSpPr>
        <p:spPr>
          <a:xfrm>
            <a:off x="973001" y="5058804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할인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55F1523-7BC9-D7C0-6D14-78DF9EE97E62}"/>
              </a:ext>
            </a:extLst>
          </p:cNvPr>
          <p:cNvSpPr txBox="1"/>
          <p:nvPr/>
        </p:nvSpPr>
        <p:spPr>
          <a:xfrm>
            <a:off x="2328389" y="5067804"/>
            <a:ext cx="341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 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9EC8229-0687-8C91-4A3B-C9070AEE9171}"/>
              </a:ext>
            </a:extLst>
          </p:cNvPr>
          <p:cNvSpPr txBox="1"/>
          <p:nvPr/>
        </p:nvSpPr>
        <p:spPr>
          <a:xfrm>
            <a:off x="2613078" y="5063286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비율할인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DB1D849-3D72-95D8-8BF1-1AAA20D5A2C0}"/>
              </a:ext>
            </a:extLst>
          </p:cNvPr>
          <p:cNvSpPr txBox="1"/>
          <p:nvPr/>
        </p:nvSpPr>
        <p:spPr>
          <a:xfrm>
            <a:off x="3532545" y="5089888"/>
            <a:ext cx="2551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%,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B93E1CB-6B4C-60CD-0581-131697FBF6C8}"/>
              </a:ext>
            </a:extLst>
          </p:cNvPr>
          <p:cNvSpPr txBox="1"/>
          <p:nvPr/>
        </p:nvSpPr>
        <p:spPr>
          <a:xfrm>
            <a:off x="3640521" y="5070188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1226506-73BB-58B5-A779-F695E48356C3}"/>
              </a:ext>
            </a:extLst>
          </p:cNvPr>
          <p:cNvSpPr txBox="1"/>
          <p:nvPr/>
        </p:nvSpPr>
        <p:spPr>
          <a:xfrm>
            <a:off x="4596635" y="5060624"/>
            <a:ext cx="2680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041B74F-8150-31CA-26FF-0282F6E225A4}"/>
              </a:ext>
            </a:extLst>
          </p:cNvPr>
          <p:cNvSpPr txBox="1"/>
          <p:nvPr/>
        </p:nvSpPr>
        <p:spPr>
          <a:xfrm>
            <a:off x="2227071" y="4485602"/>
            <a:ext cx="4320413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설정은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상품목록 위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할인설정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메뉴에서 설정하실 수 있습니다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 (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상품 동시 할인 반영 가능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5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모서리가 둥근 직사각형 77">
            <a:extLst>
              <a:ext uri="{FF2B5EF4-FFF2-40B4-BE49-F238E27FC236}">
                <a16:creationId xmlns:a16="http://schemas.microsoft.com/office/drawing/2014/main" id="{68365164-A6D1-3E9C-EA49-1CEBD1CA351F}"/>
              </a:ext>
            </a:extLst>
          </p:cNvPr>
          <p:cNvSpPr/>
          <p:nvPr/>
        </p:nvSpPr>
        <p:spPr>
          <a:xfrm>
            <a:off x="9217344" y="5670706"/>
            <a:ext cx="778461" cy="2698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23" name="모서리가 둥근 직사각형 78">
            <a:extLst>
              <a:ext uri="{FF2B5EF4-FFF2-40B4-BE49-F238E27FC236}">
                <a16:creationId xmlns:a16="http://schemas.microsoft.com/office/drawing/2014/main" id="{C0F5AC86-E6C9-AD55-D3C7-6C9AAA8A3B23}"/>
              </a:ext>
            </a:extLst>
          </p:cNvPr>
          <p:cNvSpPr/>
          <p:nvPr/>
        </p:nvSpPr>
        <p:spPr>
          <a:xfrm>
            <a:off x="8425185" y="5670706"/>
            <a:ext cx="778461" cy="26984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27" name="모서리가 둥근 직사각형 78">
            <a:extLst>
              <a:ext uri="{FF2B5EF4-FFF2-40B4-BE49-F238E27FC236}">
                <a16:creationId xmlns:a16="http://schemas.microsoft.com/office/drawing/2014/main" id="{A7704650-9337-F8DD-A476-9DECA9887C51}"/>
              </a:ext>
            </a:extLst>
          </p:cNvPr>
          <p:cNvSpPr/>
          <p:nvPr/>
        </p:nvSpPr>
        <p:spPr>
          <a:xfrm>
            <a:off x="122532" y="5886730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52706A86-E2FD-C564-9160-8E10B84CCA71}"/>
              </a:ext>
            </a:extLst>
          </p:cNvPr>
          <p:cNvSpPr/>
          <p:nvPr/>
        </p:nvSpPr>
        <p:spPr>
          <a:xfrm>
            <a:off x="925730" y="5110488"/>
            <a:ext cx="103789" cy="103789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모서리가 둥근 직사각형 84">
            <a:extLst>
              <a:ext uri="{FF2B5EF4-FFF2-40B4-BE49-F238E27FC236}">
                <a16:creationId xmlns:a16="http://schemas.microsoft.com/office/drawing/2014/main" id="{ABBF1695-6DB3-87B7-4A7A-C024A7284B3D}"/>
              </a:ext>
            </a:extLst>
          </p:cNvPr>
          <p:cNvSpPr/>
          <p:nvPr/>
        </p:nvSpPr>
        <p:spPr>
          <a:xfrm>
            <a:off x="925730" y="5346190"/>
            <a:ext cx="1882831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모서리가 둥근 직사각형 86">
            <a:extLst>
              <a:ext uri="{FF2B5EF4-FFF2-40B4-BE49-F238E27FC236}">
                <a16:creationId xmlns:a16="http://schemas.microsoft.com/office/drawing/2014/main" id="{8610ECA3-F40D-71CB-5156-93FB8A47F461}"/>
              </a:ext>
            </a:extLst>
          </p:cNvPr>
          <p:cNvSpPr/>
          <p:nvPr/>
        </p:nvSpPr>
        <p:spPr>
          <a:xfrm>
            <a:off x="2664545" y="534619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" name="모서리가 둥근 직사각형 114">
            <a:extLst>
              <a:ext uri="{FF2B5EF4-FFF2-40B4-BE49-F238E27FC236}">
                <a16:creationId xmlns:a16="http://schemas.microsoft.com/office/drawing/2014/main" id="{B4424F3A-5C8E-7250-8D56-B21E63284024}"/>
              </a:ext>
            </a:extLst>
          </p:cNvPr>
          <p:cNvSpPr/>
          <p:nvPr/>
        </p:nvSpPr>
        <p:spPr>
          <a:xfrm>
            <a:off x="6216650" y="2456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모서리가 둥근 직사각형 114">
            <a:extLst>
              <a:ext uri="{FF2B5EF4-FFF2-40B4-BE49-F238E27FC236}">
                <a16:creationId xmlns:a16="http://schemas.microsoft.com/office/drawing/2014/main" id="{7B41CF2F-38C5-F9CB-087D-8A679F392718}"/>
              </a:ext>
            </a:extLst>
          </p:cNvPr>
          <p:cNvSpPr/>
          <p:nvPr/>
        </p:nvSpPr>
        <p:spPr>
          <a:xfrm>
            <a:off x="6206159" y="61331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1408074F-D5D5-DF45-A5F0-EF1A66FA1AA8}"/>
              </a:ext>
            </a:extLst>
          </p:cNvPr>
          <p:cNvSpPr/>
          <p:nvPr/>
        </p:nvSpPr>
        <p:spPr>
          <a:xfrm>
            <a:off x="1363846" y="16142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모서리가 둥근 직사각형 114">
            <a:extLst>
              <a:ext uri="{FF2B5EF4-FFF2-40B4-BE49-F238E27FC236}">
                <a16:creationId xmlns:a16="http://schemas.microsoft.com/office/drawing/2014/main" id="{C867C1A1-4D16-4F5B-4D17-44B78A5F2481}"/>
              </a:ext>
            </a:extLst>
          </p:cNvPr>
          <p:cNvSpPr/>
          <p:nvPr/>
        </p:nvSpPr>
        <p:spPr>
          <a:xfrm>
            <a:off x="1373595" y="219246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FD0D761C-4EED-03AB-058D-2D13D1B3E692}"/>
              </a:ext>
            </a:extLst>
          </p:cNvPr>
          <p:cNvSpPr/>
          <p:nvPr/>
        </p:nvSpPr>
        <p:spPr>
          <a:xfrm>
            <a:off x="1345476" y="25866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8C6D1C9D-5DDC-DF3B-799B-D54ACF72E527}"/>
              </a:ext>
            </a:extLst>
          </p:cNvPr>
          <p:cNvSpPr/>
          <p:nvPr/>
        </p:nvSpPr>
        <p:spPr>
          <a:xfrm>
            <a:off x="1363846" y="31667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D4695AD6-6C8C-E3D8-9D2F-789A837AA00F}"/>
              </a:ext>
            </a:extLst>
          </p:cNvPr>
          <p:cNvSpPr/>
          <p:nvPr/>
        </p:nvSpPr>
        <p:spPr>
          <a:xfrm>
            <a:off x="5503786" y="17698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8F55C267-F593-E070-589D-9CF840F85BFD}"/>
              </a:ext>
            </a:extLst>
          </p:cNvPr>
          <p:cNvSpPr/>
          <p:nvPr/>
        </p:nvSpPr>
        <p:spPr>
          <a:xfrm>
            <a:off x="6282005" y="37742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CC5D07CC-619B-F78D-E6D4-FC2A8F3F2A73}"/>
              </a:ext>
            </a:extLst>
          </p:cNvPr>
          <p:cNvSpPr/>
          <p:nvPr/>
        </p:nvSpPr>
        <p:spPr>
          <a:xfrm>
            <a:off x="4922791" y="50384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모서리가 둥근 직사각형 114">
            <a:extLst>
              <a:ext uri="{FF2B5EF4-FFF2-40B4-BE49-F238E27FC236}">
                <a16:creationId xmlns:a16="http://schemas.microsoft.com/office/drawing/2014/main" id="{88985E7B-407E-3754-E4C4-600B7707AF85}"/>
              </a:ext>
            </a:extLst>
          </p:cNvPr>
          <p:cNvSpPr/>
          <p:nvPr/>
        </p:nvSpPr>
        <p:spPr>
          <a:xfrm>
            <a:off x="850638" y="59281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1" name="모서리가 둥근 직사각형 114">
            <a:extLst>
              <a:ext uri="{FF2B5EF4-FFF2-40B4-BE49-F238E27FC236}">
                <a16:creationId xmlns:a16="http://schemas.microsoft.com/office/drawing/2014/main" id="{2BAF6CFD-28C1-ED4A-1359-6E593C584A12}"/>
              </a:ext>
            </a:extLst>
          </p:cNvPr>
          <p:cNvSpPr/>
          <p:nvPr/>
        </p:nvSpPr>
        <p:spPr>
          <a:xfrm>
            <a:off x="8870173" y="557138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9B042015-5103-7E0F-017E-95EF530BFEF5}"/>
              </a:ext>
            </a:extLst>
          </p:cNvPr>
          <p:cNvSpPr/>
          <p:nvPr/>
        </p:nvSpPr>
        <p:spPr>
          <a:xfrm>
            <a:off x="9638043" y="55715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D6493028-8425-EE59-6B2B-9D843165C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991304"/>
              </p:ext>
            </p:extLst>
          </p:nvPr>
        </p:nvGraphicFramePr>
        <p:xfrm>
          <a:off x="10086305" y="636529"/>
          <a:ext cx="2850436" cy="48968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6-1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조건 설정 버튼</a:t>
                      </a:r>
                      <a:endParaRPr kumimoji="0" lang="en-US" altLang="ko-KR" sz="800" b="0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7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7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7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7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번에 선택 가능한 데이터 출력 </a:t>
                      </a:r>
                      <a:endParaRPr kumimoji="0" lang="en-US" altLang="ko-KR" sz="7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7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6-2 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필터 조건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Read only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endParaRPr kumimoji="0" lang="en-US" altLang="ko-KR" sz="800" b="0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6-1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에서 설정한 데이터 출력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항목의 경우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사은품 정보가 설정된 경우 출력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 의 경우 상품정보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의 선택 값 출력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7-1 </a:t>
                      </a:r>
                      <a:r>
                        <a:rPr kumimoji="0" lang="ko-KR" altLang="en-US" sz="800" b="1" i="0" u="sng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대표이미지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등록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선택 시 이미지 파일 첨부 기능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포맷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용량 제한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7-2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썸네일 조회 영역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7-1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을 통해 등록된 사진 썸네일 조회 영역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7-3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업로드 사진 개수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용량 출력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예시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   2/5 (7MB   (5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장 중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장 업로드 완료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용량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7MB) 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7-4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설명 이미지 등록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선택 시 이미지 파일 첨부 기능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포맷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용량 제한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7-5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이미지 조회 영역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7-4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을 통해 등록된 사진 썸네일 조회 영역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7-6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세로 스크롤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고정 세로 스크롤 영역에서 콘텐츠 화면이 보이도록 출력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8-1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사은품 선택 라디오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사은품 태그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Front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반영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8-2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할인 혜택 반영 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Read only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판매업체가 상품 목록에서 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할인적용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레이어 팝업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”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을 통해 할인 적용한 데이터 값이 출력됨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상세에서는 조회만 가능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 태그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Front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에 반영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6689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목록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정보관리 목록 화면으로 이동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4044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1266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저장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 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정상 저장 시</a:t>
                      </a:r>
                      <a:r>
                        <a:rPr lang="en-US" altLang="ko-KR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해당 화면 내에서 등록 된 값 저장 후 </a:t>
                      </a:r>
                      <a:r>
                        <a:rPr lang="ko-KR" altLang="en-US" sz="800" b="0" kern="0" spc="-150" baseline="0" dirty="0" err="1">
                          <a:solidFill>
                            <a:srgbClr val="C00000"/>
                          </a:solidFill>
                          <a:latin typeface="+mn-ea"/>
                        </a:rPr>
                        <a:t>리프레시</a:t>
                      </a: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 처리 </a:t>
                      </a:r>
                      <a:r>
                        <a:rPr lang="en-US" altLang="ko-KR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“  ( </a:t>
                      </a: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다음 슬라이드 화면 참고</a:t>
                      </a:r>
                      <a:r>
                        <a:rPr lang="en-US" altLang="ko-KR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882447"/>
                  </a:ext>
                </a:extLst>
              </a:tr>
            </a:tbl>
          </a:graphicData>
        </a:graphic>
      </p:graphicFrame>
      <p:sp>
        <p:nvSpPr>
          <p:cNvPr id="48" name="모서리가 둥근 직사각형 114">
            <a:extLst>
              <a:ext uri="{FF2B5EF4-FFF2-40B4-BE49-F238E27FC236}">
                <a16:creationId xmlns:a16="http://schemas.microsoft.com/office/drawing/2014/main" id="{4D86C8ED-E58B-507B-907E-94973C1D1D22}"/>
              </a:ext>
            </a:extLst>
          </p:cNvPr>
          <p:cNvSpPr/>
          <p:nvPr/>
        </p:nvSpPr>
        <p:spPr>
          <a:xfrm>
            <a:off x="1417951" y="469392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75D3BB0-1911-7F72-4ECC-DE7E3CA09068}"/>
              </a:ext>
            </a:extLst>
          </p:cNvPr>
          <p:cNvSpPr txBox="1"/>
          <p:nvPr/>
        </p:nvSpPr>
        <p:spPr>
          <a:xfrm>
            <a:off x="984476" y="4740240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</a:t>
            </a:r>
          </a:p>
        </p:txBody>
      </p:sp>
      <p:pic>
        <p:nvPicPr>
          <p:cNvPr id="61" name="Picture 4" descr="off, radio icon">
            <a:extLst>
              <a:ext uri="{FF2B5EF4-FFF2-40B4-BE49-F238E27FC236}">
                <a16:creationId xmlns:a16="http://schemas.microsoft.com/office/drawing/2014/main" id="{1C299501-CB1C-CBA5-6953-774693CD0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966" y="480552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2127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2018-3E92-8A14-E5E2-0D47D15D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50E173-6BB1-A89F-6351-889D7B6B7D46}"/>
              </a:ext>
            </a:extLst>
          </p:cNvPr>
          <p:cNvSpPr txBox="1"/>
          <p:nvPr/>
        </p:nvSpPr>
        <p:spPr>
          <a:xfrm>
            <a:off x="1307907" y="78285"/>
            <a:ext cx="18373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검색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_</a:t>
            </a:r>
            <a:r>
              <a:rPr lang="ko-KR" altLang="en-US" sz="900" spc="-150" dirty="0">
                <a:solidFill>
                  <a:srgbClr val="C00000"/>
                </a:solidFill>
                <a:latin typeface="+mn-ea"/>
              </a:rPr>
              <a:t>상품복사 케이스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80575-6A0D-F1EF-8A60-E4187FE5CA94}"/>
              </a:ext>
            </a:extLst>
          </p:cNvPr>
          <p:cNvSpPr txBox="1"/>
          <p:nvPr/>
        </p:nvSpPr>
        <p:spPr>
          <a:xfrm>
            <a:off x="1302717" y="330494"/>
            <a:ext cx="1805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843880-4228-1C6C-D858-2864F791FC70}"/>
              </a:ext>
            </a:extLst>
          </p:cNvPr>
          <p:cNvSpPr/>
          <p:nvPr/>
        </p:nvSpPr>
        <p:spPr>
          <a:xfrm>
            <a:off x="7921129" y="58428"/>
            <a:ext cx="11868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CH-A-PR-01-01-07p</a:t>
            </a:r>
            <a:endParaRPr lang="ko-KR" altLang="en-US" sz="1000" spc="-8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6D51B-1EEE-F173-669D-3FEF1EDBC72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57A1C6-E7AC-5389-0995-9316C9C7723F}"/>
              </a:ext>
            </a:extLst>
          </p:cNvPr>
          <p:cNvSpPr/>
          <p:nvPr/>
        </p:nvSpPr>
        <p:spPr>
          <a:xfrm>
            <a:off x="2347400" y="899989"/>
            <a:ext cx="5112568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75133E-E88C-459E-86A7-06100E455B2B}"/>
              </a:ext>
            </a:extLst>
          </p:cNvPr>
          <p:cNvSpPr txBox="1"/>
          <p:nvPr/>
        </p:nvSpPr>
        <p:spPr>
          <a:xfrm>
            <a:off x="2419408" y="899989"/>
            <a:ext cx="1717679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상품 검색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4E0193-A816-7932-D93B-FC46648D3AFA}"/>
              </a:ext>
            </a:extLst>
          </p:cNvPr>
          <p:cNvSpPr txBox="1"/>
          <p:nvPr/>
        </p:nvSpPr>
        <p:spPr>
          <a:xfrm>
            <a:off x="7091780" y="899989"/>
            <a:ext cx="341888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458F75D-C2AB-AB26-7F4F-9D7BC4600D28}"/>
              </a:ext>
            </a:extLst>
          </p:cNvPr>
          <p:cNvCxnSpPr/>
          <p:nvPr/>
        </p:nvCxnSpPr>
        <p:spPr>
          <a:xfrm>
            <a:off x="2472221" y="1264782"/>
            <a:ext cx="477130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B1A55E1-CC41-9AF7-36BF-628E4D391A66}"/>
              </a:ext>
            </a:extLst>
          </p:cNvPr>
          <p:cNvCxnSpPr>
            <a:cxnSpLocks/>
          </p:cNvCxnSpPr>
          <p:nvPr/>
        </p:nvCxnSpPr>
        <p:spPr>
          <a:xfrm>
            <a:off x="7433668" y="3759836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98">
            <a:extLst>
              <a:ext uri="{FF2B5EF4-FFF2-40B4-BE49-F238E27FC236}">
                <a16:creationId xmlns:a16="http://schemas.microsoft.com/office/drawing/2014/main" id="{B372F7E2-9670-2805-1031-99E40442C832}"/>
              </a:ext>
            </a:extLst>
          </p:cNvPr>
          <p:cNvSpPr/>
          <p:nvPr/>
        </p:nvSpPr>
        <p:spPr>
          <a:xfrm>
            <a:off x="5011696" y="5563829"/>
            <a:ext cx="821710" cy="2859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18" name="모서리가 둥근 직사각형 99">
            <a:extLst>
              <a:ext uri="{FF2B5EF4-FFF2-40B4-BE49-F238E27FC236}">
                <a16:creationId xmlns:a16="http://schemas.microsoft.com/office/drawing/2014/main" id="{FC0A481C-6252-4A07-7F67-732B46541A2E}"/>
              </a:ext>
            </a:extLst>
          </p:cNvPr>
          <p:cNvSpPr/>
          <p:nvPr/>
        </p:nvSpPr>
        <p:spPr>
          <a:xfrm>
            <a:off x="4155226" y="5563829"/>
            <a:ext cx="821710" cy="2859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graphicFrame>
        <p:nvGraphicFramePr>
          <p:cNvPr id="19" name="표 25">
            <a:extLst>
              <a:ext uri="{FF2B5EF4-FFF2-40B4-BE49-F238E27FC236}">
                <a16:creationId xmlns:a16="http://schemas.microsoft.com/office/drawing/2014/main" id="{AB674485-4293-F8C7-3225-3296ECC05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349708"/>
              </p:ext>
            </p:extLst>
          </p:nvPr>
        </p:nvGraphicFramePr>
        <p:xfrm>
          <a:off x="2483411" y="1426642"/>
          <a:ext cx="4849349" cy="749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935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4364414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</a:rPr>
                        <a:t>카테고리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7270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960731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ACAA4F7D-028D-042C-8609-7BBCD6D29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012417"/>
              </p:ext>
            </p:extLst>
          </p:nvPr>
        </p:nvGraphicFramePr>
        <p:xfrm>
          <a:off x="2483411" y="2584634"/>
          <a:ext cx="4874163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677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929451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598301">
                  <a:extLst>
                    <a:ext uri="{9D8B030D-6E8A-4147-A177-3AD203B41FA5}">
                      <a16:colId xmlns:a16="http://schemas.microsoft.com/office/drawing/2014/main" val="3475932975"/>
                    </a:ext>
                  </a:extLst>
                </a:gridCol>
                <a:gridCol w="1049734">
                  <a:extLst>
                    <a:ext uri="{9D8B030D-6E8A-4147-A177-3AD203B41FA5}">
                      <a16:colId xmlns:a16="http://schemas.microsoft.com/office/drawing/2014/main" val="3431292667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상품번호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상품명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가격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260716000695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3,000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260716000693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10,800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260716000692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158,000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260716000691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3,000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81118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260716000697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10,800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182092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260716000695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158,000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185164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260716000693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3,000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167199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260716000692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10,800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00108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260716000691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158,000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666323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260716000697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3,000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2160103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917D22F1-C012-0294-9F93-3C5841BCFE15}"/>
              </a:ext>
            </a:extLst>
          </p:cNvPr>
          <p:cNvSpPr/>
          <p:nvPr/>
        </p:nvSpPr>
        <p:spPr>
          <a:xfrm>
            <a:off x="6789414" y="1976168"/>
            <a:ext cx="556495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91AB29B1-2DDD-E141-8502-DDCA93B92257}"/>
              </a:ext>
            </a:extLst>
          </p:cNvPr>
          <p:cNvSpPr/>
          <p:nvPr/>
        </p:nvSpPr>
        <p:spPr>
          <a:xfrm>
            <a:off x="4746544" y="54364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9" name="모서리가 둥근 직사각형 114">
            <a:extLst>
              <a:ext uri="{FF2B5EF4-FFF2-40B4-BE49-F238E27FC236}">
                <a16:creationId xmlns:a16="http://schemas.microsoft.com/office/drawing/2014/main" id="{5A03C6CD-B5DB-9B7B-9EB4-657F379B647B}"/>
              </a:ext>
            </a:extLst>
          </p:cNvPr>
          <p:cNvSpPr/>
          <p:nvPr/>
        </p:nvSpPr>
        <p:spPr>
          <a:xfrm>
            <a:off x="5624570" y="54378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모서리가 둥근 직사각형 84">
            <a:extLst>
              <a:ext uri="{FF2B5EF4-FFF2-40B4-BE49-F238E27FC236}">
                <a16:creationId xmlns:a16="http://schemas.microsoft.com/office/drawing/2014/main" id="{EBB25C58-2664-8F5A-F550-59959FDDB49A}"/>
              </a:ext>
            </a:extLst>
          </p:cNvPr>
          <p:cNvSpPr/>
          <p:nvPr/>
        </p:nvSpPr>
        <p:spPr>
          <a:xfrm>
            <a:off x="3063203" y="1479682"/>
            <a:ext cx="119325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상위 전체</a:t>
            </a:r>
          </a:p>
        </p:txBody>
      </p:sp>
      <p:sp>
        <p:nvSpPr>
          <p:cNvPr id="63" name="모서리가 둥근 직사각형 86">
            <a:extLst>
              <a:ext uri="{FF2B5EF4-FFF2-40B4-BE49-F238E27FC236}">
                <a16:creationId xmlns:a16="http://schemas.microsoft.com/office/drawing/2014/main" id="{17AC0E46-FC05-8B66-87AD-72ADE8951124}"/>
              </a:ext>
            </a:extLst>
          </p:cNvPr>
          <p:cNvSpPr/>
          <p:nvPr/>
        </p:nvSpPr>
        <p:spPr>
          <a:xfrm>
            <a:off x="5829044" y="147968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5" name="모서리가 둥근 직사각형 84">
            <a:extLst>
              <a:ext uri="{FF2B5EF4-FFF2-40B4-BE49-F238E27FC236}">
                <a16:creationId xmlns:a16="http://schemas.microsoft.com/office/drawing/2014/main" id="{96B4D01A-2031-FF71-FB38-63ABE0DB792F}"/>
              </a:ext>
            </a:extLst>
          </p:cNvPr>
          <p:cNvSpPr/>
          <p:nvPr/>
        </p:nvSpPr>
        <p:spPr>
          <a:xfrm>
            <a:off x="4363871" y="1479682"/>
            <a:ext cx="146549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하위 전체</a:t>
            </a:r>
          </a:p>
        </p:txBody>
      </p:sp>
      <p:sp>
        <p:nvSpPr>
          <p:cNvPr id="67" name="모서리가 둥근 직사각형 86">
            <a:extLst>
              <a:ext uri="{FF2B5EF4-FFF2-40B4-BE49-F238E27FC236}">
                <a16:creationId xmlns:a16="http://schemas.microsoft.com/office/drawing/2014/main" id="{D628FDF7-8C3D-A5B8-64AD-C357AF9AA1CD}"/>
              </a:ext>
            </a:extLst>
          </p:cNvPr>
          <p:cNvSpPr/>
          <p:nvPr/>
        </p:nvSpPr>
        <p:spPr>
          <a:xfrm>
            <a:off x="4150784" y="1486487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9" name="모서리가 둥근 직사각형 61">
            <a:extLst>
              <a:ext uri="{FF2B5EF4-FFF2-40B4-BE49-F238E27FC236}">
                <a16:creationId xmlns:a16="http://schemas.microsoft.com/office/drawing/2014/main" id="{3C3ADD1D-8415-D1C0-4F88-8CD7F87DCED6}"/>
              </a:ext>
            </a:extLst>
          </p:cNvPr>
          <p:cNvSpPr/>
          <p:nvPr/>
        </p:nvSpPr>
        <p:spPr>
          <a:xfrm>
            <a:off x="3063203" y="1690484"/>
            <a:ext cx="3644961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모서리가 둥근 직사각형 61">
            <a:extLst>
              <a:ext uri="{FF2B5EF4-FFF2-40B4-BE49-F238E27FC236}">
                <a16:creationId xmlns:a16="http://schemas.microsoft.com/office/drawing/2014/main" id="{C80AD975-F4E2-7293-F777-4B970598829A}"/>
              </a:ext>
            </a:extLst>
          </p:cNvPr>
          <p:cNvSpPr/>
          <p:nvPr/>
        </p:nvSpPr>
        <p:spPr>
          <a:xfrm>
            <a:off x="3063203" y="1970361"/>
            <a:ext cx="3644961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6ABE5FE-9D91-6B3D-6438-9EA51FF49BF7}"/>
              </a:ext>
            </a:extLst>
          </p:cNvPr>
          <p:cNvSpPr txBox="1"/>
          <p:nvPr/>
        </p:nvSpPr>
        <p:spPr>
          <a:xfrm>
            <a:off x="3011468" y="1671951"/>
            <a:ext cx="32243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복사하실 상품번호를 입력해주세요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91936F1-08EC-3233-BEB2-49338AE13FF7}"/>
              </a:ext>
            </a:extLst>
          </p:cNvPr>
          <p:cNvSpPr txBox="1"/>
          <p:nvPr/>
        </p:nvSpPr>
        <p:spPr>
          <a:xfrm>
            <a:off x="3982711" y="5160572"/>
            <a:ext cx="19492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 3   4   5   6   7   8   9   10  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sp>
        <p:nvSpPr>
          <p:cNvPr id="100" name="모서리가 둥근 직사각형 84">
            <a:extLst>
              <a:ext uri="{FF2B5EF4-FFF2-40B4-BE49-F238E27FC236}">
                <a16:creationId xmlns:a16="http://schemas.microsoft.com/office/drawing/2014/main" id="{135F0B6D-7FB6-F667-4E05-F0D2E23961B5}"/>
              </a:ext>
            </a:extLst>
          </p:cNvPr>
          <p:cNvSpPr/>
          <p:nvPr/>
        </p:nvSpPr>
        <p:spPr>
          <a:xfrm>
            <a:off x="2472222" y="5136391"/>
            <a:ext cx="672344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02" name="모서리가 둥근 직사각형 86">
            <a:extLst>
              <a:ext uri="{FF2B5EF4-FFF2-40B4-BE49-F238E27FC236}">
                <a16:creationId xmlns:a16="http://schemas.microsoft.com/office/drawing/2014/main" id="{1CB9F322-D1B2-AC28-D101-8A259A451D6C}"/>
              </a:ext>
            </a:extLst>
          </p:cNvPr>
          <p:cNvSpPr/>
          <p:nvPr/>
        </p:nvSpPr>
        <p:spPr>
          <a:xfrm>
            <a:off x="3058257" y="513639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97CCA52-E13A-D95F-137D-A40E2BA5ACDB}"/>
              </a:ext>
            </a:extLst>
          </p:cNvPr>
          <p:cNvSpPr txBox="1"/>
          <p:nvPr/>
        </p:nvSpPr>
        <p:spPr>
          <a:xfrm>
            <a:off x="2381017" y="2369226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aphicFrame>
        <p:nvGraphicFramePr>
          <p:cNvPr id="106" name="Group 59">
            <a:extLst>
              <a:ext uri="{FF2B5EF4-FFF2-40B4-BE49-F238E27FC236}">
                <a16:creationId xmlns:a16="http://schemas.microsoft.com/office/drawing/2014/main" id="{44CBE45D-8865-97BC-F42E-4947CDA39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916281"/>
              </p:ext>
            </p:extLst>
          </p:nvPr>
        </p:nvGraphicFramePr>
        <p:xfrm>
          <a:off x="10086305" y="636529"/>
          <a:ext cx="2850436" cy="616039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카테고리 상위 </a:t>
                      </a:r>
                      <a:r>
                        <a:rPr kumimoji="0" lang="ko-KR" altLang="en-US" sz="800" b="1" i="0" u="sng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셀렉트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박스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선택 값</a:t>
                      </a:r>
                      <a:endParaRPr kumimoji="0" lang="en-US" altLang="ko-KR" sz="800" b="0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카테고리 상위 전체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육아라이프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분유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육아라이프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기저귀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육아라이프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물티슈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여성케어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 생리대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여성케어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생리 팬티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카테고리 하위  </a:t>
                      </a:r>
                      <a:r>
                        <a:rPr kumimoji="0" lang="ko-KR" altLang="en-US" sz="800" b="1" i="0" u="sng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셀렉트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박스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값</a:t>
                      </a: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선택 값</a:t>
                      </a:r>
                      <a:endParaRPr kumimoji="0" lang="en-US" altLang="ko-KR" sz="800" b="0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카테고리 하위 전체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국내분유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수입분유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특수분유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액상분유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국내기저귀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수입기저귀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기능성기저귀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일반생리대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생리팬티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1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6689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input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01108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선택 시  설정한 내용으로 검색 결과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07344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전체  건수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건수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카운팅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77764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상품 선택 라디오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kern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</a:t>
                      </a:r>
                      <a:r>
                        <a:rPr lang="ko-KR" altLang="en-US" sz="800" b="0" u="none" kern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미선택</a:t>
                      </a:r>
                      <a:endParaRPr lang="en-US" altLang="ko-KR" sz="800" b="0" u="none" kern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u="sng" kern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7-2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상품 목록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아이디와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매핑된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판매업체 기준  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등록승인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”, “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변경승인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”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의 승인 상태 상품 목록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7-3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데이터 조회 건수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511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43551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확인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 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251848"/>
                  </a:ext>
                </a:extLst>
              </a:tr>
            </a:tbl>
          </a:graphicData>
        </a:graphic>
      </p:graphicFrame>
      <p:sp>
        <p:nvSpPr>
          <p:cNvPr id="108" name="모서리가 둥근 직사각형 114">
            <a:extLst>
              <a:ext uri="{FF2B5EF4-FFF2-40B4-BE49-F238E27FC236}">
                <a16:creationId xmlns:a16="http://schemas.microsoft.com/office/drawing/2014/main" id="{4EADC96D-698C-04EE-B467-D970EAEF54D4}"/>
              </a:ext>
            </a:extLst>
          </p:cNvPr>
          <p:cNvSpPr/>
          <p:nvPr/>
        </p:nvSpPr>
        <p:spPr>
          <a:xfrm>
            <a:off x="3992568" y="13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0" name="모서리가 둥근 직사각형 114">
            <a:extLst>
              <a:ext uri="{FF2B5EF4-FFF2-40B4-BE49-F238E27FC236}">
                <a16:creationId xmlns:a16="http://schemas.microsoft.com/office/drawing/2014/main" id="{2BB99652-0255-DD56-FF48-9DD4BFE97D3D}"/>
              </a:ext>
            </a:extLst>
          </p:cNvPr>
          <p:cNvSpPr/>
          <p:nvPr/>
        </p:nvSpPr>
        <p:spPr>
          <a:xfrm>
            <a:off x="5830663" y="13487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2" name="모서리가 둥근 직사각형 114">
            <a:extLst>
              <a:ext uri="{FF2B5EF4-FFF2-40B4-BE49-F238E27FC236}">
                <a16:creationId xmlns:a16="http://schemas.microsoft.com/office/drawing/2014/main" id="{6E23A5E0-8A44-DFBB-6B4F-1245C7898CBF}"/>
              </a:ext>
            </a:extLst>
          </p:cNvPr>
          <p:cNvSpPr/>
          <p:nvPr/>
        </p:nvSpPr>
        <p:spPr>
          <a:xfrm>
            <a:off x="6421058" y="16349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4" name="모서리가 둥근 직사각형 114">
            <a:extLst>
              <a:ext uri="{FF2B5EF4-FFF2-40B4-BE49-F238E27FC236}">
                <a16:creationId xmlns:a16="http://schemas.microsoft.com/office/drawing/2014/main" id="{F22A7A9A-56C0-AB18-7DC9-B0D98FAC8733}"/>
              </a:ext>
            </a:extLst>
          </p:cNvPr>
          <p:cNvSpPr/>
          <p:nvPr/>
        </p:nvSpPr>
        <p:spPr>
          <a:xfrm>
            <a:off x="6421058" y="19305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6" name="모서리가 둥근 직사각형 114">
            <a:extLst>
              <a:ext uri="{FF2B5EF4-FFF2-40B4-BE49-F238E27FC236}">
                <a16:creationId xmlns:a16="http://schemas.microsoft.com/office/drawing/2014/main" id="{C99B15BF-3463-D995-5ADA-08E8B8AD4E9A}"/>
              </a:ext>
            </a:extLst>
          </p:cNvPr>
          <p:cNvSpPr/>
          <p:nvPr/>
        </p:nvSpPr>
        <p:spPr>
          <a:xfrm>
            <a:off x="7217483" y="19305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8" name="모서리가 둥근 직사각형 114">
            <a:extLst>
              <a:ext uri="{FF2B5EF4-FFF2-40B4-BE49-F238E27FC236}">
                <a16:creationId xmlns:a16="http://schemas.microsoft.com/office/drawing/2014/main" id="{E68BF730-6C44-F7D6-5960-0A36BC322DD3}"/>
              </a:ext>
            </a:extLst>
          </p:cNvPr>
          <p:cNvSpPr/>
          <p:nvPr/>
        </p:nvSpPr>
        <p:spPr>
          <a:xfrm>
            <a:off x="3099366" y="51145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6" name="모서리가 둥근 직사각형 114">
            <a:extLst>
              <a:ext uri="{FF2B5EF4-FFF2-40B4-BE49-F238E27FC236}">
                <a16:creationId xmlns:a16="http://schemas.microsoft.com/office/drawing/2014/main" id="{50E4087A-5524-7606-5E97-FB25220C7C13}"/>
              </a:ext>
            </a:extLst>
          </p:cNvPr>
          <p:cNvSpPr/>
          <p:nvPr/>
        </p:nvSpPr>
        <p:spPr>
          <a:xfrm>
            <a:off x="7205895" y="25109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CB6E56E-B74D-78DC-D3BC-83762F260164}"/>
              </a:ext>
            </a:extLst>
          </p:cNvPr>
          <p:cNvSpPr txBox="1"/>
          <p:nvPr/>
        </p:nvSpPr>
        <p:spPr>
          <a:xfrm>
            <a:off x="6042691" y="2379196"/>
            <a:ext cx="1366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판매중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상품만 노출됩니다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51A3D058-0905-EDA7-2847-2C656644BD7E}"/>
              </a:ext>
            </a:extLst>
          </p:cNvPr>
          <p:cNvSpPr/>
          <p:nvPr/>
        </p:nvSpPr>
        <p:spPr>
          <a:xfrm>
            <a:off x="2832587" y="228074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1C898-507E-9C71-9846-DF220C48A62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Picture 4" descr="off, radio icon">
            <a:extLst>
              <a:ext uri="{FF2B5EF4-FFF2-40B4-BE49-F238E27FC236}">
                <a16:creationId xmlns:a16="http://schemas.microsoft.com/office/drawing/2014/main" id="{6EAAF25E-07FA-DD5C-9720-492CA1DEA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72" y="289080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off, radio icon">
            <a:extLst>
              <a:ext uri="{FF2B5EF4-FFF2-40B4-BE49-F238E27FC236}">
                <a16:creationId xmlns:a16="http://schemas.microsoft.com/office/drawing/2014/main" id="{12B84F68-F82E-BDCA-FD17-9FFC9826E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72" y="311705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off, radio icon">
            <a:extLst>
              <a:ext uri="{FF2B5EF4-FFF2-40B4-BE49-F238E27FC236}">
                <a16:creationId xmlns:a16="http://schemas.microsoft.com/office/drawing/2014/main" id="{A296B8F8-9736-29CB-7783-BEE509A72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72" y="3343300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off, radio icon">
            <a:extLst>
              <a:ext uri="{FF2B5EF4-FFF2-40B4-BE49-F238E27FC236}">
                <a16:creationId xmlns:a16="http://schemas.microsoft.com/office/drawing/2014/main" id="{0C376E17-065C-A6F4-559B-F80E82C17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72" y="354314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off, radio icon">
            <a:extLst>
              <a:ext uri="{FF2B5EF4-FFF2-40B4-BE49-F238E27FC236}">
                <a16:creationId xmlns:a16="http://schemas.microsoft.com/office/drawing/2014/main" id="{1ACF268F-33DF-E5FA-6CB2-DB4B50728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988" y="377445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off, radio icon">
            <a:extLst>
              <a:ext uri="{FF2B5EF4-FFF2-40B4-BE49-F238E27FC236}">
                <a16:creationId xmlns:a16="http://schemas.microsoft.com/office/drawing/2014/main" id="{8EB20615-6215-229D-A5E8-01D445BB9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72" y="402443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off, radio icon">
            <a:extLst>
              <a:ext uri="{FF2B5EF4-FFF2-40B4-BE49-F238E27FC236}">
                <a16:creationId xmlns:a16="http://schemas.microsoft.com/office/drawing/2014/main" id="{5350BD9C-0AC9-A220-63C3-1C59BA4B9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72" y="425068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off, radio icon">
            <a:extLst>
              <a:ext uri="{FF2B5EF4-FFF2-40B4-BE49-F238E27FC236}">
                <a16:creationId xmlns:a16="http://schemas.microsoft.com/office/drawing/2014/main" id="{5C928469-1AC5-B1B9-7AC8-B0D75B2D8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72" y="447693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off, radio icon">
            <a:extLst>
              <a:ext uri="{FF2B5EF4-FFF2-40B4-BE49-F238E27FC236}">
                <a16:creationId xmlns:a16="http://schemas.microsoft.com/office/drawing/2014/main" id="{4F429DCC-60A4-314F-AD68-7719A0B7F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472" y="467677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off, radio icon">
            <a:extLst>
              <a:ext uri="{FF2B5EF4-FFF2-40B4-BE49-F238E27FC236}">
                <a16:creationId xmlns:a16="http://schemas.microsoft.com/office/drawing/2014/main" id="{31C42AFF-C821-69D9-EC1C-935CD6016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988" y="490808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ABA4E5CD-C668-DAE0-F725-10BF300976C7}"/>
              </a:ext>
            </a:extLst>
          </p:cNvPr>
          <p:cNvSpPr/>
          <p:nvPr/>
        </p:nvSpPr>
        <p:spPr>
          <a:xfrm>
            <a:off x="2293340" y="27617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D4FA75FC-D390-0020-7D5A-E75A5286F932}"/>
              </a:ext>
            </a:extLst>
          </p:cNvPr>
          <p:cNvCxnSpPr/>
          <p:nvPr/>
        </p:nvCxnSpPr>
        <p:spPr>
          <a:xfrm>
            <a:off x="5829044" y="5706803"/>
            <a:ext cx="1800000" cy="0"/>
          </a:xfrm>
          <a:prstGeom prst="straightConnector1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6FA0032-B77E-86F3-727D-C36F55EDFC4E}"/>
              </a:ext>
            </a:extLst>
          </p:cNvPr>
          <p:cNvSpPr txBox="1"/>
          <p:nvPr/>
        </p:nvSpPr>
        <p:spPr>
          <a:xfrm>
            <a:off x="7637691" y="5563829"/>
            <a:ext cx="2157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선택 후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 버튼 클릭 시 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하는 상품 정보 데이터  바닥페이지에 복사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7A0A3F17-A267-7082-7E02-8CBF77A91C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699" t="4375" r="613" b="1113"/>
          <a:stretch>
            <a:fillRect/>
          </a:stretch>
        </p:blipFill>
        <p:spPr>
          <a:xfrm>
            <a:off x="202211" y="752547"/>
            <a:ext cx="1187132" cy="1217814"/>
          </a:xfrm>
          <a:prstGeom prst="rect">
            <a:avLst/>
          </a:prstGeom>
        </p:spPr>
      </p:pic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1BDD4B2C-C912-2362-877C-C4AF921D464D}"/>
              </a:ext>
            </a:extLst>
          </p:cNvPr>
          <p:cNvCxnSpPr>
            <a:stCxn id="47" idx="3"/>
            <a:endCxn id="45" idx="1"/>
          </p:cNvCxnSpPr>
          <p:nvPr/>
        </p:nvCxnSpPr>
        <p:spPr>
          <a:xfrm>
            <a:off x="1389343" y="1361454"/>
            <a:ext cx="1094068" cy="2470558"/>
          </a:xfrm>
          <a:prstGeom prst="bentConnector3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767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3528-1D44-24DD-8138-3C1FFA85F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02302E-2517-1CA1-9560-1797C3236CA2}"/>
              </a:ext>
            </a:extLst>
          </p:cNvPr>
          <p:cNvSpPr txBox="1"/>
          <p:nvPr/>
        </p:nvSpPr>
        <p:spPr>
          <a:xfrm>
            <a:off x="2535021" y="2412157"/>
            <a:ext cx="7891905" cy="1056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판매업체</a:t>
            </a:r>
            <a:r>
              <a:rPr lang="en-US" altLang="ko-KR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판매담당자 접근</a:t>
            </a:r>
            <a:endParaRPr lang="en-US" altLang="ko-KR" sz="20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ko-KR" altLang="en-US" sz="2500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상품정보 상세</a:t>
            </a:r>
            <a:r>
              <a:rPr lang="en-US" altLang="ko-KR" sz="2500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2500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수정 화면 </a:t>
            </a:r>
            <a:r>
              <a:rPr kumimoji="0" lang="en-US" altLang="ko-KR" sz="2500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500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등록 후 조회</a:t>
            </a:r>
            <a:r>
              <a:rPr kumimoji="0" lang="en-US" altLang="ko-KR" sz="2500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2500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등록신청 전까지</a:t>
            </a:r>
            <a:r>
              <a:rPr lang="en-US" altLang="ko-KR" sz="2500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2500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2500" i="1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6934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6783-13D7-E4C3-A4F0-6FD956EBB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9975A62-AFB4-AE06-45C9-EDFA2F1D17CE}"/>
              </a:ext>
            </a:extLst>
          </p:cNvPr>
          <p:cNvSpPr/>
          <p:nvPr/>
        </p:nvSpPr>
        <p:spPr>
          <a:xfrm>
            <a:off x="6568987" y="1535684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61563132-516C-8089-8692-6AE52FBCA7BE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2B60E40B-CEF4-0E69-8492-FE9A7A0BD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36177"/>
              </p:ext>
            </p:extLst>
          </p:nvPr>
        </p:nvGraphicFramePr>
        <p:xfrm>
          <a:off x="145946" y="1527938"/>
          <a:ext cx="6191007" cy="601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주식회사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올푸름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신청대기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 승인일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-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대기                 판매 중                   판매 중지                      판매 완료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902204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EE0270C6-D324-6DEE-1289-0185741E4958}"/>
              </a:ext>
            </a:extLst>
          </p:cNvPr>
          <p:cNvSpPr txBox="1"/>
          <p:nvPr/>
        </p:nvSpPr>
        <p:spPr>
          <a:xfrm>
            <a:off x="133381" y="2405518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AD910CC-6A47-0E89-21C6-8065FC0B508C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4568D2D9-7352-A23A-2EB8-F682DD502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741443"/>
              </p:ext>
            </p:extLst>
          </p:nvPr>
        </p:nvGraphicFramePr>
        <p:xfrm>
          <a:off x="145946" y="2627784"/>
          <a:ext cx="6263014" cy="72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260714005796</a:t>
                      </a: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제조업체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15FF14DE-0F7C-C9E5-0326-0370B3BCCC03}"/>
              </a:ext>
            </a:extLst>
          </p:cNvPr>
          <p:cNvCxnSpPr/>
          <p:nvPr/>
        </p:nvCxnSpPr>
        <p:spPr>
          <a:xfrm>
            <a:off x="6520866" y="1521225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51EE56B6-4849-FD7C-CCAC-8BF610A3A44E}"/>
              </a:ext>
            </a:extLst>
          </p:cNvPr>
          <p:cNvCxnSpPr>
            <a:cxnSpLocks/>
          </p:cNvCxnSpPr>
          <p:nvPr/>
        </p:nvCxnSpPr>
        <p:spPr>
          <a:xfrm flipV="1">
            <a:off x="6598580" y="1521226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모서리가 둥근 직사각형 61">
            <a:extLst>
              <a:ext uri="{FF2B5EF4-FFF2-40B4-BE49-F238E27FC236}">
                <a16:creationId xmlns:a16="http://schemas.microsoft.com/office/drawing/2014/main" id="{B1A97AE7-2BBA-CAA4-0550-0540EB81C8E2}"/>
              </a:ext>
            </a:extLst>
          </p:cNvPr>
          <p:cNvSpPr/>
          <p:nvPr/>
        </p:nvSpPr>
        <p:spPr>
          <a:xfrm>
            <a:off x="864345" y="2846372"/>
            <a:ext cx="5472608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 분유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 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수입분유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6" name="모서리가 둥근 직사각형 61">
            <a:extLst>
              <a:ext uri="{FF2B5EF4-FFF2-40B4-BE49-F238E27FC236}">
                <a16:creationId xmlns:a16="http://schemas.microsoft.com/office/drawing/2014/main" id="{61E30721-F18F-2A77-5FFB-307E22ADAB5A}"/>
              </a:ext>
            </a:extLst>
          </p:cNvPr>
          <p:cNvSpPr/>
          <p:nvPr/>
        </p:nvSpPr>
        <p:spPr>
          <a:xfrm>
            <a:off x="4176713" y="312227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보람씨앤에치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2" name="모서리가 둥근 직사각형 61">
            <a:extLst>
              <a:ext uri="{FF2B5EF4-FFF2-40B4-BE49-F238E27FC236}">
                <a16:creationId xmlns:a16="http://schemas.microsoft.com/office/drawing/2014/main" id="{ED8B8994-3350-AC1D-517C-DC81513F7F41}"/>
              </a:ext>
            </a:extLst>
          </p:cNvPr>
          <p:cNvSpPr/>
          <p:nvPr/>
        </p:nvSpPr>
        <p:spPr>
          <a:xfrm>
            <a:off x="864345" y="312227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깨끗한나라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01F4843-FEC8-CB51-E734-604C7162AC75}"/>
              </a:ext>
            </a:extLst>
          </p:cNvPr>
          <p:cNvSpPr txBox="1"/>
          <p:nvPr/>
        </p:nvSpPr>
        <p:spPr>
          <a:xfrm>
            <a:off x="130703" y="344991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6D0F3FF6-A696-A0C5-A30D-A6234CA11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700600"/>
              </p:ext>
            </p:extLst>
          </p:nvPr>
        </p:nvGraphicFramePr>
        <p:xfrm>
          <a:off x="143268" y="3672177"/>
          <a:ext cx="6263014" cy="966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검색어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기간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상시                기간  설정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                                                                 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232" name="모서리가 둥근 직사각형 61">
            <a:extLst>
              <a:ext uri="{FF2B5EF4-FFF2-40B4-BE49-F238E27FC236}">
                <a16:creationId xmlns:a16="http://schemas.microsoft.com/office/drawing/2014/main" id="{D1CAC894-402E-6216-4829-FCAD3670BCC4}"/>
              </a:ext>
            </a:extLst>
          </p:cNvPr>
          <p:cNvSpPr/>
          <p:nvPr/>
        </p:nvSpPr>
        <p:spPr>
          <a:xfrm>
            <a:off x="861666" y="3698459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맥스드라이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팬티형 남아</a:t>
            </a:r>
          </a:p>
        </p:txBody>
      </p:sp>
      <p:sp>
        <p:nvSpPr>
          <p:cNvPr id="238" name="모서리가 둥근 직사각형 61">
            <a:extLst>
              <a:ext uri="{FF2B5EF4-FFF2-40B4-BE49-F238E27FC236}">
                <a16:creationId xmlns:a16="http://schemas.microsoft.com/office/drawing/2014/main" id="{696AA786-A33D-9CD1-4B0A-D0504A423B76}"/>
              </a:ext>
            </a:extLst>
          </p:cNvPr>
          <p:cNvSpPr/>
          <p:nvPr/>
        </p:nvSpPr>
        <p:spPr>
          <a:xfrm>
            <a:off x="861665" y="3925370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하기스팬티형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하기스기저귀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10" name="Picture 2" descr="on, radio icon">
            <a:extLst>
              <a:ext uri="{FF2B5EF4-FFF2-40B4-BE49-F238E27FC236}">
                <a16:creationId xmlns:a16="http://schemas.microsoft.com/office/drawing/2014/main" id="{3032073B-EDED-A734-260B-C1D8BC81D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00" y="419803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Picture 4" descr="off, radio icon">
            <a:extLst>
              <a:ext uri="{FF2B5EF4-FFF2-40B4-BE49-F238E27FC236}">
                <a16:creationId xmlns:a16="http://schemas.microsoft.com/office/drawing/2014/main" id="{D9EEE8E5-8D14-4F41-69D0-EA3663A8A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86" y="418717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3" name="모서리가 둥근 직사각형 65">
            <a:extLst>
              <a:ext uri="{FF2B5EF4-FFF2-40B4-BE49-F238E27FC236}">
                <a16:creationId xmlns:a16="http://schemas.microsoft.com/office/drawing/2014/main" id="{68EEA373-B2AC-CEFD-8C50-DE667490E286}"/>
              </a:ext>
            </a:extLst>
          </p:cNvPr>
          <p:cNvSpPr/>
          <p:nvPr/>
        </p:nvSpPr>
        <p:spPr>
          <a:xfrm>
            <a:off x="1864940" y="415974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55664244-2862-FF12-D511-7441B3502585}"/>
              </a:ext>
            </a:extLst>
          </p:cNvPr>
          <p:cNvGrpSpPr/>
          <p:nvPr/>
        </p:nvGrpSpPr>
        <p:grpSpPr>
          <a:xfrm>
            <a:off x="3478872" y="4166188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15" name="모서리가 둥근 직사각형 67">
              <a:extLst>
                <a:ext uri="{FF2B5EF4-FFF2-40B4-BE49-F238E27FC236}">
                  <a16:creationId xmlns:a16="http://schemas.microsoft.com/office/drawing/2014/main" id="{5E7F4C55-2BC9-7522-401F-95232C60C3AF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16" name="Picture 4" descr="calendar, date, event, month icon">
              <a:extLst>
                <a:ext uri="{FF2B5EF4-FFF2-40B4-BE49-F238E27FC236}">
                  <a16:creationId xmlns:a16="http://schemas.microsoft.com/office/drawing/2014/main" id="{B41B5164-5853-D517-AAF7-3793044D27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17" name="모서리가 둥근 직사각형 69">
            <a:extLst>
              <a:ext uri="{FF2B5EF4-FFF2-40B4-BE49-F238E27FC236}">
                <a16:creationId xmlns:a16="http://schemas.microsoft.com/office/drawing/2014/main" id="{DB05AFAC-43BE-CF8B-FF3B-AA4D2CFE72B1}"/>
              </a:ext>
            </a:extLst>
          </p:cNvPr>
          <p:cNvSpPr/>
          <p:nvPr/>
        </p:nvSpPr>
        <p:spPr>
          <a:xfrm>
            <a:off x="2839838" y="4166189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C7FCB4E9-C5FA-BA41-292E-F16560A91C30}"/>
              </a:ext>
            </a:extLst>
          </p:cNvPr>
          <p:cNvSpPr/>
          <p:nvPr/>
        </p:nvSpPr>
        <p:spPr>
          <a:xfrm>
            <a:off x="2617097" y="4081065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9CC9F242-F713-C9A6-DBDE-357EB05D8318}"/>
              </a:ext>
            </a:extLst>
          </p:cNvPr>
          <p:cNvSpPr/>
          <p:nvPr/>
        </p:nvSpPr>
        <p:spPr>
          <a:xfrm>
            <a:off x="3676511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0F66D9D3-86B9-A57F-0361-89C7CFA749B9}"/>
              </a:ext>
            </a:extLst>
          </p:cNvPr>
          <p:cNvSpPr/>
          <p:nvPr/>
        </p:nvSpPr>
        <p:spPr>
          <a:xfrm>
            <a:off x="413459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626D1E98-0472-5E56-5CCB-D335003A856B}"/>
              </a:ext>
            </a:extLst>
          </p:cNvPr>
          <p:cNvSpPr/>
          <p:nvPr/>
        </p:nvSpPr>
        <p:spPr>
          <a:xfrm>
            <a:off x="456303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0BAAF3DE-6D19-6D1E-0B0F-080D1A1CEEF3}"/>
              </a:ext>
            </a:extLst>
          </p:cNvPr>
          <p:cNvSpPr/>
          <p:nvPr/>
        </p:nvSpPr>
        <p:spPr>
          <a:xfrm>
            <a:off x="500162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grpSp>
        <p:nvGrpSpPr>
          <p:cNvPr id="323" name="그룹 322">
            <a:extLst>
              <a:ext uri="{FF2B5EF4-FFF2-40B4-BE49-F238E27FC236}">
                <a16:creationId xmlns:a16="http://schemas.microsoft.com/office/drawing/2014/main" id="{01C08DFD-EDCB-7B95-B2CD-42359AE7CA94}"/>
              </a:ext>
            </a:extLst>
          </p:cNvPr>
          <p:cNvGrpSpPr/>
          <p:nvPr/>
        </p:nvGrpSpPr>
        <p:grpSpPr>
          <a:xfrm>
            <a:off x="2503946" y="4159747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24" name="모서리가 둥근 직사각형 67">
              <a:extLst>
                <a:ext uri="{FF2B5EF4-FFF2-40B4-BE49-F238E27FC236}">
                  <a16:creationId xmlns:a16="http://schemas.microsoft.com/office/drawing/2014/main" id="{DF019DBC-8B26-6CAA-514F-37BE1CD6F72D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25" name="Picture 4" descr="calendar, date, event, month icon">
              <a:extLst>
                <a:ext uri="{FF2B5EF4-FFF2-40B4-BE49-F238E27FC236}">
                  <a16:creationId xmlns:a16="http://schemas.microsoft.com/office/drawing/2014/main" id="{CE4336BC-8EDC-C0FA-FB51-3FB02E13F3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27" name="모서리가 둥근 직사각형 61">
            <a:extLst>
              <a:ext uri="{FF2B5EF4-FFF2-40B4-BE49-F238E27FC236}">
                <a16:creationId xmlns:a16="http://schemas.microsoft.com/office/drawing/2014/main" id="{84A678E2-8207-ED73-4EB8-2C18A0829E01}"/>
              </a:ext>
            </a:extLst>
          </p:cNvPr>
          <p:cNvSpPr/>
          <p:nvPr/>
        </p:nvSpPr>
        <p:spPr>
          <a:xfrm>
            <a:off x="862994" y="4410917"/>
            <a:ext cx="252409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188,700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138ED42A-516C-A0DE-25BC-4D0956518F42}"/>
              </a:ext>
            </a:extLst>
          </p:cNvPr>
          <p:cNvSpPr/>
          <p:nvPr/>
        </p:nvSpPr>
        <p:spPr>
          <a:xfrm>
            <a:off x="5868561" y="2417226"/>
            <a:ext cx="465711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복사</a:t>
            </a:r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C99FC135-5D71-2A4C-2662-DE7491F7B7E4}"/>
              </a:ext>
            </a:extLst>
          </p:cNvPr>
          <p:cNvSpPr/>
          <p:nvPr/>
        </p:nvSpPr>
        <p:spPr>
          <a:xfrm>
            <a:off x="0" y="6522795"/>
            <a:ext cx="10009361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▼ 다음 페이지에서 이어짐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BCD67B-C38E-1194-1A1C-8698A3B21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801665"/>
              </p:ext>
            </p:extLst>
          </p:nvPr>
        </p:nvGraphicFramePr>
        <p:xfrm>
          <a:off x="143268" y="4668581"/>
          <a:ext cx="6263014" cy="1850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구매 제한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무제한             수량입력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00279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재고수량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무제한           수량입력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배송탬플릿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45385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구매 단위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상품단위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04928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개당기준수량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전체 수량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46773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안내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사용 안함                사용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84171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미적용                  유기농             친환경                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746418"/>
                  </a:ext>
                </a:extLst>
              </a:tr>
            </a:tbl>
          </a:graphicData>
        </a:graphic>
      </p:graphicFrame>
      <p:sp>
        <p:nvSpPr>
          <p:cNvPr id="10" name="모서리가 둥근 직사각형 61">
            <a:extLst>
              <a:ext uri="{FF2B5EF4-FFF2-40B4-BE49-F238E27FC236}">
                <a16:creationId xmlns:a16="http://schemas.microsoft.com/office/drawing/2014/main" id="{DBAB1494-243B-4C7B-4ED6-DD420088E3D7}"/>
              </a:ext>
            </a:extLst>
          </p:cNvPr>
          <p:cNvSpPr/>
          <p:nvPr/>
        </p:nvSpPr>
        <p:spPr>
          <a:xfrm>
            <a:off x="4158442" y="4967926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설정 완료</a:t>
            </a:r>
          </a:p>
        </p:txBody>
      </p:sp>
      <p:sp>
        <p:nvSpPr>
          <p:cNvPr id="12" name="모서리가 둥근 직사각형 61">
            <a:extLst>
              <a:ext uri="{FF2B5EF4-FFF2-40B4-BE49-F238E27FC236}">
                <a16:creationId xmlns:a16="http://schemas.microsoft.com/office/drawing/2014/main" id="{B89778F8-04C7-ECDB-7C56-F1737D4B2D55}"/>
              </a:ext>
            </a:extLst>
          </p:cNvPr>
          <p:cNvSpPr/>
          <p:nvPr/>
        </p:nvSpPr>
        <p:spPr>
          <a:xfrm>
            <a:off x="868606" y="5253535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완료</a:t>
            </a:r>
          </a:p>
        </p:txBody>
      </p:sp>
      <p:sp>
        <p:nvSpPr>
          <p:cNvPr id="14" name="모서리가 둥근 직사각형 61">
            <a:extLst>
              <a:ext uri="{FF2B5EF4-FFF2-40B4-BE49-F238E27FC236}">
                <a16:creationId xmlns:a16="http://schemas.microsoft.com/office/drawing/2014/main" id="{D7F04D09-517B-F792-C970-476A37CD7439}"/>
              </a:ext>
            </a:extLst>
          </p:cNvPr>
          <p:cNvSpPr/>
          <p:nvPr/>
        </p:nvSpPr>
        <p:spPr>
          <a:xfrm>
            <a:off x="4158442" y="5253535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완료</a:t>
            </a:r>
          </a:p>
        </p:txBody>
      </p:sp>
      <p:pic>
        <p:nvPicPr>
          <p:cNvPr id="16" name="Picture 2" descr="on, radio icon">
            <a:extLst>
              <a:ext uri="{FF2B5EF4-FFF2-40B4-BE49-F238E27FC236}">
                <a16:creationId xmlns:a16="http://schemas.microsoft.com/office/drawing/2014/main" id="{6887D840-A455-174E-1FE3-DBA40482D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25" y="502409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off, radio icon">
            <a:extLst>
              <a:ext uri="{FF2B5EF4-FFF2-40B4-BE49-F238E27FC236}">
                <a16:creationId xmlns:a16="http://schemas.microsoft.com/office/drawing/2014/main" id="{33B8FDB4-7713-B8AD-14C8-15B8A2A83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211" y="501323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65">
            <a:extLst>
              <a:ext uri="{FF2B5EF4-FFF2-40B4-BE49-F238E27FC236}">
                <a16:creationId xmlns:a16="http://schemas.microsoft.com/office/drawing/2014/main" id="{603A95C9-8B60-8ED3-ED59-FA77AE17777C}"/>
              </a:ext>
            </a:extLst>
          </p:cNvPr>
          <p:cNvSpPr/>
          <p:nvPr/>
        </p:nvSpPr>
        <p:spPr>
          <a:xfrm>
            <a:off x="1853238" y="4989572"/>
            <a:ext cx="1175607" cy="19077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A6366456-1F85-EB15-F095-180C860A31DA}"/>
              </a:ext>
            </a:extLst>
          </p:cNvPr>
          <p:cNvSpPr/>
          <p:nvPr/>
        </p:nvSpPr>
        <p:spPr>
          <a:xfrm>
            <a:off x="861359" y="5507695"/>
            <a:ext cx="2167486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61">
            <a:extLst>
              <a:ext uri="{FF2B5EF4-FFF2-40B4-BE49-F238E27FC236}">
                <a16:creationId xmlns:a16="http://schemas.microsoft.com/office/drawing/2014/main" id="{0476BAE8-E8EC-C68E-E57C-263028F7AE07}"/>
              </a:ext>
            </a:extLst>
          </p:cNvPr>
          <p:cNvSpPr/>
          <p:nvPr/>
        </p:nvSpPr>
        <p:spPr>
          <a:xfrm>
            <a:off x="4164486" y="5505550"/>
            <a:ext cx="2160240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묶음</a:t>
            </a: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6F290CE1-46F3-98D0-3273-8F04ECCEE535}"/>
              </a:ext>
            </a:extLst>
          </p:cNvPr>
          <p:cNvSpPr/>
          <p:nvPr/>
        </p:nvSpPr>
        <p:spPr>
          <a:xfrm>
            <a:off x="4165631" y="5766571"/>
            <a:ext cx="77495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3C24340C-8DA1-D3FD-9C90-3B60C5D6A9DB}"/>
              </a:ext>
            </a:extLst>
          </p:cNvPr>
          <p:cNvSpPr/>
          <p:nvPr/>
        </p:nvSpPr>
        <p:spPr>
          <a:xfrm>
            <a:off x="5004013" y="5762013"/>
            <a:ext cx="1320713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※ 50 </a:t>
            </a:r>
            <a:r>
              <a:rPr lang="ko-KR" altLang="en-US" sz="7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묶음당</a:t>
            </a:r>
            <a:r>
              <a: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2,500</a:t>
            </a:r>
            <a:r>
              <a: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</a:p>
        </p:txBody>
      </p:sp>
      <p:sp>
        <p:nvSpPr>
          <p:cNvPr id="39" name="모서리가 둥근 직사각형 61">
            <a:extLst>
              <a:ext uri="{FF2B5EF4-FFF2-40B4-BE49-F238E27FC236}">
                <a16:creationId xmlns:a16="http://schemas.microsoft.com/office/drawing/2014/main" id="{E30A2DB0-EE17-A5F6-36A4-FB344A3E867B}"/>
              </a:ext>
            </a:extLst>
          </p:cNvPr>
          <p:cNvSpPr/>
          <p:nvPr/>
        </p:nvSpPr>
        <p:spPr>
          <a:xfrm>
            <a:off x="857778" y="5773599"/>
            <a:ext cx="446968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E429E9-6409-E5AA-5FEF-6B73ACE88454}"/>
              </a:ext>
            </a:extLst>
          </p:cNvPr>
          <p:cNvSpPr txBox="1"/>
          <p:nvPr/>
        </p:nvSpPr>
        <p:spPr>
          <a:xfrm>
            <a:off x="1249690" y="5793329"/>
            <a:ext cx="19046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가격 기준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판매가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상품전체수량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개당기준수량</a:t>
            </a:r>
          </a:p>
        </p:txBody>
      </p:sp>
      <p:pic>
        <p:nvPicPr>
          <p:cNvPr id="44" name="Picture 2" descr="on, radio icon">
            <a:extLst>
              <a:ext uri="{FF2B5EF4-FFF2-40B4-BE49-F238E27FC236}">
                <a16:creationId xmlns:a16="http://schemas.microsoft.com/office/drawing/2014/main" id="{41D2DD1A-979F-99BE-50E2-7CCD1634E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862" y="606827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 descr="off, radio icon">
            <a:extLst>
              <a:ext uri="{FF2B5EF4-FFF2-40B4-BE49-F238E27FC236}">
                <a16:creationId xmlns:a16="http://schemas.microsoft.com/office/drawing/2014/main" id="{6998CD61-428A-C1BC-CB5C-B025A48FA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06" y="607492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6A58912A-EDA7-074D-C606-F9715659E65D}"/>
              </a:ext>
            </a:extLst>
          </p:cNvPr>
          <p:cNvSpPr/>
          <p:nvPr/>
        </p:nvSpPr>
        <p:spPr>
          <a:xfrm>
            <a:off x="1853238" y="6045092"/>
            <a:ext cx="484044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pic>
        <p:nvPicPr>
          <p:cNvPr id="56" name="Picture 4" descr="off, radio icon">
            <a:extLst>
              <a:ext uri="{FF2B5EF4-FFF2-40B4-BE49-F238E27FC236}">
                <a16:creationId xmlns:a16="http://schemas.microsoft.com/office/drawing/2014/main" id="{A8973187-DEAD-DFCC-4AFC-2ED59FC2F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416" y="633954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off, radio icon">
            <a:extLst>
              <a:ext uri="{FF2B5EF4-FFF2-40B4-BE49-F238E27FC236}">
                <a16:creationId xmlns:a16="http://schemas.microsoft.com/office/drawing/2014/main" id="{F8C39064-13BE-FC68-C611-E95AD5E66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858" y="634498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off, radio icon">
            <a:extLst>
              <a:ext uri="{FF2B5EF4-FFF2-40B4-BE49-F238E27FC236}">
                <a16:creationId xmlns:a16="http://schemas.microsoft.com/office/drawing/2014/main" id="{ECD18F2A-3D3E-1DFB-7B1A-FF3DCDEF7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041" y="633954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on, radio icon">
            <a:extLst>
              <a:ext uri="{FF2B5EF4-FFF2-40B4-BE49-F238E27FC236}">
                <a16:creationId xmlns:a16="http://schemas.microsoft.com/office/drawing/2014/main" id="{955DE836-E36D-8744-5453-04B015090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76" y="633954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F881E28-5F33-7749-F1A2-F49A9D257183}"/>
              </a:ext>
            </a:extLst>
          </p:cNvPr>
          <p:cNvSpPr txBox="1"/>
          <p:nvPr/>
        </p:nvSpPr>
        <p:spPr>
          <a:xfrm>
            <a:off x="1307907" y="78285"/>
            <a:ext cx="25266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상품정보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수정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등록 후 조회</a:t>
            </a:r>
            <a:r>
              <a:rPr lang="en-US" altLang="ko-KR" sz="900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등록신청 전까지</a:t>
            </a:r>
            <a:r>
              <a:rPr lang="en-US" altLang="ko-KR" sz="900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68E2D1-9D7C-3D0B-F69C-4AF1F2BB6BF7}"/>
              </a:ext>
            </a:extLst>
          </p:cNvPr>
          <p:cNvSpPr txBox="1"/>
          <p:nvPr/>
        </p:nvSpPr>
        <p:spPr>
          <a:xfrm>
            <a:off x="1302717" y="330494"/>
            <a:ext cx="20185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B497CDF-1292-759A-4C86-6D16DD680824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CH-A-PR-01-01-08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770BBA-8168-4F31-D225-6B979FC6C9A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ABB503-C426-7F42-E0CE-0CBEB19AACE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1ADBC-B514-9647-B1C7-148846136756}"/>
              </a:ext>
            </a:extLst>
          </p:cNvPr>
          <p:cNvSpPr txBox="1"/>
          <p:nvPr/>
        </p:nvSpPr>
        <p:spPr>
          <a:xfrm>
            <a:off x="6588539" y="13167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카테고리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383706-D42E-20D6-CB37-5CB97D5C45CB}"/>
              </a:ext>
            </a:extLst>
          </p:cNvPr>
          <p:cNvSpPr txBox="1"/>
          <p:nvPr/>
        </p:nvSpPr>
        <p:spPr>
          <a:xfrm>
            <a:off x="7051724" y="1310023"/>
            <a:ext cx="24256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선택 시 좌측 화면에 즉시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다중선택 가능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61">
            <a:extLst>
              <a:ext uri="{FF2B5EF4-FFF2-40B4-BE49-F238E27FC236}">
                <a16:creationId xmlns:a16="http://schemas.microsoft.com/office/drawing/2014/main" id="{3FED00F6-969A-E14C-4938-EC9857641A0B}"/>
              </a:ext>
            </a:extLst>
          </p:cNvPr>
          <p:cNvSpPr/>
          <p:nvPr/>
        </p:nvSpPr>
        <p:spPr>
          <a:xfrm>
            <a:off x="6647108" y="1611998"/>
            <a:ext cx="270025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E0FF7FE-DFFF-F889-24C3-67A14877A852}"/>
              </a:ext>
            </a:extLst>
          </p:cNvPr>
          <p:cNvSpPr/>
          <p:nvPr/>
        </p:nvSpPr>
        <p:spPr>
          <a:xfrm>
            <a:off x="9415037" y="1620173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BE5DF9C3-C51F-C8D6-4B1F-C921F2BB42AA}"/>
              </a:ext>
            </a:extLst>
          </p:cNvPr>
          <p:cNvSpPr/>
          <p:nvPr/>
        </p:nvSpPr>
        <p:spPr>
          <a:xfrm>
            <a:off x="920353" y="1980109"/>
            <a:ext cx="88008" cy="88008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4AB91619-C3B7-608C-D1CE-420177F20001}"/>
              </a:ext>
            </a:extLst>
          </p:cNvPr>
          <p:cNvSpPr/>
          <p:nvPr/>
        </p:nvSpPr>
        <p:spPr>
          <a:xfrm>
            <a:off x="1582101" y="1988604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0550E611-3660-AB40-4209-A035C9E1DB11}"/>
              </a:ext>
            </a:extLst>
          </p:cNvPr>
          <p:cNvSpPr/>
          <p:nvPr/>
        </p:nvSpPr>
        <p:spPr>
          <a:xfrm>
            <a:off x="2178971" y="1988604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C890FF67-19FC-6BC2-A0DB-37B32A2BC0A9}"/>
              </a:ext>
            </a:extLst>
          </p:cNvPr>
          <p:cNvSpPr/>
          <p:nvPr/>
        </p:nvSpPr>
        <p:spPr>
          <a:xfrm>
            <a:off x="2909165" y="1994307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0127D4-61F6-F8FE-6BDD-1372B2DE63AB}"/>
              </a:ext>
            </a:extLst>
          </p:cNvPr>
          <p:cNvSpPr/>
          <p:nvPr/>
        </p:nvSpPr>
        <p:spPr>
          <a:xfrm>
            <a:off x="130703" y="1936038"/>
            <a:ext cx="3487176" cy="197289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모서리가 둥근 직사각형 53">
            <a:extLst>
              <a:ext uri="{FF2B5EF4-FFF2-40B4-BE49-F238E27FC236}">
                <a16:creationId xmlns:a16="http://schemas.microsoft.com/office/drawing/2014/main" id="{13FB353A-B33F-0B2A-D62B-631F65EB3E6B}"/>
              </a:ext>
            </a:extLst>
          </p:cNvPr>
          <p:cNvSpPr/>
          <p:nvPr/>
        </p:nvSpPr>
        <p:spPr>
          <a:xfrm>
            <a:off x="3457812" y="18845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E21AC-2AA7-1A67-02FA-BB9FBBCA08F2}"/>
              </a:ext>
            </a:extLst>
          </p:cNvPr>
          <p:cNvSpPr txBox="1"/>
          <p:nvPr/>
        </p:nvSpPr>
        <p:spPr>
          <a:xfrm>
            <a:off x="144265" y="971997"/>
            <a:ext cx="72008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  <a:endParaRPr lang="ko-KR" altLang="en-US" sz="1200" b="1" spc="-150" dirty="0"/>
          </a:p>
        </p:txBody>
      </p:sp>
      <p:graphicFrame>
        <p:nvGraphicFramePr>
          <p:cNvPr id="7" name="Group 59">
            <a:extLst>
              <a:ext uri="{FF2B5EF4-FFF2-40B4-BE49-F238E27FC236}">
                <a16:creationId xmlns:a16="http://schemas.microsoft.com/office/drawing/2014/main" id="{851AA133-0B35-787E-AA93-CD1977950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908278"/>
              </p:ext>
            </p:extLst>
          </p:nvPr>
        </p:nvGraphicFramePr>
        <p:xfrm>
          <a:off x="10086305" y="636529"/>
          <a:ext cx="2850436" cy="174358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상태 값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 저장 완료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 대기 상태 값으로 출력</a:t>
                      </a:r>
                      <a:endParaRPr lang="en-US" altLang="ko-KR" sz="800" b="1" u="sng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1-2 </a:t>
                      </a:r>
                      <a:r>
                        <a:rPr lang="ko-KR" altLang="en-US" sz="800" b="1" u="sng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판매 </a:t>
                      </a:r>
                      <a:r>
                        <a:rPr lang="ko-KR" altLang="en-US" sz="800" b="1" u="sng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상태 </a:t>
                      </a:r>
                      <a:r>
                        <a:rPr lang="en-US" altLang="ko-KR" sz="800" b="1" u="sng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Read only</a:t>
                      </a:r>
                      <a:r>
                        <a:rPr lang="ko-KR" altLang="en-US" sz="800" b="1" u="sng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값</a:t>
                      </a:r>
                      <a:endParaRPr lang="en-US" altLang="ko-KR" sz="800" b="1" u="sng" spc="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상품 등록 전까진 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상품 판매 대기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“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디폴트 </a:t>
                      </a:r>
                      <a:endParaRPr lang="en-US" altLang="ko-KR" sz="800" b="0" u="none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판매업체가 상품 정보저장 완료 시 해당 데이터 항목</a:t>
                      </a:r>
                      <a:endParaRPr lang="en-US" altLang="ko-KR" sz="800" b="0" u="none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추가 반영되어 출력됨</a:t>
                      </a:r>
                      <a:endParaRPr lang="en-US" altLang="ko-KR" sz="800" b="0" u="none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정보 설정 화면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 후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리프레시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 첫 선택 값인 카테고리 데이터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선택 후 데이터 출력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다수 중복 선택 가능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이상 선택 가능 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145520"/>
                  </a:ext>
                </a:extLst>
              </a:tr>
            </a:tbl>
          </a:graphicData>
        </a:graphic>
      </p:graphicFrame>
      <p:grpSp>
        <p:nvGrpSpPr>
          <p:cNvPr id="29" name="그룹 28">
            <a:extLst>
              <a:ext uri="{FF2B5EF4-FFF2-40B4-BE49-F238E27FC236}">
                <a16:creationId xmlns:a16="http://schemas.microsoft.com/office/drawing/2014/main" id="{93F5AFE5-EBBC-11C7-9AF6-DC22F8385B71}"/>
              </a:ext>
            </a:extLst>
          </p:cNvPr>
          <p:cNvGrpSpPr/>
          <p:nvPr/>
        </p:nvGrpSpPr>
        <p:grpSpPr>
          <a:xfrm>
            <a:off x="6639304" y="1835146"/>
            <a:ext cx="2286652" cy="2324601"/>
            <a:chOff x="6639303" y="1835146"/>
            <a:chExt cx="2926857" cy="303939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189F86E-76A4-A2B4-76F5-B87F346E6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80" b="41798"/>
            <a:stretch>
              <a:fillRect/>
            </a:stretch>
          </p:blipFill>
          <p:spPr>
            <a:xfrm>
              <a:off x="6644172" y="1835146"/>
              <a:ext cx="2921988" cy="1945163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3C66FD6-57F7-6A5A-DC81-9B6AF31FF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7951" r="3566"/>
            <a:stretch>
              <a:fillRect/>
            </a:stretch>
          </p:blipFill>
          <p:spPr>
            <a:xfrm>
              <a:off x="6641730" y="3851120"/>
              <a:ext cx="2820051" cy="736887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BD2E4FE-FAEA-3F4F-6681-0823A63DB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8990" r="2338" b="23152"/>
            <a:stretch>
              <a:fillRect/>
            </a:stretch>
          </p:blipFill>
          <p:spPr>
            <a:xfrm>
              <a:off x="6639303" y="4277710"/>
              <a:ext cx="2855983" cy="596833"/>
            </a:xfrm>
            <a:prstGeom prst="rect">
              <a:avLst/>
            </a:prstGeom>
          </p:spPr>
        </p:pic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94A6B9CD-3045-0B55-BE6A-ECBDC4A7E1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510" r="91319" b="69532"/>
          <a:stretch>
            <a:fillRect/>
          </a:stretch>
        </p:blipFill>
        <p:spPr>
          <a:xfrm>
            <a:off x="6644834" y="3710502"/>
            <a:ext cx="253839" cy="700415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E386336-81BC-0632-3CE1-BA492598B131}"/>
              </a:ext>
            </a:extLst>
          </p:cNvPr>
          <p:cNvSpPr/>
          <p:nvPr/>
        </p:nvSpPr>
        <p:spPr>
          <a:xfrm>
            <a:off x="7057033" y="2076612"/>
            <a:ext cx="624184" cy="18183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모서리가 둥근 직사각형 53">
            <a:extLst>
              <a:ext uri="{FF2B5EF4-FFF2-40B4-BE49-F238E27FC236}">
                <a16:creationId xmlns:a16="http://schemas.microsoft.com/office/drawing/2014/main" id="{38017A03-29A4-1F94-9A3D-525A752B25BA}"/>
              </a:ext>
            </a:extLst>
          </p:cNvPr>
          <p:cNvSpPr/>
          <p:nvPr/>
        </p:nvSpPr>
        <p:spPr>
          <a:xfrm>
            <a:off x="9673345" y="142138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모서리가 둥근 직사각형 53">
            <a:extLst>
              <a:ext uri="{FF2B5EF4-FFF2-40B4-BE49-F238E27FC236}">
                <a16:creationId xmlns:a16="http://schemas.microsoft.com/office/drawing/2014/main" id="{FFF25A3F-E5C8-F5D0-E552-2786271E9260}"/>
              </a:ext>
            </a:extLst>
          </p:cNvPr>
          <p:cNvSpPr/>
          <p:nvPr/>
        </p:nvSpPr>
        <p:spPr>
          <a:xfrm>
            <a:off x="1403220" y="17241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D5B9BE-290E-EAB6-2B06-D4F2BBF916AB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3-5 / 1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구매 제한 데이터 설정 항목 추가 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B0EFD3-8AA5-1962-D46C-03B41AB90D9C}"/>
              </a:ext>
            </a:extLst>
          </p:cNvPr>
          <p:cNvSpPr txBox="1"/>
          <p:nvPr/>
        </p:nvSpPr>
        <p:spPr>
          <a:xfrm>
            <a:off x="3047395" y="4707317"/>
            <a:ext cx="33474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일동안 구매할 수 있는 최대 수량을 입력해주세요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" name="Picture 4" descr="off, radio icon">
            <a:extLst>
              <a:ext uri="{FF2B5EF4-FFF2-40B4-BE49-F238E27FC236}">
                <a16:creationId xmlns:a16="http://schemas.microsoft.com/office/drawing/2014/main" id="{31BC7072-2017-35B8-DDF2-F1BFD6796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63" y="475813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모서리가 둥근 직사각형 65">
            <a:extLst>
              <a:ext uri="{FF2B5EF4-FFF2-40B4-BE49-F238E27FC236}">
                <a16:creationId xmlns:a16="http://schemas.microsoft.com/office/drawing/2014/main" id="{EE6A5895-CDE2-A1CD-F154-1495AD681DA4}"/>
              </a:ext>
            </a:extLst>
          </p:cNvPr>
          <p:cNvSpPr/>
          <p:nvPr/>
        </p:nvSpPr>
        <p:spPr>
          <a:xfrm>
            <a:off x="1847728" y="4698741"/>
            <a:ext cx="1175607" cy="19077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3" name="Picture 2" descr="on, radio icon">
            <a:extLst>
              <a:ext uri="{FF2B5EF4-FFF2-40B4-BE49-F238E27FC236}">
                <a16:creationId xmlns:a16="http://schemas.microsoft.com/office/drawing/2014/main" id="{E3FF01BF-EDE9-6588-39A5-E69F25652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211" y="474959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모서리가 둥근 직사각형 53">
            <a:extLst>
              <a:ext uri="{FF2B5EF4-FFF2-40B4-BE49-F238E27FC236}">
                <a16:creationId xmlns:a16="http://schemas.microsoft.com/office/drawing/2014/main" id="{B84BEFB2-C80B-F587-64C2-0E953C7A12B1}"/>
              </a:ext>
            </a:extLst>
          </p:cNvPr>
          <p:cNvSpPr/>
          <p:nvPr/>
        </p:nvSpPr>
        <p:spPr>
          <a:xfrm>
            <a:off x="2883687" y="27935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F87079F-4C95-6C3F-931D-C3D23583A2DE}"/>
              </a:ext>
            </a:extLst>
          </p:cNvPr>
          <p:cNvSpPr/>
          <p:nvPr/>
        </p:nvSpPr>
        <p:spPr>
          <a:xfrm>
            <a:off x="7057033" y="2241596"/>
            <a:ext cx="624184" cy="18183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9546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DA64-7B29-C62B-B292-4A59B6F1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E0BE402-F7AB-2616-3CD9-7FB6719CAF5B}"/>
              </a:ext>
            </a:extLst>
          </p:cNvPr>
          <p:cNvSpPr/>
          <p:nvPr/>
        </p:nvSpPr>
        <p:spPr>
          <a:xfrm>
            <a:off x="6585031" y="323044"/>
            <a:ext cx="3380919" cy="55352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2F67DC9-E116-300D-18EE-AC143EA98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18065"/>
              </p:ext>
            </p:extLst>
          </p:nvPr>
        </p:nvGraphicFramePr>
        <p:xfrm>
          <a:off x="110684" y="2737883"/>
          <a:ext cx="6263014" cy="17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설명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0A8A3A7F-EB2A-C872-F3D9-6ED463700132}"/>
              </a:ext>
            </a:extLst>
          </p:cNvPr>
          <p:cNvSpPr/>
          <p:nvPr/>
        </p:nvSpPr>
        <p:spPr>
          <a:xfrm>
            <a:off x="841918" y="2828536"/>
            <a:ext cx="681081" cy="16548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맑은 고딕" panose="020B0503020000020004" pitchFamily="50" charset="-127"/>
              </a:rPr>
              <a:t>이미지 등록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3AA227-B6B8-C18B-003E-48C55D3C9720}"/>
              </a:ext>
            </a:extLst>
          </p:cNvPr>
          <p:cNvSpPr txBox="1"/>
          <p:nvPr/>
        </p:nvSpPr>
        <p:spPr>
          <a:xfrm>
            <a:off x="1522999" y="2778573"/>
            <a:ext cx="21771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0MB,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장까지 등록 가능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70BC00-594C-F57F-041B-A90B175AF536}"/>
              </a:ext>
            </a:extLst>
          </p:cNvPr>
          <p:cNvSpPr txBox="1"/>
          <p:nvPr/>
        </p:nvSpPr>
        <p:spPr>
          <a:xfrm>
            <a:off x="5789590" y="2820380"/>
            <a:ext cx="7040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0/20 (0MB)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C1713F-2C34-F7BA-5294-2D37A2774E1E}"/>
              </a:ext>
            </a:extLst>
          </p:cNvPr>
          <p:cNvSpPr txBox="1"/>
          <p:nvPr/>
        </p:nvSpPr>
        <p:spPr>
          <a:xfrm>
            <a:off x="103178" y="170689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spc="-15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554C71F-98DB-C52A-38F5-36102A7D7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471003"/>
              </p:ext>
            </p:extLst>
          </p:nvPr>
        </p:nvGraphicFramePr>
        <p:xfrm>
          <a:off x="110684" y="1919047"/>
          <a:ext cx="6263014" cy="8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 이미지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882988AA-1C63-FAC5-AEAF-FA161D5CC0FA}"/>
              </a:ext>
            </a:extLst>
          </p:cNvPr>
          <p:cNvSpPr/>
          <p:nvPr/>
        </p:nvSpPr>
        <p:spPr>
          <a:xfrm>
            <a:off x="841918" y="1939302"/>
            <a:ext cx="681081" cy="16548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맑은 고딕" panose="020B0503020000020004" pitchFamily="50" charset="-127"/>
              </a:rPr>
              <a:t>이미지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D99EB0-EC96-9B1A-5646-D27A3F83D03B}"/>
              </a:ext>
            </a:extLst>
          </p:cNvPr>
          <p:cNvSpPr txBox="1"/>
          <p:nvPr/>
        </p:nvSpPr>
        <p:spPr>
          <a:xfrm>
            <a:off x="1514073" y="1932669"/>
            <a:ext cx="30332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10MB,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장까지 등록 가능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권장 사이즈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1000 x 1000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</a:p>
        </p:txBody>
      </p:sp>
      <p:sp>
        <p:nvSpPr>
          <p:cNvPr id="24" name="모서리가 둥근 직사각형 61">
            <a:extLst>
              <a:ext uri="{FF2B5EF4-FFF2-40B4-BE49-F238E27FC236}">
                <a16:creationId xmlns:a16="http://schemas.microsoft.com/office/drawing/2014/main" id="{1F9E2992-C12B-8DEB-341E-FC5236E08F94}"/>
              </a:ext>
            </a:extLst>
          </p:cNvPr>
          <p:cNvSpPr/>
          <p:nvPr/>
        </p:nvSpPr>
        <p:spPr>
          <a:xfrm>
            <a:off x="847383" y="2168367"/>
            <a:ext cx="681081" cy="53249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모서리가 둥근 직사각형 61">
            <a:extLst>
              <a:ext uri="{FF2B5EF4-FFF2-40B4-BE49-F238E27FC236}">
                <a16:creationId xmlns:a16="http://schemas.microsoft.com/office/drawing/2014/main" id="{361D15E4-3571-8B6A-13FA-3B2BC1211457}"/>
              </a:ext>
            </a:extLst>
          </p:cNvPr>
          <p:cNvSpPr/>
          <p:nvPr/>
        </p:nvSpPr>
        <p:spPr>
          <a:xfrm>
            <a:off x="1603924" y="2161735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46580004-2F27-72EF-C736-6ABEAEFD7E73}"/>
              </a:ext>
            </a:extLst>
          </p:cNvPr>
          <p:cNvSpPr/>
          <p:nvPr/>
        </p:nvSpPr>
        <p:spPr>
          <a:xfrm>
            <a:off x="2354135" y="2162589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모서리가 둥근 직사각형 61">
            <a:extLst>
              <a:ext uri="{FF2B5EF4-FFF2-40B4-BE49-F238E27FC236}">
                <a16:creationId xmlns:a16="http://schemas.microsoft.com/office/drawing/2014/main" id="{DBB45455-6161-A691-F49A-5CB7C51EBAD1}"/>
              </a:ext>
            </a:extLst>
          </p:cNvPr>
          <p:cNvSpPr/>
          <p:nvPr/>
        </p:nvSpPr>
        <p:spPr>
          <a:xfrm>
            <a:off x="3110676" y="2161735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C7B0733-E826-1719-0014-B901C4965517}"/>
              </a:ext>
            </a:extLst>
          </p:cNvPr>
          <p:cNvSpPr/>
          <p:nvPr/>
        </p:nvSpPr>
        <p:spPr>
          <a:xfrm>
            <a:off x="3845186" y="2161735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73EF1BCD-B97F-D84D-6C3E-616998723D13}"/>
              </a:ext>
            </a:extLst>
          </p:cNvPr>
          <p:cNvSpPr/>
          <p:nvPr/>
        </p:nvSpPr>
        <p:spPr>
          <a:xfrm>
            <a:off x="1383828" y="2168368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모서리가 둥근 직사각형 61">
            <a:extLst>
              <a:ext uri="{FF2B5EF4-FFF2-40B4-BE49-F238E27FC236}">
                <a16:creationId xmlns:a16="http://schemas.microsoft.com/office/drawing/2014/main" id="{18CA2BD9-F3AE-75BE-C5A3-2CE6415AD637}"/>
              </a:ext>
            </a:extLst>
          </p:cNvPr>
          <p:cNvSpPr/>
          <p:nvPr/>
        </p:nvSpPr>
        <p:spPr>
          <a:xfrm>
            <a:off x="2149400" y="2168368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61">
            <a:extLst>
              <a:ext uri="{FF2B5EF4-FFF2-40B4-BE49-F238E27FC236}">
                <a16:creationId xmlns:a16="http://schemas.microsoft.com/office/drawing/2014/main" id="{5000962A-2DE8-1E59-3C70-80D69CA68810}"/>
              </a:ext>
            </a:extLst>
          </p:cNvPr>
          <p:cNvSpPr/>
          <p:nvPr/>
        </p:nvSpPr>
        <p:spPr>
          <a:xfrm>
            <a:off x="2892078" y="2161735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B658A12F-4F27-0C84-C8B3-62CD576C2998}"/>
              </a:ext>
            </a:extLst>
          </p:cNvPr>
          <p:cNvSpPr/>
          <p:nvPr/>
        </p:nvSpPr>
        <p:spPr>
          <a:xfrm>
            <a:off x="3649897" y="2168368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모서리가 둥근 직사각형 61">
            <a:extLst>
              <a:ext uri="{FF2B5EF4-FFF2-40B4-BE49-F238E27FC236}">
                <a16:creationId xmlns:a16="http://schemas.microsoft.com/office/drawing/2014/main" id="{1B98E30B-4D1D-6C9B-CA04-387BE356C63C}"/>
              </a:ext>
            </a:extLst>
          </p:cNvPr>
          <p:cNvSpPr/>
          <p:nvPr/>
        </p:nvSpPr>
        <p:spPr>
          <a:xfrm>
            <a:off x="4385562" y="2168368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E8C52E-0162-D9CE-7DA1-F6215660CEE8}"/>
              </a:ext>
            </a:extLst>
          </p:cNvPr>
          <p:cNvSpPr txBox="1"/>
          <p:nvPr/>
        </p:nvSpPr>
        <p:spPr>
          <a:xfrm>
            <a:off x="5789590" y="1931146"/>
            <a:ext cx="6479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0/5 (0MB)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BBD837C-E586-3B63-B023-DD430C7DB341}"/>
              </a:ext>
            </a:extLst>
          </p:cNvPr>
          <p:cNvCxnSpPr>
            <a:cxnSpLocks/>
          </p:cNvCxnSpPr>
          <p:nvPr/>
        </p:nvCxnSpPr>
        <p:spPr>
          <a:xfrm>
            <a:off x="6363509" y="3119096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548740-90BB-4755-09C1-5D6F0EF8CCF7}"/>
              </a:ext>
            </a:extLst>
          </p:cNvPr>
          <p:cNvSpPr txBox="1"/>
          <p:nvPr/>
        </p:nvSpPr>
        <p:spPr>
          <a:xfrm>
            <a:off x="103178" y="32392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</a:t>
            </a:r>
            <a:endParaRPr lang="ko-KR" altLang="en-US" sz="900" b="1" spc="-150" dirty="0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8C6A6E04-3D21-8B19-733B-DD4E8FF3A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613848"/>
              </p:ext>
            </p:extLst>
          </p:nvPr>
        </p:nvGraphicFramePr>
        <p:xfrm>
          <a:off x="122026" y="574640"/>
          <a:ext cx="6263014" cy="875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 값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 분유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개월 수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6~12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여아용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유기농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개당 중량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600~800g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4343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6~12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조건은 할인 설정 시 자동 반영 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26544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091C9715-038A-1AC5-DECD-AA2856DC9AC0}"/>
              </a:ext>
            </a:extLst>
          </p:cNvPr>
          <p:cNvSpPr/>
          <p:nvPr/>
        </p:nvSpPr>
        <p:spPr>
          <a:xfrm>
            <a:off x="5898613" y="352881"/>
            <a:ext cx="465711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설정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20F0D5-E795-A1EE-652F-1F92D456D656}"/>
              </a:ext>
            </a:extLst>
          </p:cNvPr>
          <p:cNvSpPr txBox="1"/>
          <p:nvPr/>
        </p:nvSpPr>
        <p:spPr>
          <a:xfrm>
            <a:off x="110010" y="4698955"/>
            <a:ext cx="1021674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사은품  정보 </a:t>
            </a:r>
            <a:endParaRPr lang="ko-KR" altLang="en-US" sz="900" b="1" spc="-15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75FB84D-62E6-74BB-7F71-D801394CA8C3}"/>
              </a:ext>
            </a:extLst>
          </p:cNvPr>
          <p:cNvSpPr txBox="1"/>
          <p:nvPr/>
        </p:nvSpPr>
        <p:spPr>
          <a:xfrm>
            <a:off x="2292259" y="4737972"/>
            <a:ext cx="4320413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설정은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상품목록 위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설정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메뉴에서 설정하실 수 있습니다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상품 동시 할인 반영 가능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5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모서리가 둥근 직사각형 61">
            <a:extLst>
              <a:ext uri="{FF2B5EF4-FFF2-40B4-BE49-F238E27FC236}">
                <a16:creationId xmlns:a16="http://schemas.microsoft.com/office/drawing/2014/main" id="{D1892EFB-FBCA-3C94-3360-C31E1186F000}"/>
              </a:ext>
            </a:extLst>
          </p:cNvPr>
          <p:cNvSpPr/>
          <p:nvPr/>
        </p:nvSpPr>
        <p:spPr>
          <a:xfrm>
            <a:off x="853680" y="3066861"/>
            <a:ext cx="681081" cy="53249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모서리가 둥근 직사각형 61">
            <a:extLst>
              <a:ext uri="{FF2B5EF4-FFF2-40B4-BE49-F238E27FC236}">
                <a16:creationId xmlns:a16="http://schemas.microsoft.com/office/drawing/2014/main" id="{2ACAB833-F6B2-84B9-6A1A-CB3DFBC0EF41}"/>
              </a:ext>
            </a:extLst>
          </p:cNvPr>
          <p:cNvSpPr/>
          <p:nvPr/>
        </p:nvSpPr>
        <p:spPr>
          <a:xfrm>
            <a:off x="1610221" y="3060229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모서리가 둥근 직사각형 61">
            <a:extLst>
              <a:ext uri="{FF2B5EF4-FFF2-40B4-BE49-F238E27FC236}">
                <a16:creationId xmlns:a16="http://schemas.microsoft.com/office/drawing/2014/main" id="{4A529E38-4EE9-B1C9-87E5-8FBDF27F69A8}"/>
              </a:ext>
            </a:extLst>
          </p:cNvPr>
          <p:cNvSpPr/>
          <p:nvPr/>
        </p:nvSpPr>
        <p:spPr>
          <a:xfrm>
            <a:off x="2360432" y="3061083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모서리가 둥근 직사각형 61">
            <a:extLst>
              <a:ext uri="{FF2B5EF4-FFF2-40B4-BE49-F238E27FC236}">
                <a16:creationId xmlns:a16="http://schemas.microsoft.com/office/drawing/2014/main" id="{B067B23E-4762-D9EE-8325-498B87030E26}"/>
              </a:ext>
            </a:extLst>
          </p:cNvPr>
          <p:cNvSpPr/>
          <p:nvPr/>
        </p:nvSpPr>
        <p:spPr>
          <a:xfrm>
            <a:off x="3116973" y="3060229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61">
            <a:extLst>
              <a:ext uri="{FF2B5EF4-FFF2-40B4-BE49-F238E27FC236}">
                <a16:creationId xmlns:a16="http://schemas.microsoft.com/office/drawing/2014/main" id="{E93CCE0A-1DDB-119F-0A86-E1030CD065AD}"/>
              </a:ext>
            </a:extLst>
          </p:cNvPr>
          <p:cNvSpPr/>
          <p:nvPr/>
        </p:nvSpPr>
        <p:spPr>
          <a:xfrm>
            <a:off x="3851483" y="3060229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모서리가 둥근 직사각형 61">
            <a:extLst>
              <a:ext uri="{FF2B5EF4-FFF2-40B4-BE49-F238E27FC236}">
                <a16:creationId xmlns:a16="http://schemas.microsoft.com/office/drawing/2014/main" id="{A3F9EB01-C3B2-9446-8DFB-AB9287495C88}"/>
              </a:ext>
            </a:extLst>
          </p:cNvPr>
          <p:cNvSpPr/>
          <p:nvPr/>
        </p:nvSpPr>
        <p:spPr>
          <a:xfrm>
            <a:off x="1390125" y="3066862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모서리가 둥근 직사각형 61">
            <a:extLst>
              <a:ext uri="{FF2B5EF4-FFF2-40B4-BE49-F238E27FC236}">
                <a16:creationId xmlns:a16="http://schemas.microsoft.com/office/drawing/2014/main" id="{F62D85B7-157E-3C3E-A91C-DA043CCE372D}"/>
              </a:ext>
            </a:extLst>
          </p:cNvPr>
          <p:cNvSpPr/>
          <p:nvPr/>
        </p:nvSpPr>
        <p:spPr>
          <a:xfrm>
            <a:off x="2155697" y="3066862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모서리가 둥근 직사각형 61">
            <a:extLst>
              <a:ext uri="{FF2B5EF4-FFF2-40B4-BE49-F238E27FC236}">
                <a16:creationId xmlns:a16="http://schemas.microsoft.com/office/drawing/2014/main" id="{F1B088E7-84D1-95DA-3E48-20908EEE5B49}"/>
              </a:ext>
            </a:extLst>
          </p:cNvPr>
          <p:cNvSpPr/>
          <p:nvPr/>
        </p:nvSpPr>
        <p:spPr>
          <a:xfrm>
            <a:off x="2898375" y="3060229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61">
            <a:extLst>
              <a:ext uri="{FF2B5EF4-FFF2-40B4-BE49-F238E27FC236}">
                <a16:creationId xmlns:a16="http://schemas.microsoft.com/office/drawing/2014/main" id="{E42EF519-46EC-C629-28B3-F250587F65B5}"/>
              </a:ext>
            </a:extLst>
          </p:cNvPr>
          <p:cNvSpPr/>
          <p:nvPr/>
        </p:nvSpPr>
        <p:spPr>
          <a:xfrm>
            <a:off x="3656194" y="3066862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06A1BDF9-B77D-509F-766C-EA83C6F05390}"/>
              </a:ext>
            </a:extLst>
          </p:cNvPr>
          <p:cNvSpPr/>
          <p:nvPr/>
        </p:nvSpPr>
        <p:spPr>
          <a:xfrm>
            <a:off x="4391859" y="3066862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모서리가 둥근 직사각형 61">
            <a:extLst>
              <a:ext uri="{FF2B5EF4-FFF2-40B4-BE49-F238E27FC236}">
                <a16:creationId xmlns:a16="http://schemas.microsoft.com/office/drawing/2014/main" id="{00AFAC70-CAFC-1B0E-DF79-B558870E03F7}"/>
              </a:ext>
            </a:extLst>
          </p:cNvPr>
          <p:cNvSpPr/>
          <p:nvPr/>
        </p:nvSpPr>
        <p:spPr>
          <a:xfrm>
            <a:off x="855834" y="3713378"/>
            <a:ext cx="681081" cy="53249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모서리가 둥근 직사각형 61">
            <a:extLst>
              <a:ext uri="{FF2B5EF4-FFF2-40B4-BE49-F238E27FC236}">
                <a16:creationId xmlns:a16="http://schemas.microsoft.com/office/drawing/2014/main" id="{F54FA62C-5A76-99B1-5C40-841517E1B6BE}"/>
              </a:ext>
            </a:extLst>
          </p:cNvPr>
          <p:cNvSpPr/>
          <p:nvPr/>
        </p:nvSpPr>
        <p:spPr>
          <a:xfrm>
            <a:off x="1612375" y="3706746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모서리가 둥근 직사각형 61">
            <a:extLst>
              <a:ext uri="{FF2B5EF4-FFF2-40B4-BE49-F238E27FC236}">
                <a16:creationId xmlns:a16="http://schemas.microsoft.com/office/drawing/2014/main" id="{E00A64A9-FE6F-5B10-CB10-F056DA234303}"/>
              </a:ext>
            </a:extLst>
          </p:cNvPr>
          <p:cNvSpPr/>
          <p:nvPr/>
        </p:nvSpPr>
        <p:spPr>
          <a:xfrm>
            <a:off x="2362586" y="3707600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모서리가 둥근 직사각형 61">
            <a:extLst>
              <a:ext uri="{FF2B5EF4-FFF2-40B4-BE49-F238E27FC236}">
                <a16:creationId xmlns:a16="http://schemas.microsoft.com/office/drawing/2014/main" id="{3FEB7812-D35A-391D-09DA-649FB7B0C903}"/>
              </a:ext>
            </a:extLst>
          </p:cNvPr>
          <p:cNvSpPr/>
          <p:nvPr/>
        </p:nvSpPr>
        <p:spPr>
          <a:xfrm>
            <a:off x="3119127" y="3706746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모서리가 둥근 직사각형 61">
            <a:extLst>
              <a:ext uri="{FF2B5EF4-FFF2-40B4-BE49-F238E27FC236}">
                <a16:creationId xmlns:a16="http://schemas.microsoft.com/office/drawing/2014/main" id="{41ACB1A0-50F4-F000-F953-D75BBD2485AF}"/>
              </a:ext>
            </a:extLst>
          </p:cNvPr>
          <p:cNvSpPr/>
          <p:nvPr/>
        </p:nvSpPr>
        <p:spPr>
          <a:xfrm>
            <a:off x="3853637" y="3706746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모서리가 둥근 직사각형 61">
            <a:extLst>
              <a:ext uri="{FF2B5EF4-FFF2-40B4-BE49-F238E27FC236}">
                <a16:creationId xmlns:a16="http://schemas.microsoft.com/office/drawing/2014/main" id="{E99B6CD5-C095-CF0A-F077-B220330598CB}"/>
              </a:ext>
            </a:extLst>
          </p:cNvPr>
          <p:cNvSpPr/>
          <p:nvPr/>
        </p:nvSpPr>
        <p:spPr>
          <a:xfrm>
            <a:off x="1392279" y="3713379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모서리가 둥근 직사각형 61">
            <a:extLst>
              <a:ext uri="{FF2B5EF4-FFF2-40B4-BE49-F238E27FC236}">
                <a16:creationId xmlns:a16="http://schemas.microsoft.com/office/drawing/2014/main" id="{1F961618-9FA3-081F-ECFF-1544600D9C1C}"/>
              </a:ext>
            </a:extLst>
          </p:cNvPr>
          <p:cNvSpPr/>
          <p:nvPr/>
        </p:nvSpPr>
        <p:spPr>
          <a:xfrm>
            <a:off x="2157851" y="3713379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모서리가 둥근 직사각형 61">
            <a:extLst>
              <a:ext uri="{FF2B5EF4-FFF2-40B4-BE49-F238E27FC236}">
                <a16:creationId xmlns:a16="http://schemas.microsoft.com/office/drawing/2014/main" id="{4854213D-7D4D-E3F4-E9FA-E3FBA7C44421}"/>
              </a:ext>
            </a:extLst>
          </p:cNvPr>
          <p:cNvSpPr/>
          <p:nvPr/>
        </p:nvSpPr>
        <p:spPr>
          <a:xfrm>
            <a:off x="2900529" y="3706746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모서리가 둥근 직사각형 61">
            <a:extLst>
              <a:ext uri="{FF2B5EF4-FFF2-40B4-BE49-F238E27FC236}">
                <a16:creationId xmlns:a16="http://schemas.microsoft.com/office/drawing/2014/main" id="{EB7A3073-37FF-6F3C-919A-2CC87A9AED2F}"/>
              </a:ext>
            </a:extLst>
          </p:cNvPr>
          <p:cNvSpPr/>
          <p:nvPr/>
        </p:nvSpPr>
        <p:spPr>
          <a:xfrm>
            <a:off x="3658348" y="3713379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모서리가 둥근 직사각형 61">
            <a:extLst>
              <a:ext uri="{FF2B5EF4-FFF2-40B4-BE49-F238E27FC236}">
                <a16:creationId xmlns:a16="http://schemas.microsoft.com/office/drawing/2014/main" id="{1A833145-A78F-DDB1-4468-8B2737674535}"/>
              </a:ext>
            </a:extLst>
          </p:cNvPr>
          <p:cNvSpPr/>
          <p:nvPr/>
        </p:nvSpPr>
        <p:spPr>
          <a:xfrm>
            <a:off x="4394013" y="3713379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모서리가 둥근 직사각형 61">
            <a:extLst>
              <a:ext uri="{FF2B5EF4-FFF2-40B4-BE49-F238E27FC236}">
                <a16:creationId xmlns:a16="http://schemas.microsoft.com/office/drawing/2014/main" id="{4C7EADE5-466F-93A3-21F5-83E291143ECC}"/>
              </a:ext>
            </a:extLst>
          </p:cNvPr>
          <p:cNvSpPr/>
          <p:nvPr/>
        </p:nvSpPr>
        <p:spPr>
          <a:xfrm>
            <a:off x="4594817" y="3066861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모서리가 둥근 직사각형 61">
            <a:extLst>
              <a:ext uri="{FF2B5EF4-FFF2-40B4-BE49-F238E27FC236}">
                <a16:creationId xmlns:a16="http://schemas.microsoft.com/office/drawing/2014/main" id="{DF7CFA87-B48C-4F1D-7893-962AA765D452}"/>
              </a:ext>
            </a:extLst>
          </p:cNvPr>
          <p:cNvSpPr/>
          <p:nvPr/>
        </p:nvSpPr>
        <p:spPr>
          <a:xfrm>
            <a:off x="5329327" y="3066861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모서리가 둥근 직사각형 61">
            <a:extLst>
              <a:ext uri="{FF2B5EF4-FFF2-40B4-BE49-F238E27FC236}">
                <a16:creationId xmlns:a16="http://schemas.microsoft.com/office/drawing/2014/main" id="{22F1317C-AEFA-1943-582A-B532BBDBA20B}"/>
              </a:ext>
            </a:extLst>
          </p:cNvPr>
          <p:cNvSpPr/>
          <p:nvPr/>
        </p:nvSpPr>
        <p:spPr>
          <a:xfrm>
            <a:off x="5134038" y="3073494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모서리가 둥근 직사각형 61">
            <a:extLst>
              <a:ext uri="{FF2B5EF4-FFF2-40B4-BE49-F238E27FC236}">
                <a16:creationId xmlns:a16="http://schemas.microsoft.com/office/drawing/2014/main" id="{32A795E8-4BF6-1918-FE3F-DC43EFDBF307}"/>
              </a:ext>
            </a:extLst>
          </p:cNvPr>
          <p:cNvSpPr/>
          <p:nvPr/>
        </p:nvSpPr>
        <p:spPr>
          <a:xfrm>
            <a:off x="5869703" y="3073494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모서리가 둥근 직사각형 61">
            <a:extLst>
              <a:ext uri="{FF2B5EF4-FFF2-40B4-BE49-F238E27FC236}">
                <a16:creationId xmlns:a16="http://schemas.microsoft.com/office/drawing/2014/main" id="{2DE237A3-648C-AD65-52EB-A95D162C062F}"/>
              </a:ext>
            </a:extLst>
          </p:cNvPr>
          <p:cNvSpPr/>
          <p:nvPr/>
        </p:nvSpPr>
        <p:spPr>
          <a:xfrm>
            <a:off x="4596971" y="3713378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모서리가 둥근 직사각형 61">
            <a:extLst>
              <a:ext uri="{FF2B5EF4-FFF2-40B4-BE49-F238E27FC236}">
                <a16:creationId xmlns:a16="http://schemas.microsoft.com/office/drawing/2014/main" id="{0E3CCA53-A080-8287-0F50-6CFDA6907057}"/>
              </a:ext>
            </a:extLst>
          </p:cNvPr>
          <p:cNvSpPr/>
          <p:nvPr/>
        </p:nvSpPr>
        <p:spPr>
          <a:xfrm>
            <a:off x="5331481" y="3713378"/>
            <a:ext cx="681081" cy="5382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모서리가 둥근 직사각형 61">
            <a:extLst>
              <a:ext uri="{FF2B5EF4-FFF2-40B4-BE49-F238E27FC236}">
                <a16:creationId xmlns:a16="http://schemas.microsoft.com/office/drawing/2014/main" id="{B6B80BD4-3D20-A0EB-0F24-2F9957379D82}"/>
              </a:ext>
            </a:extLst>
          </p:cNvPr>
          <p:cNvSpPr/>
          <p:nvPr/>
        </p:nvSpPr>
        <p:spPr>
          <a:xfrm>
            <a:off x="5136192" y="3720011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모서리가 둥근 직사각형 61">
            <a:extLst>
              <a:ext uri="{FF2B5EF4-FFF2-40B4-BE49-F238E27FC236}">
                <a16:creationId xmlns:a16="http://schemas.microsoft.com/office/drawing/2014/main" id="{09600173-5916-07BD-7A02-CD9D9BD2BC71}"/>
              </a:ext>
            </a:extLst>
          </p:cNvPr>
          <p:cNvSpPr/>
          <p:nvPr/>
        </p:nvSpPr>
        <p:spPr>
          <a:xfrm>
            <a:off x="5871857" y="3720011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물결 111">
            <a:extLst>
              <a:ext uri="{FF2B5EF4-FFF2-40B4-BE49-F238E27FC236}">
                <a16:creationId xmlns:a16="http://schemas.microsoft.com/office/drawing/2014/main" id="{2F35744D-60D6-391E-F659-4C92EC8A5E90}"/>
              </a:ext>
            </a:extLst>
          </p:cNvPr>
          <p:cNvSpPr/>
          <p:nvPr/>
        </p:nvSpPr>
        <p:spPr>
          <a:xfrm>
            <a:off x="798366" y="4091455"/>
            <a:ext cx="5598215" cy="497241"/>
          </a:xfrm>
          <a:prstGeom prst="wave">
            <a:avLst>
              <a:gd name="adj1" fmla="val 12500"/>
              <a:gd name="adj2" fmla="val 27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내용 중략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750" dirty="0">
                <a:solidFill>
                  <a:schemeClr val="tx1"/>
                </a:solidFill>
                <a:latin typeface="+mn-ea"/>
              </a:rPr>
              <a:t>* </a:t>
            </a:r>
            <a:r>
              <a:rPr lang="ko-KR" altLang="en-US" sz="750" dirty="0">
                <a:solidFill>
                  <a:schemeClr val="tx1"/>
                </a:solidFill>
                <a:latin typeface="+mn-ea"/>
              </a:rPr>
              <a:t>최대 썸네일 </a:t>
            </a:r>
            <a:r>
              <a:rPr lang="en-US" altLang="ko-KR" sz="750" dirty="0">
                <a:solidFill>
                  <a:schemeClr val="tx1"/>
                </a:solidFill>
                <a:latin typeface="+mn-ea"/>
              </a:rPr>
              <a:t>20</a:t>
            </a:r>
            <a:r>
              <a:rPr lang="ko-KR" altLang="en-US" sz="750" dirty="0" err="1">
                <a:solidFill>
                  <a:schemeClr val="tx1"/>
                </a:solidFill>
                <a:latin typeface="+mn-ea"/>
              </a:rPr>
              <a:t>개까지만</a:t>
            </a:r>
            <a:r>
              <a:rPr lang="ko-KR" altLang="en-US" sz="750" dirty="0">
                <a:solidFill>
                  <a:schemeClr val="tx1"/>
                </a:solidFill>
                <a:latin typeface="+mn-ea"/>
              </a:rPr>
              <a:t> 출력 </a:t>
            </a:r>
            <a:r>
              <a:rPr lang="en-US" altLang="ko-KR" sz="7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750" dirty="0">
                <a:solidFill>
                  <a:schemeClr val="tx1"/>
                </a:solidFill>
                <a:latin typeface="+mn-ea"/>
              </a:rPr>
              <a:t>실제 반영용 이미지는 미리보기 화면에서 보도록 유도</a:t>
            </a:r>
            <a:r>
              <a:rPr lang="en-US" altLang="ko-KR" sz="75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7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FFA3EAAD-58AC-D68C-CFB5-33A44890A5B8}"/>
              </a:ext>
            </a:extLst>
          </p:cNvPr>
          <p:cNvSpPr/>
          <p:nvPr/>
        </p:nvSpPr>
        <p:spPr>
          <a:xfrm>
            <a:off x="4907586" y="1668717"/>
            <a:ext cx="720080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미리보기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925C3233-27F0-FA0C-6BCF-BC0CB4D3E2AA}"/>
              </a:ext>
            </a:extLst>
          </p:cNvPr>
          <p:cNvSpPr/>
          <p:nvPr/>
        </p:nvSpPr>
        <p:spPr>
          <a:xfrm>
            <a:off x="5664956" y="1668666"/>
            <a:ext cx="720080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미리보기</a:t>
            </a:r>
          </a:p>
        </p:txBody>
      </p:sp>
      <p:sp>
        <p:nvSpPr>
          <p:cNvPr id="122" name="모서리가 둥근 직사각형 77">
            <a:extLst>
              <a:ext uri="{FF2B5EF4-FFF2-40B4-BE49-F238E27FC236}">
                <a16:creationId xmlns:a16="http://schemas.microsoft.com/office/drawing/2014/main" id="{F73ACD0E-404C-9EC6-CA41-69F798B3E590}"/>
              </a:ext>
            </a:extLst>
          </p:cNvPr>
          <p:cNvSpPr/>
          <p:nvPr/>
        </p:nvSpPr>
        <p:spPr>
          <a:xfrm>
            <a:off x="9217344" y="6093660"/>
            <a:ext cx="778461" cy="269843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26" name="모서리가 둥근 직사각형 77">
            <a:extLst>
              <a:ext uri="{FF2B5EF4-FFF2-40B4-BE49-F238E27FC236}">
                <a16:creationId xmlns:a16="http://schemas.microsoft.com/office/drawing/2014/main" id="{38D8F4E5-E497-44FC-0F8C-20B61F1A10F8}"/>
              </a:ext>
            </a:extLst>
          </p:cNvPr>
          <p:cNvSpPr/>
          <p:nvPr/>
        </p:nvSpPr>
        <p:spPr>
          <a:xfrm>
            <a:off x="8414644" y="6093659"/>
            <a:ext cx="778461" cy="269843"/>
          </a:xfrm>
          <a:prstGeom prst="round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수정</a:t>
            </a:r>
            <a:r>
              <a:rPr lang="en-US" altLang="ko-KR" sz="900" spc="-150" dirty="0">
                <a:solidFill>
                  <a:schemeClr val="bg1"/>
                </a:solidFill>
              </a:rPr>
              <a:t>/</a:t>
            </a:r>
            <a:r>
              <a:rPr lang="ko-KR" altLang="en-US" sz="900" spc="-15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128" name="모서리가 둥근 직사각형 77">
            <a:extLst>
              <a:ext uri="{FF2B5EF4-FFF2-40B4-BE49-F238E27FC236}">
                <a16:creationId xmlns:a16="http://schemas.microsoft.com/office/drawing/2014/main" id="{AFDCEFD0-D2F1-8CFB-1373-7FC7A5F2931F}"/>
              </a:ext>
            </a:extLst>
          </p:cNvPr>
          <p:cNvSpPr/>
          <p:nvPr/>
        </p:nvSpPr>
        <p:spPr>
          <a:xfrm>
            <a:off x="7611944" y="6093659"/>
            <a:ext cx="778461" cy="269843"/>
          </a:xfrm>
          <a:prstGeom prst="round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상품 등록 신청</a:t>
            </a:r>
          </a:p>
        </p:txBody>
      </p:sp>
      <p:sp>
        <p:nvSpPr>
          <p:cNvPr id="130" name="모서리가 둥근 직사각형 78">
            <a:extLst>
              <a:ext uri="{FF2B5EF4-FFF2-40B4-BE49-F238E27FC236}">
                <a16:creationId xmlns:a16="http://schemas.microsoft.com/office/drawing/2014/main" id="{2FE969DA-4B81-A613-4E7F-93A76B180C1A}"/>
              </a:ext>
            </a:extLst>
          </p:cNvPr>
          <p:cNvSpPr/>
          <p:nvPr/>
        </p:nvSpPr>
        <p:spPr>
          <a:xfrm>
            <a:off x="130445" y="6093659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5DDB5020-10CE-7AA7-9072-223F7FE2D6A6}"/>
              </a:ext>
            </a:extLst>
          </p:cNvPr>
          <p:cNvCxnSpPr>
            <a:cxnSpLocks/>
          </p:cNvCxnSpPr>
          <p:nvPr/>
        </p:nvCxnSpPr>
        <p:spPr>
          <a:xfrm flipH="1">
            <a:off x="6437524" y="6228580"/>
            <a:ext cx="106746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7EE1516E-7D90-B836-3E9C-DACB040FCA3A}"/>
              </a:ext>
            </a:extLst>
          </p:cNvPr>
          <p:cNvSpPr txBox="1"/>
          <p:nvPr/>
        </p:nvSpPr>
        <p:spPr>
          <a:xfrm>
            <a:off x="4185726" y="6090980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등록 신청 완료 시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버튼 영역 </a:t>
            </a:r>
            <a:r>
              <a:rPr lang="ko-KR" altLang="en-US" sz="9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비노출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처리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리프레시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후 다시 접근 시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D66F0D0D-8F0B-0664-F253-F22BF68EB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145963"/>
              </p:ext>
            </p:extLst>
          </p:nvPr>
        </p:nvGraphicFramePr>
        <p:xfrm>
          <a:off x="122025" y="4932437"/>
          <a:ext cx="6213245" cy="1108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32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470925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사은품 혜택 반영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1957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혜택 반영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41921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296753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 기간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34359"/>
                  </a:ext>
                </a:extLst>
              </a:tr>
            </a:tbl>
          </a:graphicData>
        </a:graphic>
      </p:graphicFrame>
      <p:sp>
        <p:nvSpPr>
          <p:cNvPr id="95" name="모서리가 둥근 직사각형 61">
            <a:extLst>
              <a:ext uri="{FF2B5EF4-FFF2-40B4-BE49-F238E27FC236}">
                <a16:creationId xmlns:a16="http://schemas.microsoft.com/office/drawing/2014/main" id="{3D304B4C-301D-656D-C111-8295613DD7A5}"/>
              </a:ext>
            </a:extLst>
          </p:cNvPr>
          <p:cNvSpPr/>
          <p:nvPr/>
        </p:nvSpPr>
        <p:spPr>
          <a:xfrm>
            <a:off x="1456671" y="5313155"/>
            <a:ext cx="939371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모서리가 둥근 직사각형 61">
            <a:extLst>
              <a:ext uri="{FF2B5EF4-FFF2-40B4-BE49-F238E27FC236}">
                <a16:creationId xmlns:a16="http://schemas.microsoft.com/office/drawing/2014/main" id="{9719FF1E-361F-2D51-D53F-7B38660EA1AD}"/>
              </a:ext>
            </a:extLst>
          </p:cNvPr>
          <p:cNvSpPr/>
          <p:nvPr/>
        </p:nvSpPr>
        <p:spPr>
          <a:xfrm>
            <a:off x="3125010" y="5305975"/>
            <a:ext cx="486040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모서리가 둥근 직사각형 61">
            <a:extLst>
              <a:ext uri="{FF2B5EF4-FFF2-40B4-BE49-F238E27FC236}">
                <a16:creationId xmlns:a16="http://schemas.microsoft.com/office/drawing/2014/main" id="{55075A31-7166-78D7-FA19-0D7CB64393CF}"/>
              </a:ext>
            </a:extLst>
          </p:cNvPr>
          <p:cNvSpPr/>
          <p:nvPr/>
        </p:nvSpPr>
        <p:spPr>
          <a:xfrm>
            <a:off x="3953694" y="5305416"/>
            <a:ext cx="716764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모서리가 둥근 직사각형 65">
            <a:extLst>
              <a:ext uri="{FF2B5EF4-FFF2-40B4-BE49-F238E27FC236}">
                <a16:creationId xmlns:a16="http://schemas.microsoft.com/office/drawing/2014/main" id="{CCD70937-7B94-C344-CAC2-187BFDB51DCE}"/>
              </a:ext>
            </a:extLst>
          </p:cNvPr>
          <p:cNvSpPr/>
          <p:nvPr/>
        </p:nvSpPr>
        <p:spPr>
          <a:xfrm>
            <a:off x="925729" y="5834728"/>
            <a:ext cx="804549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B47174A5-C82C-A99C-B739-A36869C00E48}"/>
              </a:ext>
            </a:extLst>
          </p:cNvPr>
          <p:cNvGrpSpPr/>
          <p:nvPr/>
        </p:nvGrpSpPr>
        <p:grpSpPr>
          <a:xfrm>
            <a:off x="2649518" y="5834350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11" name="모서리가 둥근 직사각형 67">
              <a:extLst>
                <a:ext uri="{FF2B5EF4-FFF2-40B4-BE49-F238E27FC236}">
                  <a16:creationId xmlns:a16="http://schemas.microsoft.com/office/drawing/2014/main" id="{A76A8189-DD13-F34F-0231-0C26AC4CF810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13" name="Picture 4" descr="calendar, date, event, month icon">
              <a:extLst>
                <a:ext uri="{FF2B5EF4-FFF2-40B4-BE49-F238E27FC236}">
                  <a16:creationId xmlns:a16="http://schemas.microsoft.com/office/drawing/2014/main" id="{1C689160-F869-7BDE-BD97-255C792C8A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14" name="모서리가 둥근 직사각형 69">
            <a:extLst>
              <a:ext uri="{FF2B5EF4-FFF2-40B4-BE49-F238E27FC236}">
                <a16:creationId xmlns:a16="http://schemas.microsoft.com/office/drawing/2014/main" id="{3945759D-2622-B4B9-BD93-FD1BF3E0B7FE}"/>
              </a:ext>
            </a:extLst>
          </p:cNvPr>
          <p:cNvSpPr/>
          <p:nvPr/>
        </p:nvSpPr>
        <p:spPr>
          <a:xfrm>
            <a:off x="1944465" y="5834350"/>
            <a:ext cx="69290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59E09BCA-965A-68D2-94E2-55E9D9AE5AFD}"/>
              </a:ext>
            </a:extLst>
          </p:cNvPr>
          <p:cNvSpPr/>
          <p:nvPr/>
        </p:nvSpPr>
        <p:spPr>
          <a:xfrm>
            <a:off x="1702527" y="5751814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60D79E1F-E3F1-27BF-6C14-40D24186AE80}"/>
              </a:ext>
            </a:extLst>
          </p:cNvPr>
          <p:cNvGrpSpPr/>
          <p:nvPr/>
        </p:nvGrpSpPr>
        <p:grpSpPr>
          <a:xfrm>
            <a:off x="1564736" y="5834728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19" name="모서리가 둥근 직사각형 67">
              <a:extLst>
                <a:ext uri="{FF2B5EF4-FFF2-40B4-BE49-F238E27FC236}">
                  <a16:creationId xmlns:a16="http://schemas.microsoft.com/office/drawing/2014/main" id="{FA30670C-BC99-94D6-6F0C-BB855144F602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20" name="Picture 4" descr="calendar, date, event, month icon">
              <a:extLst>
                <a:ext uri="{FF2B5EF4-FFF2-40B4-BE49-F238E27FC236}">
                  <a16:creationId xmlns:a16="http://schemas.microsoft.com/office/drawing/2014/main" id="{868C604E-45B6-C7BB-F483-C533C43976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0CE9F50D-E258-16E3-D994-509E2F2AC94B}"/>
              </a:ext>
            </a:extLst>
          </p:cNvPr>
          <p:cNvSpPr txBox="1"/>
          <p:nvPr/>
        </p:nvSpPr>
        <p:spPr>
          <a:xfrm>
            <a:off x="973001" y="5286253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할인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E43DE60-F1BA-28F6-B418-D0333862E49F}"/>
              </a:ext>
            </a:extLst>
          </p:cNvPr>
          <p:cNvSpPr txBox="1"/>
          <p:nvPr/>
        </p:nvSpPr>
        <p:spPr>
          <a:xfrm>
            <a:off x="2328389" y="5295253"/>
            <a:ext cx="341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 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14A5974-F237-E7E5-6356-058F2B0DBCB4}"/>
              </a:ext>
            </a:extLst>
          </p:cNvPr>
          <p:cNvSpPr txBox="1"/>
          <p:nvPr/>
        </p:nvSpPr>
        <p:spPr>
          <a:xfrm>
            <a:off x="2613078" y="5290735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비율할인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F1ECBC5-2D9F-FE93-0F72-AF6B31251CE2}"/>
              </a:ext>
            </a:extLst>
          </p:cNvPr>
          <p:cNvSpPr txBox="1"/>
          <p:nvPr/>
        </p:nvSpPr>
        <p:spPr>
          <a:xfrm>
            <a:off x="3532545" y="5317337"/>
            <a:ext cx="2551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%,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3EBB43C-202C-AEEF-EA76-F00F2D5384ED}"/>
              </a:ext>
            </a:extLst>
          </p:cNvPr>
          <p:cNvSpPr txBox="1"/>
          <p:nvPr/>
        </p:nvSpPr>
        <p:spPr>
          <a:xfrm>
            <a:off x="3640521" y="5297637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0EC8B2E-D3B3-2802-39A2-BDF667C1EB00}"/>
              </a:ext>
            </a:extLst>
          </p:cNvPr>
          <p:cNvSpPr txBox="1"/>
          <p:nvPr/>
        </p:nvSpPr>
        <p:spPr>
          <a:xfrm>
            <a:off x="4596635" y="5288073"/>
            <a:ext cx="2680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</a:p>
        </p:txBody>
      </p:sp>
      <p:sp>
        <p:nvSpPr>
          <p:cNvPr id="136" name="순서도: 연결자 135">
            <a:extLst>
              <a:ext uri="{FF2B5EF4-FFF2-40B4-BE49-F238E27FC236}">
                <a16:creationId xmlns:a16="http://schemas.microsoft.com/office/drawing/2014/main" id="{21B01D27-6B63-B089-B11F-95690F271506}"/>
              </a:ext>
            </a:extLst>
          </p:cNvPr>
          <p:cNvSpPr/>
          <p:nvPr/>
        </p:nvSpPr>
        <p:spPr>
          <a:xfrm>
            <a:off x="925730" y="5337937"/>
            <a:ext cx="103789" cy="103789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모서리가 둥근 직사각형 84">
            <a:extLst>
              <a:ext uri="{FF2B5EF4-FFF2-40B4-BE49-F238E27FC236}">
                <a16:creationId xmlns:a16="http://schemas.microsoft.com/office/drawing/2014/main" id="{B0CF7317-3347-26BA-4D7C-9808C1C6ACFB}"/>
              </a:ext>
            </a:extLst>
          </p:cNvPr>
          <p:cNvSpPr/>
          <p:nvPr/>
        </p:nvSpPr>
        <p:spPr>
          <a:xfrm>
            <a:off x="925730" y="5573639"/>
            <a:ext cx="1882831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중</a:t>
            </a:r>
          </a:p>
        </p:txBody>
      </p:sp>
      <p:sp>
        <p:nvSpPr>
          <p:cNvPr id="138" name="모서리가 둥근 직사각형 86">
            <a:extLst>
              <a:ext uri="{FF2B5EF4-FFF2-40B4-BE49-F238E27FC236}">
                <a16:creationId xmlns:a16="http://schemas.microsoft.com/office/drawing/2014/main" id="{971C9E8A-5102-F0CC-5D93-C3B02AD12961}"/>
              </a:ext>
            </a:extLst>
          </p:cNvPr>
          <p:cNvSpPr/>
          <p:nvPr/>
        </p:nvSpPr>
        <p:spPr>
          <a:xfrm>
            <a:off x="2664545" y="5573639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pic>
        <p:nvPicPr>
          <p:cNvPr id="142" name="Picture 4" descr="off, radio icon">
            <a:extLst>
              <a:ext uri="{FF2B5EF4-FFF2-40B4-BE49-F238E27FC236}">
                <a16:creationId xmlns:a16="http://schemas.microsoft.com/office/drawing/2014/main" id="{0BDFF4E8-1A62-4372-2CA7-25CD44E70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53" y="5365351"/>
            <a:ext cx="72000" cy="72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862B6306-C0C3-5218-A639-C23423C63FAB}"/>
              </a:ext>
            </a:extLst>
          </p:cNvPr>
          <p:cNvSpPr txBox="1"/>
          <p:nvPr/>
        </p:nvSpPr>
        <p:spPr>
          <a:xfrm>
            <a:off x="1892393" y="5291025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15,000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57F0541-340B-FC18-300F-AFF036E10357}"/>
              </a:ext>
            </a:extLst>
          </p:cNvPr>
          <p:cNvSpPr txBox="1"/>
          <p:nvPr/>
        </p:nvSpPr>
        <p:spPr>
          <a:xfrm>
            <a:off x="847330" y="5796533"/>
            <a:ext cx="7718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2026-07-26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D379F09-1E95-31E3-A18A-07837D640BB0}"/>
              </a:ext>
            </a:extLst>
          </p:cNvPr>
          <p:cNvSpPr txBox="1"/>
          <p:nvPr/>
        </p:nvSpPr>
        <p:spPr>
          <a:xfrm>
            <a:off x="1892732" y="5802100"/>
            <a:ext cx="7718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2026-08-25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E0E61E-585C-29B5-8B53-009C0DB0B7EC}"/>
              </a:ext>
            </a:extLst>
          </p:cNvPr>
          <p:cNvSpPr/>
          <p:nvPr/>
        </p:nvSpPr>
        <p:spPr>
          <a:xfrm>
            <a:off x="4869084" y="1646777"/>
            <a:ext cx="1527497" cy="197289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모서리가 둥근 직사각형 53">
            <a:extLst>
              <a:ext uri="{FF2B5EF4-FFF2-40B4-BE49-F238E27FC236}">
                <a16:creationId xmlns:a16="http://schemas.microsoft.com/office/drawing/2014/main" id="{903AA05A-83B8-EAFA-A761-84ECA833BB21}"/>
              </a:ext>
            </a:extLst>
          </p:cNvPr>
          <p:cNvSpPr/>
          <p:nvPr/>
        </p:nvSpPr>
        <p:spPr>
          <a:xfrm>
            <a:off x="6181568" y="15352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9" name="Group 59">
            <a:extLst>
              <a:ext uri="{FF2B5EF4-FFF2-40B4-BE49-F238E27FC236}">
                <a16:creationId xmlns:a16="http://schemas.microsoft.com/office/drawing/2014/main" id="{A70E46FE-332F-0718-1ECC-308ACE9C2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040739"/>
              </p:ext>
            </p:extLst>
          </p:nvPr>
        </p:nvGraphicFramePr>
        <p:xfrm>
          <a:off x="10086305" y="636529"/>
          <a:ext cx="2850436" cy="226174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판매업체가 상품 정보저장 완료 시 해당 버튼 항목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추가 반영되어 출력됨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미리보기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PC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미리보기 팝업 출력 </a:t>
                      </a:r>
                      <a:r>
                        <a:rPr lang="en-US" altLang="ko-KR" sz="800" b="0" u="none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CH-A-PR-01-01-15p</a:t>
                      </a:r>
                      <a:endParaRPr lang="en-US" altLang="ko-KR" sz="800" b="1" u="sng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 미리 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미리보기 팝업 출력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CH-A-PR-01-01-16p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상품 정보 저장 시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변경되는 버튼 영역</a:t>
                      </a:r>
                      <a:endParaRPr lang="en-US" altLang="ko-KR" sz="800" b="0" u="none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저장 후</a:t>
                      </a:r>
                      <a:r>
                        <a:rPr lang="en-US" altLang="ko-KR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화면 </a:t>
                      </a:r>
                      <a:r>
                        <a:rPr lang="ko-KR" altLang="en-US" sz="800" b="0" u="none" spc="-150" dirty="0" err="1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리프레시</a:t>
                      </a:r>
                      <a:r>
                        <a:rPr lang="ko-KR" altLang="en-US" sz="800" b="0" u="none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후 출력되는 버튼 영역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등록 신청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유효성 체크 후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얼럿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유효성 체크 후 저장처리 및 목록으로 이동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CH-A-PR-01-01-01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컨펌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88F7240F-868D-98DE-EE3E-5D5589D1242C}"/>
              </a:ext>
            </a:extLst>
          </p:cNvPr>
          <p:cNvSpPr/>
          <p:nvPr/>
        </p:nvSpPr>
        <p:spPr>
          <a:xfrm>
            <a:off x="7524815" y="6007430"/>
            <a:ext cx="2506312" cy="432047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모서리가 둥근 직사각형 53">
            <a:extLst>
              <a:ext uri="{FF2B5EF4-FFF2-40B4-BE49-F238E27FC236}">
                <a16:creationId xmlns:a16="http://schemas.microsoft.com/office/drawing/2014/main" id="{B0858D2D-29DF-471B-5531-C086342B04A4}"/>
              </a:ext>
            </a:extLst>
          </p:cNvPr>
          <p:cNvSpPr/>
          <p:nvPr/>
        </p:nvSpPr>
        <p:spPr>
          <a:xfrm>
            <a:off x="9816924" y="59568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BDB847-BDAC-BFE6-4457-ECD4928C2C66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혜택 설정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UI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화면설명 변경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D908D8-8F9E-4E73-AB0F-934FB8355CD2}"/>
              </a:ext>
            </a:extLst>
          </p:cNvPr>
          <p:cNvSpPr txBox="1"/>
          <p:nvPr/>
        </p:nvSpPr>
        <p:spPr>
          <a:xfrm>
            <a:off x="984476" y="4967689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</a:t>
            </a:r>
          </a:p>
        </p:txBody>
      </p:sp>
      <p:pic>
        <p:nvPicPr>
          <p:cNvPr id="48" name="Picture 4" descr="off, radio icon">
            <a:extLst>
              <a:ext uri="{FF2B5EF4-FFF2-40B4-BE49-F238E27FC236}">
                <a16:creationId xmlns:a16="http://schemas.microsoft.com/office/drawing/2014/main" id="{71A2AFC1-CAC3-C984-C4DD-76E24378A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966" y="503297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off, radio icon">
            <a:extLst>
              <a:ext uri="{FF2B5EF4-FFF2-40B4-BE49-F238E27FC236}">
                <a16:creationId xmlns:a16="http://schemas.microsoft.com/office/drawing/2014/main" id="{C43B7895-DF91-0341-B673-EFFAC3011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53" y="5076453"/>
            <a:ext cx="72000" cy="7200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280199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073BE-127A-AEAA-551F-8E350A050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D9903-8134-55AF-6A55-D2B8E695DCD8}"/>
              </a:ext>
            </a:extLst>
          </p:cNvPr>
          <p:cNvSpPr txBox="1"/>
          <p:nvPr/>
        </p:nvSpPr>
        <p:spPr>
          <a:xfrm>
            <a:off x="2176753" y="2484165"/>
            <a:ext cx="860844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판매업체</a:t>
            </a:r>
            <a:r>
              <a:rPr lang="en-US" altLang="ko-KR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판매담당자 접근</a:t>
            </a:r>
            <a:endParaRPr lang="en-US" altLang="ko-KR" sz="20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상품정보 상세</a:t>
            </a:r>
            <a:r>
              <a:rPr lang="en-US" altLang="ko-KR" sz="2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2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수정 화면 </a:t>
            </a:r>
            <a:r>
              <a:rPr lang="en-US" altLang="ko-KR" sz="2500" i="1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500" i="1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상품 등록 신청 </a:t>
            </a:r>
            <a:r>
              <a:rPr lang="en-US" altLang="ko-KR" sz="2500" i="1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2500" i="1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반려 </a:t>
            </a:r>
            <a:r>
              <a:rPr lang="en-US" altLang="ko-KR" sz="2500" i="1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500" i="1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시 상세 화면</a:t>
            </a:r>
            <a:r>
              <a:rPr lang="en-US" altLang="ko-KR" sz="2500" i="1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2500" i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B4B5-2397-D8D3-4ED7-2E63E068BD49}"/>
              </a:ext>
            </a:extLst>
          </p:cNvPr>
          <p:cNvSpPr txBox="1"/>
          <p:nvPr/>
        </p:nvSpPr>
        <p:spPr>
          <a:xfrm>
            <a:off x="720329" y="4140349"/>
            <a:ext cx="6481118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 상세에서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상품 등록 신청 반려사유 확인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및 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상품 등록 신청을 다시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할 수 있다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82723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E3F2-8EF8-7E69-B2C7-B77E773B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A722A0E5-6BB3-4D1C-792F-81FC264C8EAA}"/>
              </a:ext>
            </a:extLst>
          </p:cNvPr>
          <p:cNvSpPr/>
          <p:nvPr/>
        </p:nvSpPr>
        <p:spPr>
          <a:xfrm>
            <a:off x="6568987" y="1535684"/>
            <a:ext cx="3380919" cy="33900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6B2333CB-C6ED-B001-5757-CB4F16EAE2BE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35E457EF-A09F-28E4-483C-27A6B8871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223529"/>
              </p:ext>
            </p:extLst>
          </p:nvPr>
        </p:nvGraphicFramePr>
        <p:xfrm>
          <a:off x="145946" y="1527938"/>
          <a:ext cx="6191007" cy="601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주식회사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올푸름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반려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 승인일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- /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어드민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대기                 판매 중                   판매 중지                      판매 완료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902204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FA5A4ADD-E2F8-CF87-68C5-50E5EF280106}"/>
              </a:ext>
            </a:extLst>
          </p:cNvPr>
          <p:cNvSpPr txBox="1"/>
          <p:nvPr/>
        </p:nvSpPr>
        <p:spPr>
          <a:xfrm>
            <a:off x="133381" y="2405518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4EF861-2930-6A5A-614A-8B5CAA28C523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556F8914-9060-6EAB-1FE7-9FFE3F580747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2627784"/>
          <a:ext cx="6263014" cy="72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260714005796</a:t>
                      </a: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제조업체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5EEB35CD-A65B-06EC-D597-BEB243194B59}"/>
              </a:ext>
            </a:extLst>
          </p:cNvPr>
          <p:cNvCxnSpPr/>
          <p:nvPr/>
        </p:nvCxnSpPr>
        <p:spPr>
          <a:xfrm>
            <a:off x="6520866" y="1521225"/>
            <a:ext cx="0" cy="360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B3C09102-9950-A641-B23A-D808BDE1772C}"/>
              </a:ext>
            </a:extLst>
          </p:cNvPr>
          <p:cNvCxnSpPr>
            <a:cxnSpLocks/>
          </p:cNvCxnSpPr>
          <p:nvPr/>
        </p:nvCxnSpPr>
        <p:spPr>
          <a:xfrm flipV="1">
            <a:off x="6598580" y="1521226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모서리가 둥근 직사각형 61">
            <a:extLst>
              <a:ext uri="{FF2B5EF4-FFF2-40B4-BE49-F238E27FC236}">
                <a16:creationId xmlns:a16="http://schemas.microsoft.com/office/drawing/2014/main" id="{6A83B368-B709-97CE-5243-CCF8A7495C2E}"/>
              </a:ext>
            </a:extLst>
          </p:cNvPr>
          <p:cNvSpPr/>
          <p:nvPr/>
        </p:nvSpPr>
        <p:spPr>
          <a:xfrm>
            <a:off x="864345" y="2846372"/>
            <a:ext cx="5472608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육아라이프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분유 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국내 분유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수입분유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6" name="모서리가 둥근 직사각형 61">
            <a:extLst>
              <a:ext uri="{FF2B5EF4-FFF2-40B4-BE49-F238E27FC236}">
                <a16:creationId xmlns:a16="http://schemas.microsoft.com/office/drawing/2014/main" id="{F2CA8CCC-3CD5-CD83-E32F-4BDB77B79773}"/>
              </a:ext>
            </a:extLst>
          </p:cNvPr>
          <p:cNvSpPr/>
          <p:nvPr/>
        </p:nvSpPr>
        <p:spPr>
          <a:xfrm>
            <a:off x="4176713" y="312227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보람씨앤에치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2" name="모서리가 둥근 직사각형 61">
            <a:extLst>
              <a:ext uri="{FF2B5EF4-FFF2-40B4-BE49-F238E27FC236}">
                <a16:creationId xmlns:a16="http://schemas.microsoft.com/office/drawing/2014/main" id="{6A75E05D-F5EB-D61D-1165-703CB4493671}"/>
              </a:ext>
            </a:extLst>
          </p:cNvPr>
          <p:cNvSpPr/>
          <p:nvPr/>
        </p:nvSpPr>
        <p:spPr>
          <a:xfrm>
            <a:off x="864345" y="312227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깨끗한나라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B811C2F7-F0D4-9CF9-8804-4FAED06770E2}"/>
              </a:ext>
            </a:extLst>
          </p:cNvPr>
          <p:cNvSpPr txBox="1"/>
          <p:nvPr/>
        </p:nvSpPr>
        <p:spPr>
          <a:xfrm>
            <a:off x="130703" y="344991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DCA514C2-E21F-C749-8D93-E277F5B24381}"/>
              </a:ext>
            </a:extLst>
          </p:cNvPr>
          <p:cNvGraphicFramePr>
            <a:graphicFrameLocks noGrp="1"/>
          </p:cNvGraphicFramePr>
          <p:nvPr/>
        </p:nvGraphicFramePr>
        <p:xfrm>
          <a:off x="143268" y="3672177"/>
          <a:ext cx="6263014" cy="966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검색어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기간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상시                기간  설정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                                                                 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232" name="모서리가 둥근 직사각형 61">
            <a:extLst>
              <a:ext uri="{FF2B5EF4-FFF2-40B4-BE49-F238E27FC236}">
                <a16:creationId xmlns:a16="http://schemas.microsoft.com/office/drawing/2014/main" id="{A6771D17-9632-228F-2928-A3DA2BED141F}"/>
              </a:ext>
            </a:extLst>
          </p:cNvPr>
          <p:cNvSpPr/>
          <p:nvPr/>
        </p:nvSpPr>
        <p:spPr>
          <a:xfrm>
            <a:off x="861666" y="3698459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맥스드라이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팬티형 남아</a:t>
            </a:r>
          </a:p>
        </p:txBody>
      </p:sp>
      <p:sp>
        <p:nvSpPr>
          <p:cNvPr id="238" name="모서리가 둥근 직사각형 61">
            <a:extLst>
              <a:ext uri="{FF2B5EF4-FFF2-40B4-BE49-F238E27FC236}">
                <a16:creationId xmlns:a16="http://schemas.microsoft.com/office/drawing/2014/main" id="{F5B1AA6D-7257-10BA-B905-A919304FF66B}"/>
              </a:ext>
            </a:extLst>
          </p:cNvPr>
          <p:cNvSpPr/>
          <p:nvPr/>
        </p:nvSpPr>
        <p:spPr>
          <a:xfrm>
            <a:off x="861665" y="3925370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하기스팬티형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하기스기저귀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10" name="Picture 2" descr="on, radio icon">
            <a:extLst>
              <a:ext uri="{FF2B5EF4-FFF2-40B4-BE49-F238E27FC236}">
                <a16:creationId xmlns:a16="http://schemas.microsoft.com/office/drawing/2014/main" id="{FD76ADCE-F7BC-2165-9A39-93B211C8A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00" y="419803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Picture 4" descr="off, radio icon">
            <a:extLst>
              <a:ext uri="{FF2B5EF4-FFF2-40B4-BE49-F238E27FC236}">
                <a16:creationId xmlns:a16="http://schemas.microsoft.com/office/drawing/2014/main" id="{5DF5DA64-D0BB-C0B4-002D-72A28E89C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86" y="418717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3" name="모서리가 둥근 직사각형 65">
            <a:extLst>
              <a:ext uri="{FF2B5EF4-FFF2-40B4-BE49-F238E27FC236}">
                <a16:creationId xmlns:a16="http://schemas.microsoft.com/office/drawing/2014/main" id="{E1514FB9-3D8E-27E5-30E9-28DE6C26FC1C}"/>
              </a:ext>
            </a:extLst>
          </p:cNvPr>
          <p:cNvSpPr/>
          <p:nvPr/>
        </p:nvSpPr>
        <p:spPr>
          <a:xfrm>
            <a:off x="1864940" y="415974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4CA5BDBD-6125-BCE2-DD0D-F568733D9BF3}"/>
              </a:ext>
            </a:extLst>
          </p:cNvPr>
          <p:cNvGrpSpPr/>
          <p:nvPr/>
        </p:nvGrpSpPr>
        <p:grpSpPr>
          <a:xfrm>
            <a:off x="3478872" y="4166188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15" name="모서리가 둥근 직사각형 67">
              <a:extLst>
                <a:ext uri="{FF2B5EF4-FFF2-40B4-BE49-F238E27FC236}">
                  <a16:creationId xmlns:a16="http://schemas.microsoft.com/office/drawing/2014/main" id="{D06EC07B-D802-DB81-AC8B-B306A877815E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16" name="Picture 4" descr="calendar, date, event, month icon">
              <a:extLst>
                <a:ext uri="{FF2B5EF4-FFF2-40B4-BE49-F238E27FC236}">
                  <a16:creationId xmlns:a16="http://schemas.microsoft.com/office/drawing/2014/main" id="{4FD2B6ED-B8D8-8C62-CA57-4409681EF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17" name="모서리가 둥근 직사각형 69">
            <a:extLst>
              <a:ext uri="{FF2B5EF4-FFF2-40B4-BE49-F238E27FC236}">
                <a16:creationId xmlns:a16="http://schemas.microsoft.com/office/drawing/2014/main" id="{C47FEDA7-BF87-6B8B-BD89-E17FF26E1142}"/>
              </a:ext>
            </a:extLst>
          </p:cNvPr>
          <p:cNvSpPr/>
          <p:nvPr/>
        </p:nvSpPr>
        <p:spPr>
          <a:xfrm>
            <a:off x="2839838" y="4166189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E2444CD5-5D31-FADF-A114-09627FD0A657}"/>
              </a:ext>
            </a:extLst>
          </p:cNvPr>
          <p:cNvSpPr/>
          <p:nvPr/>
        </p:nvSpPr>
        <p:spPr>
          <a:xfrm>
            <a:off x="2617097" y="4081065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04259224-6DE0-1C62-EAB1-8ABFE6DD5E84}"/>
              </a:ext>
            </a:extLst>
          </p:cNvPr>
          <p:cNvSpPr/>
          <p:nvPr/>
        </p:nvSpPr>
        <p:spPr>
          <a:xfrm>
            <a:off x="3676511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4DD6F48B-88BD-C0FD-8F97-F72BF71B984E}"/>
              </a:ext>
            </a:extLst>
          </p:cNvPr>
          <p:cNvSpPr/>
          <p:nvPr/>
        </p:nvSpPr>
        <p:spPr>
          <a:xfrm>
            <a:off x="413459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C5545FCF-A123-DF63-627B-C39596718DE3}"/>
              </a:ext>
            </a:extLst>
          </p:cNvPr>
          <p:cNvSpPr/>
          <p:nvPr/>
        </p:nvSpPr>
        <p:spPr>
          <a:xfrm>
            <a:off x="456303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3BA5BEC6-7904-5479-986A-ACE147424722}"/>
              </a:ext>
            </a:extLst>
          </p:cNvPr>
          <p:cNvSpPr/>
          <p:nvPr/>
        </p:nvSpPr>
        <p:spPr>
          <a:xfrm>
            <a:off x="500162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grpSp>
        <p:nvGrpSpPr>
          <p:cNvPr id="323" name="그룹 322">
            <a:extLst>
              <a:ext uri="{FF2B5EF4-FFF2-40B4-BE49-F238E27FC236}">
                <a16:creationId xmlns:a16="http://schemas.microsoft.com/office/drawing/2014/main" id="{1333D3A5-9FBD-7EB1-980F-A5E0DCBB84E8}"/>
              </a:ext>
            </a:extLst>
          </p:cNvPr>
          <p:cNvGrpSpPr/>
          <p:nvPr/>
        </p:nvGrpSpPr>
        <p:grpSpPr>
          <a:xfrm>
            <a:off x="2503946" y="4159747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24" name="모서리가 둥근 직사각형 67">
              <a:extLst>
                <a:ext uri="{FF2B5EF4-FFF2-40B4-BE49-F238E27FC236}">
                  <a16:creationId xmlns:a16="http://schemas.microsoft.com/office/drawing/2014/main" id="{3A28606A-E9B0-BBF3-7E77-A87289FFE6DC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25" name="Picture 4" descr="calendar, date, event, month icon">
              <a:extLst>
                <a:ext uri="{FF2B5EF4-FFF2-40B4-BE49-F238E27FC236}">
                  <a16:creationId xmlns:a16="http://schemas.microsoft.com/office/drawing/2014/main" id="{39EBF055-E42F-AFA9-28D9-35CC6AFC84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27" name="모서리가 둥근 직사각형 61">
            <a:extLst>
              <a:ext uri="{FF2B5EF4-FFF2-40B4-BE49-F238E27FC236}">
                <a16:creationId xmlns:a16="http://schemas.microsoft.com/office/drawing/2014/main" id="{5F216E06-4EB9-AF2B-49FE-78B9CD1440D7}"/>
              </a:ext>
            </a:extLst>
          </p:cNvPr>
          <p:cNvSpPr/>
          <p:nvPr/>
        </p:nvSpPr>
        <p:spPr>
          <a:xfrm>
            <a:off x="862994" y="4410917"/>
            <a:ext cx="252409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188,700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525EB938-7AB7-3D31-4FFF-7E4C2E0D6C96}"/>
              </a:ext>
            </a:extLst>
          </p:cNvPr>
          <p:cNvSpPr/>
          <p:nvPr/>
        </p:nvSpPr>
        <p:spPr>
          <a:xfrm>
            <a:off x="5868561" y="2417226"/>
            <a:ext cx="465711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복사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57BC8DA-96B5-1770-51AE-E5444EA891CC}"/>
              </a:ext>
            </a:extLst>
          </p:cNvPr>
          <p:cNvSpPr/>
          <p:nvPr/>
        </p:nvSpPr>
        <p:spPr>
          <a:xfrm>
            <a:off x="5472858" y="1744869"/>
            <a:ext cx="856188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반려사유 확인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29C82A1-8299-61C7-B7A8-9E472A0647F0}"/>
              </a:ext>
            </a:extLst>
          </p:cNvPr>
          <p:cNvSpPr txBox="1"/>
          <p:nvPr/>
        </p:nvSpPr>
        <p:spPr>
          <a:xfrm>
            <a:off x="1307907" y="78285"/>
            <a:ext cx="27334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상품정보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수정 화면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상품 등록 신청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반려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시 상세 화면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DC91185-0A2D-397F-51CD-54817D1FDA13}"/>
              </a:ext>
            </a:extLst>
          </p:cNvPr>
          <p:cNvSpPr txBox="1"/>
          <p:nvPr/>
        </p:nvSpPr>
        <p:spPr>
          <a:xfrm>
            <a:off x="1302717" y="330494"/>
            <a:ext cx="20185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86609B7-9D57-DD92-02C3-D47670036128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CH-A-PR-01-01-08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62180D-C5DF-28D5-2BCD-177E1CE168E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105AA9-02B5-22CB-FBDA-C332E164AE5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835EF-ED38-C520-64FE-F5099B898824}"/>
              </a:ext>
            </a:extLst>
          </p:cNvPr>
          <p:cNvSpPr txBox="1"/>
          <p:nvPr/>
        </p:nvSpPr>
        <p:spPr>
          <a:xfrm>
            <a:off x="6588539" y="13167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카테고리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988549-59F4-307F-5179-C310E616569C}"/>
              </a:ext>
            </a:extLst>
          </p:cNvPr>
          <p:cNvSpPr txBox="1"/>
          <p:nvPr/>
        </p:nvSpPr>
        <p:spPr>
          <a:xfrm>
            <a:off x="7051724" y="1310023"/>
            <a:ext cx="2438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선택 시 좌측 화면에 즉시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다중선택 가능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61">
            <a:extLst>
              <a:ext uri="{FF2B5EF4-FFF2-40B4-BE49-F238E27FC236}">
                <a16:creationId xmlns:a16="http://schemas.microsoft.com/office/drawing/2014/main" id="{76D31B3A-62B6-7989-697E-57D43D737617}"/>
              </a:ext>
            </a:extLst>
          </p:cNvPr>
          <p:cNvSpPr/>
          <p:nvPr/>
        </p:nvSpPr>
        <p:spPr>
          <a:xfrm>
            <a:off x="6647108" y="1611998"/>
            <a:ext cx="270025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A03C119-1E9B-589D-A751-3A7FC8374C08}"/>
              </a:ext>
            </a:extLst>
          </p:cNvPr>
          <p:cNvSpPr/>
          <p:nvPr/>
        </p:nvSpPr>
        <p:spPr>
          <a:xfrm>
            <a:off x="9415037" y="1620173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E3B219EA-8046-F455-8FE4-C8C731E2AB7B}"/>
              </a:ext>
            </a:extLst>
          </p:cNvPr>
          <p:cNvSpPr/>
          <p:nvPr/>
        </p:nvSpPr>
        <p:spPr>
          <a:xfrm>
            <a:off x="920353" y="1980109"/>
            <a:ext cx="88008" cy="88008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FF7FCD9F-8F47-805E-28A4-0036F9F20E61}"/>
              </a:ext>
            </a:extLst>
          </p:cNvPr>
          <p:cNvSpPr/>
          <p:nvPr/>
        </p:nvSpPr>
        <p:spPr>
          <a:xfrm>
            <a:off x="1582101" y="1988604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64750469-3625-AAF2-2860-2519496FC646}"/>
              </a:ext>
            </a:extLst>
          </p:cNvPr>
          <p:cNvSpPr/>
          <p:nvPr/>
        </p:nvSpPr>
        <p:spPr>
          <a:xfrm>
            <a:off x="2178971" y="1988604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5D0CFE49-B27D-FAA9-A7E5-40B2BA20D8C8}"/>
              </a:ext>
            </a:extLst>
          </p:cNvPr>
          <p:cNvSpPr/>
          <p:nvPr/>
        </p:nvSpPr>
        <p:spPr>
          <a:xfrm>
            <a:off x="2909165" y="1994307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2E732D5-249C-6BA1-7443-16E26AB448F9}"/>
              </a:ext>
            </a:extLst>
          </p:cNvPr>
          <p:cNvSpPr/>
          <p:nvPr/>
        </p:nvSpPr>
        <p:spPr>
          <a:xfrm>
            <a:off x="815096" y="1723137"/>
            <a:ext cx="2159387" cy="197289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3100F3-39CC-79F9-2AE7-E22A05B2B471}"/>
              </a:ext>
            </a:extLst>
          </p:cNvPr>
          <p:cNvSpPr/>
          <p:nvPr/>
        </p:nvSpPr>
        <p:spPr>
          <a:xfrm>
            <a:off x="5408101" y="1725393"/>
            <a:ext cx="1032946" cy="197289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53">
            <a:extLst>
              <a:ext uri="{FF2B5EF4-FFF2-40B4-BE49-F238E27FC236}">
                <a16:creationId xmlns:a16="http://schemas.microsoft.com/office/drawing/2014/main" id="{D89DBB4F-B998-DA96-B0E0-E38F1B7B9A4B}"/>
              </a:ext>
            </a:extLst>
          </p:cNvPr>
          <p:cNvSpPr/>
          <p:nvPr/>
        </p:nvSpPr>
        <p:spPr>
          <a:xfrm>
            <a:off x="2784471" y="16399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모서리가 둥근 직사각형 53">
            <a:extLst>
              <a:ext uri="{FF2B5EF4-FFF2-40B4-BE49-F238E27FC236}">
                <a16:creationId xmlns:a16="http://schemas.microsoft.com/office/drawing/2014/main" id="{8D73456A-6D4D-A5D7-E461-757A0DEEE5F6}"/>
              </a:ext>
            </a:extLst>
          </p:cNvPr>
          <p:cNvSpPr/>
          <p:nvPr/>
        </p:nvSpPr>
        <p:spPr>
          <a:xfrm>
            <a:off x="6262166" y="16399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순서도: 천공 테이프 12">
            <a:extLst>
              <a:ext uri="{FF2B5EF4-FFF2-40B4-BE49-F238E27FC236}">
                <a16:creationId xmlns:a16="http://schemas.microsoft.com/office/drawing/2014/main" id="{40D6E05C-FBF6-7CB0-F726-1617C8703667}"/>
              </a:ext>
            </a:extLst>
          </p:cNvPr>
          <p:cNvSpPr/>
          <p:nvPr/>
        </p:nvSpPr>
        <p:spPr>
          <a:xfrm>
            <a:off x="38135" y="4423769"/>
            <a:ext cx="10009361" cy="67093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하단 영역 중략</a:t>
            </a:r>
          </a:p>
        </p:txBody>
      </p:sp>
      <p:sp>
        <p:nvSpPr>
          <p:cNvPr id="17" name="모서리가 둥근 직사각형 77">
            <a:extLst>
              <a:ext uri="{FF2B5EF4-FFF2-40B4-BE49-F238E27FC236}">
                <a16:creationId xmlns:a16="http://schemas.microsoft.com/office/drawing/2014/main" id="{90374734-BA2D-716F-BDA3-32B4871DECCF}"/>
              </a:ext>
            </a:extLst>
          </p:cNvPr>
          <p:cNvSpPr/>
          <p:nvPr/>
        </p:nvSpPr>
        <p:spPr>
          <a:xfrm>
            <a:off x="9217344" y="5229564"/>
            <a:ext cx="778461" cy="269843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21" name="모서리가 둥근 직사각형 77">
            <a:extLst>
              <a:ext uri="{FF2B5EF4-FFF2-40B4-BE49-F238E27FC236}">
                <a16:creationId xmlns:a16="http://schemas.microsoft.com/office/drawing/2014/main" id="{BA74385E-E8E3-3D52-144F-6708163810F0}"/>
              </a:ext>
            </a:extLst>
          </p:cNvPr>
          <p:cNvSpPr/>
          <p:nvPr/>
        </p:nvSpPr>
        <p:spPr>
          <a:xfrm>
            <a:off x="8414644" y="5229563"/>
            <a:ext cx="778461" cy="269843"/>
          </a:xfrm>
          <a:prstGeom prst="round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수정</a:t>
            </a:r>
            <a:r>
              <a:rPr lang="en-US" altLang="ko-KR" sz="900" spc="-150" dirty="0">
                <a:solidFill>
                  <a:schemeClr val="bg1"/>
                </a:solidFill>
              </a:rPr>
              <a:t>/</a:t>
            </a:r>
            <a:r>
              <a:rPr lang="ko-KR" altLang="en-US" sz="900" spc="-15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23" name="모서리가 둥근 직사각형 77">
            <a:extLst>
              <a:ext uri="{FF2B5EF4-FFF2-40B4-BE49-F238E27FC236}">
                <a16:creationId xmlns:a16="http://schemas.microsoft.com/office/drawing/2014/main" id="{15D7627D-D5AF-6C80-B4EE-24253BC6B29E}"/>
              </a:ext>
            </a:extLst>
          </p:cNvPr>
          <p:cNvSpPr/>
          <p:nvPr/>
        </p:nvSpPr>
        <p:spPr>
          <a:xfrm>
            <a:off x="7611944" y="5229563"/>
            <a:ext cx="778461" cy="269843"/>
          </a:xfrm>
          <a:prstGeom prst="round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상품 등록 신청</a:t>
            </a:r>
          </a:p>
        </p:txBody>
      </p:sp>
      <p:sp>
        <p:nvSpPr>
          <p:cNvPr id="26" name="모서리가 둥근 직사각형 78">
            <a:extLst>
              <a:ext uri="{FF2B5EF4-FFF2-40B4-BE49-F238E27FC236}">
                <a16:creationId xmlns:a16="http://schemas.microsoft.com/office/drawing/2014/main" id="{FC9B0442-F69D-02FA-49FB-6CF5F668DA54}"/>
              </a:ext>
            </a:extLst>
          </p:cNvPr>
          <p:cNvSpPr/>
          <p:nvPr/>
        </p:nvSpPr>
        <p:spPr>
          <a:xfrm>
            <a:off x="130445" y="5236284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E24836-A605-E080-2FD5-31F460CEEDE1}"/>
              </a:ext>
            </a:extLst>
          </p:cNvPr>
          <p:cNvSpPr/>
          <p:nvPr/>
        </p:nvSpPr>
        <p:spPr>
          <a:xfrm>
            <a:off x="7561089" y="5148461"/>
            <a:ext cx="2469908" cy="432047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8346D20-90C2-48A5-93CA-A170CB86C1A6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6493629" y="5364485"/>
            <a:ext cx="1067460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CD97D5E-13F3-76A6-E573-CBCC9899F4A0}"/>
              </a:ext>
            </a:extLst>
          </p:cNvPr>
          <p:cNvSpPr txBox="1"/>
          <p:nvPr/>
        </p:nvSpPr>
        <p:spPr>
          <a:xfrm>
            <a:off x="4178210" y="5261206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반려된 상품의 경우 하단에 해당 버튼 영역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 재노출됨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033C5E-0243-79FD-1E97-FE33B40D2A98}"/>
              </a:ext>
            </a:extLst>
          </p:cNvPr>
          <p:cNvSpPr txBox="1"/>
          <p:nvPr/>
        </p:nvSpPr>
        <p:spPr>
          <a:xfrm>
            <a:off x="144265" y="971997"/>
            <a:ext cx="72008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  <a:endParaRPr lang="ko-KR" altLang="en-US" sz="1200" b="1" spc="-150" dirty="0"/>
          </a:p>
        </p:txBody>
      </p:sp>
      <p:graphicFrame>
        <p:nvGraphicFramePr>
          <p:cNvPr id="10" name="Group 59">
            <a:extLst>
              <a:ext uri="{FF2B5EF4-FFF2-40B4-BE49-F238E27FC236}">
                <a16:creationId xmlns:a16="http://schemas.microsoft.com/office/drawing/2014/main" id="{9E02F48B-8607-6481-DA8F-E0E59BAF8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601508"/>
              </p:ext>
            </p:extLst>
          </p:nvPr>
        </p:nvGraphicFramePr>
        <p:xfrm>
          <a:off x="10086305" y="636529"/>
          <a:ext cx="2850436" cy="178860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상태 값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신청이  반려된 경우 상태 값 출력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반려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＂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1" u="sng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1-2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액션 관리자 정보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반려사유 확인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 확인 레이어 팝업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1-4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 반려 시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저장가능 및 등록 신청 재가능한 상태로 버튼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</a:tbl>
          </a:graphicData>
        </a:graphic>
      </p:graphicFrame>
      <p:sp>
        <p:nvSpPr>
          <p:cNvPr id="12" name="모서리가 둥근 직사각형 53">
            <a:extLst>
              <a:ext uri="{FF2B5EF4-FFF2-40B4-BE49-F238E27FC236}">
                <a16:creationId xmlns:a16="http://schemas.microsoft.com/office/drawing/2014/main" id="{AC0E27DD-C6D5-701E-5FA6-529B447CCF74}"/>
              </a:ext>
            </a:extLst>
          </p:cNvPr>
          <p:cNvSpPr/>
          <p:nvPr/>
        </p:nvSpPr>
        <p:spPr>
          <a:xfrm>
            <a:off x="5002219" y="162719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53">
            <a:extLst>
              <a:ext uri="{FF2B5EF4-FFF2-40B4-BE49-F238E27FC236}">
                <a16:creationId xmlns:a16="http://schemas.microsoft.com/office/drawing/2014/main" id="{023CE5B9-EBC9-5D77-27D0-F58B12762118}"/>
              </a:ext>
            </a:extLst>
          </p:cNvPr>
          <p:cNvSpPr/>
          <p:nvPr/>
        </p:nvSpPr>
        <p:spPr>
          <a:xfrm>
            <a:off x="9673235" y="50626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A2701DB-A8CC-356B-5A92-69E75A8E142D}"/>
              </a:ext>
            </a:extLst>
          </p:cNvPr>
          <p:cNvGrpSpPr/>
          <p:nvPr/>
        </p:nvGrpSpPr>
        <p:grpSpPr>
          <a:xfrm>
            <a:off x="6639304" y="1835146"/>
            <a:ext cx="2286652" cy="2324601"/>
            <a:chOff x="6639303" y="1835146"/>
            <a:chExt cx="2926857" cy="3039397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EC511B2-D133-3E2E-8A9F-926FFED6D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80" b="41798"/>
            <a:stretch>
              <a:fillRect/>
            </a:stretch>
          </p:blipFill>
          <p:spPr>
            <a:xfrm>
              <a:off x="6644172" y="1835146"/>
              <a:ext cx="2921988" cy="1945163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466F419-6081-5462-92A0-D509185B4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7951" r="3566"/>
            <a:stretch>
              <a:fillRect/>
            </a:stretch>
          </p:blipFill>
          <p:spPr>
            <a:xfrm>
              <a:off x="6641730" y="3851120"/>
              <a:ext cx="2820051" cy="736887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773328B0-3464-4762-7897-CE820083B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8990" r="2338" b="23152"/>
            <a:stretch>
              <a:fillRect/>
            </a:stretch>
          </p:blipFill>
          <p:spPr>
            <a:xfrm>
              <a:off x="6639303" y="4277710"/>
              <a:ext cx="2855983" cy="596833"/>
            </a:xfrm>
            <a:prstGeom prst="rect">
              <a:avLst/>
            </a:prstGeom>
          </p:spPr>
        </p:pic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135FD3D-4D0D-FB58-366D-27ED5D41E174}"/>
              </a:ext>
            </a:extLst>
          </p:cNvPr>
          <p:cNvSpPr/>
          <p:nvPr/>
        </p:nvSpPr>
        <p:spPr>
          <a:xfrm>
            <a:off x="7057033" y="2076612"/>
            <a:ext cx="624184" cy="18183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7A6E450-AEB5-5921-E246-4004CE165CAC}"/>
              </a:ext>
            </a:extLst>
          </p:cNvPr>
          <p:cNvSpPr/>
          <p:nvPr/>
        </p:nvSpPr>
        <p:spPr>
          <a:xfrm>
            <a:off x="7057033" y="2243300"/>
            <a:ext cx="624184" cy="18183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967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B6C20-F4BE-6F7D-634D-9C4F4CC0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FC99502-86D1-69C8-2867-438CADF3C7FB}"/>
              </a:ext>
            </a:extLst>
          </p:cNvPr>
          <p:cNvSpPr/>
          <p:nvPr/>
        </p:nvSpPr>
        <p:spPr>
          <a:xfrm>
            <a:off x="2376513" y="1728081"/>
            <a:ext cx="5112568" cy="338437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EF9BF3-E581-266D-F592-D1E687994CDD}"/>
              </a:ext>
            </a:extLst>
          </p:cNvPr>
          <p:cNvSpPr txBox="1"/>
          <p:nvPr/>
        </p:nvSpPr>
        <p:spPr>
          <a:xfrm>
            <a:off x="2448521" y="1728081"/>
            <a:ext cx="1717679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반려 사유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95B7B0-D1E0-0678-7BAF-F983D2347E50}"/>
              </a:ext>
            </a:extLst>
          </p:cNvPr>
          <p:cNvSpPr txBox="1"/>
          <p:nvPr/>
        </p:nvSpPr>
        <p:spPr>
          <a:xfrm>
            <a:off x="7120893" y="1728081"/>
            <a:ext cx="341888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7CE97F9-65A6-FD72-50DC-D199B82F0359}"/>
              </a:ext>
            </a:extLst>
          </p:cNvPr>
          <p:cNvCxnSpPr/>
          <p:nvPr/>
        </p:nvCxnSpPr>
        <p:spPr>
          <a:xfrm>
            <a:off x="2520529" y="2160129"/>
            <a:ext cx="477130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83F735F-025C-169A-E4EA-9590B32DB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429741"/>
              </p:ext>
            </p:extLst>
          </p:nvPr>
        </p:nvGraphicFramePr>
        <p:xfrm>
          <a:off x="2465285" y="2488885"/>
          <a:ext cx="4879779" cy="907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238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688153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853774">
                  <a:extLst>
                    <a:ext uri="{9D8B030D-6E8A-4147-A177-3AD203B41FA5}">
                      <a16:colId xmlns:a16="http://schemas.microsoft.com/office/drawing/2014/main" val="765616444"/>
                    </a:ext>
                  </a:extLst>
                </a:gridCol>
                <a:gridCol w="647652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439962">
                  <a:extLst>
                    <a:ext uri="{9D8B030D-6E8A-4147-A177-3AD203B41FA5}">
                      <a16:colId xmlns:a16="http://schemas.microsoft.com/office/drawing/2014/main" val="3475932975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신청일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신청자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반려일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반려 사유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2026-07-01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Hello338(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) 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2026-07-03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반려 사유 입니다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2026-06-18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Hello338(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) 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2026-06-19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이미지 다시 등록해주세요</a:t>
                      </a: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2026-06-15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5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2026-06-16</a:t>
                      </a: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반려합니다</a:t>
                      </a: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</a:tbl>
          </a:graphicData>
        </a:graphic>
      </p:graphicFrame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9746C02-DA63-A870-5C76-366A6C3D9B5F}"/>
              </a:ext>
            </a:extLst>
          </p:cNvPr>
          <p:cNvCxnSpPr>
            <a:cxnSpLocks/>
          </p:cNvCxnSpPr>
          <p:nvPr/>
        </p:nvCxnSpPr>
        <p:spPr>
          <a:xfrm>
            <a:off x="7462781" y="2179347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DE4903-183A-01C0-9972-0E60142A3366}"/>
              </a:ext>
            </a:extLst>
          </p:cNvPr>
          <p:cNvSpPr txBox="1"/>
          <p:nvPr/>
        </p:nvSpPr>
        <p:spPr>
          <a:xfrm>
            <a:off x="2391935" y="2179347"/>
            <a:ext cx="552163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총  </a:t>
            </a:r>
            <a:r>
              <a:rPr lang="en-US" altLang="ko-KR" sz="800" b="1" spc="-150" dirty="0">
                <a:solidFill>
                  <a:srgbClr val="C00000"/>
                </a:solidFill>
                <a:latin typeface="+mn-ea"/>
              </a:rPr>
              <a:t>3 </a:t>
            </a:r>
            <a:r>
              <a:rPr lang="ko-KR" altLang="en-US" sz="800" b="1" spc="-150" dirty="0">
                <a:solidFill>
                  <a:prstClr val="black"/>
                </a:solidFill>
                <a:latin typeface="+mn-ea"/>
              </a:rPr>
              <a:t>건</a:t>
            </a:r>
            <a:endParaRPr kumimoji="0" lang="en-US" altLang="ko-KR" sz="8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A0945-2A96-129F-9386-E4CC6F64A1F0}"/>
              </a:ext>
            </a:extLst>
          </p:cNvPr>
          <p:cNvSpPr txBox="1"/>
          <p:nvPr/>
        </p:nvSpPr>
        <p:spPr>
          <a:xfrm>
            <a:off x="1307907" y="78285"/>
            <a:ext cx="13260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반려 사유 조회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8622F-84A7-5419-9C0B-2DA1D7252D45}"/>
              </a:ext>
            </a:extLst>
          </p:cNvPr>
          <p:cNvSpPr txBox="1"/>
          <p:nvPr/>
        </p:nvSpPr>
        <p:spPr>
          <a:xfrm>
            <a:off x="1302717" y="330494"/>
            <a:ext cx="20393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F6C0E9-6000-7193-88AD-B78CDBFD42B5}"/>
              </a:ext>
            </a:extLst>
          </p:cNvPr>
          <p:cNvSpPr/>
          <p:nvPr/>
        </p:nvSpPr>
        <p:spPr>
          <a:xfrm>
            <a:off x="7921129" y="58428"/>
            <a:ext cx="11868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CH-A-PR-01-01-10p</a:t>
            </a:r>
            <a:endParaRPr lang="ko-KR" altLang="en-US" sz="1000" spc="-8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EFD93-19FF-ECF8-3BEF-BC53C42BBB1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13DE51-F517-4E51-3A0C-D455158B353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모서리가 둥근 직사각형 98">
            <a:extLst>
              <a:ext uri="{FF2B5EF4-FFF2-40B4-BE49-F238E27FC236}">
                <a16:creationId xmlns:a16="http://schemas.microsoft.com/office/drawing/2014/main" id="{DDE79FFD-6531-DE82-C3E0-3C069530498C}"/>
              </a:ext>
            </a:extLst>
          </p:cNvPr>
          <p:cNvSpPr/>
          <p:nvPr/>
        </p:nvSpPr>
        <p:spPr>
          <a:xfrm>
            <a:off x="4531269" y="4693144"/>
            <a:ext cx="821710" cy="2859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확인</a:t>
            </a:r>
          </a:p>
        </p:txBody>
      </p:sp>
      <p:graphicFrame>
        <p:nvGraphicFramePr>
          <p:cNvPr id="7" name="Group 59">
            <a:extLst>
              <a:ext uri="{FF2B5EF4-FFF2-40B4-BE49-F238E27FC236}">
                <a16:creationId xmlns:a16="http://schemas.microsoft.com/office/drawing/2014/main" id="{85782254-A8E8-4B59-5BAC-84326E86E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378599"/>
              </p:ext>
            </p:extLst>
          </p:nvPr>
        </p:nvGraphicFramePr>
        <p:xfrm>
          <a:off x="10086305" y="636529"/>
          <a:ext cx="2850436" cy="14678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 </a:t>
                      </a: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전체  건수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건수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카운팅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1-2 </a:t>
                      </a: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반료 사유 히스토리 출력</a:t>
                      </a: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.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해당 상품 정보 건에 해당하는 등록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변경 신청 관련 반려 히스토리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</a:tbl>
          </a:graphicData>
        </a:graphic>
      </p:graphicFrame>
      <p:sp>
        <p:nvSpPr>
          <p:cNvPr id="13" name="모서리가 둥근 직사각형 53">
            <a:extLst>
              <a:ext uri="{FF2B5EF4-FFF2-40B4-BE49-F238E27FC236}">
                <a16:creationId xmlns:a16="http://schemas.microsoft.com/office/drawing/2014/main" id="{A57A5D9A-6803-FD77-B43A-A7DE30E6300E}"/>
              </a:ext>
            </a:extLst>
          </p:cNvPr>
          <p:cNvSpPr/>
          <p:nvPr/>
        </p:nvSpPr>
        <p:spPr>
          <a:xfrm>
            <a:off x="2765217" y="21850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" name="모서리가 둥근 직사각형 53">
            <a:extLst>
              <a:ext uri="{FF2B5EF4-FFF2-40B4-BE49-F238E27FC236}">
                <a16:creationId xmlns:a16="http://schemas.microsoft.com/office/drawing/2014/main" id="{E9641027-6458-321D-CB4B-8E5247471169}"/>
              </a:ext>
            </a:extLst>
          </p:cNvPr>
          <p:cNvSpPr/>
          <p:nvPr/>
        </p:nvSpPr>
        <p:spPr>
          <a:xfrm>
            <a:off x="7099555" y="23923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B2BFE1-4951-2530-8E8F-B5DAA43D54E9}"/>
              </a:ext>
            </a:extLst>
          </p:cNvPr>
          <p:cNvSpPr txBox="1"/>
          <p:nvPr/>
        </p:nvSpPr>
        <p:spPr>
          <a:xfrm>
            <a:off x="3975774" y="3555919"/>
            <a:ext cx="19492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 3   4   5   6   7   8   9   10  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sp>
        <p:nvSpPr>
          <p:cNvPr id="24" name="모서리가 둥근 직사각형 84">
            <a:extLst>
              <a:ext uri="{FF2B5EF4-FFF2-40B4-BE49-F238E27FC236}">
                <a16:creationId xmlns:a16="http://schemas.microsoft.com/office/drawing/2014/main" id="{F2690040-3F9F-5A1D-DDCD-E1193DE3014D}"/>
              </a:ext>
            </a:extLst>
          </p:cNvPr>
          <p:cNvSpPr/>
          <p:nvPr/>
        </p:nvSpPr>
        <p:spPr>
          <a:xfrm>
            <a:off x="2465285" y="3531738"/>
            <a:ext cx="672344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26" name="모서리가 둥근 직사각형 86">
            <a:extLst>
              <a:ext uri="{FF2B5EF4-FFF2-40B4-BE49-F238E27FC236}">
                <a16:creationId xmlns:a16="http://schemas.microsoft.com/office/drawing/2014/main" id="{535B3192-6242-0B5D-463E-BD2AB19A5F9C}"/>
              </a:ext>
            </a:extLst>
          </p:cNvPr>
          <p:cNvSpPr/>
          <p:nvPr/>
        </p:nvSpPr>
        <p:spPr>
          <a:xfrm>
            <a:off x="3051320" y="3531738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1409522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BF36-B69E-0A68-CC99-5F9DA7BD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6683A5-48AB-45E8-72CB-2A2A6F0BC95E}"/>
              </a:ext>
            </a:extLst>
          </p:cNvPr>
          <p:cNvSpPr txBox="1"/>
          <p:nvPr/>
        </p:nvSpPr>
        <p:spPr>
          <a:xfrm>
            <a:off x="4205345" y="2556173"/>
            <a:ext cx="4551247" cy="1056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판매업체</a:t>
            </a:r>
            <a:r>
              <a:rPr lang="en-US" altLang="ko-KR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판매담당자 접근</a:t>
            </a:r>
            <a:endParaRPr lang="en-US" altLang="ko-KR" sz="20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1196401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상품 </a:t>
            </a:r>
            <a:r>
              <a:rPr lang="ko-KR" altLang="en-US" sz="2500" b="1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 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상세 </a:t>
            </a:r>
            <a:r>
              <a:rPr kumimoji="0" lang="en-US" altLang="ko-KR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등록 승인 이후</a:t>
            </a:r>
            <a:r>
              <a:rPr lang="en-US" altLang="ko-KR" sz="2500" b="1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2500" b="1" i="1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7662D-F73F-FD96-DEAB-51AF5ECE09C8}"/>
              </a:ext>
            </a:extLst>
          </p:cNvPr>
          <p:cNvSpPr txBox="1"/>
          <p:nvPr/>
        </p:nvSpPr>
        <p:spPr>
          <a:xfrm>
            <a:off x="720329" y="4140349"/>
            <a:ext cx="6481118" cy="48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상품이 등록 승인 이후로는 상품을 임의 삭제할 수 없다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 정보 상세에서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옵션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가격 변경 신청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을 할 수 있다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01454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C7819-F4A3-C0A1-2B05-83C31CE0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A9C9693-6F99-6ABF-FFD4-B63D2F4355E4}"/>
              </a:ext>
            </a:extLst>
          </p:cNvPr>
          <p:cNvSpPr/>
          <p:nvPr/>
        </p:nvSpPr>
        <p:spPr>
          <a:xfrm>
            <a:off x="6568987" y="1535684"/>
            <a:ext cx="3380919" cy="31621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64FE8B98-52AF-2505-6932-CD866572B9A2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DAB77330-6E57-4679-15FA-2495852D7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339524"/>
              </p:ext>
            </p:extLst>
          </p:nvPr>
        </p:nvGraphicFramePr>
        <p:xfrm>
          <a:off x="145946" y="1527938"/>
          <a:ext cx="6191007" cy="601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주식회사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올푸름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승인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 승인일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2026-07-26 /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어드민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대기                 판매 중                   판매 중지                      판매 완료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902204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3108D69B-708B-340E-1C88-06E1D46C17CE}"/>
              </a:ext>
            </a:extLst>
          </p:cNvPr>
          <p:cNvSpPr txBox="1"/>
          <p:nvPr/>
        </p:nvSpPr>
        <p:spPr>
          <a:xfrm>
            <a:off x="133381" y="2405518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00D33E-E30B-420C-E5A7-D885A4A429A7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FD20ADF1-DBF2-7F05-369C-9F6FF3F13198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2627784"/>
          <a:ext cx="6263014" cy="72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260714005796</a:t>
                      </a: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제조업체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472684D-23FA-F0D6-372D-D605850C1179}"/>
              </a:ext>
            </a:extLst>
          </p:cNvPr>
          <p:cNvCxnSpPr/>
          <p:nvPr/>
        </p:nvCxnSpPr>
        <p:spPr>
          <a:xfrm>
            <a:off x="6520866" y="1521225"/>
            <a:ext cx="0" cy="360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745C26A-CB2B-BD41-BA7B-DC654ABE5CDD}"/>
              </a:ext>
            </a:extLst>
          </p:cNvPr>
          <p:cNvCxnSpPr>
            <a:cxnSpLocks/>
          </p:cNvCxnSpPr>
          <p:nvPr/>
        </p:nvCxnSpPr>
        <p:spPr>
          <a:xfrm flipV="1">
            <a:off x="6598580" y="1521226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모서리가 둥근 직사각형 61">
            <a:extLst>
              <a:ext uri="{FF2B5EF4-FFF2-40B4-BE49-F238E27FC236}">
                <a16:creationId xmlns:a16="http://schemas.microsoft.com/office/drawing/2014/main" id="{3B612D67-917F-96AB-8D45-4178214B69AF}"/>
              </a:ext>
            </a:extLst>
          </p:cNvPr>
          <p:cNvSpPr/>
          <p:nvPr/>
        </p:nvSpPr>
        <p:spPr>
          <a:xfrm>
            <a:off x="864345" y="2846372"/>
            <a:ext cx="5472608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 분유</a:t>
            </a:r>
          </a:p>
        </p:txBody>
      </p:sp>
      <p:sp>
        <p:nvSpPr>
          <p:cNvPr id="156" name="모서리가 둥근 직사각형 61">
            <a:extLst>
              <a:ext uri="{FF2B5EF4-FFF2-40B4-BE49-F238E27FC236}">
                <a16:creationId xmlns:a16="http://schemas.microsoft.com/office/drawing/2014/main" id="{740DB70B-C9DF-CF65-AAF5-88CF409411A8}"/>
              </a:ext>
            </a:extLst>
          </p:cNvPr>
          <p:cNvSpPr/>
          <p:nvPr/>
        </p:nvSpPr>
        <p:spPr>
          <a:xfrm>
            <a:off x="4176713" y="312227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보람씨앤에치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2" name="모서리가 둥근 직사각형 61">
            <a:extLst>
              <a:ext uri="{FF2B5EF4-FFF2-40B4-BE49-F238E27FC236}">
                <a16:creationId xmlns:a16="http://schemas.microsoft.com/office/drawing/2014/main" id="{2101918E-C3CF-1747-B637-94D744CA44D1}"/>
              </a:ext>
            </a:extLst>
          </p:cNvPr>
          <p:cNvSpPr/>
          <p:nvPr/>
        </p:nvSpPr>
        <p:spPr>
          <a:xfrm>
            <a:off x="864345" y="312227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깨끗한나라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14CFF05-27F5-2ED8-E099-3AE5B7FA7794}"/>
              </a:ext>
            </a:extLst>
          </p:cNvPr>
          <p:cNvSpPr txBox="1"/>
          <p:nvPr/>
        </p:nvSpPr>
        <p:spPr>
          <a:xfrm>
            <a:off x="130703" y="344991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7C098AC2-C3C4-4DFF-454E-0C8D2CF6FC9B}"/>
              </a:ext>
            </a:extLst>
          </p:cNvPr>
          <p:cNvGraphicFramePr>
            <a:graphicFrameLocks noGrp="1"/>
          </p:cNvGraphicFramePr>
          <p:nvPr/>
        </p:nvGraphicFramePr>
        <p:xfrm>
          <a:off x="143268" y="3672177"/>
          <a:ext cx="6263014" cy="966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검색어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기간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상시                기간  설정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                                                                 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232" name="모서리가 둥근 직사각형 61">
            <a:extLst>
              <a:ext uri="{FF2B5EF4-FFF2-40B4-BE49-F238E27FC236}">
                <a16:creationId xmlns:a16="http://schemas.microsoft.com/office/drawing/2014/main" id="{7532E63D-7198-8DF5-8145-ACE38ECAA6A4}"/>
              </a:ext>
            </a:extLst>
          </p:cNvPr>
          <p:cNvSpPr/>
          <p:nvPr/>
        </p:nvSpPr>
        <p:spPr>
          <a:xfrm>
            <a:off x="861666" y="3698459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맥스드라이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팬티형 남아</a:t>
            </a:r>
          </a:p>
        </p:txBody>
      </p:sp>
      <p:sp>
        <p:nvSpPr>
          <p:cNvPr id="238" name="모서리가 둥근 직사각형 61">
            <a:extLst>
              <a:ext uri="{FF2B5EF4-FFF2-40B4-BE49-F238E27FC236}">
                <a16:creationId xmlns:a16="http://schemas.microsoft.com/office/drawing/2014/main" id="{3A8E2749-AC06-3ECA-62CC-98E9B31C2046}"/>
              </a:ext>
            </a:extLst>
          </p:cNvPr>
          <p:cNvSpPr/>
          <p:nvPr/>
        </p:nvSpPr>
        <p:spPr>
          <a:xfrm>
            <a:off x="861665" y="3925370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하기스팬티형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하기스기저귀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10" name="Picture 2" descr="on, radio icon">
            <a:extLst>
              <a:ext uri="{FF2B5EF4-FFF2-40B4-BE49-F238E27FC236}">
                <a16:creationId xmlns:a16="http://schemas.microsoft.com/office/drawing/2014/main" id="{D275EC8C-8ADF-0BFF-1581-C4B8E88B5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00" y="419803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Picture 4" descr="off, radio icon">
            <a:extLst>
              <a:ext uri="{FF2B5EF4-FFF2-40B4-BE49-F238E27FC236}">
                <a16:creationId xmlns:a16="http://schemas.microsoft.com/office/drawing/2014/main" id="{1D4462DF-D26B-ADBC-1B9C-3B4E5BEE5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86" y="418717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3" name="모서리가 둥근 직사각형 65">
            <a:extLst>
              <a:ext uri="{FF2B5EF4-FFF2-40B4-BE49-F238E27FC236}">
                <a16:creationId xmlns:a16="http://schemas.microsoft.com/office/drawing/2014/main" id="{E6FE949B-779A-3913-BD14-A772840385FE}"/>
              </a:ext>
            </a:extLst>
          </p:cNvPr>
          <p:cNvSpPr/>
          <p:nvPr/>
        </p:nvSpPr>
        <p:spPr>
          <a:xfrm>
            <a:off x="1864940" y="415974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04C09C58-B3C7-F2FD-4C4F-646D8F4F81E4}"/>
              </a:ext>
            </a:extLst>
          </p:cNvPr>
          <p:cNvGrpSpPr/>
          <p:nvPr/>
        </p:nvGrpSpPr>
        <p:grpSpPr>
          <a:xfrm>
            <a:off x="3478872" y="4166188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15" name="모서리가 둥근 직사각형 67">
              <a:extLst>
                <a:ext uri="{FF2B5EF4-FFF2-40B4-BE49-F238E27FC236}">
                  <a16:creationId xmlns:a16="http://schemas.microsoft.com/office/drawing/2014/main" id="{8CDBD82C-12E7-AB4F-AA75-53E2C9C9D007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16" name="Picture 4" descr="calendar, date, event, month icon">
              <a:extLst>
                <a:ext uri="{FF2B5EF4-FFF2-40B4-BE49-F238E27FC236}">
                  <a16:creationId xmlns:a16="http://schemas.microsoft.com/office/drawing/2014/main" id="{B68000B3-34EA-D33B-6C5E-27B6911C57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17" name="모서리가 둥근 직사각형 69">
            <a:extLst>
              <a:ext uri="{FF2B5EF4-FFF2-40B4-BE49-F238E27FC236}">
                <a16:creationId xmlns:a16="http://schemas.microsoft.com/office/drawing/2014/main" id="{19AD1402-9DF5-04C9-7002-727C2896A2CF}"/>
              </a:ext>
            </a:extLst>
          </p:cNvPr>
          <p:cNvSpPr/>
          <p:nvPr/>
        </p:nvSpPr>
        <p:spPr>
          <a:xfrm>
            <a:off x="2839838" y="4166189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F9056F61-813A-363A-CC6C-CED089D67A65}"/>
              </a:ext>
            </a:extLst>
          </p:cNvPr>
          <p:cNvSpPr/>
          <p:nvPr/>
        </p:nvSpPr>
        <p:spPr>
          <a:xfrm>
            <a:off x="2617097" y="4081065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77D92C19-0201-C421-ED83-9575FFA84394}"/>
              </a:ext>
            </a:extLst>
          </p:cNvPr>
          <p:cNvSpPr/>
          <p:nvPr/>
        </p:nvSpPr>
        <p:spPr>
          <a:xfrm>
            <a:off x="3676511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C0BC1B99-B6A8-B822-7B9D-F54A243E4C34}"/>
              </a:ext>
            </a:extLst>
          </p:cNvPr>
          <p:cNvSpPr/>
          <p:nvPr/>
        </p:nvSpPr>
        <p:spPr>
          <a:xfrm>
            <a:off x="413459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C83DD624-72B8-2189-E00A-C0E2C10377EB}"/>
              </a:ext>
            </a:extLst>
          </p:cNvPr>
          <p:cNvSpPr/>
          <p:nvPr/>
        </p:nvSpPr>
        <p:spPr>
          <a:xfrm>
            <a:off x="456303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D482A264-2C26-D41A-FC01-2CE0EF0FA824}"/>
              </a:ext>
            </a:extLst>
          </p:cNvPr>
          <p:cNvSpPr/>
          <p:nvPr/>
        </p:nvSpPr>
        <p:spPr>
          <a:xfrm>
            <a:off x="500162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grpSp>
        <p:nvGrpSpPr>
          <p:cNvPr id="323" name="그룹 322">
            <a:extLst>
              <a:ext uri="{FF2B5EF4-FFF2-40B4-BE49-F238E27FC236}">
                <a16:creationId xmlns:a16="http://schemas.microsoft.com/office/drawing/2014/main" id="{B70CEC02-6C0F-C586-F10C-813669DF092E}"/>
              </a:ext>
            </a:extLst>
          </p:cNvPr>
          <p:cNvGrpSpPr/>
          <p:nvPr/>
        </p:nvGrpSpPr>
        <p:grpSpPr>
          <a:xfrm>
            <a:off x="2503946" y="4159747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24" name="모서리가 둥근 직사각형 67">
              <a:extLst>
                <a:ext uri="{FF2B5EF4-FFF2-40B4-BE49-F238E27FC236}">
                  <a16:creationId xmlns:a16="http://schemas.microsoft.com/office/drawing/2014/main" id="{B59858F8-443E-E8F6-A5B2-6147E3EEB541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25" name="Picture 4" descr="calendar, date, event, month icon">
              <a:extLst>
                <a:ext uri="{FF2B5EF4-FFF2-40B4-BE49-F238E27FC236}">
                  <a16:creationId xmlns:a16="http://schemas.microsoft.com/office/drawing/2014/main" id="{97ADBC10-1B89-BE97-1EC7-40BEDF603A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27" name="모서리가 둥근 직사각형 61">
            <a:extLst>
              <a:ext uri="{FF2B5EF4-FFF2-40B4-BE49-F238E27FC236}">
                <a16:creationId xmlns:a16="http://schemas.microsoft.com/office/drawing/2014/main" id="{E98EE72B-1C8F-0B1E-BEA5-8F3D88CF5FCC}"/>
              </a:ext>
            </a:extLst>
          </p:cNvPr>
          <p:cNvSpPr/>
          <p:nvPr/>
        </p:nvSpPr>
        <p:spPr>
          <a:xfrm>
            <a:off x="862994" y="4410917"/>
            <a:ext cx="252409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188,700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E8277D58-EA56-2720-6345-081A055622E0}"/>
              </a:ext>
            </a:extLst>
          </p:cNvPr>
          <p:cNvSpPr/>
          <p:nvPr/>
        </p:nvSpPr>
        <p:spPr>
          <a:xfrm>
            <a:off x="5868561" y="2417226"/>
            <a:ext cx="465711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복사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430639-CDA5-DA9E-55CA-0559CDACB965}"/>
              </a:ext>
            </a:extLst>
          </p:cNvPr>
          <p:cNvSpPr txBox="1"/>
          <p:nvPr/>
        </p:nvSpPr>
        <p:spPr>
          <a:xfrm>
            <a:off x="1307907" y="78285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정보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운영 등록 후 조회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358A24-F021-1835-4082-4CE217281D93}"/>
              </a:ext>
            </a:extLst>
          </p:cNvPr>
          <p:cNvSpPr txBox="1"/>
          <p:nvPr/>
        </p:nvSpPr>
        <p:spPr>
          <a:xfrm>
            <a:off x="1302717" y="330494"/>
            <a:ext cx="20185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57EAC94-B000-5466-6FC0-A8CBBE72F223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CH-A-PR-01-01-08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11655C9-A134-ED2F-3CC6-00988D59566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85B653-CC7D-F18E-737F-166415A23BE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7514B3-585D-EBD0-1BCC-1481FBB6D936}"/>
              </a:ext>
            </a:extLst>
          </p:cNvPr>
          <p:cNvSpPr txBox="1"/>
          <p:nvPr/>
        </p:nvSpPr>
        <p:spPr>
          <a:xfrm>
            <a:off x="6588539" y="13167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카테고리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4621C5-17FD-4E3D-E5F4-FAB334415C04}"/>
              </a:ext>
            </a:extLst>
          </p:cNvPr>
          <p:cNvSpPr txBox="1"/>
          <p:nvPr/>
        </p:nvSpPr>
        <p:spPr>
          <a:xfrm>
            <a:off x="7051724" y="1310023"/>
            <a:ext cx="2438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선택 시 좌측 화면에 즉시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다중선택 가능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61">
            <a:extLst>
              <a:ext uri="{FF2B5EF4-FFF2-40B4-BE49-F238E27FC236}">
                <a16:creationId xmlns:a16="http://schemas.microsoft.com/office/drawing/2014/main" id="{F274AB0F-403B-B97C-78B7-2E84B1404C50}"/>
              </a:ext>
            </a:extLst>
          </p:cNvPr>
          <p:cNvSpPr/>
          <p:nvPr/>
        </p:nvSpPr>
        <p:spPr>
          <a:xfrm>
            <a:off x="6647108" y="1611998"/>
            <a:ext cx="270025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499C88-DEEA-B543-93FC-E6A2B9F52107}"/>
              </a:ext>
            </a:extLst>
          </p:cNvPr>
          <p:cNvSpPr/>
          <p:nvPr/>
        </p:nvSpPr>
        <p:spPr>
          <a:xfrm>
            <a:off x="9415037" y="1620173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B4DD36A2-76B5-4B5C-7263-25E437480F1E}"/>
              </a:ext>
            </a:extLst>
          </p:cNvPr>
          <p:cNvSpPr/>
          <p:nvPr/>
        </p:nvSpPr>
        <p:spPr>
          <a:xfrm>
            <a:off x="1542926" y="1983577"/>
            <a:ext cx="88008" cy="88008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F190423F-9721-8FD3-65EF-A4E8B10C5F1F}"/>
              </a:ext>
            </a:extLst>
          </p:cNvPr>
          <p:cNvSpPr/>
          <p:nvPr/>
        </p:nvSpPr>
        <p:spPr>
          <a:xfrm>
            <a:off x="906882" y="1988604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F9E650B4-3366-952F-6EAE-BA9E818E099E}"/>
              </a:ext>
            </a:extLst>
          </p:cNvPr>
          <p:cNvSpPr/>
          <p:nvPr/>
        </p:nvSpPr>
        <p:spPr>
          <a:xfrm>
            <a:off x="2178971" y="1988604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AFF9A0EC-0225-4191-0F23-95BE29895114}"/>
              </a:ext>
            </a:extLst>
          </p:cNvPr>
          <p:cNvSpPr/>
          <p:nvPr/>
        </p:nvSpPr>
        <p:spPr>
          <a:xfrm>
            <a:off x="2909165" y="1994307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436CE8-231F-34A2-8CDB-FA112BDEBAEE}"/>
              </a:ext>
            </a:extLst>
          </p:cNvPr>
          <p:cNvSpPr/>
          <p:nvPr/>
        </p:nvSpPr>
        <p:spPr>
          <a:xfrm>
            <a:off x="815096" y="1723137"/>
            <a:ext cx="2159387" cy="197289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모서리가 둥근 직사각형 53">
            <a:extLst>
              <a:ext uri="{FF2B5EF4-FFF2-40B4-BE49-F238E27FC236}">
                <a16:creationId xmlns:a16="http://schemas.microsoft.com/office/drawing/2014/main" id="{9869DA43-7115-7644-0453-723C9AA07187}"/>
              </a:ext>
            </a:extLst>
          </p:cNvPr>
          <p:cNvSpPr/>
          <p:nvPr/>
        </p:nvSpPr>
        <p:spPr>
          <a:xfrm>
            <a:off x="2784471" y="16399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D3D95B-64AA-8793-B06D-F9E8EF258220}"/>
              </a:ext>
            </a:extLst>
          </p:cNvPr>
          <p:cNvSpPr/>
          <p:nvPr/>
        </p:nvSpPr>
        <p:spPr>
          <a:xfrm>
            <a:off x="4103885" y="1739041"/>
            <a:ext cx="1224956" cy="197289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모서리가 둥근 직사각형 53">
            <a:extLst>
              <a:ext uri="{FF2B5EF4-FFF2-40B4-BE49-F238E27FC236}">
                <a16:creationId xmlns:a16="http://schemas.microsoft.com/office/drawing/2014/main" id="{0CFD5F0B-AD7F-979B-995F-D985F9D713B0}"/>
              </a:ext>
            </a:extLst>
          </p:cNvPr>
          <p:cNvSpPr/>
          <p:nvPr/>
        </p:nvSpPr>
        <p:spPr>
          <a:xfrm>
            <a:off x="3436503" y="19076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54E1DB-A1A4-CAF1-7314-DF6BDFCB3E82}"/>
              </a:ext>
            </a:extLst>
          </p:cNvPr>
          <p:cNvSpPr/>
          <p:nvPr/>
        </p:nvSpPr>
        <p:spPr>
          <a:xfrm>
            <a:off x="802451" y="1943274"/>
            <a:ext cx="2658023" cy="197289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모서리가 둥근 직사각형 53">
            <a:extLst>
              <a:ext uri="{FF2B5EF4-FFF2-40B4-BE49-F238E27FC236}">
                <a16:creationId xmlns:a16="http://schemas.microsoft.com/office/drawing/2014/main" id="{1F402173-8A27-A152-D100-A92BE5109766}"/>
              </a:ext>
            </a:extLst>
          </p:cNvPr>
          <p:cNvSpPr/>
          <p:nvPr/>
        </p:nvSpPr>
        <p:spPr>
          <a:xfrm>
            <a:off x="5198080" y="172562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77">
            <a:extLst>
              <a:ext uri="{FF2B5EF4-FFF2-40B4-BE49-F238E27FC236}">
                <a16:creationId xmlns:a16="http://schemas.microsoft.com/office/drawing/2014/main" id="{CEA0EE7E-31EB-5EE1-B2B0-2E7E14CB219C}"/>
              </a:ext>
            </a:extLst>
          </p:cNvPr>
          <p:cNvSpPr/>
          <p:nvPr/>
        </p:nvSpPr>
        <p:spPr>
          <a:xfrm>
            <a:off x="9185096" y="5094642"/>
            <a:ext cx="778461" cy="269843"/>
          </a:xfrm>
          <a:prstGeom prst="round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수정</a:t>
            </a:r>
            <a:r>
              <a:rPr lang="en-US" altLang="ko-KR" sz="900" spc="-150" dirty="0">
                <a:solidFill>
                  <a:schemeClr val="bg1"/>
                </a:solidFill>
              </a:rPr>
              <a:t>/</a:t>
            </a:r>
            <a:r>
              <a:rPr lang="ko-KR" altLang="en-US" sz="900" spc="-15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29" name="모서리가 둥근 직사각형 77">
            <a:extLst>
              <a:ext uri="{FF2B5EF4-FFF2-40B4-BE49-F238E27FC236}">
                <a16:creationId xmlns:a16="http://schemas.microsoft.com/office/drawing/2014/main" id="{99CD7829-991E-BF1A-3F88-EA85F2DAA763}"/>
              </a:ext>
            </a:extLst>
          </p:cNvPr>
          <p:cNvSpPr/>
          <p:nvPr/>
        </p:nvSpPr>
        <p:spPr>
          <a:xfrm>
            <a:off x="8043510" y="5094642"/>
            <a:ext cx="1117348" cy="269843"/>
          </a:xfrm>
          <a:prstGeom prst="round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가격</a:t>
            </a:r>
            <a:r>
              <a:rPr lang="en-US" altLang="ko-KR" sz="900" spc="-150" dirty="0">
                <a:solidFill>
                  <a:schemeClr val="bg1"/>
                </a:solidFill>
              </a:rPr>
              <a:t>/</a:t>
            </a:r>
            <a:r>
              <a:rPr lang="ko-KR" altLang="en-US" sz="900" spc="-150" dirty="0">
                <a:solidFill>
                  <a:schemeClr val="bg1"/>
                </a:solidFill>
              </a:rPr>
              <a:t>옵션 변경 신청</a:t>
            </a:r>
          </a:p>
        </p:txBody>
      </p:sp>
      <p:sp>
        <p:nvSpPr>
          <p:cNvPr id="32" name="모서리가 둥근 직사각형 78">
            <a:extLst>
              <a:ext uri="{FF2B5EF4-FFF2-40B4-BE49-F238E27FC236}">
                <a16:creationId xmlns:a16="http://schemas.microsoft.com/office/drawing/2014/main" id="{9F4A9B8D-A8C3-7784-D35A-7E670794589B}"/>
              </a:ext>
            </a:extLst>
          </p:cNvPr>
          <p:cNvSpPr/>
          <p:nvPr/>
        </p:nvSpPr>
        <p:spPr>
          <a:xfrm>
            <a:off x="130445" y="5166650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38" name="순서도: 천공 테이프 37">
            <a:extLst>
              <a:ext uri="{FF2B5EF4-FFF2-40B4-BE49-F238E27FC236}">
                <a16:creationId xmlns:a16="http://schemas.microsoft.com/office/drawing/2014/main" id="{09B73F31-5184-E9BE-3B85-277361ABDB74}"/>
              </a:ext>
            </a:extLst>
          </p:cNvPr>
          <p:cNvSpPr/>
          <p:nvPr/>
        </p:nvSpPr>
        <p:spPr>
          <a:xfrm>
            <a:off x="38135" y="4417048"/>
            <a:ext cx="10009361" cy="67093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하단 영역 중략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F813B1-9AEF-3A82-0A14-75356D8EBC12}"/>
              </a:ext>
            </a:extLst>
          </p:cNvPr>
          <p:cNvSpPr/>
          <p:nvPr/>
        </p:nvSpPr>
        <p:spPr>
          <a:xfrm>
            <a:off x="7844904" y="5026987"/>
            <a:ext cx="2173433" cy="432047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960A958-5F40-3E0B-790F-9220951536D7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6480969" y="5243011"/>
            <a:ext cx="1363935" cy="0"/>
          </a:xfrm>
          <a:prstGeom prst="straightConnector1">
            <a:avLst/>
          </a:prstGeom>
          <a:ln w="6350">
            <a:solidFill>
              <a:srgbClr val="234D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80B6BD5-CFCB-2F78-ECE6-71B228F0410D}"/>
              </a:ext>
            </a:extLst>
          </p:cNvPr>
          <p:cNvSpPr txBox="1"/>
          <p:nvPr/>
        </p:nvSpPr>
        <p:spPr>
          <a:xfrm>
            <a:off x="4630470" y="5094111"/>
            <a:ext cx="1986441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반영 상태 시에는 삭제 불가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변경신청은 승인절차로 반영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FB86B-169B-0C74-E120-A0C83D2DE266}"/>
              </a:ext>
            </a:extLst>
          </p:cNvPr>
          <p:cNvSpPr txBox="1"/>
          <p:nvPr/>
        </p:nvSpPr>
        <p:spPr>
          <a:xfrm>
            <a:off x="144265" y="971997"/>
            <a:ext cx="72008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  <a:endParaRPr lang="ko-KR" altLang="en-US" sz="1200" b="1" spc="-15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86A0404-9301-9D63-3093-9EE66EADCFFB}"/>
              </a:ext>
            </a:extLst>
          </p:cNvPr>
          <p:cNvGrpSpPr/>
          <p:nvPr/>
        </p:nvGrpSpPr>
        <p:grpSpPr>
          <a:xfrm>
            <a:off x="6639304" y="1835146"/>
            <a:ext cx="2286652" cy="2324601"/>
            <a:chOff x="6639303" y="1835146"/>
            <a:chExt cx="2926857" cy="303939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7928FF8-3BBC-7E56-55FA-DAE86F8C5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80" b="41798"/>
            <a:stretch>
              <a:fillRect/>
            </a:stretch>
          </p:blipFill>
          <p:spPr>
            <a:xfrm>
              <a:off x="6644172" y="1835146"/>
              <a:ext cx="2921988" cy="194516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13A8BA8-FCD8-6A5F-FC7B-56A91C6CC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7951" r="3566"/>
            <a:stretch>
              <a:fillRect/>
            </a:stretch>
          </p:blipFill>
          <p:spPr>
            <a:xfrm>
              <a:off x="6641730" y="3851120"/>
              <a:ext cx="2820051" cy="736887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1D62AE6-A976-03ED-C36A-10616DC4C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8990" r="2338" b="23152"/>
            <a:stretch>
              <a:fillRect/>
            </a:stretch>
          </p:blipFill>
          <p:spPr>
            <a:xfrm>
              <a:off x="6639303" y="4277710"/>
              <a:ext cx="2855983" cy="596833"/>
            </a:xfrm>
            <a:prstGeom prst="rect">
              <a:avLst/>
            </a:prstGeom>
          </p:spPr>
        </p:pic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D964F3B-9396-911F-9E31-CFF9F67FC51B}"/>
              </a:ext>
            </a:extLst>
          </p:cNvPr>
          <p:cNvSpPr/>
          <p:nvPr/>
        </p:nvSpPr>
        <p:spPr>
          <a:xfrm>
            <a:off x="7057033" y="2076612"/>
            <a:ext cx="624184" cy="18183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3" name="Group 59">
            <a:extLst>
              <a:ext uri="{FF2B5EF4-FFF2-40B4-BE49-F238E27FC236}">
                <a16:creationId xmlns:a16="http://schemas.microsoft.com/office/drawing/2014/main" id="{9DE8EC26-3215-5FDC-DD44-ED1DF03B8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994802"/>
              </p:ext>
            </p:extLst>
          </p:nvPr>
        </p:nvGraphicFramePr>
        <p:xfrm>
          <a:off x="10086305" y="636529"/>
          <a:ext cx="2850436" cy="281038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상태 값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신청이 승인 된 경우 상태 값 출력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승인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＂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1" u="sng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1-2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승인 일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정보 출력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상태 값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판매중으로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u="none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read only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변경 신청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변경 신청 레이어 팝업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유효성 체크 후 저장처리 및 목록으로 이동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CH-A-PR-01-01-01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1049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변경 신청 철회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변경 신청 승인 전까지 출력되는 철회 버튼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가격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옵션 변경신청 레이어 팝업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 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CH-A-PR-01-01-11p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및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하던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버튼이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철회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버튼으로 변경되어 출력됨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79406"/>
                  </a:ext>
                </a:extLst>
              </a:tr>
            </a:tbl>
          </a:graphicData>
        </a:graphic>
      </p:graphicFrame>
      <p:sp>
        <p:nvSpPr>
          <p:cNvPr id="16" name="모서리가 둥근 직사각형 53">
            <a:extLst>
              <a:ext uri="{FF2B5EF4-FFF2-40B4-BE49-F238E27FC236}">
                <a16:creationId xmlns:a16="http://schemas.microsoft.com/office/drawing/2014/main" id="{E0A2A163-C21E-244C-A533-C0EB61D5D6FE}"/>
              </a:ext>
            </a:extLst>
          </p:cNvPr>
          <p:cNvSpPr/>
          <p:nvPr/>
        </p:nvSpPr>
        <p:spPr>
          <a:xfrm>
            <a:off x="7563367" y="49660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77">
            <a:extLst>
              <a:ext uri="{FF2B5EF4-FFF2-40B4-BE49-F238E27FC236}">
                <a16:creationId xmlns:a16="http://schemas.microsoft.com/office/drawing/2014/main" id="{CAE895CF-C65D-D698-147F-A2A9875F7EB5}"/>
              </a:ext>
            </a:extLst>
          </p:cNvPr>
          <p:cNvSpPr/>
          <p:nvPr/>
        </p:nvSpPr>
        <p:spPr>
          <a:xfrm>
            <a:off x="9189313" y="5564660"/>
            <a:ext cx="778461" cy="269843"/>
          </a:xfrm>
          <a:prstGeom prst="round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수정</a:t>
            </a:r>
            <a:r>
              <a:rPr lang="en-US" altLang="ko-KR" sz="900" spc="-150" dirty="0">
                <a:solidFill>
                  <a:schemeClr val="bg1"/>
                </a:solidFill>
              </a:rPr>
              <a:t>/</a:t>
            </a:r>
            <a:r>
              <a:rPr lang="ko-KR" altLang="en-US" sz="900" spc="-15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30" name="모서리가 둥근 직사각형 77">
            <a:extLst>
              <a:ext uri="{FF2B5EF4-FFF2-40B4-BE49-F238E27FC236}">
                <a16:creationId xmlns:a16="http://schemas.microsoft.com/office/drawing/2014/main" id="{88674886-DB23-B7F8-D578-0F341B7EA8DA}"/>
              </a:ext>
            </a:extLst>
          </p:cNvPr>
          <p:cNvSpPr/>
          <p:nvPr/>
        </p:nvSpPr>
        <p:spPr>
          <a:xfrm>
            <a:off x="7921129" y="5564660"/>
            <a:ext cx="1243946" cy="269843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가격</a:t>
            </a:r>
            <a:r>
              <a:rPr lang="en-US" altLang="ko-KR" sz="900" spc="-150" dirty="0">
                <a:solidFill>
                  <a:schemeClr val="bg1"/>
                </a:solidFill>
              </a:rPr>
              <a:t>/</a:t>
            </a:r>
            <a:r>
              <a:rPr lang="ko-KR" altLang="en-US" sz="900" spc="-150" dirty="0">
                <a:solidFill>
                  <a:schemeClr val="bg1"/>
                </a:solidFill>
              </a:rPr>
              <a:t>옵션 변경 신청 철회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153568A-D301-6DDF-01D9-FE3E592CEC0B}"/>
              </a:ext>
            </a:extLst>
          </p:cNvPr>
          <p:cNvSpPr/>
          <p:nvPr/>
        </p:nvSpPr>
        <p:spPr>
          <a:xfrm>
            <a:off x="7849121" y="5497005"/>
            <a:ext cx="2173433" cy="432047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모서리가 둥근 직사각형 53">
            <a:extLst>
              <a:ext uri="{FF2B5EF4-FFF2-40B4-BE49-F238E27FC236}">
                <a16:creationId xmlns:a16="http://schemas.microsoft.com/office/drawing/2014/main" id="{4257F90A-9F4C-B7F9-A320-35325833FA36}"/>
              </a:ext>
            </a:extLst>
          </p:cNvPr>
          <p:cNvSpPr/>
          <p:nvPr/>
        </p:nvSpPr>
        <p:spPr>
          <a:xfrm>
            <a:off x="7646851" y="55385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339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D3A8-8D0B-3260-247B-0C0FF5CA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6FE27E9-CC62-2DF7-CBEC-B92DE879D14C}"/>
              </a:ext>
            </a:extLst>
          </p:cNvPr>
          <p:cNvSpPr/>
          <p:nvPr/>
        </p:nvSpPr>
        <p:spPr>
          <a:xfrm>
            <a:off x="648321" y="971997"/>
            <a:ext cx="5112568" cy="532859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70C35-9340-8979-E759-AF08C406E172}"/>
              </a:ext>
            </a:extLst>
          </p:cNvPr>
          <p:cNvSpPr txBox="1"/>
          <p:nvPr/>
        </p:nvSpPr>
        <p:spPr>
          <a:xfrm>
            <a:off x="720329" y="971997"/>
            <a:ext cx="1717679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가격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옵션 변경 신청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807A9B-C12C-58FB-E064-A33AE4D67474}"/>
              </a:ext>
            </a:extLst>
          </p:cNvPr>
          <p:cNvSpPr txBox="1"/>
          <p:nvPr/>
        </p:nvSpPr>
        <p:spPr>
          <a:xfrm>
            <a:off x="5392701" y="971997"/>
            <a:ext cx="341888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9F8CC84-C255-8E16-1DC8-A3E744E7F8AA}"/>
              </a:ext>
            </a:extLst>
          </p:cNvPr>
          <p:cNvCxnSpPr/>
          <p:nvPr/>
        </p:nvCxnSpPr>
        <p:spPr>
          <a:xfrm>
            <a:off x="792337" y="1404045"/>
            <a:ext cx="477130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E587A4B-D9F1-EF03-81FB-0688930E9E7E}"/>
              </a:ext>
            </a:extLst>
          </p:cNvPr>
          <p:cNvCxnSpPr>
            <a:cxnSpLocks/>
          </p:cNvCxnSpPr>
          <p:nvPr/>
        </p:nvCxnSpPr>
        <p:spPr>
          <a:xfrm>
            <a:off x="5729637" y="1422527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6AE4EF3-35CF-2D59-C729-0423B676D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541110"/>
              </p:ext>
            </p:extLst>
          </p:nvPr>
        </p:nvGraphicFramePr>
        <p:xfrm>
          <a:off x="781478" y="1535313"/>
          <a:ext cx="4799291" cy="263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736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4270555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 구분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즉시 실행           예약 실행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</a:tbl>
          </a:graphicData>
        </a:graphic>
      </p:graphicFrame>
      <p:pic>
        <p:nvPicPr>
          <p:cNvPr id="9" name="Picture 2" descr="on, radio icon">
            <a:extLst>
              <a:ext uri="{FF2B5EF4-FFF2-40B4-BE49-F238E27FC236}">
                <a16:creationId xmlns:a16="http://schemas.microsoft.com/office/drawing/2014/main" id="{4414A946-F3F3-2163-B829-3E2B23F12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888" y="160770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off, radio icon">
            <a:extLst>
              <a:ext uri="{FF2B5EF4-FFF2-40B4-BE49-F238E27FC236}">
                <a16:creationId xmlns:a16="http://schemas.microsoft.com/office/drawing/2014/main" id="{BE107913-5F4B-F400-8E26-36131223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016" y="160770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모서리가 둥근 직사각형 65">
            <a:extLst>
              <a:ext uri="{FF2B5EF4-FFF2-40B4-BE49-F238E27FC236}">
                <a16:creationId xmlns:a16="http://schemas.microsoft.com/office/drawing/2014/main" id="{B0AE7643-8B3B-74CE-900F-0403442DAB4E}"/>
              </a:ext>
            </a:extLst>
          </p:cNvPr>
          <p:cNvSpPr/>
          <p:nvPr/>
        </p:nvSpPr>
        <p:spPr>
          <a:xfrm>
            <a:off x="2425127" y="1583535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2026-07-22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모서리가 둥근 직사각형 69">
            <a:extLst>
              <a:ext uri="{FF2B5EF4-FFF2-40B4-BE49-F238E27FC236}">
                <a16:creationId xmlns:a16="http://schemas.microsoft.com/office/drawing/2014/main" id="{61AC7F71-A44D-3572-AAAA-15299F8C565C}"/>
              </a:ext>
            </a:extLst>
          </p:cNvPr>
          <p:cNvSpPr/>
          <p:nvPr/>
        </p:nvSpPr>
        <p:spPr>
          <a:xfrm>
            <a:off x="3274674" y="1577332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HH:MM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28FBC18-D9B1-4F99-A8FD-2A39740AFFD1}"/>
              </a:ext>
            </a:extLst>
          </p:cNvPr>
          <p:cNvGrpSpPr/>
          <p:nvPr/>
        </p:nvGrpSpPr>
        <p:grpSpPr>
          <a:xfrm>
            <a:off x="3077014" y="1577094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29" name="모서리가 둥근 직사각형 67">
              <a:extLst>
                <a:ext uri="{FF2B5EF4-FFF2-40B4-BE49-F238E27FC236}">
                  <a16:creationId xmlns:a16="http://schemas.microsoft.com/office/drawing/2014/main" id="{591EE89D-8624-4F96-EEB5-93E2583F58F9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0" name="Picture 4" descr="calendar, date, event, month icon">
              <a:extLst>
                <a:ext uri="{FF2B5EF4-FFF2-40B4-BE49-F238E27FC236}">
                  <a16:creationId xmlns:a16="http://schemas.microsoft.com/office/drawing/2014/main" id="{0D2126DD-88F6-04B7-C2FF-2F7708579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DD690A2B-7311-85F3-0A4C-80B5B0F2E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45079"/>
              </p:ext>
            </p:extLst>
          </p:nvPr>
        </p:nvGraphicFramePr>
        <p:xfrm>
          <a:off x="778989" y="1872391"/>
          <a:ext cx="4799291" cy="263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736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4270555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가격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062C8A27-05AE-4044-AA15-1576EAAF44D2}"/>
              </a:ext>
            </a:extLst>
          </p:cNvPr>
          <p:cNvSpPr txBox="1"/>
          <p:nvPr/>
        </p:nvSpPr>
        <p:spPr>
          <a:xfrm>
            <a:off x="687166" y="2197479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변경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8E54265-AA51-ABA7-7540-E99B9EC17EF9}"/>
              </a:ext>
            </a:extLst>
          </p:cNvPr>
          <p:cNvSpPr/>
          <p:nvPr/>
        </p:nvSpPr>
        <p:spPr>
          <a:xfrm>
            <a:off x="4843565" y="2196133"/>
            <a:ext cx="720080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추가</a:t>
            </a:r>
          </a:p>
        </p:txBody>
      </p:sp>
      <p:sp>
        <p:nvSpPr>
          <p:cNvPr id="58" name="모서리가 둥근 직사각형 65">
            <a:extLst>
              <a:ext uri="{FF2B5EF4-FFF2-40B4-BE49-F238E27FC236}">
                <a16:creationId xmlns:a16="http://schemas.microsoft.com/office/drawing/2014/main" id="{4369D711-2B16-9E9B-1235-E3EC7F3BC000}"/>
              </a:ext>
            </a:extLst>
          </p:cNvPr>
          <p:cNvSpPr/>
          <p:nvPr/>
        </p:nvSpPr>
        <p:spPr>
          <a:xfrm>
            <a:off x="1379392" y="1926979"/>
            <a:ext cx="2704644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4BDEFE-0EC8-3ABD-5EAC-3BF682D4B5D1}"/>
              </a:ext>
            </a:extLst>
          </p:cNvPr>
          <p:cNvSpPr txBox="1"/>
          <p:nvPr/>
        </p:nvSpPr>
        <p:spPr>
          <a:xfrm>
            <a:off x="4020003" y="1836093"/>
            <a:ext cx="341888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80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원</a:t>
            </a:r>
            <a:endParaRPr kumimoji="0" lang="en-US" altLang="ko-KR" sz="800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26" name="모서리가 둥근 직사각형 65">
            <a:extLst>
              <a:ext uri="{FF2B5EF4-FFF2-40B4-BE49-F238E27FC236}">
                <a16:creationId xmlns:a16="http://schemas.microsoft.com/office/drawing/2014/main" id="{3A1587ED-9901-1A14-287B-E37DDE3FDDA1}"/>
              </a:ext>
            </a:extLst>
          </p:cNvPr>
          <p:cNvSpPr/>
          <p:nvPr/>
        </p:nvSpPr>
        <p:spPr>
          <a:xfrm>
            <a:off x="763986" y="4332772"/>
            <a:ext cx="4814294" cy="61355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신청합니다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2F63982-D7A5-370B-DA51-0DE4440D59B3}"/>
              </a:ext>
            </a:extLst>
          </p:cNvPr>
          <p:cNvSpPr txBox="1"/>
          <p:nvPr/>
        </p:nvSpPr>
        <p:spPr>
          <a:xfrm>
            <a:off x="685716" y="4124719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신청 사유</a:t>
            </a:r>
          </a:p>
        </p:txBody>
      </p:sp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A1AD796E-F408-A419-F9A2-CD84ED1B8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949850"/>
              </p:ext>
            </p:extLst>
          </p:nvPr>
        </p:nvGraphicFramePr>
        <p:xfrm>
          <a:off x="5892722" y="2428538"/>
          <a:ext cx="3842824" cy="15760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146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1350421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76561644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281343088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504057">
                  <a:extLst>
                    <a:ext uri="{9D8B030D-6E8A-4147-A177-3AD203B41FA5}">
                      <a16:colId xmlns:a16="http://schemas.microsoft.com/office/drawing/2014/main" val="3093757697"/>
                    </a:ext>
                  </a:extLst>
                </a:gridCol>
              </a:tblGrid>
              <a:tr h="2152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추가 금액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여부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89669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66104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683518"/>
                  </a:ext>
                </a:extLst>
              </a:tr>
            </a:tbl>
          </a:graphicData>
        </a:graphic>
      </p:graphicFrame>
      <p:sp>
        <p:nvSpPr>
          <p:cNvPr id="132" name="모서리가 둥근 직사각형 65">
            <a:extLst>
              <a:ext uri="{FF2B5EF4-FFF2-40B4-BE49-F238E27FC236}">
                <a16:creationId xmlns:a16="http://schemas.microsoft.com/office/drawing/2014/main" id="{BB767E3B-15BC-49CD-0457-CE2E72E751F3}"/>
              </a:ext>
            </a:extLst>
          </p:cNvPr>
          <p:cNvSpPr/>
          <p:nvPr/>
        </p:nvSpPr>
        <p:spPr>
          <a:xfrm>
            <a:off x="6124549" y="2710974"/>
            <a:ext cx="126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옵션명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4" name="모서리가 둥근 직사각형 65">
            <a:extLst>
              <a:ext uri="{FF2B5EF4-FFF2-40B4-BE49-F238E27FC236}">
                <a16:creationId xmlns:a16="http://schemas.microsoft.com/office/drawing/2014/main" id="{EC6A5F8E-85BA-7205-FBF1-A8598F19A20D}"/>
              </a:ext>
            </a:extLst>
          </p:cNvPr>
          <p:cNvSpPr/>
          <p:nvPr/>
        </p:nvSpPr>
        <p:spPr>
          <a:xfrm>
            <a:off x="7665418" y="2701073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6" name="모서리가 둥근 직사각형 65">
            <a:extLst>
              <a:ext uri="{FF2B5EF4-FFF2-40B4-BE49-F238E27FC236}">
                <a16:creationId xmlns:a16="http://schemas.microsoft.com/office/drawing/2014/main" id="{D49E43A8-5EBC-1A4F-8363-806EEB20AA37}"/>
              </a:ext>
            </a:extLst>
          </p:cNvPr>
          <p:cNvSpPr/>
          <p:nvPr/>
        </p:nvSpPr>
        <p:spPr>
          <a:xfrm>
            <a:off x="8367392" y="2710974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모서리가 둥근 직사각형 65">
            <a:extLst>
              <a:ext uri="{FF2B5EF4-FFF2-40B4-BE49-F238E27FC236}">
                <a16:creationId xmlns:a16="http://schemas.microsoft.com/office/drawing/2014/main" id="{34909B0E-0117-E4E5-B5CF-A474DBEB98FE}"/>
              </a:ext>
            </a:extLst>
          </p:cNvPr>
          <p:cNvSpPr/>
          <p:nvPr/>
        </p:nvSpPr>
        <p:spPr>
          <a:xfrm>
            <a:off x="6124549" y="2930558"/>
            <a:ext cx="126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옵션명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모서리가 둥근 직사각형 65">
            <a:extLst>
              <a:ext uri="{FF2B5EF4-FFF2-40B4-BE49-F238E27FC236}">
                <a16:creationId xmlns:a16="http://schemas.microsoft.com/office/drawing/2014/main" id="{CFD7F592-A83F-6026-E53D-72F69A4540E0}"/>
              </a:ext>
            </a:extLst>
          </p:cNvPr>
          <p:cNvSpPr/>
          <p:nvPr/>
        </p:nvSpPr>
        <p:spPr>
          <a:xfrm>
            <a:off x="7665418" y="2920657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2" name="모서리가 둥근 직사각형 65">
            <a:extLst>
              <a:ext uri="{FF2B5EF4-FFF2-40B4-BE49-F238E27FC236}">
                <a16:creationId xmlns:a16="http://schemas.microsoft.com/office/drawing/2014/main" id="{5927C4DB-86C9-6581-895F-C8FF1F6357A2}"/>
              </a:ext>
            </a:extLst>
          </p:cNvPr>
          <p:cNvSpPr/>
          <p:nvPr/>
        </p:nvSpPr>
        <p:spPr>
          <a:xfrm>
            <a:off x="8367392" y="2930558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4" name="모서리가 둥근 직사각형 65">
            <a:extLst>
              <a:ext uri="{FF2B5EF4-FFF2-40B4-BE49-F238E27FC236}">
                <a16:creationId xmlns:a16="http://schemas.microsoft.com/office/drawing/2014/main" id="{81CDC90C-63C2-78B8-F4A2-CD8814551FAB}"/>
              </a:ext>
            </a:extLst>
          </p:cNvPr>
          <p:cNvSpPr/>
          <p:nvPr/>
        </p:nvSpPr>
        <p:spPr>
          <a:xfrm>
            <a:off x="6124549" y="3141837"/>
            <a:ext cx="126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옵션명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3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6" name="모서리가 둥근 직사각형 65">
            <a:extLst>
              <a:ext uri="{FF2B5EF4-FFF2-40B4-BE49-F238E27FC236}">
                <a16:creationId xmlns:a16="http://schemas.microsoft.com/office/drawing/2014/main" id="{72809015-3985-5B99-65FF-5E07C5BF1155}"/>
              </a:ext>
            </a:extLst>
          </p:cNvPr>
          <p:cNvSpPr/>
          <p:nvPr/>
        </p:nvSpPr>
        <p:spPr>
          <a:xfrm>
            <a:off x="7665418" y="3131936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8" name="모서리가 둥근 직사각형 65">
            <a:extLst>
              <a:ext uri="{FF2B5EF4-FFF2-40B4-BE49-F238E27FC236}">
                <a16:creationId xmlns:a16="http://schemas.microsoft.com/office/drawing/2014/main" id="{87FBCEF2-3435-BABA-8328-002345B30EA0}"/>
              </a:ext>
            </a:extLst>
          </p:cNvPr>
          <p:cNvSpPr/>
          <p:nvPr/>
        </p:nvSpPr>
        <p:spPr>
          <a:xfrm>
            <a:off x="8367392" y="3141837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0" name="모서리가 둥근 직사각형 65">
            <a:extLst>
              <a:ext uri="{FF2B5EF4-FFF2-40B4-BE49-F238E27FC236}">
                <a16:creationId xmlns:a16="http://schemas.microsoft.com/office/drawing/2014/main" id="{4CED4667-AC6B-4A22-B4EF-B85BE90F64E0}"/>
              </a:ext>
            </a:extLst>
          </p:cNvPr>
          <p:cNvSpPr/>
          <p:nvPr/>
        </p:nvSpPr>
        <p:spPr>
          <a:xfrm>
            <a:off x="6124549" y="3361421"/>
            <a:ext cx="126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옵션명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4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2" name="모서리가 둥근 직사각형 65">
            <a:extLst>
              <a:ext uri="{FF2B5EF4-FFF2-40B4-BE49-F238E27FC236}">
                <a16:creationId xmlns:a16="http://schemas.microsoft.com/office/drawing/2014/main" id="{62BC9EE1-9580-AF95-5B95-4FD8238DE721}"/>
              </a:ext>
            </a:extLst>
          </p:cNvPr>
          <p:cNvSpPr/>
          <p:nvPr/>
        </p:nvSpPr>
        <p:spPr>
          <a:xfrm>
            <a:off x="7665418" y="3351520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모서리가 둥근 직사각형 65">
            <a:extLst>
              <a:ext uri="{FF2B5EF4-FFF2-40B4-BE49-F238E27FC236}">
                <a16:creationId xmlns:a16="http://schemas.microsoft.com/office/drawing/2014/main" id="{0075895B-8211-82E4-6E81-906B446421E1}"/>
              </a:ext>
            </a:extLst>
          </p:cNvPr>
          <p:cNvSpPr/>
          <p:nvPr/>
        </p:nvSpPr>
        <p:spPr>
          <a:xfrm>
            <a:off x="8367392" y="3361421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6" name="모서리가 둥근 직사각형 65">
            <a:extLst>
              <a:ext uri="{FF2B5EF4-FFF2-40B4-BE49-F238E27FC236}">
                <a16:creationId xmlns:a16="http://schemas.microsoft.com/office/drawing/2014/main" id="{66C25B40-87DA-DC6D-A96D-CE60AA179897}"/>
              </a:ext>
            </a:extLst>
          </p:cNvPr>
          <p:cNvSpPr/>
          <p:nvPr/>
        </p:nvSpPr>
        <p:spPr>
          <a:xfrm>
            <a:off x="6124549" y="3599131"/>
            <a:ext cx="126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옵션명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8" name="모서리가 둥근 직사각형 65">
            <a:extLst>
              <a:ext uri="{FF2B5EF4-FFF2-40B4-BE49-F238E27FC236}">
                <a16:creationId xmlns:a16="http://schemas.microsoft.com/office/drawing/2014/main" id="{3FCFABD2-EC66-BD26-03B8-51523F9272DD}"/>
              </a:ext>
            </a:extLst>
          </p:cNvPr>
          <p:cNvSpPr/>
          <p:nvPr/>
        </p:nvSpPr>
        <p:spPr>
          <a:xfrm>
            <a:off x="7665418" y="3589230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0" name="모서리가 둥근 직사각형 65">
            <a:extLst>
              <a:ext uri="{FF2B5EF4-FFF2-40B4-BE49-F238E27FC236}">
                <a16:creationId xmlns:a16="http://schemas.microsoft.com/office/drawing/2014/main" id="{1646B4C3-ABAA-14B4-CF1E-74EB6D21C34B}"/>
              </a:ext>
            </a:extLst>
          </p:cNvPr>
          <p:cNvSpPr/>
          <p:nvPr/>
        </p:nvSpPr>
        <p:spPr>
          <a:xfrm>
            <a:off x="8367392" y="3599131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2" name="모서리가 둥근 직사각형 65">
            <a:extLst>
              <a:ext uri="{FF2B5EF4-FFF2-40B4-BE49-F238E27FC236}">
                <a16:creationId xmlns:a16="http://schemas.microsoft.com/office/drawing/2014/main" id="{14D92CAB-845E-1555-5E05-366710A5FD40}"/>
              </a:ext>
            </a:extLst>
          </p:cNvPr>
          <p:cNvSpPr/>
          <p:nvPr/>
        </p:nvSpPr>
        <p:spPr>
          <a:xfrm>
            <a:off x="6124549" y="3818715"/>
            <a:ext cx="126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옵션명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6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4" name="모서리가 둥근 직사각형 65">
            <a:extLst>
              <a:ext uri="{FF2B5EF4-FFF2-40B4-BE49-F238E27FC236}">
                <a16:creationId xmlns:a16="http://schemas.microsoft.com/office/drawing/2014/main" id="{05625452-116C-882D-A995-D12081D699D6}"/>
              </a:ext>
            </a:extLst>
          </p:cNvPr>
          <p:cNvSpPr/>
          <p:nvPr/>
        </p:nvSpPr>
        <p:spPr>
          <a:xfrm>
            <a:off x="7665418" y="3808814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6" name="모서리가 둥근 직사각형 65">
            <a:extLst>
              <a:ext uri="{FF2B5EF4-FFF2-40B4-BE49-F238E27FC236}">
                <a16:creationId xmlns:a16="http://schemas.microsoft.com/office/drawing/2014/main" id="{3821E765-98AF-5B5B-3A97-73B1BE362BA3}"/>
              </a:ext>
            </a:extLst>
          </p:cNvPr>
          <p:cNvSpPr/>
          <p:nvPr/>
        </p:nvSpPr>
        <p:spPr>
          <a:xfrm>
            <a:off x="8367392" y="3818715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2C8D8BBC-1F98-571B-420C-3E68E258AF18}"/>
              </a:ext>
            </a:extLst>
          </p:cNvPr>
          <p:cNvSpPr/>
          <p:nvPr/>
        </p:nvSpPr>
        <p:spPr>
          <a:xfrm>
            <a:off x="9038682" y="2728094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C403A193-E1E6-C420-A5C2-241AA71E7873}"/>
              </a:ext>
            </a:extLst>
          </p:cNvPr>
          <p:cNvSpPr/>
          <p:nvPr/>
        </p:nvSpPr>
        <p:spPr>
          <a:xfrm>
            <a:off x="9043939" y="2959363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8F0E1D-AFF8-AF03-ABC0-B522B51072FC}"/>
              </a:ext>
            </a:extLst>
          </p:cNvPr>
          <p:cNvSpPr/>
          <p:nvPr/>
        </p:nvSpPr>
        <p:spPr>
          <a:xfrm>
            <a:off x="9043939" y="3184939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82E07DA-DB15-66F1-28F3-687D7B8D486F}"/>
              </a:ext>
            </a:extLst>
          </p:cNvPr>
          <p:cNvSpPr/>
          <p:nvPr/>
        </p:nvSpPr>
        <p:spPr>
          <a:xfrm>
            <a:off x="9049196" y="3416208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87BD9F2D-AD6F-E94D-2210-0185AC5F3BF4}"/>
              </a:ext>
            </a:extLst>
          </p:cNvPr>
          <p:cNvSpPr/>
          <p:nvPr/>
        </p:nvSpPr>
        <p:spPr>
          <a:xfrm>
            <a:off x="9051382" y="3633923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E5D9680F-4706-3229-6DA2-7A1E3D7EF6F2}"/>
              </a:ext>
            </a:extLst>
          </p:cNvPr>
          <p:cNvSpPr/>
          <p:nvPr/>
        </p:nvSpPr>
        <p:spPr>
          <a:xfrm>
            <a:off x="9056639" y="3865192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540F535-296D-97A6-8953-E7DF2327526C}"/>
              </a:ext>
            </a:extLst>
          </p:cNvPr>
          <p:cNvSpPr txBox="1"/>
          <p:nvPr/>
        </p:nvSpPr>
        <p:spPr>
          <a:xfrm>
            <a:off x="8983925" y="2630349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4DF6E98-3176-4B9A-CC3F-AAF58DE87DE6}"/>
              </a:ext>
            </a:extLst>
          </p:cNvPr>
          <p:cNvSpPr txBox="1"/>
          <p:nvPr/>
        </p:nvSpPr>
        <p:spPr>
          <a:xfrm>
            <a:off x="3065508" y="3852897"/>
            <a:ext cx="26629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변경이 필요한 경우에만 수량 항목에 변경 값을 입력해주세요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9E1E9D1-E9DE-043A-6D79-580B3A55FD40}"/>
              </a:ext>
            </a:extLst>
          </p:cNvPr>
          <p:cNvSpPr txBox="1"/>
          <p:nvPr/>
        </p:nvSpPr>
        <p:spPr>
          <a:xfrm>
            <a:off x="633166" y="678872"/>
            <a:ext cx="2435282" cy="230832"/>
          </a:xfrm>
          <a:prstGeom prst="rect">
            <a:avLst/>
          </a:prstGeom>
          <a:solidFill>
            <a:srgbClr val="234DD3"/>
          </a:solidFill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디폴트로 옵션이 없었던 경우 출력되는 그리드 케이스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C04054DF-2C26-A584-A8E8-7AEA5DA124F9}"/>
              </a:ext>
            </a:extLst>
          </p:cNvPr>
          <p:cNvSpPr txBox="1"/>
          <p:nvPr/>
        </p:nvSpPr>
        <p:spPr>
          <a:xfrm>
            <a:off x="5884877" y="2197706"/>
            <a:ext cx="2765501" cy="230832"/>
          </a:xfrm>
          <a:prstGeom prst="rect">
            <a:avLst/>
          </a:prstGeom>
          <a:solidFill>
            <a:srgbClr val="234DD3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9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*</a:t>
            </a:r>
            <a:r>
              <a:rPr lang="ko-KR" altLang="en-US" dirty="0"/>
              <a:t>디폴트로 옵션이 이미 지정된 상태에서 변경 신청하는 케이스 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D19C84A-8097-0F29-ACC2-FA56EBF52F65}"/>
              </a:ext>
            </a:extLst>
          </p:cNvPr>
          <p:cNvSpPr txBox="1"/>
          <p:nvPr/>
        </p:nvSpPr>
        <p:spPr>
          <a:xfrm>
            <a:off x="1307907" y="78285"/>
            <a:ext cx="15247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가격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옵션 변경신청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8F54151-24CB-713E-CEE3-43F91C6B34BD}"/>
              </a:ext>
            </a:extLst>
          </p:cNvPr>
          <p:cNvSpPr txBox="1"/>
          <p:nvPr/>
        </p:nvSpPr>
        <p:spPr>
          <a:xfrm>
            <a:off x="1302717" y="330494"/>
            <a:ext cx="20393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등록 </a:t>
            </a: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FF20D382-8151-C7C9-5B75-2143C3429F11}"/>
              </a:ext>
            </a:extLst>
          </p:cNvPr>
          <p:cNvSpPr/>
          <p:nvPr/>
        </p:nvSpPr>
        <p:spPr>
          <a:xfrm>
            <a:off x="7921129" y="58428"/>
            <a:ext cx="11868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CH-A-PR-01-01-11p</a:t>
            </a:r>
            <a:endParaRPr lang="ko-KR" altLang="en-US" sz="1000" spc="-8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34F91D2-8F15-3FFC-90BF-7202D6B540F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2026.07.16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FB41757C-C29B-E581-4519-7300DC40D4D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98">
            <a:extLst>
              <a:ext uri="{FF2B5EF4-FFF2-40B4-BE49-F238E27FC236}">
                <a16:creationId xmlns:a16="http://schemas.microsoft.com/office/drawing/2014/main" id="{D44BB9AF-8F62-1809-7B1D-A8100448C92E}"/>
              </a:ext>
            </a:extLst>
          </p:cNvPr>
          <p:cNvSpPr/>
          <p:nvPr/>
        </p:nvSpPr>
        <p:spPr>
          <a:xfrm>
            <a:off x="3312617" y="5222553"/>
            <a:ext cx="821710" cy="2859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신청</a:t>
            </a:r>
          </a:p>
        </p:txBody>
      </p:sp>
      <p:sp>
        <p:nvSpPr>
          <p:cNvPr id="4" name="모서리가 둥근 직사각형 99">
            <a:extLst>
              <a:ext uri="{FF2B5EF4-FFF2-40B4-BE49-F238E27FC236}">
                <a16:creationId xmlns:a16="http://schemas.microsoft.com/office/drawing/2014/main" id="{BF42B44A-8035-F07C-BAE3-0493608ABF12}"/>
              </a:ext>
            </a:extLst>
          </p:cNvPr>
          <p:cNvSpPr/>
          <p:nvPr/>
        </p:nvSpPr>
        <p:spPr>
          <a:xfrm>
            <a:off x="2456147" y="5222553"/>
            <a:ext cx="821710" cy="2859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6" name="모서리가 둥근 직사각형 98">
            <a:extLst>
              <a:ext uri="{FF2B5EF4-FFF2-40B4-BE49-F238E27FC236}">
                <a16:creationId xmlns:a16="http://schemas.microsoft.com/office/drawing/2014/main" id="{1A31D7F6-24DF-2C99-DBCC-5D2288FF2B72}"/>
              </a:ext>
            </a:extLst>
          </p:cNvPr>
          <p:cNvSpPr/>
          <p:nvPr/>
        </p:nvSpPr>
        <p:spPr>
          <a:xfrm>
            <a:off x="3309434" y="5726609"/>
            <a:ext cx="821710" cy="285948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신청 철회</a:t>
            </a:r>
          </a:p>
        </p:txBody>
      </p:sp>
      <p:sp>
        <p:nvSpPr>
          <p:cNvPr id="16" name="모서리가 둥근 직사각형 99">
            <a:extLst>
              <a:ext uri="{FF2B5EF4-FFF2-40B4-BE49-F238E27FC236}">
                <a16:creationId xmlns:a16="http://schemas.microsoft.com/office/drawing/2014/main" id="{D0617013-A292-9112-5701-BAD50452099B}"/>
              </a:ext>
            </a:extLst>
          </p:cNvPr>
          <p:cNvSpPr/>
          <p:nvPr/>
        </p:nvSpPr>
        <p:spPr>
          <a:xfrm>
            <a:off x="2452964" y="5726609"/>
            <a:ext cx="821710" cy="2859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graphicFrame>
        <p:nvGraphicFramePr>
          <p:cNvPr id="23" name="Group 59">
            <a:extLst>
              <a:ext uri="{FF2B5EF4-FFF2-40B4-BE49-F238E27FC236}">
                <a16:creationId xmlns:a16="http://schemas.microsoft.com/office/drawing/2014/main" id="{7625560D-863B-914D-A10B-C40D60864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000751"/>
              </p:ext>
            </p:extLst>
          </p:nvPr>
        </p:nvGraphicFramePr>
        <p:xfrm>
          <a:off x="10086305" y="636529"/>
          <a:ext cx="2850436" cy="37684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 구분 라디오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즉시 실행 디폴트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 실행 버튼 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캘린더 입력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/t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 입력 가능하도록 활성화 처리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가격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숫자만 입력 가능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추가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  입력 행 추가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1049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로우 삭제 처리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7940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신청 사유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 입력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 입력된 문구로 자동 신청 처리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7201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74921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신청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 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401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신청  철회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옵션 변경 신청 후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 [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옵션 변경 신청 철회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]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버튼을 눌러 해당 레이어 팝업에 다시 접근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신청 건을 철회 할 수 있도록 버튼 제공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19744"/>
                  </a:ext>
                </a:extLst>
              </a:tr>
            </a:tbl>
          </a:graphicData>
        </a:graphic>
      </p:graphicFrame>
      <p:sp>
        <p:nvSpPr>
          <p:cNvPr id="27" name="모서리가 둥근 직사각형 53">
            <a:extLst>
              <a:ext uri="{FF2B5EF4-FFF2-40B4-BE49-F238E27FC236}">
                <a16:creationId xmlns:a16="http://schemas.microsoft.com/office/drawing/2014/main" id="{682322DA-CC63-0F0C-D509-3741E7FDEA99}"/>
              </a:ext>
            </a:extLst>
          </p:cNvPr>
          <p:cNvSpPr/>
          <p:nvPr/>
        </p:nvSpPr>
        <p:spPr>
          <a:xfrm>
            <a:off x="3895310" y="147390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53">
            <a:extLst>
              <a:ext uri="{FF2B5EF4-FFF2-40B4-BE49-F238E27FC236}">
                <a16:creationId xmlns:a16="http://schemas.microsoft.com/office/drawing/2014/main" id="{FC8196A7-7DEF-6186-D3DD-35388E93C56A}"/>
              </a:ext>
            </a:extLst>
          </p:cNvPr>
          <p:cNvSpPr/>
          <p:nvPr/>
        </p:nvSpPr>
        <p:spPr>
          <a:xfrm>
            <a:off x="4232904" y="18472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8197A3-53FC-F52D-8494-5E864988415B}"/>
              </a:ext>
            </a:extLst>
          </p:cNvPr>
          <p:cNvSpPr/>
          <p:nvPr/>
        </p:nvSpPr>
        <p:spPr>
          <a:xfrm>
            <a:off x="9305418" y="2684154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74AD3A7-3F1C-3E24-2D73-6CD6F028E108}"/>
              </a:ext>
            </a:extLst>
          </p:cNvPr>
          <p:cNvSpPr/>
          <p:nvPr/>
        </p:nvSpPr>
        <p:spPr>
          <a:xfrm>
            <a:off x="9305418" y="2905744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6AC0F31-03D3-3CB7-9A96-6CC4E8C9C2D4}"/>
              </a:ext>
            </a:extLst>
          </p:cNvPr>
          <p:cNvSpPr/>
          <p:nvPr/>
        </p:nvSpPr>
        <p:spPr>
          <a:xfrm>
            <a:off x="9305418" y="3121403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5AA5405-6C46-0430-757C-0A75B655464E}"/>
              </a:ext>
            </a:extLst>
          </p:cNvPr>
          <p:cNvSpPr/>
          <p:nvPr/>
        </p:nvSpPr>
        <p:spPr>
          <a:xfrm>
            <a:off x="9305418" y="3324516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94477FF-5A6F-C910-DEA2-F60DFD0ED02A}"/>
              </a:ext>
            </a:extLst>
          </p:cNvPr>
          <p:cNvSpPr/>
          <p:nvPr/>
        </p:nvSpPr>
        <p:spPr>
          <a:xfrm>
            <a:off x="9305418" y="3547424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4512B28-3954-BE69-9AC8-8A90C3181AF0}"/>
              </a:ext>
            </a:extLst>
          </p:cNvPr>
          <p:cNvSpPr/>
          <p:nvPr/>
        </p:nvSpPr>
        <p:spPr>
          <a:xfrm>
            <a:off x="9297062" y="3790339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9BE0CCE5-AF14-84B8-19D0-8178C44DF5C5}"/>
              </a:ext>
            </a:extLst>
          </p:cNvPr>
          <p:cNvSpPr/>
          <p:nvPr/>
        </p:nvSpPr>
        <p:spPr>
          <a:xfrm>
            <a:off x="8976531" y="2211747"/>
            <a:ext cx="720080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추가</a:t>
            </a:r>
          </a:p>
        </p:txBody>
      </p:sp>
      <p:sp>
        <p:nvSpPr>
          <p:cNvPr id="74" name="모서리가 둥근 직사각형 53">
            <a:extLst>
              <a:ext uri="{FF2B5EF4-FFF2-40B4-BE49-F238E27FC236}">
                <a16:creationId xmlns:a16="http://schemas.microsoft.com/office/drawing/2014/main" id="{E18BE89F-9AE8-638A-2289-D8307C6877EE}"/>
              </a:ext>
            </a:extLst>
          </p:cNvPr>
          <p:cNvSpPr/>
          <p:nvPr/>
        </p:nvSpPr>
        <p:spPr>
          <a:xfrm>
            <a:off x="5307242" y="20923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7699BE4B-C1F5-24F0-7526-50349356A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095060"/>
              </p:ext>
            </p:extLst>
          </p:nvPr>
        </p:nvGraphicFramePr>
        <p:xfrm>
          <a:off x="790427" y="2427733"/>
          <a:ext cx="4754954" cy="1349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804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2073362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765616444"/>
                    </a:ext>
                  </a:extLst>
                </a:gridCol>
                <a:gridCol w="676601">
                  <a:extLst>
                    <a:ext uri="{9D8B030D-6E8A-4147-A177-3AD203B41FA5}">
                      <a16:colId xmlns:a16="http://schemas.microsoft.com/office/drawing/2014/main" val="2281343088"/>
                    </a:ext>
                  </a:extLst>
                </a:gridCol>
                <a:gridCol w="356399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623700">
                  <a:extLst>
                    <a:ext uri="{9D8B030D-6E8A-4147-A177-3AD203B41FA5}">
                      <a16:colId xmlns:a16="http://schemas.microsoft.com/office/drawing/2014/main" val="3093757697"/>
                    </a:ext>
                  </a:extLst>
                </a:gridCol>
              </a:tblGrid>
              <a:tr h="2152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추가 금액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비노출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여부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89669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66104"/>
                  </a:ext>
                </a:extLst>
              </a:tr>
            </a:tbl>
          </a:graphicData>
        </a:graphic>
      </p:graphicFrame>
      <p:sp>
        <p:nvSpPr>
          <p:cNvPr id="82" name="모서리가 둥근 직사각형 65">
            <a:extLst>
              <a:ext uri="{FF2B5EF4-FFF2-40B4-BE49-F238E27FC236}">
                <a16:creationId xmlns:a16="http://schemas.microsoft.com/office/drawing/2014/main" id="{EDEDDB00-B861-9C9F-C542-E2CEFB160AE1}"/>
              </a:ext>
            </a:extLst>
          </p:cNvPr>
          <p:cNvSpPr/>
          <p:nvPr/>
        </p:nvSpPr>
        <p:spPr>
          <a:xfrm>
            <a:off x="1109578" y="2686023"/>
            <a:ext cx="1872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모서리가 둥근 직사각형 65">
            <a:extLst>
              <a:ext uri="{FF2B5EF4-FFF2-40B4-BE49-F238E27FC236}">
                <a16:creationId xmlns:a16="http://schemas.microsoft.com/office/drawing/2014/main" id="{0CCDC7DD-9065-E6A2-B6BC-642F69DA1390}"/>
              </a:ext>
            </a:extLst>
          </p:cNvPr>
          <p:cNvSpPr/>
          <p:nvPr/>
        </p:nvSpPr>
        <p:spPr>
          <a:xfrm>
            <a:off x="3973757" y="2710169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모서리가 둥근 직사각형 65">
            <a:extLst>
              <a:ext uri="{FF2B5EF4-FFF2-40B4-BE49-F238E27FC236}">
                <a16:creationId xmlns:a16="http://schemas.microsoft.com/office/drawing/2014/main" id="{5CD7E0C0-0E59-1FBA-4A08-47F64C946C28}"/>
              </a:ext>
            </a:extLst>
          </p:cNvPr>
          <p:cNvSpPr/>
          <p:nvPr/>
        </p:nvSpPr>
        <p:spPr>
          <a:xfrm>
            <a:off x="1109578" y="2905607"/>
            <a:ext cx="1872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8" name="모서리가 둥근 직사각형 65">
            <a:extLst>
              <a:ext uri="{FF2B5EF4-FFF2-40B4-BE49-F238E27FC236}">
                <a16:creationId xmlns:a16="http://schemas.microsoft.com/office/drawing/2014/main" id="{A55835A8-C039-1989-0203-55248267544F}"/>
              </a:ext>
            </a:extLst>
          </p:cNvPr>
          <p:cNvSpPr/>
          <p:nvPr/>
        </p:nvSpPr>
        <p:spPr>
          <a:xfrm>
            <a:off x="3241303" y="2919852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모서리가 둥근 직사각형 65">
            <a:extLst>
              <a:ext uri="{FF2B5EF4-FFF2-40B4-BE49-F238E27FC236}">
                <a16:creationId xmlns:a16="http://schemas.microsoft.com/office/drawing/2014/main" id="{1C659CE3-095A-BCE8-B3A2-BB5E8674FC20}"/>
              </a:ext>
            </a:extLst>
          </p:cNvPr>
          <p:cNvSpPr/>
          <p:nvPr/>
        </p:nvSpPr>
        <p:spPr>
          <a:xfrm>
            <a:off x="3973757" y="2929753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6" name="모서리가 둥근 직사각형 65">
            <a:extLst>
              <a:ext uri="{FF2B5EF4-FFF2-40B4-BE49-F238E27FC236}">
                <a16:creationId xmlns:a16="http://schemas.microsoft.com/office/drawing/2014/main" id="{C37B5655-04CF-25EA-3048-9F0711996C4E}"/>
              </a:ext>
            </a:extLst>
          </p:cNvPr>
          <p:cNvSpPr/>
          <p:nvPr/>
        </p:nvSpPr>
        <p:spPr>
          <a:xfrm>
            <a:off x="1109578" y="3116886"/>
            <a:ext cx="1872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0" name="모서리가 둥근 직사각형 65">
            <a:extLst>
              <a:ext uri="{FF2B5EF4-FFF2-40B4-BE49-F238E27FC236}">
                <a16:creationId xmlns:a16="http://schemas.microsoft.com/office/drawing/2014/main" id="{73A4EA36-D824-C801-FB89-6F728897E7F9}"/>
              </a:ext>
            </a:extLst>
          </p:cNvPr>
          <p:cNvSpPr/>
          <p:nvPr/>
        </p:nvSpPr>
        <p:spPr>
          <a:xfrm>
            <a:off x="3241303" y="3131131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4" name="모서리가 둥근 직사각형 65">
            <a:extLst>
              <a:ext uri="{FF2B5EF4-FFF2-40B4-BE49-F238E27FC236}">
                <a16:creationId xmlns:a16="http://schemas.microsoft.com/office/drawing/2014/main" id="{3BD8AA6F-0AFC-9644-60C0-6846F4CEE372}"/>
              </a:ext>
            </a:extLst>
          </p:cNvPr>
          <p:cNvSpPr/>
          <p:nvPr/>
        </p:nvSpPr>
        <p:spPr>
          <a:xfrm>
            <a:off x="3973757" y="3141032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8" name="모서리가 둥근 직사각형 65">
            <a:extLst>
              <a:ext uri="{FF2B5EF4-FFF2-40B4-BE49-F238E27FC236}">
                <a16:creationId xmlns:a16="http://schemas.microsoft.com/office/drawing/2014/main" id="{A3C6050C-8DA6-D765-2922-3E79CE1A17BF}"/>
              </a:ext>
            </a:extLst>
          </p:cNvPr>
          <p:cNvSpPr/>
          <p:nvPr/>
        </p:nvSpPr>
        <p:spPr>
          <a:xfrm>
            <a:off x="1109578" y="3336470"/>
            <a:ext cx="1872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2" name="모서리가 둥근 직사각형 65">
            <a:extLst>
              <a:ext uri="{FF2B5EF4-FFF2-40B4-BE49-F238E27FC236}">
                <a16:creationId xmlns:a16="http://schemas.microsoft.com/office/drawing/2014/main" id="{BD143404-DC12-3FE5-D825-4575D0712A9E}"/>
              </a:ext>
            </a:extLst>
          </p:cNvPr>
          <p:cNvSpPr/>
          <p:nvPr/>
        </p:nvSpPr>
        <p:spPr>
          <a:xfrm>
            <a:off x="3241303" y="3350715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4" name="모서리가 둥근 직사각형 65">
            <a:extLst>
              <a:ext uri="{FF2B5EF4-FFF2-40B4-BE49-F238E27FC236}">
                <a16:creationId xmlns:a16="http://schemas.microsoft.com/office/drawing/2014/main" id="{4E36613C-860D-0847-2AC6-7E6BBE2C18BF}"/>
              </a:ext>
            </a:extLst>
          </p:cNvPr>
          <p:cNvSpPr/>
          <p:nvPr/>
        </p:nvSpPr>
        <p:spPr>
          <a:xfrm>
            <a:off x="3973757" y="3360616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7" name="모서리가 둥근 직사각형 65">
            <a:extLst>
              <a:ext uri="{FF2B5EF4-FFF2-40B4-BE49-F238E27FC236}">
                <a16:creationId xmlns:a16="http://schemas.microsoft.com/office/drawing/2014/main" id="{E0ED2AF7-EF78-D00B-88E4-19A589FD07A1}"/>
              </a:ext>
            </a:extLst>
          </p:cNvPr>
          <p:cNvSpPr/>
          <p:nvPr/>
        </p:nvSpPr>
        <p:spPr>
          <a:xfrm>
            <a:off x="1109578" y="3574180"/>
            <a:ext cx="1872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1" name="모서리가 둥근 직사각형 65">
            <a:extLst>
              <a:ext uri="{FF2B5EF4-FFF2-40B4-BE49-F238E27FC236}">
                <a16:creationId xmlns:a16="http://schemas.microsoft.com/office/drawing/2014/main" id="{C9629A67-6B30-A872-D1B5-A19D02E99F48}"/>
              </a:ext>
            </a:extLst>
          </p:cNvPr>
          <p:cNvSpPr/>
          <p:nvPr/>
        </p:nvSpPr>
        <p:spPr>
          <a:xfrm>
            <a:off x="3241303" y="3588425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5" name="모서리가 둥근 직사각형 65">
            <a:extLst>
              <a:ext uri="{FF2B5EF4-FFF2-40B4-BE49-F238E27FC236}">
                <a16:creationId xmlns:a16="http://schemas.microsoft.com/office/drawing/2014/main" id="{5C8E787A-19F0-A82C-3F2E-83D25F1BB168}"/>
              </a:ext>
            </a:extLst>
          </p:cNvPr>
          <p:cNvSpPr/>
          <p:nvPr/>
        </p:nvSpPr>
        <p:spPr>
          <a:xfrm>
            <a:off x="3973757" y="3598326"/>
            <a:ext cx="527273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5B86E539-A7BD-BAE7-DD3E-E769EAD8EA28}"/>
              </a:ext>
            </a:extLst>
          </p:cNvPr>
          <p:cNvSpPr/>
          <p:nvPr/>
        </p:nvSpPr>
        <p:spPr>
          <a:xfrm>
            <a:off x="4703986" y="2727289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D386443A-0F90-267D-B18B-4B9110BCD361}"/>
              </a:ext>
            </a:extLst>
          </p:cNvPr>
          <p:cNvSpPr/>
          <p:nvPr/>
        </p:nvSpPr>
        <p:spPr>
          <a:xfrm>
            <a:off x="4709243" y="2958558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0C4AAD5C-1AC2-2FBF-A66F-467839EB5405}"/>
              </a:ext>
            </a:extLst>
          </p:cNvPr>
          <p:cNvSpPr/>
          <p:nvPr/>
        </p:nvSpPr>
        <p:spPr>
          <a:xfrm>
            <a:off x="4709243" y="3184134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5DA73E93-1AF8-CB57-4A00-BDE828715A49}"/>
              </a:ext>
            </a:extLst>
          </p:cNvPr>
          <p:cNvSpPr/>
          <p:nvPr/>
        </p:nvSpPr>
        <p:spPr>
          <a:xfrm>
            <a:off x="4714500" y="3415403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CF03E971-9345-F3D0-EB91-EC4D4003A185}"/>
              </a:ext>
            </a:extLst>
          </p:cNvPr>
          <p:cNvSpPr/>
          <p:nvPr/>
        </p:nvSpPr>
        <p:spPr>
          <a:xfrm>
            <a:off x="4716686" y="3633118"/>
            <a:ext cx="89965" cy="8996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6" name="모서리가 둥근 직사각형 65">
            <a:extLst>
              <a:ext uri="{FF2B5EF4-FFF2-40B4-BE49-F238E27FC236}">
                <a16:creationId xmlns:a16="http://schemas.microsoft.com/office/drawing/2014/main" id="{30371EC5-9764-62C0-5B6D-95053184A8C8}"/>
              </a:ext>
            </a:extLst>
          </p:cNvPr>
          <p:cNvSpPr/>
          <p:nvPr/>
        </p:nvSpPr>
        <p:spPr>
          <a:xfrm>
            <a:off x="3240863" y="2684742"/>
            <a:ext cx="540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B5910B8A-0459-D17E-5B8F-A9A4FB9E4990}"/>
              </a:ext>
            </a:extLst>
          </p:cNvPr>
          <p:cNvSpPr/>
          <p:nvPr/>
        </p:nvSpPr>
        <p:spPr>
          <a:xfrm>
            <a:off x="5047743" y="2709986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4F40C5D3-7BF4-09D1-4D4C-299C2222F942}"/>
              </a:ext>
            </a:extLst>
          </p:cNvPr>
          <p:cNvSpPr/>
          <p:nvPr/>
        </p:nvSpPr>
        <p:spPr>
          <a:xfrm>
            <a:off x="5047743" y="2931576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F101407B-A273-58D2-A451-E1C3AA615A93}"/>
              </a:ext>
            </a:extLst>
          </p:cNvPr>
          <p:cNvSpPr/>
          <p:nvPr/>
        </p:nvSpPr>
        <p:spPr>
          <a:xfrm>
            <a:off x="5047743" y="3147235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99A0C30A-E1F9-07EB-5B43-848D14C7DF08}"/>
              </a:ext>
            </a:extLst>
          </p:cNvPr>
          <p:cNvSpPr/>
          <p:nvPr/>
        </p:nvSpPr>
        <p:spPr>
          <a:xfrm>
            <a:off x="5047743" y="3350348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AD24A815-7733-1432-F430-9DB4DC7F38D5}"/>
              </a:ext>
            </a:extLst>
          </p:cNvPr>
          <p:cNvSpPr/>
          <p:nvPr/>
        </p:nvSpPr>
        <p:spPr>
          <a:xfrm>
            <a:off x="5047743" y="3573256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20" name="모서리가 둥근 직사각형 53">
            <a:extLst>
              <a:ext uri="{FF2B5EF4-FFF2-40B4-BE49-F238E27FC236}">
                <a16:creationId xmlns:a16="http://schemas.microsoft.com/office/drawing/2014/main" id="{6BAE136D-B49A-0572-71D1-6F742B5A8194}"/>
              </a:ext>
            </a:extLst>
          </p:cNvPr>
          <p:cNvSpPr/>
          <p:nvPr/>
        </p:nvSpPr>
        <p:spPr>
          <a:xfrm>
            <a:off x="5314328" y="26864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2" name="모서리가 둥근 직사각형 53">
            <a:extLst>
              <a:ext uri="{FF2B5EF4-FFF2-40B4-BE49-F238E27FC236}">
                <a16:creationId xmlns:a16="http://schemas.microsoft.com/office/drawing/2014/main" id="{C932F0CE-7B05-1924-A302-B3F951C71E1A}"/>
              </a:ext>
            </a:extLst>
          </p:cNvPr>
          <p:cNvSpPr/>
          <p:nvPr/>
        </p:nvSpPr>
        <p:spPr>
          <a:xfrm>
            <a:off x="5403296" y="42681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4" name="모서리가 둥근 직사각형 53">
            <a:extLst>
              <a:ext uri="{FF2B5EF4-FFF2-40B4-BE49-F238E27FC236}">
                <a16:creationId xmlns:a16="http://schemas.microsoft.com/office/drawing/2014/main" id="{AF8A26FC-905F-BC8D-484A-0B3D80E018C7}"/>
              </a:ext>
            </a:extLst>
          </p:cNvPr>
          <p:cNvSpPr/>
          <p:nvPr/>
        </p:nvSpPr>
        <p:spPr>
          <a:xfrm>
            <a:off x="3035760" y="51158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6" name="모서리가 둥근 직사각형 53">
            <a:extLst>
              <a:ext uri="{FF2B5EF4-FFF2-40B4-BE49-F238E27FC236}">
                <a16:creationId xmlns:a16="http://schemas.microsoft.com/office/drawing/2014/main" id="{5E242C41-4376-DA62-7A64-F31B21E937FA}"/>
              </a:ext>
            </a:extLst>
          </p:cNvPr>
          <p:cNvSpPr/>
          <p:nvPr/>
        </p:nvSpPr>
        <p:spPr>
          <a:xfrm>
            <a:off x="4034143" y="564280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8" name="모서리가 둥근 직사각형 53">
            <a:extLst>
              <a:ext uri="{FF2B5EF4-FFF2-40B4-BE49-F238E27FC236}">
                <a16:creationId xmlns:a16="http://schemas.microsoft.com/office/drawing/2014/main" id="{C69D8AF3-1E92-FBBA-AF26-08E27CA75538}"/>
              </a:ext>
            </a:extLst>
          </p:cNvPr>
          <p:cNvSpPr/>
          <p:nvPr/>
        </p:nvSpPr>
        <p:spPr>
          <a:xfrm>
            <a:off x="3990206" y="51158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330" name="직선 연결선 329">
            <a:extLst>
              <a:ext uri="{FF2B5EF4-FFF2-40B4-BE49-F238E27FC236}">
                <a16:creationId xmlns:a16="http://schemas.microsoft.com/office/drawing/2014/main" id="{A20907EE-810F-2A9F-8236-5FFE65406A21}"/>
              </a:ext>
            </a:extLst>
          </p:cNvPr>
          <p:cNvCxnSpPr/>
          <p:nvPr/>
        </p:nvCxnSpPr>
        <p:spPr>
          <a:xfrm>
            <a:off x="284532" y="5614417"/>
            <a:ext cx="5980284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8320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E32E89-DAAE-FD75-8BC9-55DDBE940BED}"/>
              </a:ext>
            </a:extLst>
          </p:cNvPr>
          <p:cNvSpPr txBox="1"/>
          <p:nvPr/>
        </p:nvSpPr>
        <p:spPr>
          <a:xfrm>
            <a:off x="4398510" y="2556173"/>
            <a:ext cx="4164923" cy="956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상세 정보 </a:t>
            </a:r>
            <a:r>
              <a:rPr lang="en-US" altLang="ko-KR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설정 영역</a:t>
            </a:r>
            <a:endParaRPr lang="en-US" altLang="ko-KR" sz="20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케이스 정리</a:t>
            </a:r>
            <a:endParaRPr lang="en-US" altLang="ko-KR" sz="20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2F7A68-BF28-5AA2-8B9B-15742BE24397}"/>
              </a:ext>
            </a:extLst>
          </p:cNvPr>
          <p:cNvSpPr/>
          <p:nvPr/>
        </p:nvSpPr>
        <p:spPr>
          <a:xfrm>
            <a:off x="9145265" y="903625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좌측 화면에서 선택하실 항목을 클릭해주세요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.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304B6B-F902-949C-166B-BAF3691071B8}"/>
              </a:ext>
            </a:extLst>
          </p:cNvPr>
          <p:cNvCxnSpPr/>
          <p:nvPr/>
        </p:nvCxnSpPr>
        <p:spPr>
          <a:xfrm>
            <a:off x="9097144" y="889166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A7C6F7-5A5F-1DC7-A98B-727820BD8C6A}"/>
              </a:ext>
            </a:extLst>
          </p:cNvPr>
          <p:cNvSpPr txBox="1"/>
          <p:nvPr/>
        </p:nvSpPr>
        <p:spPr>
          <a:xfrm>
            <a:off x="9164817" y="684676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상세 정보 설정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3393CA-11F1-C3B8-5FE9-480F66319967}"/>
              </a:ext>
            </a:extLst>
          </p:cNvPr>
          <p:cNvCxnSpPr>
            <a:cxnSpLocks/>
          </p:cNvCxnSpPr>
          <p:nvPr/>
        </p:nvCxnSpPr>
        <p:spPr>
          <a:xfrm flipV="1">
            <a:off x="9174858" y="889167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8591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2CA6806C-274C-7038-B2E6-77407F3E6DB9}"/>
              </a:ext>
            </a:extLst>
          </p:cNvPr>
          <p:cNvSpPr txBox="1"/>
          <p:nvPr/>
        </p:nvSpPr>
        <p:spPr>
          <a:xfrm>
            <a:off x="352347" y="169206"/>
            <a:ext cx="2448272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선택</a:t>
            </a:r>
            <a:endParaRPr lang="ko-KR" altLang="en-US" sz="1200" b="1" spc="-15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54F3953-9A5F-ABBD-1737-8A65FF83F34C}"/>
              </a:ext>
            </a:extLst>
          </p:cNvPr>
          <p:cNvSpPr/>
          <p:nvPr/>
        </p:nvSpPr>
        <p:spPr>
          <a:xfrm>
            <a:off x="5149149" y="978310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8BA31447-C8FA-0E56-8049-0BC6E7100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469617"/>
              </p:ext>
            </p:extLst>
          </p:nvPr>
        </p:nvGraphicFramePr>
        <p:xfrm>
          <a:off x="412527" y="4752187"/>
          <a:ext cx="2969595" cy="72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260714005796</a:t>
                      </a: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EF5EE7A-C7CE-41A0-4B67-9F9C95EB15EE}"/>
              </a:ext>
            </a:extLst>
          </p:cNvPr>
          <p:cNvCxnSpPr/>
          <p:nvPr/>
        </p:nvCxnSpPr>
        <p:spPr>
          <a:xfrm>
            <a:off x="5101028" y="963851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C0E66D7E-9E79-D01B-9A70-D7656F0BD22F}"/>
              </a:ext>
            </a:extLst>
          </p:cNvPr>
          <p:cNvCxnSpPr>
            <a:cxnSpLocks/>
          </p:cNvCxnSpPr>
          <p:nvPr/>
        </p:nvCxnSpPr>
        <p:spPr>
          <a:xfrm flipV="1">
            <a:off x="5178742" y="963852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61">
            <a:extLst>
              <a:ext uri="{FF2B5EF4-FFF2-40B4-BE49-F238E27FC236}">
                <a16:creationId xmlns:a16="http://schemas.microsoft.com/office/drawing/2014/main" id="{C04471E4-FC68-406C-B5B1-29BDBAE276B8}"/>
              </a:ext>
            </a:extLst>
          </p:cNvPr>
          <p:cNvSpPr/>
          <p:nvPr/>
        </p:nvSpPr>
        <p:spPr>
          <a:xfrm>
            <a:off x="1130926" y="4970775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 분유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특수분유</a:t>
            </a:r>
          </a:p>
        </p:txBody>
      </p:sp>
      <p:sp>
        <p:nvSpPr>
          <p:cNvPr id="74" name="모서리가 둥근 직사각형 61">
            <a:extLst>
              <a:ext uri="{FF2B5EF4-FFF2-40B4-BE49-F238E27FC236}">
                <a16:creationId xmlns:a16="http://schemas.microsoft.com/office/drawing/2014/main" id="{017C98E8-C989-3B61-9100-E07542C8E7F5}"/>
              </a:ext>
            </a:extLst>
          </p:cNvPr>
          <p:cNvSpPr/>
          <p:nvPr/>
        </p:nvSpPr>
        <p:spPr>
          <a:xfrm>
            <a:off x="1130926" y="5246677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7A3ADC-85DA-EF3E-F3E2-EDD6469A540E}"/>
              </a:ext>
            </a:extLst>
          </p:cNvPr>
          <p:cNvSpPr txBox="1"/>
          <p:nvPr/>
        </p:nvSpPr>
        <p:spPr>
          <a:xfrm>
            <a:off x="5168701" y="75936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카테고리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656C48-EAAE-CFCE-747B-855126BD3B2A}"/>
              </a:ext>
            </a:extLst>
          </p:cNvPr>
          <p:cNvSpPr txBox="1"/>
          <p:nvPr/>
        </p:nvSpPr>
        <p:spPr>
          <a:xfrm>
            <a:off x="5631886" y="752649"/>
            <a:ext cx="2438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선택 시 좌측 화면에 즉시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다중선택 가능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모서리가 둥근 직사각형 61">
            <a:extLst>
              <a:ext uri="{FF2B5EF4-FFF2-40B4-BE49-F238E27FC236}">
                <a16:creationId xmlns:a16="http://schemas.microsoft.com/office/drawing/2014/main" id="{58ED039E-D8FD-581A-A098-0180B9812854}"/>
              </a:ext>
            </a:extLst>
          </p:cNvPr>
          <p:cNvSpPr/>
          <p:nvPr/>
        </p:nvSpPr>
        <p:spPr>
          <a:xfrm>
            <a:off x="5227270" y="1054624"/>
            <a:ext cx="270025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321EA20-F21E-5E8E-84C2-F84A97081CAC}"/>
              </a:ext>
            </a:extLst>
          </p:cNvPr>
          <p:cNvSpPr/>
          <p:nvPr/>
        </p:nvSpPr>
        <p:spPr>
          <a:xfrm>
            <a:off x="7995199" y="1062799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B4CCD4ED-69FC-819F-1755-151559015FBA}"/>
              </a:ext>
            </a:extLst>
          </p:cNvPr>
          <p:cNvGrpSpPr/>
          <p:nvPr/>
        </p:nvGrpSpPr>
        <p:grpSpPr>
          <a:xfrm>
            <a:off x="5219466" y="1277772"/>
            <a:ext cx="2286652" cy="2324601"/>
            <a:chOff x="6639303" y="1835146"/>
            <a:chExt cx="2926857" cy="3039397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06E3FA34-E60C-3768-ADAA-B3ACEE598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0" b="41798"/>
            <a:stretch>
              <a:fillRect/>
            </a:stretch>
          </p:blipFill>
          <p:spPr>
            <a:xfrm>
              <a:off x="6644172" y="1835146"/>
              <a:ext cx="2921988" cy="1945163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E5BDC188-3A04-94B1-34FE-A526BA1E8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7951" r="3566"/>
            <a:stretch>
              <a:fillRect/>
            </a:stretch>
          </p:blipFill>
          <p:spPr>
            <a:xfrm>
              <a:off x="6641730" y="3851120"/>
              <a:ext cx="2820051" cy="736887"/>
            </a:xfrm>
            <a:prstGeom prst="rect">
              <a:avLst/>
            </a:prstGeom>
          </p:spPr>
        </p:pic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6595D20E-ACC9-E83C-B130-11154CA22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8990" r="2338" b="23152"/>
            <a:stretch>
              <a:fillRect/>
            </a:stretch>
          </p:blipFill>
          <p:spPr>
            <a:xfrm>
              <a:off x="6639303" y="4277710"/>
              <a:ext cx="2855983" cy="596833"/>
            </a:xfrm>
            <a:prstGeom prst="rect">
              <a:avLst/>
            </a:prstGeom>
          </p:spPr>
        </p:pic>
      </p:grpSp>
      <p:pic>
        <p:nvPicPr>
          <p:cNvPr id="83" name="그림 82">
            <a:extLst>
              <a:ext uri="{FF2B5EF4-FFF2-40B4-BE49-F238E27FC236}">
                <a16:creationId xmlns:a16="http://schemas.microsoft.com/office/drawing/2014/main" id="{B8272169-F931-66F9-5A1F-AB2122638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10" r="91319" b="69532"/>
          <a:stretch>
            <a:fillRect/>
          </a:stretch>
        </p:blipFill>
        <p:spPr>
          <a:xfrm>
            <a:off x="5224996" y="3153128"/>
            <a:ext cx="253839" cy="700415"/>
          </a:xfrm>
          <a:prstGeom prst="rect">
            <a:avLst/>
          </a:prstGeom>
        </p:spPr>
      </p:pic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998E3296-0C48-112D-7886-167016FB4C1D}"/>
              </a:ext>
            </a:extLst>
          </p:cNvPr>
          <p:cNvSpPr/>
          <p:nvPr/>
        </p:nvSpPr>
        <p:spPr>
          <a:xfrm>
            <a:off x="5637195" y="1519238"/>
            <a:ext cx="624184" cy="18183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모서리가 둥근 직사각형 53">
            <a:extLst>
              <a:ext uri="{FF2B5EF4-FFF2-40B4-BE49-F238E27FC236}">
                <a16:creationId xmlns:a16="http://schemas.microsoft.com/office/drawing/2014/main" id="{4E98CD27-FD8F-0893-E72E-CC38E63945EF}"/>
              </a:ext>
            </a:extLst>
          </p:cNvPr>
          <p:cNvSpPr/>
          <p:nvPr/>
        </p:nvSpPr>
        <p:spPr>
          <a:xfrm>
            <a:off x="8253507" y="8640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9B3465-FF8B-08EE-47FA-1BDF2FC06E35}"/>
              </a:ext>
            </a:extLst>
          </p:cNvPr>
          <p:cNvSpPr txBox="1"/>
          <p:nvPr/>
        </p:nvSpPr>
        <p:spPr>
          <a:xfrm>
            <a:off x="355546" y="748298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spc="-150" dirty="0"/>
          </a:p>
        </p:txBody>
      </p:sp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72E87929-5795-CD35-58AE-BC227F878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993092"/>
              </p:ext>
            </p:extLst>
          </p:nvPr>
        </p:nvGraphicFramePr>
        <p:xfrm>
          <a:off x="368111" y="970564"/>
          <a:ext cx="2969595" cy="72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260714005796</a:t>
                      </a: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91" name="모서리가 둥근 직사각형 61">
            <a:extLst>
              <a:ext uri="{FF2B5EF4-FFF2-40B4-BE49-F238E27FC236}">
                <a16:creationId xmlns:a16="http://schemas.microsoft.com/office/drawing/2014/main" id="{1DF817BC-6B91-9C73-7CB0-B350AF21942B}"/>
              </a:ext>
            </a:extLst>
          </p:cNvPr>
          <p:cNvSpPr/>
          <p:nvPr/>
        </p:nvSpPr>
        <p:spPr>
          <a:xfrm>
            <a:off x="1086510" y="1189151"/>
            <a:ext cx="2160240" cy="204983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</a:t>
            </a:r>
          </a:p>
        </p:txBody>
      </p:sp>
      <p:sp>
        <p:nvSpPr>
          <p:cNvPr id="95" name="모서리가 둥근 직사각형 61">
            <a:extLst>
              <a:ext uri="{FF2B5EF4-FFF2-40B4-BE49-F238E27FC236}">
                <a16:creationId xmlns:a16="http://schemas.microsoft.com/office/drawing/2014/main" id="{15238B93-6936-2EF9-3B7F-5495962FDB6D}"/>
              </a:ext>
            </a:extLst>
          </p:cNvPr>
          <p:cNvSpPr/>
          <p:nvPr/>
        </p:nvSpPr>
        <p:spPr>
          <a:xfrm>
            <a:off x="1086510" y="146505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3B68F344-1936-D014-03FC-CF7E1A7E1A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601" y="1152127"/>
            <a:ext cx="407972" cy="611958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6C0B27D0-5540-DF27-DABE-991CAB7E0D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994" y="1510068"/>
            <a:ext cx="407972" cy="611958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71AB52B2-3EE0-5321-2085-C85171590B8A}"/>
              </a:ext>
            </a:extLst>
          </p:cNvPr>
          <p:cNvSpPr txBox="1"/>
          <p:nvPr/>
        </p:nvSpPr>
        <p:spPr>
          <a:xfrm>
            <a:off x="2211671" y="856616"/>
            <a:ext cx="1447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선택 클릭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2D58531-319D-D986-B6A5-B83B804485C9}"/>
              </a:ext>
            </a:extLst>
          </p:cNvPr>
          <p:cNvSpPr txBox="1"/>
          <p:nvPr/>
        </p:nvSpPr>
        <p:spPr>
          <a:xfrm>
            <a:off x="6488047" y="1935355"/>
            <a:ext cx="3305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</a:p>
          <a:p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우측 해당 영역에 카테고리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출력 됨</a:t>
            </a:r>
            <a:endParaRPr lang="en-US" altLang="ko-KR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값 선택 시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좌측에 값  바로 적용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다중 선택 가능  </a:t>
            </a:r>
            <a:endParaRPr lang="en-US" altLang="ko-KR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수정도 동일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9377394-0AF0-85C7-F066-90BB4FBEDEF1}"/>
              </a:ext>
            </a:extLst>
          </p:cNvPr>
          <p:cNvSpPr txBox="1"/>
          <p:nvPr/>
        </p:nvSpPr>
        <p:spPr>
          <a:xfrm>
            <a:off x="349792" y="5591542"/>
            <a:ext cx="2630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번에서 선택 시 데이터 적용 된 화면 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3B46B17-8DF8-8A37-1886-28DBB7A84C6F}"/>
              </a:ext>
            </a:extLst>
          </p:cNvPr>
          <p:cNvSpPr/>
          <p:nvPr/>
        </p:nvSpPr>
        <p:spPr>
          <a:xfrm>
            <a:off x="5649310" y="1855306"/>
            <a:ext cx="624184" cy="18183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0042EE-3BBA-AB71-912E-30382D72F0F2}"/>
              </a:ext>
            </a:extLst>
          </p:cNvPr>
          <p:cNvSpPr txBox="1"/>
          <p:nvPr/>
        </p:nvSpPr>
        <p:spPr>
          <a:xfrm>
            <a:off x="304739" y="5865351"/>
            <a:ext cx="55691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i="1" spc="-150" dirty="0">
                <a:latin typeface="+mn-ea"/>
              </a:rPr>
              <a:t>같은 카테고리 하위를 다중 선택 하였을 경우</a:t>
            </a:r>
            <a:r>
              <a:rPr lang="en-US" altLang="ko-KR" sz="900" i="1" spc="-150" dirty="0">
                <a:latin typeface="+mn-ea"/>
              </a:rPr>
              <a:t>, </a:t>
            </a:r>
            <a:r>
              <a:rPr lang="ko-KR" altLang="en-US" sz="900" i="1" spc="-150" dirty="0">
                <a:latin typeface="+mn-ea"/>
              </a:rPr>
              <a:t>최하위 카테고리명을 </a:t>
            </a:r>
            <a:r>
              <a:rPr lang="en-US" altLang="ko-KR" sz="900" i="1" spc="-150" dirty="0">
                <a:latin typeface="+mn-ea"/>
              </a:rPr>
              <a:t>, </a:t>
            </a:r>
            <a:r>
              <a:rPr lang="ko-KR" altLang="en-US" sz="900" i="1" spc="-150" dirty="0">
                <a:latin typeface="+mn-ea"/>
              </a:rPr>
              <a:t>로 구분하여 표기  </a:t>
            </a:r>
            <a:r>
              <a:rPr lang="en-US" altLang="ko-KR" sz="900" i="1" spc="-150" dirty="0">
                <a:latin typeface="+mn-ea"/>
              </a:rPr>
              <a:t>ex) </a:t>
            </a:r>
            <a:r>
              <a:rPr lang="ko-KR" altLang="en-US" sz="900" spc="-150" dirty="0">
                <a:latin typeface="+mn-ea"/>
              </a:rPr>
              <a:t>육아라이프</a:t>
            </a:r>
            <a:r>
              <a:rPr lang="en-US" altLang="ko-KR" sz="900" spc="-150" dirty="0">
                <a:latin typeface="+mn-ea"/>
              </a:rPr>
              <a:t>&gt; </a:t>
            </a:r>
            <a:r>
              <a:rPr lang="ko-KR" altLang="en-US" sz="900" spc="-150" dirty="0">
                <a:latin typeface="+mn-ea"/>
              </a:rPr>
              <a:t>분유  </a:t>
            </a:r>
            <a:r>
              <a:rPr lang="en-US" altLang="ko-KR" sz="900" spc="-150" dirty="0">
                <a:latin typeface="+mn-ea"/>
              </a:rPr>
              <a:t>&gt; </a:t>
            </a:r>
            <a:r>
              <a:rPr lang="ko-KR" altLang="en-US" sz="900" spc="-150" dirty="0">
                <a:latin typeface="+mn-ea"/>
              </a:rPr>
              <a:t>국내 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특수분유</a:t>
            </a:r>
            <a:endParaRPr lang="en-US" altLang="ko-KR" sz="900" spc="-150" dirty="0">
              <a:latin typeface="+mn-ea"/>
            </a:endParaRPr>
          </a:p>
          <a:p>
            <a:r>
              <a:rPr lang="ko-KR" altLang="en-US" sz="900" spc="-150" dirty="0">
                <a:latin typeface="+mn-ea"/>
              </a:rPr>
              <a:t>최소 </a:t>
            </a:r>
            <a:r>
              <a:rPr lang="en-US" altLang="ko-KR" sz="900" spc="-150" dirty="0">
                <a:latin typeface="+mn-ea"/>
              </a:rPr>
              <a:t>1</a:t>
            </a:r>
            <a:r>
              <a:rPr lang="ko-KR" altLang="en-US" sz="900" spc="-150" dirty="0">
                <a:latin typeface="+mn-ea"/>
              </a:rPr>
              <a:t>개의 카테고리 선택 </a:t>
            </a:r>
            <a:r>
              <a:rPr lang="en-US" altLang="ko-KR" sz="900" spc="-150" dirty="0">
                <a:latin typeface="+mn-ea"/>
              </a:rPr>
              <a:t>/ </a:t>
            </a:r>
            <a:r>
              <a:rPr lang="ko-KR" altLang="en-US" sz="900" spc="-150" dirty="0">
                <a:latin typeface="+mn-ea"/>
              </a:rPr>
              <a:t>다중 선택 가능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494AB0-C3C0-046E-1EC4-2BBC311D9FF1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중복 적용 반영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2567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5C1E-D6B0-44D4-35A2-470EAFDC3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30997482-6C4C-3571-E162-316FCEB6875B}"/>
              </a:ext>
            </a:extLst>
          </p:cNvPr>
          <p:cNvSpPr txBox="1"/>
          <p:nvPr/>
        </p:nvSpPr>
        <p:spPr>
          <a:xfrm>
            <a:off x="368111" y="201927"/>
            <a:ext cx="2448272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 선택</a:t>
            </a:r>
            <a:endParaRPr lang="ko-KR" altLang="en-US" sz="1200" b="1" spc="-15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73DE87D-FD7F-4C72-1842-27BC711857A0}"/>
              </a:ext>
            </a:extLst>
          </p:cNvPr>
          <p:cNvSpPr/>
          <p:nvPr/>
        </p:nvSpPr>
        <p:spPr>
          <a:xfrm>
            <a:off x="5044266" y="827981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809567CC-184E-4BAD-654E-91E7A903C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013220"/>
              </p:ext>
            </p:extLst>
          </p:nvPr>
        </p:nvGraphicFramePr>
        <p:xfrm>
          <a:off x="465323" y="4650352"/>
          <a:ext cx="2969595" cy="72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260714005796</a:t>
                      </a: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9A9373B-D33E-682A-099C-A09972001531}"/>
              </a:ext>
            </a:extLst>
          </p:cNvPr>
          <p:cNvCxnSpPr/>
          <p:nvPr/>
        </p:nvCxnSpPr>
        <p:spPr>
          <a:xfrm>
            <a:off x="4996145" y="813522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4F3E654-43A5-B8BB-4662-848DEDDAB72F}"/>
              </a:ext>
            </a:extLst>
          </p:cNvPr>
          <p:cNvCxnSpPr>
            <a:cxnSpLocks/>
          </p:cNvCxnSpPr>
          <p:nvPr/>
        </p:nvCxnSpPr>
        <p:spPr>
          <a:xfrm flipV="1">
            <a:off x="5073859" y="813523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61">
            <a:extLst>
              <a:ext uri="{FF2B5EF4-FFF2-40B4-BE49-F238E27FC236}">
                <a16:creationId xmlns:a16="http://schemas.microsoft.com/office/drawing/2014/main" id="{7D6A95FD-4AB2-C30F-B755-DE3EEE7D4AA1}"/>
              </a:ext>
            </a:extLst>
          </p:cNvPr>
          <p:cNvSpPr/>
          <p:nvPr/>
        </p:nvSpPr>
        <p:spPr>
          <a:xfrm>
            <a:off x="1183722" y="4868940"/>
            <a:ext cx="2160240" cy="181833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 분유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특수분유</a:t>
            </a:r>
          </a:p>
        </p:txBody>
      </p:sp>
      <p:sp>
        <p:nvSpPr>
          <p:cNvPr id="74" name="모서리가 둥근 직사각형 61">
            <a:extLst>
              <a:ext uri="{FF2B5EF4-FFF2-40B4-BE49-F238E27FC236}">
                <a16:creationId xmlns:a16="http://schemas.microsoft.com/office/drawing/2014/main" id="{FD2CD853-F5FD-6BE6-709E-08B5A64D56EA}"/>
              </a:ext>
            </a:extLst>
          </p:cNvPr>
          <p:cNvSpPr/>
          <p:nvPr/>
        </p:nvSpPr>
        <p:spPr>
          <a:xfrm>
            <a:off x="1183722" y="5144842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깨끗한나라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ED98D7-6FF5-8C10-928B-EF748B5687B3}"/>
              </a:ext>
            </a:extLst>
          </p:cNvPr>
          <p:cNvSpPr txBox="1"/>
          <p:nvPr/>
        </p:nvSpPr>
        <p:spPr>
          <a:xfrm>
            <a:off x="5063818" y="60903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브랜드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E4BF96-2E55-0E46-095C-B62223EA4EF8}"/>
              </a:ext>
            </a:extLst>
          </p:cNvPr>
          <p:cNvSpPr txBox="1"/>
          <p:nvPr/>
        </p:nvSpPr>
        <p:spPr>
          <a:xfrm>
            <a:off x="5527003" y="602320"/>
            <a:ext cx="10358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브랜드를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1EE751-D384-DFE5-6EDB-7882E9F3F9B9}"/>
              </a:ext>
            </a:extLst>
          </p:cNvPr>
          <p:cNvSpPr txBox="1"/>
          <p:nvPr/>
        </p:nvSpPr>
        <p:spPr>
          <a:xfrm>
            <a:off x="355546" y="748298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spc="-150" dirty="0"/>
          </a:p>
        </p:txBody>
      </p:sp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FDE81B0B-A38E-24A8-12B3-6BC0D81EF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493908"/>
              </p:ext>
            </p:extLst>
          </p:nvPr>
        </p:nvGraphicFramePr>
        <p:xfrm>
          <a:off x="368111" y="970564"/>
          <a:ext cx="2969595" cy="72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260714005796</a:t>
                      </a: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91" name="모서리가 둥근 직사각형 61">
            <a:extLst>
              <a:ext uri="{FF2B5EF4-FFF2-40B4-BE49-F238E27FC236}">
                <a16:creationId xmlns:a16="http://schemas.microsoft.com/office/drawing/2014/main" id="{88D80914-12C7-8A5A-BD72-3DC66CF632FE}"/>
              </a:ext>
            </a:extLst>
          </p:cNvPr>
          <p:cNvSpPr/>
          <p:nvPr/>
        </p:nvSpPr>
        <p:spPr>
          <a:xfrm>
            <a:off x="1086510" y="1189152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육아라이프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분유 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국내 분유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특수분유</a:t>
            </a:r>
          </a:p>
        </p:txBody>
      </p:sp>
      <p:sp>
        <p:nvSpPr>
          <p:cNvPr id="95" name="모서리가 둥근 직사각형 61">
            <a:extLst>
              <a:ext uri="{FF2B5EF4-FFF2-40B4-BE49-F238E27FC236}">
                <a16:creationId xmlns:a16="http://schemas.microsoft.com/office/drawing/2014/main" id="{97232876-1039-ABFF-6E24-C3614ABDDE82}"/>
              </a:ext>
            </a:extLst>
          </p:cNvPr>
          <p:cNvSpPr/>
          <p:nvPr/>
        </p:nvSpPr>
        <p:spPr>
          <a:xfrm>
            <a:off x="1086510" y="146505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B7C9EC7D-9D3C-FE09-9880-11E02D7D8A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393" y="1434221"/>
            <a:ext cx="407972" cy="611958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A26A1394-5F64-C33B-A950-6C9C55A069CC}"/>
              </a:ext>
            </a:extLst>
          </p:cNvPr>
          <p:cNvSpPr txBox="1"/>
          <p:nvPr/>
        </p:nvSpPr>
        <p:spPr>
          <a:xfrm>
            <a:off x="2135203" y="920080"/>
            <a:ext cx="1313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 선택 클릭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9323707-491B-8790-01D2-9B50A0BD0F04}"/>
              </a:ext>
            </a:extLst>
          </p:cNvPr>
          <p:cNvSpPr txBox="1"/>
          <p:nvPr/>
        </p:nvSpPr>
        <p:spPr>
          <a:xfrm>
            <a:off x="1014942" y="5591542"/>
            <a:ext cx="2497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번에서 선택 시 데이터 적용 된 화면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BA0417B-39DE-F25D-1836-888FC353D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164099"/>
              </p:ext>
            </p:extLst>
          </p:nvPr>
        </p:nvGraphicFramePr>
        <p:xfrm>
          <a:off x="5116273" y="875905"/>
          <a:ext cx="319997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9989">
                  <a:extLst>
                    <a:ext uri="{9D8B030D-6E8A-4147-A177-3AD203B41FA5}">
                      <a16:colId xmlns:a16="http://schemas.microsoft.com/office/drawing/2014/main" val="1117361376"/>
                    </a:ext>
                  </a:extLst>
                </a:gridCol>
                <a:gridCol w="1599989">
                  <a:extLst>
                    <a:ext uri="{9D8B030D-6E8A-4147-A177-3AD203B41FA5}">
                      <a16:colId xmlns:a16="http://schemas.microsoft.com/office/drawing/2014/main" val="304020218"/>
                    </a:ext>
                  </a:extLst>
                </a:gridCol>
              </a:tblGrid>
              <a:tr h="129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bg1"/>
                          </a:solidFill>
                        </a:rPr>
                        <a:t>브랜드 선택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/>
                        <a:t>신규 등록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539408"/>
                  </a:ext>
                </a:extLst>
              </a:tr>
            </a:tbl>
          </a:graphicData>
        </a:graphic>
      </p:graphicFrame>
      <p:pic>
        <p:nvPicPr>
          <p:cNvPr id="8" name="Picture 4" descr="off, radio icon">
            <a:extLst>
              <a:ext uri="{FF2B5EF4-FFF2-40B4-BE49-F238E27FC236}">
                <a16:creationId xmlns:a16="http://schemas.microsoft.com/office/drawing/2014/main" id="{00719C64-070B-0143-3B54-8D882497F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915" y="176908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off, radio icon">
            <a:extLst>
              <a:ext uri="{FF2B5EF4-FFF2-40B4-BE49-F238E27FC236}">
                <a16:creationId xmlns:a16="http://schemas.microsoft.com/office/drawing/2014/main" id="{1CE27C17-412F-290C-D4AE-87D30E35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944" y="220113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on, radio icon">
            <a:extLst>
              <a:ext uri="{FF2B5EF4-FFF2-40B4-BE49-F238E27FC236}">
                <a16:creationId xmlns:a16="http://schemas.microsoft.com/office/drawing/2014/main" id="{424E11F3-01F7-C794-C19D-0B4A2ED8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631" y="198511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FA8D95-A60C-8937-DEDE-AD9562E76F4F}"/>
              </a:ext>
            </a:extLst>
          </p:cNvPr>
          <p:cNvSpPr/>
          <p:nvPr/>
        </p:nvSpPr>
        <p:spPr>
          <a:xfrm>
            <a:off x="8579343" y="804402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1DBE4C9-CD2A-0211-8BEF-9C85BCBBF783}"/>
              </a:ext>
            </a:extLst>
          </p:cNvPr>
          <p:cNvCxnSpPr/>
          <p:nvPr/>
        </p:nvCxnSpPr>
        <p:spPr>
          <a:xfrm>
            <a:off x="8522703" y="813522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ABA44E8-429D-88C7-CF62-E07F06E7F9C6}"/>
              </a:ext>
            </a:extLst>
          </p:cNvPr>
          <p:cNvCxnSpPr>
            <a:cxnSpLocks/>
          </p:cNvCxnSpPr>
          <p:nvPr/>
        </p:nvCxnSpPr>
        <p:spPr>
          <a:xfrm flipV="1">
            <a:off x="8600417" y="813523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0D3376F5-B6C2-2359-E226-6A7C3685E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972430"/>
              </p:ext>
            </p:extLst>
          </p:nvPr>
        </p:nvGraphicFramePr>
        <p:xfrm>
          <a:off x="8642831" y="875905"/>
          <a:ext cx="319997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9989">
                  <a:extLst>
                    <a:ext uri="{9D8B030D-6E8A-4147-A177-3AD203B41FA5}">
                      <a16:colId xmlns:a16="http://schemas.microsoft.com/office/drawing/2014/main" val="1117361376"/>
                    </a:ext>
                  </a:extLst>
                </a:gridCol>
                <a:gridCol w="1599989">
                  <a:extLst>
                    <a:ext uri="{9D8B030D-6E8A-4147-A177-3AD203B41FA5}">
                      <a16:colId xmlns:a16="http://schemas.microsoft.com/office/drawing/2014/main" val="304020218"/>
                    </a:ext>
                  </a:extLst>
                </a:gridCol>
              </a:tblGrid>
              <a:tr h="129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-150" dirty="0">
                          <a:solidFill>
                            <a:schemeClr val="tx1"/>
                          </a:solidFill>
                        </a:rPr>
                        <a:t>브랜드 선택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bg1"/>
                          </a:solidFill>
                        </a:rPr>
                        <a:t>신규 등록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539408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9D2EAA67-A269-DAE5-970C-BE0356F3A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46553"/>
              </p:ext>
            </p:extLst>
          </p:nvPr>
        </p:nvGraphicFramePr>
        <p:xfrm>
          <a:off x="8668343" y="1434540"/>
          <a:ext cx="3174466" cy="1067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595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43687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로고 등록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42" name="모서리가 둥근 직사각형 61">
            <a:extLst>
              <a:ext uri="{FF2B5EF4-FFF2-40B4-BE49-F238E27FC236}">
                <a16:creationId xmlns:a16="http://schemas.microsoft.com/office/drawing/2014/main" id="{08764720-7F78-2F4B-9E4D-90A4E364B874}"/>
              </a:ext>
            </a:extLst>
          </p:cNvPr>
          <p:cNvSpPr/>
          <p:nvPr/>
        </p:nvSpPr>
        <p:spPr>
          <a:xfrm>
            <a:off x="9459062" y="1470657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150F6E1-1A10-4823-CF47-2F1E0B7D0AB8}"/>
              </a:ext>
            </a:extLst>
          </p:cNvPr>
          <p:cNvSpPr/>
          <p:nvPr/>
        </p:nvSpPr>
        <p:spPr>
          <a:xfrm>
            <a:off x="9472296" y="1735220"/>
            <a:ext cx="681081" cy="16548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사진등록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C27E09-B3BE-67D3-B6C1-F16692BC3328}"/>
              </a:ext>
            </a:extLst>
          </p:cNvPr>
          <p:cNvSpPr txBox="1"/>
          <p:nvPr/>
        </p:nvSpPr>
        <p:spPr>
          <a:xfrm>
            <a:off x="8579343" y="2538518"/>
            <a:ext cx="25058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10MB,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장까지 등록 가능 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권장 사이즈 </a:t>
            </a:r>
            <a:r>
              <a:rPr lang="en-US" altLang="ko-KR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1000 x 1000 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ko-KR" altLang="en-US" sz="7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</a:p>
        </p:txBody>
      </p:sp>
      <p:sp>
        <p:nvSpPr>
          <p:cNvPr id="50" name="모서리가 둥근 직사각형 61">
            <a:extLst>
              <a:ext uri="{FF2B5EF4-FFF2-40B4-BE49-F238E27FC236}">
                <a16:creationId xmlns:a16="http://schemas.microsoft.com/office/drawing/2014/main" id="{AEC654DD-640A-817E-5A07-4108EEE28E2C}"/>
              </a:ext>
            </a:extLst>
          </p:cNvPr>
          <p:cNvSpPr/>
          <p:nvPr/>
        </p:nvSpPr>
        <p:spPr>
          <a:xfrm>
            <a:off x="9472296" y="1945319"/>
            <a:ext cx="681081" cy="53249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모서리가 둥근 직사각형 61">
            <a:extLst>
              <a:ext uri="{FF2B5EF4-FFF2-40B4-BE49-F238E27FC236}">
                <a16:creationId xmlns:a16="http://schemas.microsoft.com/office/drawing/2014/main" id="{7104EBB7-5CE4-C055-1D30-2E28DCA6429F}"/>
              </a:ext>
            </a:extLst>
          </p:cNvPr>
          <p:cNvSpPr/>
          <p:nvPr/>
        </p:nvSpPr>
        <p:spPr>
          <a:xfrm>
            <a:off x="10008741" y="1945320"/>
            <a:ext cx="142859" cy="13205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2BEB53C-4C17-10E5-9515-55F662607282}"/>
              </a:ext>
            </a:extLst>
          </p:cNvPr>
          <p:cNvSpPr/>
          <p:nvPr/>
        </p:nvSpPr>
        <p:spPr>
          <a:xfrm>
            <a:off x="11393066" y="2722432"/>
            <a:ext cx="432048" cy="183600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8F10CD-D6CB-7246-EE5E-A0335520B32F}"/>
              </a:ext>
            </a:extLst>
          </p:cNvPr>
          <p:cNvSpPr txBox="1"/>
          <p:nvPr/>
        </p:nvSpPr>
        <p:spPr>
          <a:xfrm>
            <a:off x="5162857" y="2780647"/>
            <a:ext cx="1043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2 .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 선택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42D71A-AA18-04E4-A087-A8D331E2E327}"/>
              </a:ext>
            </a:extLst>
          </p:cNvPr>
          <p:cNvSpPr txBox="1"/>
          <p:nvPr/>
        </p:nvSpPr>
        <p:spPr>
          <a:xfrm>
            <a:off x="10510393" y="2986837"/>
            <a:ext cx="1332416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 등록 시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 선택 항목에</a:t>
            </a:r>
            <a:endParaRPr lang="en-US" altLang="ko-KR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브랜드명 바로 적용</a:t>
            </a:r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6B2944F9-827C-F987-43CE-45D384A3B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590542"/>
              </p:ext>
            </p:extLst>
          </p:nvPr>
        </p:nvGraphicFramePr>
        <p:xfrm>
          <a:off x="5136587" y="1465054"/>
          <a:ext cx="3143281" cy="907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123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2821158">
                  <a:extLst>
                    <a:ext uri="{9D8B030D-6E8A-4147-A177-3AD203B41FA5}">
                      <a16:colId xmlns:a16="http://schemas.microsoft.com/office/drawing/2014/main" val="3475932975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브랜드 명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브랜드명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깨끗한 나라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브랜드명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E032B138-3278-C0CB-A889-B26CD27455C9}"/>
              </a:ext>
            </a:extLst>
          </p:cNvPr>
          <p:cNvSpPr txBox="1"/>
          <p:nvPr/>
        </p:nvSpPr>
        <p:spPr>
          <a:xfrm>
            <a:off x="5034194" y="1249646"/>
            <a:ext cx="5068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92C67E4-913A-F39D-3CE8-295B44DA24D6}"/>
              </a:ext>
            </a:extLst>
          </p:cNvPr>
          <p:cNvSpPr txBox="1"/>
          <p:nvPr/>
        </p:nvSpPr>
        <p:spPr>
          <a:xfrm>
            <a:off x="6433865" y="2541559"/>
            <a:ext cx="61875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</p:spTree>
    <p:extLst>
      <p:ext uri="{BB962C8B-B14F-4D97-AF65-F5344CB8AC3E}">
        <p14:creationId xmlns:p14="http://schemas.microsoft.com/office/powerpoint/2010/main" val="36429541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E220-4FF7-5F7F-10A4-0A796D35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CD200FD-A419-7F10-4EA6-096E514E3204}"/>
              </a:ext>
            </a:extLst>
          </p:cNvPr>
          <p:cNvSpPr txBox="1"/>
          <p:nvPr/>
        </p:nvSpPr>
        <p:spPr>
          <a:xfrm>
            <a:off x="368111" y="201927"/>
            <a:ext cx="2448272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제조사 선택</a:t>
            </a:r>
            <a:endParaRPr lang="ko-KR" altLang="en-US" sz="1200" b="1" spc="-15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462BB51-3BA8-B91B-2356-8B0F24CF9CA9}"/>
              </a:ext>
            </a:extLst>
          </p:cNvPr>
          <p:cNvSpPr/>
          <p:nvPr/>
        </p:nvSpPr>
        <p:spPr>
          <a:xfrm>
            <a:off x="5044266" y="827981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6144E36-5500-00B0-D1C2-811F11FF9D9B}"/>
              </a:ext>
            </a:extLst>
          </p:cNvPr>
          <p:cNvCxnSpPr/>
          <p:nvPr/>
        </p:nvCxnSpPr>
        <p:spPr>
          <a:xfrm>
            <a:off x="4996145" y="813522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65A21B2B-E5A2-0F3D-AC49-26203DDE8440}"/>
              </a:ext>
            </a:extLst>
          </p:cNvPr>
          <p:cNvCxnSpPr>
            <a:cxnSpLocks/>
          </p:cNvCxnSpPr>
          <p:nvPr/>
        </p:nvCxnSpPr>
        <p:spPr>
          <a:xfrm flipV="1">
            <a:off x="5073859" y="813523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390031A-9305-64FB-ED04-EA1B05CA5AD1}"/>
              </a:ext>
            </a:extLst>
          </p:cNvPr>
          <p:cNvSpPr txBox="1"/>
          <p:nvPr/>
        </p:nvSpPr>
        <p:spPr>
          <a:xfrm>
            <a:off x="5063818" y="60903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제조업체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7708A64-3F17-5FCF-C37A-BFC7B62436D7}"/>
              </a:ext>
            </a:extLst>
          </p:cNvPr>
          <p:cNvSpPr txBox="1"/>
          <p:nvPr/>
        </p:nvSpPr>
        <p:spPr>
          <a:xfrm>
            <a:off x="5527003" y="602320"/>
            <a:ext cx="11224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제조업체를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E0D8398-BA6B-39E1-9C09-CC0156172894}"/>
              </a:ext>
            </a:extLst>
          </p:cNvPr>
          <p:cNvSpPr txBox="1"/>
          <p:nvPr/>
        </p:nvSpPr>
        <p:spPr>
          <a:xfrm>
            <a:off x="1014942" y="5591542"/>
            <a:ext cx="2497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번에서 선택 시 데이터 적용 된 화면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8D62680-ABC4-7EF7-3054-6E9ED9412CA7}"/>
              </a:ext>
            </a:extLst>
          </p:cNvPr>
          <p:cNvSpPr/>
          <p:nvPr/>
        </p:nvSpPr>
        <p:spPr>
          <a:xfrm>
            <a:off x="8579343" y="804402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9528C74-45F0-1944-EA5C-0325E9CBE043}"/>
              </a:ext>
            </a:extLst>
          </p:cNvPr>
          <p:cNvCxnSpPr/>
          <p:nvPr/>
        </p:nvCxnSpPr>
        <p:spPr>
          <a:xfrm>
            <a:off x="8522703" y="813522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BD1EF7C-AB93-82FE-782D-02D1A370580E}"/>
              </a:ext>
            </a:extLst>
          </p:cNvPr>
          <p:cNvCxnSpPr>
            <a:cxnSpLocks/>
          </p:cNvCxnSpPr>
          <p:nvPr/>
        </p:nvCxnSpPr>
        <p:spPr>
          <a:xfrm flipV="1">
            <a:off x="8600417" y="813523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66F2E30-70E1-2F49-C727-6D075BC0D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197816"/>
              </p:ext>
            </p:extLst>
          </p:nvPr>
        </p:nvGraphicFramePr>
        <p:xfrm>
          <a:off x="444105" y="1137793"/>
          <a:ext cx="3293419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제조업체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6" name="모서리가 둥근 직사각형 61">
            <a:extLst>
              <a:ext uri="{FF2B5EF4-FFF2-40B4-BE49-F238E27FC236}">
                <a16:creationId xmlns:a16="http://schemas.microsoft.com/office/drawing/2014/main" id="{6D9A3E84-3F8D-D5BB-6E2C-F94443A77CF1}"/>
              </a:ext>
            </a:extLst>
          </p:cNvPr>
          <p:cNvSpPr/>
          <p:nvPr/>
        </p:nvSpPr>
        <p:spPr>
          <a:xfrm>
            <a:off x="1481881" y="1179046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644C6-3EB4-4D70-A006-2FF400DAE96C}"/>
              </a:ext>
            </a:extLst>
          </p:cNvPr>
          <p:cNvSpPr txBox="1"/>
          <p:nvPr/>
        </p:nvSpPr>
        <p:spPr>
          <a:xfrm>
            <a:off x="2135203" y="920080"/>
            <a:ext cx="1447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제조업체 선택 클릭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70AA11C-23F8-1633-27AD-937A7AFD6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401924"/>
              </p:ext>
            </p:extLst>
          </p:nvPr>
        </p:nvGraphicFramePr>
        <p:xfrm>
          <a:off x="444105" y="5254317"/>
          <a:ext cx="3293419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제조업체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15" name="모서리가 둥근 직사각형 61">
            <a:extLst>
              <a:ext uri="{FF2B5EF4-FFF2-40B4-BE49-F238E27FC236}">
                <a16:creationId xmlns:a16="http://schemas.microsoft.com/office/drawing/2014/main" id="{9A900363-8A18-DDA2-B015-A8BB8B5BB88C}"/>
              </a:ext>
            </a:extLst>
          </p:cNvPr>
          <p:cNvSpPr/>
          <p:nvPr/>
        </p:nvSpPr>
        <p:spPr>
          <a:xfrm>
            <a:off x="1481881" y="5295570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보람씨앤에치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8E574D5E-500B-A302-12EB-F1E554998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813906"/>
              </p:ext>
            </p:extLst>
          </p:nvPr>
        </p:nvGraphicFramePr>
        <p:xfrm>
          <a:off x="5116273" y="875905"/>
          <a:ext cx="319997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9989">
                  <a:extLst>
                    <a:ext uri="{9D8B030D-6E8A-4147-A177-3AD203B41FA5}">
                      <a16:colId xmlns:a16="http://schemas.microsoft.com/office/drawing/2014/main" val="1117361376"/>
                    </a:ext>
                  </a:extLst>
                </a:gridCol>
                <a:gridCol w="1599989">
                  <a:extLst>
                    <a:ext uri="{9D8B030D-6E8A-4147-A177-3AD203B41FA5}">
                      <a16:colId xmlns:a16="http://schemas.microsoft.com/office/drawing/2014/main" val="304020218"/>
                    </a:ext>
                  </a:extLst>
                </a:gridCol>
              </a:tblGrid>
              <a:tr h="129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bg1"/>
                          </a:solidFill>
                        </a:rPr>
                        <a:t>제조업체 선택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/>
                        <a:t>신규 등록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539408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345D838-F29A-E47A-84A9-615445162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819360"/>
              </p:ext>
            </p:extLst>
          </p:nvPr>
        </p:nvGraphicFramePr>
        <p:xfrm>
          <a:off x="8642831" y="875905"/>
          <a:ext cx="319997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9989">
                  <a:extLst>
                    <a:ext uri="{9D8B030D-6E8A-4147-A177-3AD203B41FA5}">
                      <a16:colId xmlns:a16="http://schemas.microsoft.com/office/drawing/2014/main" val="1117361376"/>
                    </a:ext>
                  </a:extLst>
                </a:gridCol>
                <a:gridCol w="1599989">
                  <a:extLst>
                    <a:ext uri="{9D8B030D-6E8A-4147-A177-3AD203B41FA5}">
                      <a16:colId xmlns:a16="http://schemas.microsoft.com/office/drawing/2014/main" val="304020218"/>
                    </a:ext>
                  </a:extLst>
                </a:gridCol>
              </a:tblGrid>
              <a:tr h="129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-150" dirty="0">
                          <a:solidFill>
                            <a:schemeClr val="tx1"/>
                          </a:solidFill>
                        </a:rPr>
                        <a:t>제조업체 선택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bg1"/>
                          </a:solidFill>
                        </a:rPr>
                        <a:t>신규 등록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539408"/>
                  </a:ext>
                </a:extLst>
              </a:tr>
            </a:tbl>
          </a:graphicData>
        </a:graphic>
      </p:graphicFrame>
      <p:pic>
        <p:nvPicPr>
          <p:cNvPr id="109" name="Picture 4" descr="off, radio icon">
            <a:extLst>
              <a:ext uri="{FF2B5EF4-FFF2-40B4-BE49-F238E27FC236}">
                <a16:creationId xmlns:a16="http://schemas.microsoft.com/office/drawing/2014/main" id="{2B801D75-2DD1-6011-92D7-78740EA22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535" y="182242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4" descr="off, radio icon">
            <a:extLst>
              <a:ext uri="{FF2B5EF4-FFF2-40B4-BE49-F238E27FC236}">
                <a16:creationId xmlns:a16="http://schemas.microsoft.com/office/drawing/2014/main" id="{96C641D2-E1C3-36DA-AD26-0AC73C0AE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564" y="251355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5" name="표 114">
            <a:extLst>
              <a:ext uri="{FF2B5EF4-FFF2-40B4-BE49-F238E27FC236}">
                <a16:creationId xmlns:a16="http://schemas.microsoft.com/office/drawing/2014/main" id="{F9EE496B-4087-1F93-0BA6-73141F629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523200"/>
              </p:ext>
            </p:extLst>
          </p:nvPr>
        </p:nvGraphicFramePr>
        <p:xfrm>
          <a:off x="8668343" y="1434540"/>
          <a:ext cx="3174466" cy="1210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595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43687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476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117" name="모서리가 둥근 직사각형 61">
            <a:extLst>
              <a:ext uri="{FF2B5EF4-FFF2-40B4-BE49-F238E27FC236}">
                <a16:creationId xmlns:a16="http://schemas.microsoft.com/office/drawing/2014/main" id="{30C37A5B-27E2-92C2-DF20-50333283CBD1}"/>
              </a:ext>
            </a:extLst>
          </p:cNvPr>
          <p:cNvSpPr/>
          <p:nvPr/>
        </p:nvSpPr>
        <p:spPr>
          <a:xfrm>
            <a:off x="9459062" y="1470657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0B7954BC-9BB4-1310-CB19-AA255F22FEE1}"/>
              </a:ext>
            </a:extLst>
          </p:cNvPr>
          <p:cNvSpPr/>
          <p:nvPr/>
        </p:nvSpPr>
        <p:spPr>
          <a:xfrm>
            <a:off x="9472296" y="2052117"/>
            <a:ext cx="681081" cy="165481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검색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10561695-F0B2-1284-D3E0-2A3CACA49D37}"/>
              </a:ext>
            </a:extLst>
          </p:cNvPr>
          <p:cNvSpPr/>
          <p:nvPr/>
        </p:nvSpPr>
        <p:spPr>
          <a:xfrm>
            <a:off x="11410761" y="2780820"/>
            <a:ext cx="432048" cy="183600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0ED6EEC-A0E6-5D43-EC7E-D4500A6F4BF1}"/>
              </a:ext>
            </a:extLst>
          </p:cNvPr>
          <p:cNvSpPr txBox="1"/>
          <p:nvPr/>
        </p:nvSpPr>
        <p:spPr>
          <a:xfrm>
            <a:off x="6649426" y="5584270"/>
            <a:ext cx="1178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2 .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제조업체 선택 </a:t>
            </a:r>
          </a:p>
        </p:txBody>
      </p:sp>
      <p:graphicFrame>
        <p:nvGraphicFramePr>
          <p:cNvPr id="135" name="표 134">
            <a:extLst>
              <a:ext uri="{FF2B5EF4-FFF2-40B4-BE49-F238E27FC236}">
                <a16:creationId xmlns:a16="http://schemas.microsoft.com/office/drawing/2014/main" id="{772527F3-DBEB-BE88-6A62-22EAC87CF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653666"/>
              </p:ext>
            </p:extLst>
          </p:nvPr>
        </p:nvGraphicFramePr>
        <p:xfrm>
          <a:off x="5136587" y="1465054"/>
          <a:ext cx="3143281" cy="36488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123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590211">
                  <a:extLst>
                    <a:ext uri="{9D8B030D-6E8A-4147-A177-3AD203B41FA5}">
                      <a16:colId xmlns:a16="http://schemas.microsoft.com/office/drawing/2014/main" val="3475932975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895382473"/>
                    </a:ext>
                  </a:extLst>
                </a:gridCol>
                <a:gridCol w="790787">
                  <a:extLst>
                    <a:ext uri="{9D8B030D-6E8A-4147-A177-3AD203B41FA5}">
                      <a16:colId xmlns:a16="http://schemas.microsoft.com/office/drawing/2014/main" val="4212415314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제조업체명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소재지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연락처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제조업체명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충첨남도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논산시 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연산면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계백로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2354-21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031-672-3875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제조업체명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충첨남도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논산시 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연산면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계백로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2354-21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031-672-3875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제조업체명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충첨남도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논산시 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연산면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계백로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2354-21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031-672-3875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㈜남양유업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충첨남도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논산시 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연산면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계백로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2354-21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031-672-3875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1735300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㈜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충첨남도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논산시 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연산면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계백로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2354-21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031-672-3875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836854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제조업체명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충첨남도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논산시 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연산면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계백로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2354-21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031-672-3875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529658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제조업체명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충첨남도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논산시 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연산면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계백로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2354-21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031-672-3875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0023200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제조업체명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충첨남도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논산시 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연산면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계백로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2354-21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031-672-3875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242405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제조업체명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충첨남도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논산시 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연산면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계백로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2354-21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031-672-3875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244811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제조업체명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$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충첨남도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논산시 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연산면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계백로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2354-21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보람씨앤에치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031-672-3875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1488287"/>
                  </a:ext>
                </a:extLst>
              </a:tr>
            </a:tbl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D8027B29-1CEE-F295-D84C-567AAB4573C3}"/>
              </a:ext>
            </a:extLst>
          </p:cNvPr>
          <p:cNvSpPr txBox="1"/>
          <p:nvPr/>
        </p:nvSpPr>
        <p:spPr>
          <a:xfrm>
            <a:off x="5034194" y="1249646"/>
            <a:ext cx="5068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410BAB5-A378-3BAD-E9AE-BCF48BF7B352}"/>
              </a:ext>
            </a:extLst>
          </p:cNvPr>
          <p:cNvSpPr txBox="1"/>
          <p:nvPr/>
        </p:nvSpPr>
        <p:spPr>
          <a:xfrm>
            <a:off x="5768619" y="5328771"/>
            <a:ext cx="19492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 3   4   5   6   7   8   9   10  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pic>
        <p:nvPicPr>
          <p:cNvPr id="145" name="Picture 4" descr="off, radio icon">
            <a:extLst>
              <a:ext uri="{FF2B5EF4-FFF2-40B4-BE49-F238E27FC236}">
                <a16:creationId xmlns:a16="http://schemas.microsoft.com/office/drawing/2014/main" id="{191595A1-19DD-0AFD-3845-88910C7D3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163" y="357934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" descr="on, radio icon">
            <a:extLst>
              <a:ext uri="{FF2B5EF4-FFF2-40B4-BE49-F238E27FC236}">
                <a16:creationId xmlns:a16="http://schemas.microsoft.com/office/drawing/2014/main" id="{2E3A41A1-D119-4E9B-67EB-A4DF87B9A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850" y="318043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4" descr="off, radio icon">
            <a:extLst>
              <a:ext uri="{FF2B5EF4-FFF2-40B4-BE49-F238E27FC236}">
                <a16:creationId xmlns:a16="http://schemas.microsoft.com/office/drawing/2014/main" id="{9CE07BF8-0BEC-60D4-4ED7-75050945E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564" y="2147670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Picture 4" descr="off, radio icon">
            <a:extLst>
              <a:ext uri="{FF2B5EF4-FFF2-40B4-BE49-F238E27FC236}">
                <a16:creationId xmlns:a16="http://schemas.microsoft.com/office/drawing/2014/main" id="{A9692D21-DB71-4520-ECDE-246C2A4B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268" y="2872620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Picture 4" descr="off, radio icon">
            <a:extLst>
              <a:ext uri="{FF2B5EF4-FFF2-40B4-BE49-F238E27FC236}">
                <a16:creationId xmlns:a16="http://schemas.microsoft.com/office/drawing/2014/main" id="{9A958CC0-2B59-6BFB-49FE-8B8458F91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686" y="387719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Picture 4" descr="off, radio icon">
            <a:extLst>
              <a:ext uri="{FF2B5EF4-FFF2-40B4-BE49-F238E27FC236}">
                <a16:creationId xmlns:a16="http://schemas.microsoft.com/office/drawing/2014/main" id="{A1B1EFB7-23DD-7D63-CF07-9BF0CB023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715" y="455308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Picture 4" descr="off, radio icon">
            <a:extLst>
              <a:ext uri="{FF2B5EF4-FFF2-40B4-BE49-F238E27FC236}">
                <a16:creationId xmlns:a16="http://schemas.microsoft.com/office/drawing/2014/main" id="{F7341775-0F09-8CB7-BAD4-06D43BD78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715" y="418719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Picture 4" descr="off, radio icon">
            <a:extLst>
              <a:ext uri="{FF2B5EF4-FFF2-40B4-BE49-F238E27FC236}">
                <a16:creationId xmlns:a16="http://schemas.microsoft.com/office/drawing/2014/main" id="{C420EA7E-4E4D-21DB-4322-479816BA8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419" y="485880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" name="모서리가 둥근 직사각형 61">
            <a:extLst>
              <a:ext uri="{FF2B5EF4-FFF2-40B4-BE49-F238E27FC236}">
                <a16:creationId xmlns:a16="http://schemas.microsoft.com/office/drawing/2014/main" id="{D728F101-2447-13AE-EDB8-6F7500F60ACD}"/>
              </a:ext>
            </a:extLst>
          </p:cNvPr>
          <p:cNvSpPr/>
          <p:nvPr/>
        </p:nvSpPr>
        <p:spPr>
          <a:xfrm>
            <a:off x="9459062" y="1752061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3" name="모서리가 둥근 직사각형 61">
            <a:extLst>
              <a:ext uri="{FF2B5EF4-FFF2-40B4-BE49-F238E27FC236}">
                <a16:creationId xmlns:a16="http://schemas.microsoft.com/office/drawing/2014/main" id="{729FDD88-BE6D-C035-A61F-64FA9E649AA1}"/>
              </a:ext>
            </a:extLst>
          </p:cNvPr>
          <p:cNvSpPr/>
          <p:nvPr/>
        </p:nvSpPr>
        <p:spPr>
          <a:xfrm>
            <a:off x="10209785" y="2052116"/>
            <a:ext cx="1080000" cy="16548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모서리가 둥근 직사각형 61">
            <a:extLst>
              <a:ext uri="{FF2B5EF4-FFF2-40B4-BE49-F238E27FC236}">
                <a16:creationId xmlns:a16="http://schemas.microsoft.com/office/drawing/2014/main" id="{23FC21F9-70BA-19C2-3BB3-6D317A9FDDFD}"/>
              </a:ext>
            </a:extLst>
          </p:cNvPr>
          <p:cNvSpPr/>
          <p:nvPr/>
        </p:nvSpPr>
        <p:spPr>
          <a:xfrm>
            <a:off x="9459061" y="2324703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EAA48-38F6-0F0C-A2E4-01308876A209}"/>
              </a:ext>
            </a:extLst>
          </p:cNvPr>
          <p:cNvSpPr txBox="1"/>
          <p:nvPr/>
        </p:nvSpPr>
        <p:spPr>
          <a:xfrm>
            <a:off x="10510393" y="2986837"/>
            <a:ext cx="1502334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 등록 시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제조업체 선택 항목에</a:t>
            </a:r>
            <a:endParaRPr lang="en-US" altLang="ko-KR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 적용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BB30E8-B312-4368-02CC-7A4150783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061" y="4301139"/>
            <a:ext cx="2925077" cy="174013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22EED5-FD97-5E9C-C5A9-A66DA3F8F5EE}"/>
              </a:ext>
            </a:extLst>
          </p:cNvPr>
          <p:cNvSpPr txBox="1"/>
          <p:nvPr/>
        </p:nvSpPr>
        <p:spPr>
          <a:xfrm>
            <a:off x="10361707" y="4322251"/>
            <a:ext cx="17281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공통 팝업 활용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11D2A6-D023-40DA-3351-2F57A3A311F0}"/>
              </a:ext>
            </a:extLst>
          </p:cNvPr>
          <p:cNvSpPr txBox="1"/>
          <p:nvPr/>
        </p:nvSpPr>
        <p:spPr>
          <a:xfrm>
            <a:off x="9447730" y="4044362"/>
            <a:ext cx="1514666" cy="24622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CH-A-PR-01-01-14p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8928A62-AC85-4DC8-15B8-C9156D623C22}"/>
              </a:ext>
            </a:extLst>
          </p:cNvPr>
          <p:cNvCxnSpPr/>
          <p:nvPr/>
        </p:nvCxnSpPr>
        <p:spPr>
          <a:xfrm>
            <a:off x="9812836" y="2217597"/>
            <a:ext cx="340541" cy="1761896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5833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B59BE-493E-0B15-95F1-A32A7C6C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158A2245-B1A6-5141-53D8-AB8976B11430}"/>
              </a:ext>
            </a:extLst>
          </p:cNvPr>
          <p:cNvSpPr/>
          <p:nvPr/>
        </p:nvSpPr>
        <p:spPr>
          <a:xfrm>
            <a:off x="8888029" y="986072"/>
            <a:ext cx="3380919" cy="510328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9C993D-CDFA-1596-3E2C-E3DB82BA3BD2}"/>
              </a:ext>
            </a:extLst>
          </p:cNvPr>
          <p:cNvSpPr/>
          <p:nvPr/>
        </p:nvSpPr>
        <p:spPr>
          <a:xfrm>
            <a:off x="5472857" y="992785"/>
            <a:ext cx="3380919" cy="509657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2D27A84-CBE7-5105-C3A6-77AB8B48A9FE}"/>
              </a:ext>
            </a:extLst>
          </p:cNvPr>
          <p:cNvCxnSpPr/>
          <p:nvPr/>
        </p:nvCxnSpPr>
        <p:spPr>
          <a:xfrm>
            <a:off x="5377845" y="909268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7AFEFE-1B80-9871-842B-397B6FA13809}"/>
              </a:ext>
            </a:extLst>
          </p:cNvPr>
          <p:cNvSpPr txBox="1"/>
          <p:nvPr/>
        </p:nvSpPr>
        <p:spPr>
          <a:xfrm>
            <a:off x="5472857" y="78158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solidFill>
                  <a:srgbClr val="234DD3"/>
                </a:solidFill>
              </a:rPr>
              <a:t>필터 조건 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D41349E-89FA-936C-E106-B6418C16F40D}"/>
              </a:ext>
            </a:extLst>
          </p:cNvPr>
          <p:cNvCxnSpPr>
            <a:cxnSpLocks/>
          </p:cNvCxnSpPr>
          <p:nvPr/>
        </p:nvCxnSpPr>
        <p:spPr>
          <a:xfrm flipV="1">
            <a:off x="5482898" y="986073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F12E4C1-F70B-437F-389B-7AFDE61D2268}"/>
              </a:ext>
            </a:extLst>
          </p:cNvPr>
          <p:cNvSpPr txBox="1"/>
          <p:nvPr/>
        </p:nvSpPr>
        <p:spPr>
          <a:xfrm>
            <a:off x="5937939" y="791340"/>
            <a:ext cx="18774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 시 사용 할 필터 조건을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FB55ECC-FBCC-BD6B-08A0-CE025E7EF425}"/>
              </a:ext>
            </a:extLst>
          </p:cNvPr>
          <p:cNvGraphicFramePr>
            <a:graphicFrameLocks noGrp="1"/>
          </p:cNvGraphicFramePr>
          <p:nvPr/>
        </p:nvGraphicFramePr>
        <p:xfrm>
          <a:off x="5549686" y="1084916"/>
          <a:ext cx="3199977" cy="1009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값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국내기저귀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수입기저귀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기능성 기저귀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1547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EA5BEC0-D30F-6A35-B0F0-804E99818616}"/>
              </a:ext>
            </a:extLst>
          </p:cNvPr>
          <p:cNvGraphicFramePr>
            <a:graphicFrameLocks noGrp="1"/>
          </p:cNvGraphicFramePr>
          <p:nvPr/>
        </p:nvGraphicFramePr>
        <p:xfrm>
          <a:off x="5549686" y="2193748"/>
          <a:ext cx="3199977" cy="1009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팬티형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밴드형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일자형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1547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D9A6265-716C-DC8C-9FAC-1745FD8FB695}"/>
              </a:ext>
            </a:extLst>
          </p:cNvPr>
          <p:cNvGraphicFramePr>
            <a:graphicFrameLocks noGrp="1"/>
          </p:cNvGraphicFramePr>
          <p:nvPr/>
        </p:nvGraphicFramePr>
        <p:xfrm>
          <a:off x="5539215" y="3295472"/>
          <a:ext cx="3199977" cy="182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크기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0~1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신생아용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소형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(S)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중형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(M)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154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단계</a:t>
                      </a:r>
                      <a:r>
                        <a:rPr lang="en-US" altLang="ko-KR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대형</a:t>
                      </a:r>
                      <a:r>
                        <a:rPr lang="en-US" altLang="ko-KR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(L)</a:t>
                      </a:r>
                      <a:endParaRPr lang="ko-KR" altLang="en-US" sz="8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927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특대형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(XL)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197169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점보형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(XXL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이상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9598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혼합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544051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A52B1869-4123-79C9-864D-EF5C5C9D1FAA}"/>
              </a:ext>
            </a:extLst>
          </p:cNvPr>
          <p:cNvGraphicFramePr>
            <a:graphicFrameLocks noGrp="1"/>
          </p:cNvGraphicFramePr>
          <p:nvPr/>
        </p:nvGraphicFramePr>
        <p:xfrm>
          <a:off x="5549685" y="5212480"/>
          <a:ext cx="3199977" cy="805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남녀공용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여아용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남아용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154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C68D079D-14D3-F4AD-B77A-7039D26D1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267920"/>
              </p:ext>
            </p:extLst>
          </p:nvPr>
        </p:nvGraphicFramePr>
        <p:xfrm>
          <a:off x="8974812" y="2590480"/>
          <a:ext cx="3199977" cy="397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수영장 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수영장용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3E05354-B1EA-7637-8859-50F5A8FA7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642880"/>
              </p:ext>
            </p:extLst>
          </p:nvPr>
        </p:nvGraphicFramePr>
        <p:xfrm>
          <a:off x="8974812" y="1075234"/>
          <a:ext cx="3199977" cy="141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매이하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40~80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821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80~120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797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120~200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26440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~500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266873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 이상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31014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FA4B8F82-BC90-1AC0-DC35-7E940C6C84F6}"/>
              </a:ext>
            </a:extLst>
          </p:cNvPr>
          <p:cNvSpPr txBox="1"/>
          <p:nvPr/>
        </p:nvSpPr>
        <p:spPr>
          <a:xfrm>
            <a:off x="341441" y="258178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</a:t>
            </a:r>
            <a:endParaRPr lang="ko-KR" altLang="en-US" sz="900" b="1" spc="-15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1D8CE90-27C2-C65B-CADB-41E7E6AF7F7D}"/>
              </a:ext>
            </a:extLst>
          </p:cNvPr>
          <p:cNvSpPr/>
          <p:nvPr/>
        </p:nvSpPr>
        <p:spPr>
          <a:xfrm>
            <a:off x="4713375" y="2621462"/>
            <a:ext cx="465711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설정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F47D79-2DA3-0870-4CC8-82D9B2BFFF6E}"/>
              </a:ext>
            </a:extLst>
          </p:cNvPr>
          <p:cNvSpPr txBox="1"/>
          <p:nvPr/>
        </p:nvSpPr>
        <p:spPr>
          <a:xfrm>
            <a:off x="360289" y="251917"/>
            <a:ext cx="288032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기저귀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국내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수입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기능성  기저귀 공통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900" b="1" spc="-1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CDE600-0ACA-13C4-0E34-3FD566AF72FE}"/>
              </a:ext>
            </a:extLst>
          </p:cNvPr>
          <p:cNvSpPr txBox="1"/>
          <p:nvPr/>
        </p:nvSpPr>
        <p:spPr>
          <a:xfrm>
            <a:off x="341441" y="885587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</a:t>
            </a:r>
            <a:endParaRPr lang="ko-KR" altLang="en-US" sz="900" b="1" spc="-150" dirty="0"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079A87B4-83C1-B948-A628-7A44AB452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565531"/>
              </p:ext>
            </p:extLst>
          </p:nvPr>
        </p:nvGraphicFramePr>
        <p:xfrm>
          <a:off x="360289" y="1136302"/>
          <a:ext cx="4818797" cy="875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1722453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구분 값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유형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단계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수영장용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657123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유기농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  조건 설정 시 자동 반영됩니다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조건은 할인 설정 시 자동 반영 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73874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548C4592-628E-E284-6044-5A30420B5F4A}"/>
              </a:ext>
            </a:extLst>
          </p:cNvPr>
          <p:cNvSpPr/>
          <p:nvPr/>
        </p:nvSpPr>
        <p:spPr>
          <a:xfrm>
            <a:off x="4713375" y="908447"/>
            <a:ext cx="465711" cy="165481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설정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2D58C9E-0B56-FA41-3ABD-301513B8C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671006"/>
              </p:ext>
            </p:extLst>
          </p:nvPr>
        </p:nvGraphicFramePr>
        <p:xfrm>
          <a:off x="360288" y="2857570"/>
          <a:ext cx="4818797" cy="875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1722453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구분 값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국내기저귀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수입기저귀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유형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팬티형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단계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중형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(M)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여아용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수량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수영장용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수영장용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657123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유기농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조건은 할인 설정 시 자동 반영 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73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672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84094-5BF2-C18F-36AF-29BB7DB93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3804DFC-0269-DA46-42D5-C4BC62EE70B8}"/>
              </a:ext>
            </a:extLst>
          </p:cNvPr>
          <p:cNvSpPr/>
          <p:nvPr/>
        </p:nvSpPr>
        <p:spPr>
          <a:xfrm>
            <a:off x="8902897" y="986072"/>
            <a:ext cx="3380919" cy="510328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291A03-6948-D869-F85F-7C37CAF84C28}"/>
              </a:ext>
            </a:extLst>
          </p:cNvPr>
          <p:cNvSpPr/>
          <p:nvPr/>
        </p:nvSpPr>
        <p:spPr>
          <a:xfrm>
            <a:off x="5472857" y="992785"/>
            <a:ext cx="3380919" cy="509657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28A5597-0420-774A-C51B-AAD253B7F1A8}"/>
              </a:ext>
            </a:extLst>
          </p:cNvPr>
          <p:cNvCxnSpPr/>
          <p:nvPr/>
        </p:nvCxnSpPr>
        <p:spPr>
          <a:xfrm>
            <a:off x="5377845" y="909268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546EE9E-5962-12B0-3644-4609F909BA8B}"/>
              </a:ext>
            </a:extLst>
          </p:cNvPr>
          <p:cNvSpPr txBox="1"/>
          <p:nvPr/>
        </p:nvSpPr>
        <p:spPr>
          <a:xfrm>
            <a:off x="5472857" y="78158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solidFill>
                  <a:srgbClr val="234DD3"/>
                </a:solidFill>
              </a:rPr>
              <a:t>필터 조건 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A957BE5-35E1-2874-1FE0-7891C247D751}"/>
              </a:ext>
            </a:extLst>
          </p:cNvPr>
          <p:cNvCxnSpPr>
            <a:cxnSpLocks/>
          </p:cNvCxnSpPr>
          <p:nvPr/>
        </p:nvCxnSpPr>
        <p:spPr>
          <a:xfrm flipV="1">
            <a:off x="5482898" y="986073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9928C9A-3B04-457C-C24F-80A64E664000}"/>
              </a:ext>
            </a:extLst>
          </p:cNvPr>
          <p:cNvSpPr txBox="1"/>
          <p:nvPr/>
        </p:nvSpPr>
        <p:spPr>
          <a:xfrm>
            <a:off x="5937939" y="791340"/>
            <a:ext cx="18774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 시 사용 할 필터 조건을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75BBD28-3111-C22D-0773-D89FCD5B6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477220"/>
              </p:ext>
            </p:extLst>
          </p:nvPr>
        </p:nvGraphicFramePr>
        <p:xfrm>
          <a:off x="5549686" y="1084916"/>
          <a:ext cx="3199977" cy="121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값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 분유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수입 분유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특수 분유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154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액상 분유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87027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FAEA7B7-F3F2-519F-722A-9850F2610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656283"/>
              </p:ext>
            </p:extLst>
          </p:nvPr>
        </p:nvGraphicFramePr>
        <p:xfrm>
          <a:off x="5539215" y="2354062"/>
          <a:ext cx="3199977" cy="141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154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단계</a:t>
                      </a:r>
                      <a:endParaRPr lang="ko-KR" altLang="en-US" sz="8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927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이상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197169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8EB693F-9580-2D6B-496B-0AA1BC9D6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725394"/>
              </p:ext>
            </p:extLst>
          </p:nvPr>
        </p:nvGraphicFramePr>
        <p:xfrm>
          <a:off x="5549685" y="4919142"/>
          <a:ext cx="3199977" cy="805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남녀공용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여아용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남아용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1547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D096F028-48E4-34B7-87C2-FC5B290DF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284161"/>
              </p:ext>
            </p:extLst>
          </p:nvPr>
        </p:nvGraphicFramePr>
        <p:xfrm>
          <a:off x="8929241" y="2412157"/>
          <a:ext cx="3199977" cy="141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수량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이하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3~6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821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6~12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797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12~18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26440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18~24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266873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 이상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31014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05FEE73A-0CF1-67E5-4637-CF6E1986A931}"/>
              </a:ext>
            </a:extLst>
          </p:cNvPr>
          <p:cNvSpPr txBox="1"/>
          <p:nvPr/>
        </p:nvSpPr>
        <p:spPr>
          <a:xfrm>
            <a:off x="341441" y="258178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</a:t>
            </a:r>
            <a:endParaRPr lang="ko-KR" altLang="en-US" sz="900" b="1" spc="-15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F1FA53B-A6B2-7B1A-A3B5-54FAA8839AFD}"/>
              </a:ext>
            </a:extLst>
          </p:cNvPr>
          <p:cNvSpPr/>
          <p:nvPr/>
        </p:nvSpPr>
        <p:spPr>
          <a:xfrm>
            <a:off x="4713375" y="2621462"/>
            <a:ext cx="465711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설정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1959D3-B9FC-12C2-BECF-40F625F8C738}"/>
              </a:ext>
            </a:extLst>
          </p:cNvPr>
          <p:cNvSpPr txBox="1"/>
          <p:nvPr/>
        </p:nvSpPr>
        <p:spPr>
          <a:xfrm>
            <a:off x="360289" y="251917"/>
            <a:ext cx="2664296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분유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국내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수입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특수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액상 구분 공통</a:t>
            </a:r>
            <a:endParaRPr lang="ko-KR" altLang="en-US" sz="900" b="1" spc="-1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DF1C2C-361D-389E-F2EA-DD6C35AD2553}"/>
              </a:ext>
            </a:extLst>
          </p:cNvPr>
          <p:cNvSpPr txBox="1"/>
          <p:nvPr/>
        </p:nvSpPr>
        <p:spPr>
          <a:xfrm>
            <a:off x="341441" y="885587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</a:t>
            </a:r>
            <a:endParaRPr lang="ko-KR" altLang="en-US" sz="900" b="1" spc="-15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17A5BE5-5200-D0B7-AA3D-5ACA9DD0892B}"/>
              </a:ext>
            </a:extLst>
          </p:cNvPr>
          <p:cNvSpPr/>
          <p:nvPr/>
        </p:nvSpPr>
        <p:spPr>
          <a:xfrm>
            <a:off x="4713375" y="908447"/>
            <a:ext cx="465711" cy="165481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설정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074E5C4-4C4A-8C4E-9AA7-8C88BFC7A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4410"/>
              </p:ext>
            </p:extLst>
          </p:nvPr>
        </p:nvGraphicFramePr>
        <p:xfrm>
          <a:off x="5539215" y="3839754"/>
          <a:ext cx="3199977" cy="1009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 개월 수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미숙아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0~6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6~12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154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12~24</a:t>
                      </a:r>
                      <a:r>
                        <a:rPr lang="ko-KR" altLang="en-US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개월</a:t>
                      </a:r>
                      <a:endParaRPr lang="ko-KR" altLang="en-US" sz="8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9279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0EB73E8-AF75-3A94-B3B8-5ED0045D1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39058"/>
              </p:ext>
            </p:extLst>
          </p:nvPr>
        </p:nvGraphicFramePr>
        <p:xfrm>
          <a:off x="8930605" y="1073928"/>
          <a:ext cx="3199977" cy="121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개당 중량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400g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이하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400~600g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821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600~800g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797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800~900g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26440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900g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이상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266873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16D24DC-2D69-389B-D3D4-EEAD63F11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58224"/>
              </p:ext>
            </p:extLst>
          </p:nvPr>
        </p:nvGraphicFramePr>
        <p:xfrm>
          <a:off x="360289" y="1136302"/>
          <a:ext cx="4818797" cy="875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1722453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구분 값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사용 개월 수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개당 중량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수량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657123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유기농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  조건 설정 시 자동 반영됩니다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조건은 할인 설정 시 자동 반영 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73874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0A2B8F8-60B2-8232-4692-73EBF3EA6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244793"/>
              </p:ext>
            </p:extLst>
          </p:nvPr>
        </p:nvGraphicFramePr>
        <p:xfrm>
          <a:off x="389212" y="2895104"/>
          <a:ext cx="4818797" cy="875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1722453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구분 값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 분유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사용 개월 수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0~6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성별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여아용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개당 중량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600~800g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수량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6~12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657123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유기농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  조건 설정 시 자동 반영됩니다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조건은 할인 설정 시 자동 반영 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73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3073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17BC-5228-FA75-DAB3-F2D474BD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3FA5F6-FB2E-3286-C132-D7E62EB1312D}"/>
              </a:ext>
            </a:extLst>
          </p:cNvPr>
          <p:cNvSpPr/>
          <p:nvPr/>
        </p:nvSpPr>
        <p:spPr>
          <a:xfrm>
            <a:off x="5472857" y="992785"/>
            <a:ext cx="3380919" cy="509657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A8C91F2-D260-D01C-5D38-FDBDEA03F8E8}"/>
              </a:ext>
            </a:extLst>
          </p:cNvPr>
          <p:cNvCxnSpPr/>
          <p:nvPr/>
        </p:nvCxnSpPr>
        <p:spPr>
          <a:xfrm>
            <a:off x="5377845" y="909268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4C53745-95E0-3F90-B28D-8A4AE9DD934C}"/>
              </a:ext>
            </a:extLst>
          </p:cNvPr>
          <p:cNvSpPr txBox="1"/>
          <p:nvPr/>
        </p:nvSpPr>
        <p:spPr>
          <a:xfrm>
            <a:off x="5472857" y="78158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solidFill>
                  <a:srgbClr val="234DD3"/>
                </a:solidFill>
              </a:rPr>
              <a:t>필터 조건 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12D3BD3-A331-5538-B198-A625D15FD641}"/>
              </a:ext>
            </a:extLst>
          </p:cNvPr>
          <p:cNvCxnSpPr>
            <a:cxnSpLocks/>
          </p:cNvCxnSpPr>
          <p:nvPr/>
        </p:nvCxnSpPr>
        <p:spPr>
          <a:xfrm flipV="1">
            <a:off x="5482898" y="986073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201E002-054A-5E8C-0F96-147B44DBAD14}"/>
              </a:ext>
            </a:extLst>
          </p:cNvPr>
          <p:cNvSpPr txBox="1"/>
          <p:nvPr/>
        </p:nvSpPr>
        <p:spPr>
          <a:xfrm>
            <a:off x="5937939" y="791340"/>
            <a:ext cx="18774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 시 사용 할 필터 조건을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85EC420-7E00-5017-FAD2-729C904E5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211536"/>
              </p:ext>
            </p:extLst>
          </p:nvPr>
        </p:nvGraphicFramePr>
        <p:xfrm>
          <a:off x="5552295" y="1073928"/>
          <a:ext cx="3199977" cy="141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 이하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40~80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821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80~120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797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120~200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26440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매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~500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266873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500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매 이상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31014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AB97F5E4-CD73-50A5-ECD8-DE7CEAE3B1D1}"/>
              </a:ext>
            </a:extLst>
          </p:cNvPr>
          <p:cNvSpPr txBox="1"/>
          <p:nvPr/>
        </p:nvSpPr>
        <p:spPr>
          <a:xfrm>
            <a:off x="341441" y="258178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</a:t>
            </a:r>
            <a:endParaRPr lang="ko-KR" altLang="en-US" sz="900" b="1" spc="-15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B551042-DC80-B5FA-888E-4845C12A0F88}"/>
              </a:ext>
            </a:extLst>
          </p:cNvPr>
          <p:cNvSpPr/>
          <p:nvPr/>
        </p:nvSpPr>
        <p:spPr>
          <a:xfrm>
            <a:off x="4713375" y="2621462"/>
            <a:ext cx="465711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설정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7E27E4-9193-541A-E068-332955E18F5A}"/>
              </a:ext>
            </a:extLst>
          </p:cNvPr>
          <p:cNvSpPr txBox="1"/>
          <p:nvPr/>
        </p:nvSpPr>
        <p:spPr>
          <a:xfrm>
            <a:off x="360289" y="251917"/>
            <a:ext cx="2664296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물티슈 </a:t>
            </a:r>
            <a:endParaRPr lang="ko-KR" altLang="en-US" sz="900" b="1" spc="-1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097027-5C4B-0DF6-F78F-AF457742014D}"/>
              </a:ext>
            </a:extLst>
          </p:cNvPr>
          <p:cNvSpPr txBox="1"/>
          <p:nvPr/>
        </p:nvSpPr>
        <p:spPr>
          <a:xfrm>
            <a:off x="341441" y="885587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</a:t>
            </a:r>
            <a:endParaRPr lang="ko-KR" altLang="en-US" sz="900" b="1" spc="-15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BC4232D-16EA-4C6A-02DB-C24DA384572D}"/>
              </a:ext>
            </a:extLst>
          </p:cNvPr>
          <p:cNvSpPr/>
          <p:nvPr/>
        </p:nvSpPr>
        <p:spPr>
          <a:xfrm>
            <a:off x="4713375" y="908447"/>
            <a:ext cx="465711" cy="165481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설정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11BD68A-E11E-81CB-2552-D97AAFFFC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605717"/>
              </p:ext>
            </p:extLst>
          </p:nvPr>
        </p:nvGraphicFramePr>
        <p:xfrm>
          <a:off x="341441" y="1196552"/>
          <a:ext cx="4818797" cy="407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1722453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657123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유기농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  조건 설정 시 자동 반영됩니다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조건은 할인 설정 시 자동 반영 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7387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2F2B4A1-4017-F0C6-F26A-641125DF2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693076"/>
              </p:ext>
            </p:extLst>
          </p:nvPr>
        </p:nvGraphicFramePr>
        <p:xfrm>
          <a:off x="341440" y="2844205"/>
          <a:ext cx="4818797" cy="407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1722453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매 이하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657123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유기농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  조건 설정 시 자동 반영됩니다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조건은 할인 설정 시 자동 반영 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73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7469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6C67-75EF-CF51-216D-4F8CFEB7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EF7755-55B3-3D7D-E757-5B8C9451B746}"/>
              </a:ext>
            </a:extLst>
          </p:cNvPr>
          <p:cNvSpPr/>
          <p:nvPr/>
        </p:nvSpPr>
        <p:spPr>
          <a:xfrm>
            <a:off x="8888029" y="986072"/>
            <a:ext cx="3380919" cy="510328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8D63E6-46D2-47C0-0098-0A7FDD0E31A3}"/>
              </a:ext>
            </a:extLst>
          </p:cNvPr>
          <p:cNvSpPr/>
          <p:nvPr/>
        </p:nvSpPr>
        <p:spPr>
          <a:xfrm>
            <a:off x="5472857" y="992785"/>
            <a:ext cx="3380919" cy="509657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49F8A19-2A73-35F7-46CA-33912278DAA2}"/>
              </a:ext>
            </a:extLst>
          </p:cNvPr>
          <p:cNvCxnSpPr/>
          <p:nvPr/>
        </p:nvCxnSpPr>
        <p:spPr>
          <a:xfrm>
            <a:off x="5377845" y="909268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F29084-BF65-F47D-EE56-4F9A00213689}"/>
              </a:ext>
            </a:extLst>
          </p:cNvPr>
          <p:cNvSpPr txBox="1"/>
          <p:nvPr/>
        </p:nvSpPr>
        <p:spPr>
          <a:xfrm>
            <a:off x="5472857" y="78158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solidFill>
                  <a:srgbClr val="234DD3"/>
                </a:solidFill>
              </a:rPr>
              <a:t>필터 조건 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F2DF6B4-95D3-BC2D-3E32-B51F006786BD}"/>
              </a:ext>
            </a:extLst>
          </p:cNvPr>
          <p:cNvCxnSpPr>
            <a:cxnSpLocks/>
          </p:cNvCxnSpPr>
          <p:nvPr/>
        </p:nvCxnSpPr>
        <p:spPr>
          <a:xfrm flipV="1">
            <a:off x="5482898" y="986073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5BF0F57-CFCA-7F47-B31D-480988865E34}"/>
              </a:ext>
            </a:extLst>
          </p:cNvPr>
          <p:cNvSpPr txBox="1"/>
          <p:nvPr/>
        </p:nvSpPr>
        <p:spPr>
          <a:xfrm>
            <a:off x="5937939" y="791340"/>
            <a:ext cx="18774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 시 사용 할 필터 조건을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81A39CF-7642-DB6B-E4F8-BF43DF6F7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02199"/>
              </p:ext>
            </p:extLst>
          </p:nvPr>
        </p:nvGraphicFramePr>
        <p:xfrm>
          <a:off x="5549686" y="1084916"/>
          <a:ext cx="3199977" cy="805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구분 값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일반 생리대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생리 팬티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73DDD49-13E8-D267-4626-355BDC7A5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001610"/>
              </p:ext>
            </p:extLst>
          </p:nvPr>
        </p:nvGraphicFramePr>
        <p:xfrm>
          <a:off x="5539215" y="1980109"/>
          <a:ext cx="3199977" cy="1620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사이즈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미니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(XS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이하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소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(S)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(M)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154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대</a:t>
                      </a:r>
                      <a:r>
                        <a:rPr lang="en-US" altLang="ko-KR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(L)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927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특대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(XL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이상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197169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혼합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571442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DFDE170-947D-DF1F-FC85-D3A86AB98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911970"/>
              </p:ext>
            </p:extLst>
          </p:nvPr>
        </p:nvGraphicFramePr>
        <p:xfrm>
          <a:off x="8963248" y="1096790"/>
          <a:ext cx="3199977" cy="121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수량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20p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이하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20~50p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821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50~80p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797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80~100p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26440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100p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이상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266873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085D593D-EA17-0513-7262-B38F546A3CBF}"/>
              </a:ext>
            </a:extLst>
          </p:cNvPr>
          <p:cNvSpPr txBox="1"/>
          <p:nvPr/>
        </p:nvSpPr>
        <p:spPr>
          <a:xfrm>
            <a:off x="341441" y="258178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</a:t>
            </a:r>
            <a:endParaRPr lang="ko-KR" altLang="en-US" sz="900" b="1" spc="-15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E03DF20-F410-A74D-7E12-46E75AE2883A}"/>
              </a:ext>
            </a:extLst>
          </p:cNvPr>
          <p:cNvSpPr/>
          <p:nvPr/>
        </p:nvSpPr>
        <p:spPr>
          <a:xfrm>
            <a:off x="4713375" y="2621462"/>
            <a:ext cx="465711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설정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A57E3D-29B4-52E6-84D6-77D9E2C358CA}"/>
              </a:ext>
            </a:extLst>
          </p:cNvPr>
          <p:cNvSpPr txBox="1"/>
          <p:nvPr/>
        </p:nvSpPr>
        <p:spPr>
          <a:xfrm>
            <a:off x="360289" y="251917"/>
            <a:ext cx="2664296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 생리대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생리팬티  공통</a:t>
            </a:r>
            <a:endParaRPr lang="ko-KR" altLang="en-US" sz="900" b="1" spc="-1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DCA474-0130-C962-24F2-1E9AF962F8EB}"/>
              </a:ext>
            </a:extLst>
          </p:cNvPr>
          <p:cNvSpPr txBox="1"/>
          <p:nvPr/>
        </p:nvSpPr>
        <p:spPr>
          <a:xfrm>
            <a:off x="341441" y="885587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필터 조건</a:t>
            </a:r>
            <a:endParaRPr lang="ko-KR" altLang="en-US" sz="900" b="1" spc="-15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0AB1A22-D671-DBE4-D9D3-AD6AA89B10FA}"/>
              </a:ext>
            </a:extLst>
          </p:cNvPr>
          <p:cNvSpPr/>
          <p:nvPr/>
        </p:nvSpPr>
        <p:spPr>
          <a:xfrm>
            <a:off x="4713375" y="908447"/>
            <a:ext cx="465711" cy="165481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 설정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9924E40-A3EE-A0B7-D422-78B913A98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906041"/>
              </p:ext>
            </p:extLst>
          </p:nvPr>
        </p:nvGraphicFramePr>
        <p:xfrm>
          <a:off x="5539215" y="3707209"/>
          <a:ext cx="3199977" cy="141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4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  <a:gridCol w="2796129">
                  <a:extLst>
                    <a:ext uri="{9D8B030D-6E8A-4147-A177-3AD203B41FA5}">
                      <a16:colId xmlns:a16="http://schemas.microsoft.com/office/drawing/2014/main" val="3369806514"/>
                    </a:ext>
                  </a:extLst>
                </a:gridCol>
              </a:tblGrid>
              <a:tr h="174200">
                <a:tc gridSpan="2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생리대 종류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일자형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67162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날개형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96770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체내형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탐폰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154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일반형 오버나이트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92790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팬티형 오버나이트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927141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latin typeface="+mn-ea"/>
                        </a:rPr>
                        <a:t> □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맑은 고딕" panose="020B0503020000020004" pitchFamily="50" charset="-127"/>
                        </a:rPr>
                        <a:t>면생리대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1629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A658565-C056-EF6A-76D7-D61C9D212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74183"/>
              </p:ext>
            </p:extLst>
          </p:nvPr>
        </p:nvGraphicFramePr>
        <p:xfrm>
          <a:off x="360289" y="1136302"/>
          <a:ext cx="4818797" cy="671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1722453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구분 값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사이즈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생리대 종류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수량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유기농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  조건 설정 시 자동 반영됩니다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조건은 할인 설정 시 자동 반영 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7387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DCDF72B-531C-2ABD-9937-0D4A72621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730343"/>
              </p:ext>
            </p:extLst>
          </p:nvPr>
        </p:nvGraphicFramePr>
        <p:xfrm>
          <a:off x="372444" y="2865733"/>
          <a:ext cx="4818797" cy="671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1722453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구분 값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일반 생리대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사이즈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(L)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생리대 종류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날개형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수량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20p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이하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유기농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  조건 설정 시 자동 반영됩니다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혜택 조건은 할인 설정 시 자동 반영 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73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5178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2C87FB3-0051-0CD6-2734-9D5BE9F17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43509"/>
              </p:ext>
            </p:extLst>
          </p:nvPr>
        </p:nvGraphicFramePr>
        <p:xfrm>
          <a:off x="432297" y="683965"/>
          <a:ext cx="3293419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5" name="모서리가 둥근 직사각형 61">
            <a:extLst>
              <a:ext uri="{FF2B5EF4-FFF2-40B4-BE49-F238E27FC236}">
                <a16:creationId xmlns:a16="http://schemas.microsoft.com/office/drawing/2014/main" id="{2A51C23C-1723-354C-031B-FF668B25E0AD}"/>
              </a:ext>
            </a:extLst>
          </p:cNvPr>
          <p:cNvSpPr/>
          <p:nvPr/>
        </p:nvSpPr>
        <p:spPr>
          <a:xfrm>
            <a:off x="1513414" y="725218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설정하기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8EFC9E6-3A03-FEF1-63F2-A9F954A19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787682"/>
              </p:ext>
            </p:extLst>
          </p:nvPr>
        </p:nvGraphicFramePr>
        <p:xfrm>
          <a:off x="432297" y="4716413"/>
          <a:ext cx="3293419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7" name="모서리가 둥근 직사각형 61">
            <a:extLst>
              <a:ext uri="{FF2B5EF4-FFF2-40B4-BE49-F238E27FC236}">
                <a16:creationId xmlns:a16="http://schemas.microsoft.com/office/drawing/2014/main" id="{B89BF145-D6E4-F155-182D-EF7DDAD9DCA7}"/>
              </a:ext>
            </a:extLst>
          </p:cNvPr>
          <p:cNvSpPr/>
          <p:nvPr/>
        </p:nvSpPr>
        <p:spPr>
          <a:xfrm>
            <a:off x="1513414" y="4757666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설정 완료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70607C-1168-5B52-2E07-338D2AEE1D28}"/>
              </a:ext>
            </a:extLst>
          </p:cNvPr>
          <p:cNvSpPr/>
          <p:nvPr/>
        </p:nvSpPr>
        <p:spPr>
          <a:xfrm>
            <a:off x="5149149" y="978310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90850CD-E743-1F10-BA4A-786A8C57B130}"/>
              </a:ext>
            </a:extLst>
          </p:cNvPr>
          <p:cNvCxnSpPr/>
          <p:nvPr/>
        </p:nvCxnSpPr>
        <p:spPr>
          <a:xfrm>
            <a:off x="5101028" y="963851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1A58FCB-B177-43DB-38A4-0E0C4A844CB2}"/>
              </a:ext>
            </a:extLst>
          </p:cNvPr>
          <p:cNvCxnSpPr>
            <a:cxnSpLocks/>
          </p:cNvCxnSpPr>
          <p:nvPr/>
        </p:nvCxnSpPr>
        <p:spPr>
          <a:xfrm flipV="1">
            <a:off x="5178742" y="963852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6128409-57F6-43F1-246E-C60DFA04177F}"/>
              </a:ext>
            </a:extLst>
          </p:cNvPr>
          <p:cNvSpPr txBox="1"/>
          <p:nvPr/>
        </p:nvSpPr>
        <p:spPr>
          <a:xfrm>
            <a:off x="5168701" y="75936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옵션 설정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BAACB1-6FF3-BF99-3195-88CC1531F524}"/>
              </a:ext>
            </a:extLst>
          </p:cNvPr>
          <p:cNvSpPr txBox="1"/>
          <p:nvPr/>
        </p:nvSpPr>
        <p:spPr>
          <a:xfrm>
            <a:off x="5663631" y="765190"/>
            <a:ext cx="1136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옵션을 설정해주세요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083C25F-5F71-9122-834D-637B23DF3313}"/>
              </a:ext>
            </a:extLst>
          </p:cNvPr>
          <p:cNvSpPr/>
          <p:nvPr/>
        </p:nvSpPr>
        <p:spPr>
          <a:xfrm>
            <a:off x="7960945" y="1051752"/>
            <a:ext cx="432047" cy="156578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추가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AB230169-93FC-1B38-7CD5-73E636A22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84032"/>
              </p:ext>
            </p:extLst>
          </p:nvPr>
        </p:nvGraphicFramePr>
        <p:xfrm>
          <a:off x="5245764" y="1258508"/>
          <a:ext cx="3271751" cy="1288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101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1476533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487247">
                  <a:extLst>
                    <a:ext uri="{9D8B030D-6E8A-4147-A177-3AD203B41FA5}">
                      <a16:colId xmlns:a16="http://schemas.microsoft.com/office/drawing/2014/main" val="765616444"/>
                    </a:ext>
                  </a:extLst>
                </a:gridCol>
                <a:gridCol w="504435">
                  <a:extLst>
                    <a:ext uri="{9D8B030D-6E8A-4147-A177-3AD203B41FA5}">
                      <a16:colId xmlns:a16="http://schemas.microsoft.com/office/drawing/2014/main" val="2998480773"/>
                    </a:ext>
                  </a:extLst>
                </a:gridCol>
                <a:gridCol w="504435">
                  <a:extLst>
                    <a:ext uri="{9D8B030D-6E8A-4147-A177-3AD203B41FA5}">
                      <a16:colId xmlns:a16="http://schemas.microsoft.com/office/drawing/2014/main" val="3093757697"/>
                    </a:ext>
                  </a:extLst>
                </a:gridCol>
              </a:tblGrid>
              <a:tr h="2152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추가 금액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여부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옵션  미추가 시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무옵션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상품으로 노출됩니다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646EDE97-4324-0B75-FB08-F0700E91A461}"/>
              </a:ext>
            </a:extLst>
          </p:cNvPr>
          <p:cNvSpPr txBox="1"/>
          <p:nvPr/>
        </p:nvSpPr>
        <p:spPr>
          <a:xfrm>
            <a:off x="5168701" y="2579056"/>
            <a:ext cx="15856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수량은  무제한으로 설정됩니다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1E67010-7C49-56AD-DFD9-87C4BB9F4044}"/>
              </a:ext>
            </a:extLst>
          </p:cNvPr>
          <p:cNvSpPr txBox="1"/>
          <p:nvPr/>
        </p:nvSpPr>
        <p:spPr>
          <a:xfrm>
            <a:off x="368111" y="201927"/>
            <a:ext cx="7048962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옵션 반영</a:t>
            </a:r>
            <a:endParaRPr lang="ko-KR" altLang="en-US" sz="1200" b="1" spc="-150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46B8A996-53E6-D06F-A70C-4C0A56174AAE}"/>
              </a:ext>
            </a:extLst>
          </p:cNvPr>
          <p:cNvSpPr/>
          <p:nvPr/>
        </p:nvSpPr>
        <p:spPr>
          <a:xfrm>
            <a:off x="8597740" y="970563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DA355C90-14AF-2919-1D9C-EE7581DD98D0}"/>
              </a:ext>
            </a:extLst>
          </p:cNvPr>
          <p:cNvCxnSpPr>
            <a:cxnSpLocks/>
          </p:cNvCxnSpPr>
          <p:nvPr/>
        </p:nvCxnSpPr>
        <p:spPr>
          <a:xfrm flipV="1">
            <a:off x="8627333" y="956105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08D68E5A-CA29-ED12-2DAD-6F438DEAFB02}"/>
              </a:ext>
            </a:extLst>
          </p:cNvPr>
          <p:cNvSpPr txBox="1"/>
          <p:nvPr/>
        </p:nvSpPr>
        <p:spPr>
          <a:xfrm>
            <a:off x="8617292" y="751614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옵션 설정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46677BD-FC7C-987F-526E-FE77C6E3007B}"/>
              </a:ext>
            </a:extLst>
          </p:cNvPr>
          <p:cNvSpPr txBox="1"/>
          <p:nvPr/>
        </p:nvSpPr>
        <p:spPr>
          <a:xfrm>
            <a:off x="9112222" y="757443"/>
            <a:ext cx="1136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옵션을 설정해주세요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7F266BEE-3B52-EE2E-32EE-A8EE75FE3B6A}"/>
              </a:ext>
            </a:extLst>
          </p:cNvPr>
          <p:cNvSpPr/>
          <p:nvPr/>
        </p:nvSpPr>
        <p:spPr>
          <a:xfrm>
            <a:off x="11409536" y="1044005"/>
            <a:ext cx="432047" cy="156578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추가</a:t>
            </a:r>
          </a:p>
        </p:txBody>
      </p:sp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F520E5B1-733F-4935-9779-461ED72F6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13066"/>
              </p:ext>
            </p:extLst>
          </p:nvPr>
        </p:nvGraphicFramePr>
        <p:xfrm>
          <a:off x="8694355" y="1250761"/>
          <a:ext cx="3271751" cy="1349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092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1602542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547484">
                  <a:extLst>
                    <a:ext uri="{9D8B030D-6E8A-4147-A177-3AD203B41FA5}">
                      <a16:colId xmlns:a16="http://schemas.microsoft.com/office/drawing/2014/main" val="765616444"/>
                    </a:ext>
                  </a:extLst>
                </a:gridCol>
                <a:gridCol w="444198">
                  <a:extLst>
                    <a:ext uri="{9D8B030D-6E8A-4147-A177-3AD203B41FA5}">
                      <a16:colId xmlns:a16="http://schemas.microsoft.com/office/drawing/2014/main" val="1178052735"/>
                    </a:ext>
                  </a:extLst>
                </a:gridCol>
                <a:gridCol w="504435">
                  <a:extLst>
                    <a:ext uri="{9D8B030D-6E8A-4147-A177-3AD203B41FA5}">
                      <a16:colId xmlns:a16="http://schemas.microsoft.com/office/drawing/2014/main" val="3093757697"/>
                    </a:ext>
                  </a:extLst>
                </a:gridCol>
              </a:tblGrid>
              <a:tr h="2152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옵션명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추가 금액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여부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89669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5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85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5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66104"/>
                  </a:ext>
                </a:extLst>
              </a:tr>
            </a:tbl>
          </a:graphicData>
        </a:graphic>
      </p:graphicFrame>
      <p:sp>
        <p:nvSpPr>
          <p:cNvPr id="100" name="모서리가 둥근 직사각형 65">
            <a:extLst>
              <a:ext uri="{FF2B5EF4-FFF2-40B4-BE49-F238E27FC236}">
                <a16:creationId xmlns:a16="http://schemas.microsoft.com/office/drawing/2014/main" id="{3B086330-49C2-6AD1-A7EB-B86556161863}"/>
              </a:ext>
            </a:extLst>
          </p:cNvPr>
          <p:cNvSpPr/>
          <p:nvPr/>
        </p:nvSpPr>
        <p:spPr>
          <a:xfrm>
            <a:off x="8916609" y="1507770"/>
            <a:ext cx="1453611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모서리가 둥근 직사각형 65">
            <a:extLst>
              <a:ext uri="{FF2B5EF4-FFF2-40B4-BE49-F238E27FC236}">
                <a16:creationId xmlns:a16="http://schemas.microsoft.com/office/drawing/2014/main" id="{EF16AAB3-B2FF-3D5E-32B3-DA99FD249DF0}"/>
              </a:ext>
            </a:extLst>
          </p:cNvPr>
          <p:cNvSpPr/>
          <p:nvPr/>
        </p:nvSpPr>
        <p:spPr>
          <a:xfrm>
            <a:off x="8916609" y="1727354"/>
            <a:ext cx="1453611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모서리가 둥근 직사각형 65">
            <a:extLst>
              <a:ext uri="{FF2B5EF4-FFF2-40B4-BE49-F238E27FC236}">
                <a16:creationId xmlns:a16="http://schemas.microsoft.com/office/drawing/2014/main" id="{368BF24F-9F65-30EF-906A-BDE115EC7D78}"/>
              </a:ext>
            </a:extLst>
          </p:cNvPr>
          <p:cNvSpPr/>
          <p:nvPr/>
        </p:nvSpPr>
        <p:spPr>
          <a:xfrm>
            <a:off x="10523831" y="1736193"/>
            <a:ext cx="432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3" name="모서리가 둥근 직사각형 65">
            <a:extLst>
              <a:ext uri="{FF2B5EF4-FFF2-40B4-BE49-F238E27FC236}">
                <a16:creationId xmlns:a16="http://schemas.microsoft.com/office/drawing/2014/main" id="{6492DCB4-140D-558A-166E-22F39348EA1F}"/>
              </a:ext>
            </a:extLst>
          </p:cNvPr>
          <p:cNvSpPr/>
          <p:nvPr/>
        </p:nvSpPr>
        <p:spPr>
          <a:xfrm>
            <a:off x="8916609" y="1938633"/>
            <a:ext cx="1453611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4" name="모서리가 둥근 직사각형 65">
            <a:extLst>
              <a:ext uri="{FF2B5EF4-FFF2-40B4-BE49-F238E27FC236}">
                <a16:creationId xmlns:a16="http://schemas.microsoft.com/office/drawing/2014/main" id="{6A4AB528-14C1-9835-4AC6-EB761EFB27C1}"/>
              </a:ext>
            </a:extLst>
          </p:cNvPr>
          <p:cNvSpPr/>
          <p:nvPr/>
        </p:nvSpPr>
        <p:spPr>
          <a:xfrm>
            <a:off x="10523831" y="1947472"/>
            <a:ext cx="432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5" name="모서리가 둥근 직사각형 65">
            <a:extLst>
              <a:ext uri="{FF2B5EF4-FFF2-40B4-BE49-F238E27FC236}">
                <a16:creationId xmlns:a16="http://schemas.microsoft.com/office/drawing/2014/main" id="{95854FFC-15A9-764B-9C3E-1DC97A71EAD1}"/>
              </a:ext>
            </a:extLst>
          </p:cNvPr>
          <p:cNvSpPr/>
          <p:nvPr/>
        </p:nvSpPr>
        <p:spPr>
          <a:xfrm>
            <a:off x="8916609" y="2158217"/>
            <a:ext cx="1453611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6" name="모서리가 둥근 직사각형 65">
            <a:extLst>
              <a:ext uri="{FF2B5EF4-FFF2-40B4-BE49-F238E27FC236}">
                <a16:creationId xmlns:a16="http://schemas.microsoft.com/office/drawing/2014/main" id="{C939E4C7-3FAE-9CB4-09A0-D9F52D4738FE}"/>
              </a:ext>
            </a:extLst>
          </p:cNvPr>
          <p:cNvSpPr/>
          <p:nvPr/>
        </p:nvSpPr>
        <p:spPr>
          <a:xfrm>
            <a:off x="10523831" y="2167056"/>
            <a:ext cx="432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7" name="모서리가 둥근 직사각형 65">
            <a:extLst>
              <a:ext uri="{FF2B5EF4-FFF2-40B4-BE49-F238E27FC236}">
                <a16:creationId xmlns:a16="http://schemas.microsoft.com/office/drawing/2014/main" id="{6EC4AF71-F99B-E971-407F-8F16C45E3C3F}"/>
              </a:ext>
            </a:extLst>
          </p:cNvPr>
          <p:cNvSpPr/>
          <p:nvPr/>
        </p:nvSpPr>
        <p:spPr>
          <a:xfrm>
            <a:off x="8916609" y="2395927"/>
            <a:ext cx="1453611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8" name="모서리가 둥근 직사각형 65">
            <a:extLst>
              <a:ext uri="{FF2B5EF4-FFF2-40B4-BE49-F238E27FC236}">
                <a16:creationId xmlns:a16="http://schemas.microsoft.com/office/drawing/2014/main" id="{9F686ACB-B54C-7D2D-F66D-855F0A43CA76}"/>
              </a:ext>
            </a:extLst>
          </p:cNvPr>
          <p:cNvSpPr/>
          <p:nvPr/>
        </p:nvSpPr>
        <p:spPr>
          <a:xfrm>
            <a:off x="10523831" y="2404766"/>
            <a:ext cx="432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9" name="모서리가 둥근 직사각형 65">
            <a:extLst>
              <a:ext uri="{FF2B5EF4-FFF2-40B4-BE49-F238E27FC236}">
                <a16:creationId xmlns:a16="http://schemas.microsoft.com/office/drawing/2014/main" id="{6CB3BB9F-0DBF-5DD4-6381-B715867D47FA}"/>
              </a:ext>
            </a:extLst>
          </p:cNvPr>
          <p:cNvSpPr/>
          <p:nvPr/>
        </p:nvSpPr>
        <p:spPr>
          <a:xfrm>
            <a:off x="10523391" y="1501083"/>
            <a:ext cx="432000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E58779D-B3F0-50B5-FC6D-BD95FF2D1D69}"/>
              </a:ext>
            </a:extLst>
          </p:cNvPr>
          <p:cNvSpPr/>
          <p:nvPr/>
        </p:nvSpPr>
        <p:spPr>
          <a:xfrm>
            <a:off x="11593537" y="1496190"/>
            <a:ext cx="2977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77C2AAF-50CC-9186-FB2E-BA17A3DC8D11}"/>
              </a:ext>
            </a:extLst>
          </p:cNvPr>
          <p:cNvSpPr/>
          <p:nvPr/>
        </p:nvSpPr>
        <p:spPr>
          <a:xfrm>
            <a:off x="11593537" y="1717780"/>
            <a:ext cx="2977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8C1E7B3-4703-9105-A396-C3E00C0F111C}"/>
              </a:ext>
            </a:extLst>
          </p:cNvPr>
          <p:cNvSpPr/>
          <p:nvPr/>
        </p:nvSpPr>
        <p:spPr>
          <a:xfrm>
            <a:off x="11593537" y="1933439"/>
            <a:ext cx="2977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44C4D14-2CD9-433E-4C63-758EB43DDD9F}"/>
              </a:ext>
            </a:extLst>
          </p:cNvPr>
          <p:cNvSpPr/>
          <p:nvPr/>
        </p:nvSpPr>
        <p:spPr>
          <a:xfrm>
            <a:off x="11593537" y="2136552"/>
            <a:ext cx="2977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21825C6-DBBE-B73F-0D3E-9C5507B76E58}"/>
              </a:ext>
            </a:extLst>
          </p:cNvPr>
          <p:cNvSpPr/>
          <p:nvPr/>
        </p:nvSpPr>
        <p:spPr>
          <a:xfrm>
            <a:off x="11593537" y="2359460"/>
            <a:ext cx="2977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590716E-E0B5-229E-BC28-48C6FCB4C4FA}"/>
              </a:ext>
            </a:extLst>
          </p:cNvPr>
          <p:cNvSpPr txBox="1"/>
          <p:nvPr/>
        </p:nvSpPr>
        <p:spPr>
          <a:xfrm>
            <a:off x="8617292" y="2643810"/>
            <a:ext cx="15856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수량은  무제한으로 설정됩니다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AA8F10-BB1F-4449-160E-0877598C8363}"/>
              </a:ext>
            </a:extLst>
          </p:cNvPr>
          <p:cNvSpPr txBox="1"/>
          <p:nvPr/>
        </p:nvSpPr>
        <p:spPr>
          <a:xfrm>
            <a:off x="2021504" y="5022007"/>
            <a:ext cx="2497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번에서 입력 시 데이터 적용 된 화면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6F23067-6DEC-C955-6524-ABA7CF46A71E}"/>
              </a:ext>
            </a:extLst>
          </p:cNvPr>
          <p:cNvSpPr txBox="1"/>
          <p:nvPr/>
        </p:nvSpPr>
        <p:spPr>
          <a:xfrm>
            <a:off x="2135203" y="920080"/>
            <a:ext cx="1447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설정하기 선택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9A95CD8-609D-91E4-00CB-D375AC026D0F}"/>
              </a:ext>
            </a:extLst>
          </p:cNvPr>
          <p:cNvSpPr txBox="1"/>
          <p:nvPr/>
        </p:nvSpPr>
        <p:spPr>
          <a:xfrm>
            <a:off x="6825969" y="3027088"/>
            <a:ext cx="1834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추가 버튼 클릭</a:t>
            </a:r>
            <a:endParaRPr lang="en-US" altLang="ko-KR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옵션이 추가 되지 않은 경우</a:t>
            </a:r>
            <a:endParaRPr lang="en-US" altLang="ko-KR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 버튼 비활성화 처리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A27011B-0DD1-653C-A4EB-94D46F2FCAE7}"/>
              </a:ext>
            </a:extLst>
          </p:cNvPr>
          <p:cNvSpPr txBox="1"/>
          <p:nvPr/>
        </p:nvSpPr>
        <p:spPr>
          <a:xfrm>
            <a:off x="9993610" y="2998556"/>
            <a:ext cx="193514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i="1" spc="-15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옵션명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추가금액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수량 입력</a:t>
            </a:r>
            <a:endParaRPr lang="en-US" altLang="ko-KR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5E74D1-4913-1D74-E992-AB08BCF14B16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옵션 수량 입력 </a:t>
            </a:r>
            <a:r>
              <a:rPr kumimoji="1" lang="en-US" altLang="ko-KR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UI 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추가 반영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모서리가 둥근 직사각형 65">
            <a:extLst>
              <a:ext uri="{FF2B5EF4-FFF2-40B4-BE49-F238E27FC236}">
                <a16:creationId xmlns:a16="http://schemas.microsoft.com/office/drawing/2014/main" id="{BAD901BE-85CA-5838-5DA0-1DBB6421CF46}"/>
              </a:ext>
            </a:extLst>
          </p:cNvPr>
          <p:cNvSpPr/>
          <p:nvPr/>
        </p:nvSpPr>
        <p:spPr>
          <a:xfrm>
            <a:off x="11075614" y="1728545"/>
            <a:ext cx="387889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모서리가 둥근 직사각형 65">
            <a:extLst>
              <a:ext uri="{FF2B5EF4-FFF2-40B4-BE49-F238E27FC236}">
                <a16:creationId xmlns:a16="http://schemas.microsoft.com/office/drawing/2014/main" id="{FA7322E1-F782-56B8-29F5-E74F5871B7DF}"/>
              </a:ext>
            </a:extLst>
          </p:cNvPr>
          <p:cNvSpPr/>
          <p:nvPr/>
        </p:nvSpPr>
        <p:spPr>
          <a:xfrm>
            <a:off x="11075614" y="1939824"/>
            <a:ext cx="387889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모서리가 둥근 직사각형 65">
            <a:extLst>
              <a:ext uri="{FF2B5EF4-FFF2-40B4-BE49-F238E27FC236}">
                <a16:creationId xmlns:a16="http://schemas.microsoft.com/office/drawing/2014/main" id="{484E5522-3319-4DFE-8CC8-16F0417CDB8F}"/>
              </a:ext>
            </a:extLst>
          </p:cNvPr>
          <p:cNvSpPr/>
          <p:nvPr/>
        </p:nvSpPr>
        <p:spPr>
          <a:xfrm>
            <a:off x="11075614" y="2159408"/>
            <a:ext cx="387889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모서리가 둥근 직사각형 65">
            <a:extLst>
              <a:ext uri="{FF2B5EF4-FFF2-40B4-BE49-F238E27FC236}">
                <a16:creationId xmlns:a16="http://schemas.microsoft.com/office/drawing/2014/main" id="{C735E147-C7D5-92B0-40CB-5D1D513B5464}"/>
              </a:ext>
            </a:extLst>
          </p:cNvPr>
          <p:cNvSpPr/>
          <p:nvPr/>
        </p:nvSpPr>
        <p:spPr>
          <a:xfrm>
            <a:off x="11075614" y="2397118"/>
            <a:ext cx="387889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모서리가 둥근 직사각형 65">
            <a:extLst>
              <a:ext uri="{FF2B5EF4-FFF2-40B4-BE49-F238E27FC236}">
                <a16:creationId xmlns:a16="http://schemas.microsoft.com/office/drawing/2014/main" id="{48F7395C-4819-87DA-5229-CFB3BE23B76F}"/>
              </a:ext>
            </a:extLst>
          </p:cNvPr>
          <p:cNvSpPr/>
          <p:nvPr/>
        </p:nvSpPr>
        <p:spPr>
          <a:xfrm>
            <a:off x="11075174" y="1493435"/>
            <a:ext cx="387889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275D12-26B6-6E79-1D59-C69BDCF14DE6}"/>
              </a:ext>
            </a:extLst>
          </p:cNvPr>
          <p:cNvSpPr/>
          <p:nvPr/>
        </p:nvSpPr>
        <p:spPr>
          <a:xfrm>
            <a:off x="11410761" y="2780820"/>
            <a:ext cx="432048" cy="183600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57C0E1-3730-8576-FE7B-2C747C020430}"/>
              </a:ext>
            </a:extLst>
          </p:cNvPr>
          <p:cNvSpPr/>
          <p:nvPr/>
        </p:nvSpPr>
        <p:spPr>
          <a:xfrm>
            <a:off x="7959444" y="2767454"/>
            <a:ext cx="432048" cy="1836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656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17274-CEFE-877C-A67C-741DFE62E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6D7080D9-72F7-D7C7-C641-52284DF59C3E}"/>
              </a:ext>
            </a:extLst>
          </p:cNvPr>
          <p:cNvSpPr txBox="1"/>
          <p:nvPr/>
        </p:nvSpPr>
        <p:spPr>
          <a:xfrm>
            <a:off x="368111" y="201927"/>
            <a:ext cx="2448272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상품정보제공고시 </a:t>
            </a:r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기저귀 상품 케이스</a:t>
            </a:r>
            <a:endParaRPr lang="ko-KR" altLang="en-US" sz="1200" b="1" spc="-15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9E10BC1-A827-DC60-FE93-87FBF5361032}"/>
              </a:ext>
            </a:extLst>
          </p:cNvPr>
          <p:cNvSpPr/>
          <p:nvPr/>
        </p:nvSpPr>
        <p:spPr>
          <a:xfrm>
            <a:off x="5044266" y="827981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715F673-B5AF-8D50-28EC-D5F667E95A21}"/>
              </a:ext>
            </a:extLst>
          </p:cNvPr>
          <p:cNvCxnSpPr/>
          <p:nvPr/>
        </p:nvCxnSpPr>
        <p:spPr>
          <a:xfrm>
            <a:off x="4996145" y="813522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FA3719C6-AE9A-DAA1-A112-379B830681B3}"/>
              </a:ext>
            </a:extLst>
          </p:cNvPr>
          <p:cNvCxnSpPr>
            <a:cxnSpLocks/>
          </p:cNvCxnSpPr>
          <p:nvPr/>
        </p:nvCxnSpPr>
        <p:spPr>
          <a:xfrm flipV="1">
            <a:off x="5073859" y="813523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AD32E12-AE4D-3EE0-83E5-DDB96BBA21CF}"/>
              </a:ext>
            </a:extLst>
          </p:cNvPr>
          <p:cNvSpPr txBox="1"/>
          <p:nvPr/>
        </p:nvSpPr>
        <p:spPr>
          <a:xfrm>
            <a:off x="5063818" y="60903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상품정보고시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70469FC-268E-7221-9E7D-02FE0C41A0C6}"/>
              </a:ext>
            </a:extLst>
          </p:cNvPr>
          <p:cNvSpPr txBox="1"/>
          <p:nvPr/>
        </p:nvSpPr>
        <p:spPr>
          <a:xfrm>
            <a:off x="5693555" y="609032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상품군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 후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정보를 입력해주세요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B3D69D7-780F-882A-91EC-D55BD91CC43C}"/>
              </a:ext>
            </a:extLst>
          </p:cNvPr>
          <p:cNvSpPr txBox="1"/>
          <p:nvPr/>
        </p:nvSpPr>
        <p:spPr>
          <a:xfrm>
            <a:off x="1014942" y="5591542"/>
            <a:ext cx="2888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2,3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번에서 선택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시 데이터 적용 된 화면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FA0DC-752F-7561-8E95-16626373D7CA}"/>
              </a:ext>
            </a:extLst>
          </p:cNvPr>
          <p:cNvSpPr txBox="1"/>
          <p:nvPr/>
        </p:nvSpPr>
        <p:spPr>
          <a:xfrm>
            <a:off x="2135203" y="920080"/>
            <a:ext cx="1717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상품정보고시 선택 클릭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09D37C7-A3DD-570F-2CA7-03523EE80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408699"/>
              </p:ext>
            </p:extLst>
          </p:nvPr>
        </p:nvGraphicFramePr>
        <p:xfrm>
          <a:off x="504307" y="5254317"/>
          <a:ext cx="3233217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709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396508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15" name="모서리가 둥근 직사각형 61">
            <a:extLst>
              <a:ext uri="{FF2B5EF4-FFF2-40B4-BE49-F238E27FC236}">
                <a16:creationId xmlns:a16="http://schemas.microsoft.com/office/drawing/2014/main" id="{DBEFF455-6B62-03F7-22A0-106AF4F14A1D}"/>
              </a:ext>
            </a:extLst>
          </p:cNvPr>
          <p:cNvSpPr/>
          <p:nvPr/>
        </p:nvSpPr>
        <p:spPr>
          <a:xfrm>
            <a:off x="1368401" y="5295570"/>
            <a:ext cx="227372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완료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5044ED8-876E-75E6-5C34-EF709937684B}"/>
              </a:ext>
            </a:extLst>
          </p:cNvPr>
          <p:cNvSpPr txBox="1"/>
          <p:nvPr/>
        </p:nvSpPr>
        <p:spPr>
          <a:xfrm>
            <a:off x="5104798" y="1232380"/>
            <a:ext cx="3105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lain" startAt="2"/>
            </a:pPr>
            <a:r>
              <a:rPr lang="ko-KR" altLang="en-US" sz="1200" i="1" spc="-15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상품군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</a:t>
            </a:r>
            <a:endParaRPr lang="en-US" altLang="ko-KR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AutoNum type="arabicPlain" startAt="2"/>
            </a:pPr>
            <a:endParaRPr lang="en-US" altLang="ko-KR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i="1" spc="-15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상품군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i="1" spc="-15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미선택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좌측 화면은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유지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581EC39-A3E7-A89C-EE83-F9A518BBD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024708"/>
              </p:ext>
            </p:extLst>
          </p:nvPr>
        </p:nvGraphicFramePr>
        <p:xfrm>
          <a:off x="605906" y="1170199"/>
          <a:ext cx="2969595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453852"/>
                  </a:ext>
                </a:extLst>
              </a:tr>
            </a:tbl>
          </a:graphicData>
        </a:graphic>
      </p:graphicFrame>
      <p:sp>
        <p:nvSpPr>
          <p:cNvPr id="18" name="모서리가 둥근 직사각형 61">
            <a:extLst>
              <a:ext uri="{FF2B5EF4-FFF2-40B4-BE49-F238E27FC236}">
                <a16:creationId xmlns:a16="http://schemas.microsoft.com/office/drawing/2014/main" id="{061BF8EE-38D2-87F4-B099-56C0A13A6DB5}"/>
              </a:ext>
            </a:extLst>
          </p:cNvPr>
          <p:cNvSpPr/>
          <p:nvPr/>
        </p:nvSpPr>
        <p:spPr>
          <a:xfrm>
            <a:off x="1348416" y="1218260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28F155CC-E0DC-73FA-6053-284E2924E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10078"/>
              </p:ext>
            </p:extLst>
          </p:nvPr>
        </p:nvGraphicFramePr>
        <p:xfrm>
          <a:off x="5104798" y="920080"/>
          <a:ext cx="3174466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374359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상품군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</a:tbl>
          </a:graphicData>
        </a:graphic>
      </p:graphicFrame>
      <p:sp>
        <p:nvSpPr>
          <p:cNvPr id="26" name="모서리가 둥근 직사각형 61">
            <a:extLst>
              <a:ext uri="{FF2B5EF4-FFF2-40B4-BE49-F238E27FC236}">
                <a16:creationId xmlns:a16="http://schemas.microsoft.com/office/drawing/2014/main" id="{46D101AD-0895-C0D6-6D1E-6806D6C54C6E}"/>
              </a:ext>
            </a:extLst>
          </p:cNvPr>
          <p:cNvSpPr/>
          <p:nvPr/>
        </p:nvSpPr>
        <p:spPr>
          <a:xfrm>
            <a:off x="5947564" y="968039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상품군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선택</a:t>
            </a:r>
          </a:p>
        </p:txBody>
      </p:sp>
      <p:sp>
        <p:nvSpPr>
          <p:cNvPr id="33" name="모서리가 둥근 직사각형 86">
            <a:extLst>
              <a:ext uri="{FF2B5EF4-FFF2-40B4-BE49-F238E27FC236}">
                <a16:creationId xmlns:a16="http://schemas.microsoft.com/office/drawing/2014/main" id="{85B5A90E-A17F-3B69-1AA3-18E7BED8B5A9}"/>
              </a:ext>
            </a:extLst>
          </p:cNvPr>
          <p:cNvSpPr/>
          <p:nvPr/>
        </p:nvSpPr>
        <p:spPr>
          <a:xfrm>
            <a:off x="8102123" y="972736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578A65B-4C81-ABCF-707C-73971B61602D}"/>
              </a:ext>
            </a:extLst>
          </p:cNvPr>
          <p:cNvSpPr/>
          <p:nvPr/>
        </p:nvSpPr>
        <p:spPr>
          <a:xfrm>
            <a:off x="8558632" y="845697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3EB8F0B-AF2A-FE1A-E412-2BC4B6AC3C0E}"/>
              </a:ext>
            </a:extLst>
          </p:cNvPr>
          <p:cNvCxnSpPr>
            <a:cxnSpLocks/>
          </p:cNvCxnSpPr>
          <p:nvPr/>
        </p:nvCxnSpPr>
        <p:spPr>
          <a:xfrm flipV="1">
            <a:off x="8588225" y="831239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35B55F67-5915-F7A3-E4E1-4A6B31FAE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624701"/>
              </p:ext>
            </p:extLst>
          </p:nvPr>
        </p:nvGraphicFramePr>
        <p:xfrm>
          <a:off x="8619164" y="937796"/>
          <a:ext cx="3174466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374359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상품군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</a:tbl>
          </a:graphicData>
        </a:graphic>
      </p:graphicFrame>
      <p:sp>
        <p:nvSpPr>
          <p:cNvPr id="59" name="모서리가 둥근 직사각형 61">
            <a:extLst>
              <a:ext uri="{FF2B5EF4-FFF2-40B4-BE49-F238E27FC236}">
                <a16:creationId xmlns:a16="http://schemas.microsoft.com/office/drawing/2014/main" id="{0834349D-6608-F15B-9D84-912251B3BEF8}"/>
              </a:ext>
            </a:extLst>
          </p:cNvPr>
          <p:cNvSpPr/>
          <p:nvPr/>
        </p:nvSpPr>
        <p:spPr>
          <a:xfrm>
            <a:off x="9461930" y="985755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기저귀</a:t>
            </a:r>
          </a:p>
        </p:txBody>
      </p:sp>
      <p:sp>
        <p:nvSpPr>
          <p:cNvPr id="60" name="모서리가 둥근 직사각형 86">
            <a:extLst>
              <a:ext uri="{FF2B5EF4-FFF2-40B4-BE49-F238E27FC236}">
                <a16:creationId xmlns:a16="http://schemas.microsoft.com/office/drawing/2014/main" id="{8C810B5A-E046-A5AA-821F-06A581212629}"/>
              </a:ext>
            </a:extLst>
          </p:cNvPr>
          <p:cNvSpPr/>
          <p:nvPr/>
        </p:nvSpPr>
        <p:spPr>
          <a:xfrm>
            <a:off x="11616489" y="99045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FAB9B73C-1FA7-C3E8-5884-ABB82FB3E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811752"/>
              </p:ext>
            </p:extLst>
          </p:nvPr>
        </p:nvGraphicFramePr>
        <p:xfrm>
          <a:off x="8615140" y="1275256"/>
          <a:ext cx="3190279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13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386148">
                  <a:extLst>
                    <a:ext uri="{9D8B030D-6E8A-4147-A177-3AD203B41FA5}">
                      <a16:colId xmlns:a16="http://schemas.microsoft.com/office/drawing/2014/main" val="213821483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모델명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32622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395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982308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상품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50101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크기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중량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8254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사용 대상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체중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7874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재질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원재료 및 함량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85978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주요 소재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KC 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인증정보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93849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사용상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287152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품질 보증 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003"/>
                  </a:ext>
                </a:extLst>
              </a:tr>
            </a:tbl>
          </a:graphicData>
        </a:graphic>
      </p:graphicFrame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984D47AC-E624-CB31-9AE0-CA07385736D6}"/>
              </a:ext>
            </a:extLst>
          </p:cNvPr>
          <p:cNvSpPr/>
          <p:nvPr/>
        </p:nvSpPr>
        <p:spPr>
          <a:xfrm>
            <a:off x="9459786" y="1294236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3" name="모서리가 둥근 직사각형 61">
            <a:extLst>
              <a:ext uri="{FF2B5EF4-FFF2-40B4-BE49-F238E27FC236}">
                <a16:creationId xmlns:a16="http://schemas.microsoft.com/office/drawing/2014/main" id="{1BA222E7-76C8-0659-C0D4-DE683DE4BC99}"/>
              </a:ext>
            </a:extLst>
          </p:cNvPr>
          <p:cNvSpPr/>
          <p:nvPr/>
        </p:nvSpPr>
        <p:spPr>
          <a:xfrm>
            <a:off x="9461930" y="1530211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4" name="모서리가 둥근 직사각형 61">
            <a:extLst>
              <a:ext uri="{FF2B5EF4-FFF2-40B4-BE49-F238E27FC236}">
                <a16:creationId xmlns:a16="http://schemas.microsoft.com/office/drawing/2014/main" id="{D8F0CC74-8876-CB49-3F8A-1FF4EEE763D6}"/>
              </a:ext>
            </a:extLst>
          </p:cNvPr>
          <p:cNvSpPr/>
          <p:nvPr/>
        </p:nvSpPr>
        <p:spPr>
          <a:xfrm>
            <a:off x="9459786" y="1746583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5" name="모서리가 둥근 직사각형 61">
            <a:extLst>
              <a:ext uri="{FF2B5EF4-FFF2-40B4-BE49-F238E27FC236}">
                <a16:creationId xmlns:a16="http://schemas.microsoft.com/office/drawing/2014/main" id="{571445A5-1E75-1B6C-0681-5FF86567F5C6}"/>
              </a:ext>
            </a:extLst>
          </p:cNvPr>
          <p:cNvSpPr/>
          <p:nvPr/>
        </p:nvSpPr>
        <p:spPr>
          <a:xfrm>
            <a:off x="9459786" y="1942097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모서리가 둥근 직사각형 61">
            <a:extLst>
              <a:ext uri="{FF2B5EF4-FFF2-40B4-BE49-F238E27FC236}">
                <a16:creationId xmlns:a16="http://schemas.microsoft.com/office/drawing/2014/main" id="{E5A8E282-897F-5A81-CEC9-2ACD65496B80}"/>
              </a:ext>
            </a:extLst>
          </p:cNvPr>
          <p:cNvSpPr/>
          <p:nvPr/>
        </p:nvSpPr>
        <p:spPr>
          <a:xfrm>
            <a:off x="9459786" y="2159104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7" name="모서리가 둥근 직사각형 61">
            <a:extLst>
              <a:ext uri="{FF2B5EF4-FFF2-40B4-BE49-F238E27FC236}">
                <a16:creationId xmlns:a16="http://schemas.microsoft.com/office/drawing/2014/main" id="{8AB3FC2F-F044-97E2-C275-0E1217726C41}"/>
              </a:ext>
            </a:extLst>
          </p:cNvPr>
          <p:cNvSpPr/>
          <p:nvPr/>
        </p:nvSpPr>
        <p:spPr>
          <a:xfrm>
            <a:off x="9459786" y="2373586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9" name="모서리가 둥근 직사각형 61">
            <a:extLst>
              <a:ext uri="{FF2B5EF4-FFF2-40B4-BE49-F238E27FC236}">
                <a16:creationId xmlns:a16="http://schemas.microsoft.com/office/drawing/2014/main" id="{367D98A0-FB57-3F12-A92C-E62C7B1B9AAC}"/>
              </a:ext>
            </a:extLst>
          </p:cNvPr>
          <p:cNvSpPr/>
          <p:nvPr/>
        </p:nvSpPr>
        <p:spPr>
          <a:xfrm>
            <a:off x="9459786" y="2586047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2" name="모서리가 둥근 직사각형 61">
            <a:extLst>
              <a:ext uri="{FF2B5EF4-FFF2-40B4-BE49-F238E27FC236}">
                <a16:creationId xmlns:a16="http://schemas.microsoft.com/office/drawing/2014/main" id="{DD8E8841-3ABC-5683-B2AB-4A92DC7A86CC}"/>
              </a:ext>
            </a:extLst>
          </p:cNvPr>
          <p:cNvSpPr/>
          <p:nvPr/>
        </p:nvSpPr>
        <p:spPr>
          <a:xfrm>
            <a:off x="9461930" y="2822022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3" name="모서리가 둥근 직사각형 61">
            <a:extLst>
              <a:ext uri="{FF2B5EF4-FFF2-40B4-BE49-F238E27FC236}">
                <a16:creationId xmlns:a16="http://schemas.microsoft.com/office/drawing/2014/main" id="{86D3E82E-CB8A-9B2B-C43C-64FE94A20A90}"/>
              </a:ext>
            </a:extLst>
          </p:cNvPr>
          <p:cNvSpPr/>
          <p:nvPr/>
        </p:nvSpPr>
        <p:spPr>
          <a:xfrm>
            <a:off x="9459786" y="3038394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4" name="모서리가 둥근 직사각형 61">
            <a:extLst>
              <a:ext uri="{FF2B5EF4-FFF2-40B4-BE49-F238E27FC236}">
                <a16:creationId xmlns:a16="http://schemas.microsoft.com/office/drawing/2014/main" id="{12011DBC-1499-F30A-314D-E456A8079E30}"/>
              </a:ext>
            </a:extLst>
          </p:cNvPr>
          <p:cNvSpPr/>
          <p:nvPr/>
        </p:nvSpPr>
        <p:spPr>
          <a:xfrm>
            <a:off x="9459786" y="3233908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7" name="모서리가 둥근 직사각형 61">
            <a:extLst>
              <a:ext uri="{FF2B5EF4-FFF2-40B4-BE49-F238E27FC236}">
                <a16:creationId xmlns:a16="http://schemas.microsoft.com/office/drawing/2014/main" id="{102E9EFB-BEDC-2A97-EFC4-173B924F2B04}"/>
              </a:ext>
            </a:extLst>
          </p:cNvPr>
          <p:cNvSpPr/>
          <p:nvPr/>
        </p:nvSpPr>
        <p:spPr>
          <a:xfrm>
            <a:off x="9459786" y="3450915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모서리가 둥근 직사각형 61">
            <a:extLst>
              <a:ext uri="{FF2B5EF4-FFF2-40B4-BE49-F238E27FC236}">
                <a16:creationId xmlns:a16="http://schemas.microsoft.com/office/drawing/2014/main" id="{74B9FDF4-B782-A5D7-8356-672224F75454}"/>
              </a:ext>
            </a:extLst>
          </p:cNvPr>
          <p:cNvSpPr/>
          <p:nvPr/>
        </p:nvSpPr>
        <p:spPr>
          <a:xfrm>
            <a:off x="9459786" y="3665397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모서리가 둥근 직사각형 61">
            <a:extLst>
              <a:ext uri="{FF2B5EF4-FFF2-40B4-BE49-F238E27FC236}">
                <a16:creationId xmlns:a16="http://schemas.microsoft.com/office/drawing/2014/main" id="{C0A3538A-71F8-3E09-DC00-9C9BE97D0F3F}"/>
              </a:ext>
            </a:extLst>
          </p:cNvPr>
          <p:cNvSpPr/>
          <p:nvPr/>
        </p:nvSpPr>
        <p:spPr>
          <a:xfrm>
            <a:off x="9455506" y="3854782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0" name="모서리가 둥근 직사각형 61">
            <a:extLst>
              <a:ext uri="{FF2B5EF4-FFF2-40B4-BE49-F238E27FC236}">
                <a16:creationId xmlns:a16="http://schemas.microsoft.com/office/drawing/2014/main" id="{09EE733A-2E31-9DAD-B736-BBE7CA4C69D5}"/>
              </a:ext>
            </a:extLst>
          </p:cNvPr>
          <p:cNvSpPr/>
          <p:nvPr/>
        </p:nvSpPr>
        <p:spPr>
          <a:xfrm>
            <a:off x="9455506" y="4071789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1" name="모서리가 둥근 직사각형 61">
            <a:extLst>
              <a:ext uri="{FF2B5EF4-FFF2-40B4-BE49-F238E27FC236}">
                <a16:creationId xmlns:a16="http://schemas.microsoft.com/office/drawing/2014/main" id="{A6B4F768-7C02-9058-D6BB-9792E68D29B8}"/>
              </a:ext>
            </a:extLst>
          </p:cNvPr>
          <p:cNvSpPr/>
          <p:nvPr/>
        </p:nvSpPr>
        <p:spPr>
          <a:xfrm>
            <a:off x="9455506" y="4286271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054B0C8-2455-8FCC-2271-5826663C8656}"/>
              </a:ext>
            </a:extLst>
          </p:cNvPr>
          <p:cNvSpPr txBox="1"/>
          <p:nvPr/>
        </p:nvSpPr>
        <p:spPr>
          <a:xfrm>
            <a:off x="8540502" y="4475656"/>
            <a:ext cx="2444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 미 입력 시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 참고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문구로 자동 등록됩니다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6697E81-8582-3974-7FE7-9BD7AE6E8409}"/>
              </a:ext>
            </a:extLst>
          </p:cNvPr>
          <p:cNvSpPr/>
          <p:nvPr/>
        </p:nvSpPr>
        <p:spPr>
          <a:xfrm>
            <a:off x="8558633" y="2104495"/>
            <a:ext cx="3308910" cy="484901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FEE1193-C3C2-2464-72FC-F72E283207F4}"/>
              </a:ext>
            </a:extLst>
          </p:cNvPr>
          <p:cNvSpPr/>
          <p:nvPr/>
        </p:nvSpPr>
        <p:spPr>
          <a:xfrm>
            <a:off x="11373371" y="4670722"/>
            <a:ext cx="432048" cy="183600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190081-F6B0-D428-2FE3-2ACEA214C45D}"/>
              </a:ext>
            </a:extLst>
          </p:cNvPr>
          <p:cNvSpPr txBox="1"/>
          <p:nvPr/>
        </p:nvSpPr>
        <p:spPr>
          <a:xfrm>
            <a:off x="8662965" y="4950825"/>
            <a:ext cx="306045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선택된 제조업체 체크 후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국내산일 경우 </a:t>
            </a:r>
            <a:r>
              <a:rPr lang="ko-KR" altLang="en-US" sz="1200" i="1" spc="-15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수입사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수입사소재지 정보 </a:t>
            </a:r>
            <a:r>
              <a:rPr lang="ko-KR" altLang="en-US" sz="1200" i="1" spc="-15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비출력</a:t>
            </a:r>
            <a:endParaRPr lang="ko-KR" altLang="en-US" sz="1200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61172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C0B4AC-F61F-710B-E892-E4A8CCC62B63}"/>
              </a:ext>
            </a:extLst>
          </p:cNvPr>
          <p:cNvSpPr txBox="1"/>
          <p:nvPr/>
        </p:nvSpPr>
        <p:spPr>
          <a:xfrm>
            <a:off x="368111" y="201927"/>
            <a:ext cx="568081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상품정보제공고시 </a:t>
            </a:r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국내 분유</a:t>
            </a:r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수입분유</a:t>
            </a:r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생리대</a:t>
            </a:r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생리팬티 상품 케이스 </a:t>
            </a:r>
            <a:endParaRPr lang="ko-KR" altLang="en-US" sz="1200" b="1" spc="-15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A83294-E727-D51F-90DE-CACE53DEBB20}"/>
              </a:ext>
            </a:extLst>
          </p:cNvPr>
          <p:cNvSpPr/>
          <p:nvPr/>
        </p:nvSpPr>
        <p:spPr>
          <a:xfrm>
            <a:off x="504305" y="903625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364CB7D-B39B-EBCB-FFF0-E81232BF96E8}"/>
              </a:ext>
            </a:extLst>
          </p:cNvPr>
          <p:cNvCxnSpPr>
            <a:cxnSpLocks/>
          </p:cNvCxnSpPr>
          <p:nvPr/>
        </p:nvCxnSpPr>
        <p:spPr>
          <a:xfrm flipV="1">
            <a:off x="533898" y="889167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0C0B15B-F6B6-22D5-A674-4DE9385E8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393350"/>
              </p:ext>
            </p:extLst>
          </p:nvPr>
        </p:nvGraphicFramePr>
        <p:xfrm>
          <a:off x="564837" y="995724"/>
          <a:ext cx="3174466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374359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상품군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</a:tbl>
          </a:graphicData>
        </a:graphic>
      </p:graphicFrame>
      <p:sp>
        <p:nvSpPr>
          <p:cNvPr id="6" name="모서리가 둥근 직사각형 61">
            <a:extLst>
              <a:ext uri="{FF2B5EF4-FFF2-40B4-BE49-F238E27FC236}">
                <a16:creationId xmlns:a16="http://schemas.microsoft.com/office/drawing/2014/main" id="{285CD9B8-7C7B-0C20-E25C-C21662263802}"/>
              </a:ext>
            </a:extLst>
          </p:cNvPr>
          <p:cNvSpPr/>
          <p:nvPr/>
        </p:nvSpPr>
        <p:spPr>
          <a:xfrm>
            <a:off x="1407603" y="1043683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국내 분유</a:t>
            </a:r>
          </a:p>
        </p:txBody>
      </p:sp>
      <p:sp>
        <p:nvSpPr>
          <p:cNvPr id="7" name="모서리가 둥근 직사각형 86">
            <a:extLst>
              <a:ext uri="{FF2B5EF4-FFF2-40B4-BE49-F238E27FC236}">
                <a16:creationId xmlns:a16="http://schemas.microsoft.com/office/drawing/2014/main" id="{59562D8D-0BC5-A4CD-D0BC-94A309908437}"/>
              </a:ext>
            </a:extLst>
          </p:cNvPr>
          <p:cNvSpPr/>
          <p:nvPr/>
        </p:nvSpPr>
        <p:spPr>
          <a:xfrm>
            <a:off x="3562162" y="104838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C60082-A588-7155-0CB9-16933305366E}"/>
              </a:ext>
            </a:extLst>
          </p:cNvPr>
          <p:cNvSpPr txBox="1"/>
          <p:nvPr/>
        </p:nvSpPr>
        <p:spPr>
          <a:xfrm>
            <a:off x="525405" y="4697211"/>
            <a:ext cx="2444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 미 입력 시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 참고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문구로 자동 등록됩니다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1FC3487-D2DB-88A9-41D0-ABAD2D74C13C}"/>
              </a:ext>
            </a:extLst>
          </p:cNvPr>
          <p:cNvSpPr/>
          <p:nvPr/>
        </p:nvSpPr>
        <p:spPr>
          <a:xfrm>
            <a:off x="3320636" y="4723139"/>
            <a:ext cx="432048" cy="183600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CAC26D9A-355E-6719-0185-358B91F91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000239"/>
              </p:ext>
            </p:extLst>
          </p:nvPr>
        </p:nvGraphicFramePr>
        <p:xfrm>
          <a:off x="564837" y="1352164"/>
          <a:ext cx="3307834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2132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25702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endParaRPr lang="en-US" altLang="ko-KR" sz="700" b="0" spc="-15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007D6784-4863-2A0D-BCF8-F59BFAA193DE}"/>
              </a:ext>
            </a:extLst>
          </p:cNvPr>
          <p:cNvSpPr/>
          <p:nvPr/>
        </p:nvSpPr>
        <p:spPr>
          <a:xfrm>
            <a:off x="1696836" y="1370999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모서리가 둥근 직사각형 61">
            <a:extLst>
              <a:ext uri="{FF2B5EF4-FFF2-40B4-BE49-F238E27FC236}">
                <a16:creationId xmlns:a16="http://schemas.microsoft.com/office/drawing/2014/main" id="{AEB5A091-3015-4ACB-F8AF-95C362CAAA0D}"/>
              </a:ext>
            </a:extLst>
          </p:cNvPr>
          <p:cNvSpPr/>
          <p:nvPr/>
        </p:nvSpPr>
        <p:spPr>
          <a:xfrm>
            <a:off x="1692852" y="1576942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502C716A-C136-09B8-0A1C-83FBC94AC9EF}"/>
              </a:ext>
            </a:extLst>
          </p:cNvPr>
          <p:cNvSpPr/>
          <p:nvPr/>
        </p:nvSpPr>
        <p:spPr>
          <a:xfrm>
            <a:off x="1692852" y="1795163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824B306C-D3EA-EFA7-179B-00100B1D8AAF}"/>
              </a:ext>
            </a:extLst>
          </p:cNvPr>
          <p:cNvSpPr/>
          <p:nvPr/>
        </p:nvSpPr>
        <p:spPr>
          <a:xfrm>
            <a:off x="1692852" y="2011535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모서리가 둥근 직사각형 61">
            <a:extLst>
              <a:ext uri="{FF2B5EF4-FFF2-40B4-BE49-F238E27FC236}">
                <a16:creationId xmlns:a16="http://schemas.microsoft.com/office/drawing/2014/main" id="{3828C16A-E63E-AC4A-0C31-C93EA3366809}"/>
              </a:ext>
            </a:extLst>
          </p:cNvPr>
          <p:cNvSpPr/>
          <p:nvPr/>
        </p:nvSpPr>
        <p:spPr>
          <a:xfrm>
            <a:off x="1696056" y="2223759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모서리가 둥근 직사각형 61">
            <a:extLst>
              <a:ext uri="{FF2B5EF4-FFF2-40B4-BE49-F238E27FC236}">
                <a16:creationId xmlns:a16="http://schemas.microsoft.com/office/drawing/2014/main" id="{2E574608-A011-5DF5-E274-32C855C5A82A}"/>
              </a:ext>
            </a:extLst>
          </p:cNvPr>
          <p:cNvSpPr/>
          <p:nvPr/>
        </p:nvSpPr>
        <p:spPr>
          <a:xfrm>
            <a:off x="1692852" y="2443555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모서리가 둥근 직사각형 61">
            <a:extLst>
              <a:ext uri="{FF2B5EF4-FFF2-40B4-BE49-F238E27FC236}">
                <a16:creationId xmlns:a16="http://schemas.microsoft.com/office/drawing/2014/main" id="{201D45B5-83B9-7CBF-D2CA-EEFF407A5EDF}"/>
              </a:ext>
            </a:extLst>
          </p:cNvPr>
          <p:cNvSpPr/>
          <p:nvPr/>
        </p:nvSpPr>
        <p:spPr>
          <a:xfrm>
            <a:off x="1692852" y="2662810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모서리가 둥근 직사각형 61">
            <a:extLst>
              <a:ext uri="{FF2B5EF4-FFF2-40B4-BE49-F238E27FC236}">
                <a16:creationId xmlns:a16="http://schemas.microsoft.com/office/drawing/2014/main" id="{C9F8012E-0C74-FBAE-ED5F-2F2BD93A5F38}"/>
              </a:ext>
            </a:extLst>
          </p:cNvPr>
          <p:cNvSpPr/>
          <p:nvPr/>
        </p:nvSpPr>
        <p:spPr>
          <a:xfrm>
            <a:off x="1692852" y="2865127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모서리가 둥근 직사각형 61">
            <a:extLst>
              <a:ext uri="{FF2B5EF4-FFF2-40B4-BE49-F238E27FC236}">
                <a16:creationId xmlns:a16="http://schemas.microsoft.com/office/drawing/2014/main" id="{CDF53C61-E933-3956-30E5-6548A8162E28}"/>
              </a:ext>
            </a:extLst>
          </p:cNvPr>
          <p:cNvSpPr/>
          <p:nvPr/>
        </p:nvSpPr>
        <p:spPr>
          <a:xfrm>
            <a:off x="1693083" y="3080382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모서리가 둥근 직사각형 61">
            <a:extLst>
              <a:ext uri="{FF2B5EF4-FFF2-40B4-BE49-F238E27FC236}">
                <a16:creationId xmlns:a16="http://schemas.microsoft.com/office/drawing/2014/main" id="{0B0C1C5C-4587-3301-C3B7-B8DEC30B1C68}"/>
              </a:ext>
            </a:extLst>
          </p:cNvPr>
          <p:cNvSpPr/>
          <p:nvPr/>
        </p:nvSpPr>
        <p:spPr>
          <a:xfrm>
            <a:off x="1692851" y="3297709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모서리가 둥근 직사각형 61">
            <a:extLst>
              <a:ext uri="{FF2B5EF4-FFF2-40B4-BE49-F238E27FC236}">
                <a16:creationId xmlns:a16="http://schemas.microsoft.com/office/drawing/2014/main" id="{6FB1343F-A39F-6A95-3687-9E4E91E2AD65}"/>
              </a:ext>
            </a:extLst>
          </p:cNvPr>
          <p:cNvSpPr/>
          <p:nvPr/>
        </p:nvSpPr>
        <p:spPr>
          <a:xfrm>
            <a:off x="1692851" y="3520089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모서리가 둥근 직사각형 61">
            <a:extLst>
              <a:ext uri="{FF2B5EF4-FFF2-40B4-BE49-F238E27FC236}">
                <a16:creationId xmlns:a16="http://schemas.microsoft.com/office/drawing/2014/main" id="{D01962D9-EDDA-8E04-F663-43B47FD6004F}"/>
              </a:ext>
            </a:extLst>
          </p:cNvPr>
          <p:cNvSpPr/>
          <p:nvPr/>
        </p:nvSpPr>
        <p:spPr>
          <a:xfrm>
            <a:off x="1693083" y="3742469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모서리가 둥근 직사각형 61">
            <a:extLst>
              <a:ext uri="{FF2B5EF4-FFF2-40B4-BE49-F238E27FC236}">
                <a16:creationId xmlns:a16="http://schemas.microsoft.com/office/drawing/2014/main" id="{99F0E947-4F3F-B56E-D16D-3241B776F586}"/>
              </a:ext>
            </a:extLst>
          </p:cNvPr>
          <p:cNvSpPr/>
          <p:nvPr/>
        </p:nvSpPr>
        <p:spPr>
          <a:xfrm>
            <a:off x="1692851" y="3978303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모서리가 둥근 직사각형 61">
            <a:extLst>
              <a:ext uri="{FF2B5EF4-FFF2-40B4-BE49-F238E27FC236}">
                <a16:creationId xmlns:a16="http://schemas.microsoft.com/office/drawing/2014/main" id="{E7F751C4-E6B5-59A5-7E9A-D86EA2275B4A}"/>
              </a:ext>
            </a:extLst>
          </p:cNvPr>
          <p:cNvSpPr/>
          <p:nvPr/>
        </p:nvSpPr>
        <p:spPr>
          <a:xfrm>
            <a:off x="1704345" y="4237438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9" name="모서리가 둥근 직사각형 61">
            <a:extLst>
              <a:ext uri="{FF2B5EF4-FFF2-40B4-BE49-F238E27FC236}">
                <a16:creationId xmlns:a16="http://schemas.microsoft.com/office/drawing/2014/main" id="{55997C89-6FA4-1309-FC7E-7946C7CE84F3}"/>
              </a:ext>
            </a:extLst>
          </p:cNvPr>
          <p:cNvSpPr/>
          <p:nvPr/>
        </p:nvSpPr>
        <p:spPr>
          <a:xfrm>
            <a:off x="1704345" y="4462412"/>
            <a:ext cx="204246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BAC7E9-D1AA-FAF2-FD88-2271ECDF0567}"/>
              </a:ext>
            </a:extLst>
          </p:cNvPr>
          <p:cNvSpPr txBox="1"/>
          <p:nvPr/>
        </p:nvSpPr>
        <p:spPr>
          <a:xfrm>
            <a:off x="441760" y="534356"/>
            <a:ext cx="64810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spc="-150" dirty="0">
                <a:latin typeface="+mn-ea"/>
              </a:rPr>
              <a:t>(</a:t>
            </a:r>
            <a:r>
              <a:rPr lang="ko-KR" altLang="en-US" sz="800" b="1" spc="-150" dirty="0">
                <a:latin typeface="+mn-ea"/>
              </a:rPr>
              <a:t>특수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액상 분유 카테고리는 수입여부에 따라 국내</a:t>
            </a:r>
            <a:r>
              <a:rPr lang="en-US" altLang="ko-KR" sz="800" b="1" spc="-150" dirty="0">
                <a:latin typeface="+mn-ea"/>
              </a:rPr>
              <a:t> </a:t>
            </a:r>
            <a:r>
              <a:rPr lang="ko-KR" altLang="en-US" sz="800" b="1" spc="-150" dirty="0">
                <a:latin typeface="+mn-ea"/>
              </a:rPr>
              <a:t>또는 수입 정보고시 정보를 사용</a:t>
            </a:r>
            <a:r>
              <a:rPr lang="en-US" altLang="ko-KR" sz="800" b="1" spc="-150" dirty="0">
                <a:latin typeface="+mn-ea"/>
              </a:rPr>
              <a:t>) </a:t>
            </a:r>
            <a:endParaRPr lang="ko-KR" altLang="en-US" sz="8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30D858C-174E-320C-1FF6-C3552FF2466E}"/>
              </a:ext>
            </a:extLst>
          </p:cNvPr>
          <p:cNvSpPr/>
          <p:nvPr/>
        </p:nvSpPr>
        <p:spPr>
          <a:xfrm>
            <a:off x="3964781" y="903625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5F66858C-BCB6-885C-AE22-155BA25FDEF3}"/>
              </a:ext>
            </a:extLst>
          </p:cNvPr>
          <p:cNvCxnSpPr>
            <a:cxnSpLocks/>
          </p:cNvCxnSpPr>
          <p:nvPr/>
        </p:nvCxnSpPr>
        <p:spPr>
          <a:xfrm flipV="1">
            <a:off x="3994374" y="889167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00EFC780-2C03-964A-D544-FE694CDC6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016442"/>
              </p:ext>
            </p:extLst>
          </p:nvPr>
        </p:nvGraphicFramePr>
        <p:xfrm>
          <a:off x="4025313" y="995724"/>
          <a:ext cx="3174466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374359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상품군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</a:tbl>
          </a:graphicData>
        </a:graphic>
      </p:graphicFrame>
      <p:sp>
        <p:nvSpPr>
          <p:cNvPr id="65" name="모서리가 둥근 직사각형 61">
            <a:extLst>
              <a:ext uri="{FF2B5EF4-FFF2-40B4-BE49-F238E27FC236}">
                <a16:creationId xmlns:a16="http://schemas.microsoft.com/office/drawing/2014/main" id="{0EFB11F7-45F7-FCA1-BF0B-2809116B2499}"/>
              </a:ext>
            </a:extLst>
          </p:cNvPr>
          <p:cNvSpPr/>
          <p:nvPr/>
        </p:nvSpPr>
        <p:spPr>
          <a:xfrm>
            <a:off x="4868079" y="1043683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수입 분유</a:t>
            </a:r>
          </a:p>
        </p:txBody>
      </p:sp>
      <p:sp>
        <p:nvSpPr>
          <p:cNvPr id="66" name="모서리가 둥근 직사각형 86">
            <a:extLst>
              <a:ext uri="{FF2B5EF4-FFF2-40B4-BE49-F238E27FC236}">
                <a16:creationId xmlns:a16="http://schemas.microsoft.com/office/drawing/2014/main" id="{EC04152F-1B9A-3AC8-CBB1-8063124EC5F1}"/>
              </a:ext>
            </a:extLst>
          </p:cNvPr>
          <p:cNvSpPr/>
          <p:nvPr/>
        </p:nvSpPr>
        <p:spPr>
          <a:xfrm>
            <a:off x="7022638" y="104838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D82C1A-6912-CAC5-E4C7-0AE56D75D209}"/>
              </a:ext>
            </a:extLst>
          </p:cNvPr>
          <p:cNvSpPr txBox="1"/>
          <p:nvPr/>
        </p:nvSpPr>
        <p:spPr>
          <a:xfrm>
            <a:off x="3986139" y="5391948"/>
            <a:ext cx="2444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 미 입력 시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 참고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문구로 자동 등록됩니다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51C07A8-85F7-D675-CC85-0C67BF44295D}"/>
              </a:ext>
            </a:extLst>
          </p:cNvPr>
          <p:cNvSpPr/>
          <p:nvPr/>
        </p:nvSpPr>
        <p:spPr>
          <a:xfrm>
            <a:off x="6883233" y="5407870"/>
            <a:ext cx="432048" cy="183600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17D067BF-FEDE-DF7D-6937-BF47B0185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13855"/>
              </p:ext>
            </p:extLst>
          </p:nvPr>
        </p:nvGraphicFramePr>
        <p:xfrm>
          <a:off x="4013769" y="1340868"/>
          <a:ext cx="3331931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5006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316925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식품 유형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제조연월일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소비기한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내용량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0351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83094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원재료명 및 함량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405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영양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47643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섭취시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유전자재조합 식품여부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817763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부작용 발생 기능성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영유아식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체줄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조절 식품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2590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식품위생법에 따른 </a:t>
                      </a:r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수입신고필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여부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8238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96" name="모서리가 둥근 직사각형 61">
            <a:extLst>
              <a:ext uri="{FF2B5EF4-FFF2-40B4-BE49-F238E27FC236}">
                <a16:creationId xmlns:a16="http://schemas.microsoft.com/office/drawing/2014/main" id="{C699E918-C6D0-D89D-D44C-5138F5845C9F}"/>
              </a:ext>
            </a:extLst>
          </p:cNvPr>
          <p:cNvSpPr/>
          <p:nvPr/>
        </p:nvSpPr>
        <p:spPr>
          <a:xfrm>
            <a:off x="5050560" y="1357375"/>
            <a:ext cx="227025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8" name="모서리가 둥근 직사각형 61">
            <a:extLst>
              <a:ext uri="{FF2B5EF4-FFF2-40B4-BE49-F238E27FC236}">
                <a16:creationId xmlns:a16="http://schemas.microsoft.com/office/drawing/2014/main" id="{AD6CACAD-5578-E1EF-A20A-03B66F490F9E}"/>
              </a:ext>
            </a:extLst>
          </p:cNvPr>
          <p:cNvSpPr/>
          <p:nvPr/>
        </p:nvSpPr>
        <p:spPr>
          <a:xfrm>
            <a:off x="5056790" y="1576942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0" name="모서리가 둥근 직사각형 61">
            <a:extLst>
              <a:ext uri="{FF2B5EF4-FFF2-40B4-BE49-F238E27FC236}">
                <a16:creationId xmlns:a16="http://schemas.microsoft.com/office/drawing/2014/main" id="{6ED00403-5547-1678-C106-C1C6E19EDA87}"/>
              </a:ext>
            </a:extLst>
          </p:cNvPr>
          <p:cNvSpPr/>
          <p:nvPr/>
        </p:nvSpPr>
        <p:spPr>
          <a:xfrm>
            <a:off x="5056790" y="1795163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모서리가 둥근 직사각형 61">
            <a:extLst>
              <a:ext uri="{FF2B5EF4-FFF2-40B4-BE49-F238E27FC236}">
                <a16:creationId xmlns:a16="http://schemas.microsoft.com/office/drawing/2014/main" id="{7A9932C0-9823-DB10-7707-35503F2760F7}"/>
              </a:ext>
            </a:extLst>
          </p:cNvPr>
          <p:cNvSpPr/>
          <p:nvPr/>
        </p:nvSpPr>
        <p:spPr>
          <a:xfrm>
            <a:off x="5056790" y="2011264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4" name="모서리가 둥근 직사각형 61">
            <a:extLst>
              <a:ext uri="{FF2B5EF4-FFF2-40B4-BE49-F238E27FC236}">
                <a16:creationId xmlns:a16="http://schemas.microsoft.com/office/drawing/2014/main" id="{BEAA7533-A6E4-0378-1423-31F116B44D1E}"/>
              </a:ext>
            </a:extLst>
          </p:cNvPr>
          <p:cNvSpPr/>
          <p:nvPr/>
        </p:nvSpPr>
        <p:spPr>
          <a:xfrm>
            <a:off x="5062505" y="2224355"/>
            <a:ext cx="2252776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6" name="모서리가 둥근 직사각형 61">
            <a:extLst>
              <a:ext uri="{FF2B5EF4-FFF2-40B4-BE49-F238E27FC236}">
                <a16:creationId xmlns:a16="http://schemas.microsoft.com/office/drawing/2014/main" id="{FEC0B16C-122A-F474-FB81-E14D9E42AB7D}"/>
              </a:ext>
            </a:extLst>
          </p:cNvPr>
          <p:cNvSpPr/>
          <p:nvPr/>
        </p:nvSpPr>
        <p:spPr>
          <a:xfrm>
            <a:off x="5059301" y="2444151"/>
            <a:ext cx="2252776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6" name="모서리가 둥근 직사각형 61">
            <a:extLst>
              <a:ext uri="{FF2B5EF4-FFF2-40B4-BE49-F238E27FC236}">
                <a16:creationId xmlns:a16="http://schemas.microsoft.com/office/drawing/2014/main" id="{4FB69E0F-5F65-4167-4826-DDA9F8535E79}"/>
              </a:ext>
            </a:extLst>
          </p:cNvPr>
          <p:cNvSpPr/>
          <p:nvPr/>
        </p:nvSpPr>
        <p:spPr>
          <a:xfrm>
            <a:off x="5056790" y="2643681"/>
            <a:ext cx="227025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8" name="모서리가 둥근 직사각형 61">
            <a:extLst>
              <a:ext uri="{FF2B5EF4-FFF2-40B4-BE49-F238E27FC236}">
                <a16:creationId xmlns:a16="http://schemas.microsoft.com/office/drawing/2014/main" id="{FA2369B8-D6A8-DC09-235F-221FC2D158D8}"/>
              </a:ext>
            </a:extLst>
          </p:cNvPr>
          <p:cNvSpPr/>
          <p:nvPr/>
        </p:nvSpPr>
        <p:spPr>
          <a:xfrm>
            <a:off x="5063020" y="2863248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0" name="모서리가 둥근 직사각형 61">
            <a:extLst>
              <a:ext uri="{FF2B5EF4-FFF2-40B4-BE49-F238E27FC236}">
                <a16:creationId xmlns:a16="http://schemas.microsoft.com/office/drawing/2014/main" id="{D7451550-A0B1-38DE-28DD-F8FA703E8FB0}"/>
              </a:ext>
            </a:extLst>
          </p:cNvPr>
          <p:cNvSpPr/>
          <p:nvPr/>
        </p:nvSpPr>
        <p:spPr>
          <a:xfrm>
            <a:off x="5063020" y="3081469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2" name="모서리가 둥근 직사각형 61">
            <a:extLst>
              <a:ext uri="{FF2B5EF4-FFF2-40B4-BE49-F238E27FC236}">
                <a16:creationId xmlns:a16="http://schemas.microsoft.com/office/drawing/2014/main" id="{0DCDC6C5-5629-9705-B6CB-094FB6610F1D}"/>
              </a:ext>
            </a:extLst>
          </p:cNvPr>
          <p:cNvSpPr/>
          <p:nvPr/>
        </p:nvSpPr>
        <p:spPr>
          <a:xfrm>
            <a:off x="5063020" y="3297570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4" name="모서리가 둥근 직사각형 61">
            <a:extLst>
              <a:ext uri="{FF2B5EF4-FFF2-40B4-BE49-F238E27FC236}">
                <a16:creationId xmlns:a16="http://schemas.microsoft.com/office/drawing/2014/main" id="{E2AD9133-7307-FECF-C730-60E21603E988}"/>
              </a:ext>
            </a:extLst>
          </p:cNvPr>
          <p:cNvSpPr/>
          <p:nvPr/>
        </p:nvSpPr>
        <p:spPr>
          <a:xfrm>
            <a:off x="5068735" y="3510661"/>
            <a:ext cx="2252776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6" name="모서리가 둥근 직사각형 61">
            <a:extLst>
              <a:ext uri="{FF2B5EF4-FFF2-40B4-BE49-F238E27FC236}">
                <a16:creationId xmlns:a16="http://schemas.microsoft.com/office/drawing/2014/main" id="{93A09123-A06F-3EFE-E82A-A5A461618BC3}"/>
              </a:ext>
            </a:extLst>
          </p:cNvPr>
          <p:cNvSpPr/>
          <p:nvPr/>
        </p:nvSpPr>
        <p:spPr>
          <a:xfrm>
            <a:off x="5065531" y="3730457"/>
            <a:ext cx="2252776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38" name="모서리가 둥근 직사각형 61">
            <a:extLst>
              <a:ext uri="{FF2B5EF4-FFF2-40B4-BE49-F238E27FC236}">
                <a16:creationId xmlns:a16="http://schemas.microsoft.com/office/drawing/2014/main" id="{90CEEF95-34A7-6CA5-C58F-BB852F254979}"/>
              </a:ext>
            </a:extLst>
          </p:cNvPr>
          <p:cNvSpPr/>
          <p:nvPr/>
        </p:nvSpPr>
        <p:spPr>
          <a:xfrm>
            <a:off x="5064467" y="3926799"/>
            <a:ext cx="227025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0" name="모서리가 둥근 직사각형 61">
            <a:extLst>
              <a:ext uri="{FF2B5EF4-FFF2-40B4-BE49-F238E27FC236}">
                <a16:creationId xmlns:a16="http://schemas.microsoft.com/office/drawing/2014/main" id="{0684C085-CC54-55FE-7C07-880BDB57E30A}"/>
              </a:ext>
            </a:extLst>
          </p:cNvPr>
          <p:cNvSpPr/>
          <p:nvPr/>
        </p:nvSpPr>
        <p:spPr>
          <a:xfrm>
            <a:off x="5068735" y="4147438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2" name="모서리가 둥근 직사각형 61">
            <a:extLst>
              <a:ext uri="{FF2B5EF4-FFF2-40B4-BE49-F238E27FC236}">
                <a16:creationId xmlns:a16="http://schemas.microsoft.com/office/drawing/2014/main" id="{EB6790DF-1C9C-BC0B-7A93-53CE8F51395D}"/>
              </a:ext>
            </a:extLst>
          </p:cNvPr>
          <p:cNvSpPr/>
          <p:nvPr/>
        </p:nvSpPr>
        <p:spPr>
          <a:xfrm>
            <a:off x="5068735" y="4393781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4" name="모서리가 둥근 직사각형 61">
            <a:extLst>
              <a:ext uri="{FF2B5EF4-FFF2-40B4-BE49-F238E27FC236}">
                <a16:creationId xmlns:a16="http://schemas.microsoft.com/office/drawing/2014/main" id="{DF31F141-B1A9-ABD9-916A-274F651ABD6B}"/>
              </a:ext>
            </a:extLst>
          </p:cNvPr>
          <p:cNvSpPr/>
          <p:nvPr/>
        </p:nvSpPr>
        <p:spPr>
          <a:xfrm>
            <a:off x="5062326" y="4663849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6" name="모서리가 둥근 직사각형 61">
            <a:extLst>
              <a:ext uri="{FF2B5EF4-FFF2-40B4-BE49-F238E27FC236}">
                <a16:creationId xmlns:a16="http://schemas.microsoft.com/office/drawing/2014/main" id="{73E7FBEF-4A97-8412-9EDA-63D5502D0755}"/>
              </a:ext>
            </a:extLst>
          </p:cNvPr>
          <p:cNvSpPr/>
          <p:nvPr/>
        </p:nvSpPr>
        <p:spPr>
          <a:xfrm>
            <a:off x="5068735" y="4904923"/>
            <a:ext cx="2252776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8" name="모서리가 둥근 직사각형 61">
            <a:extLst>
              <a:ext uri="{FF2B5EF4-FFF2-40B4-BE49-F238E27FC236}">
                <a16:creationId xmlns:a16="http://schemas.microsoft.com/office/drawing/2014/main" id="{A82C6942-2787-5BCE-074F-C7BF90FEEA67}"/>
              </a:ext>
            </a:extLst>
          </p:cNvPr>
          <p:cNvSpPr/>
          <p:nvPr/>
        </p:nvSpPr>
        <p:spPr>
          <a:xfrm>
            <a:off x="5059300" y="5161050"/>
            <a:ext cx="2252776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22A2715-FC0C-2D27-42D2-59EB9183DE33}"/>
              </a:ext>
            </a:extLst>
          </p:cNvPr>
          <p:cNvSpPr/>
          <p:nvPr/>
        </p:nvSpPr>
        <p:spPr>
          <a:xfrm>
            <a:off x="4001828" y="2148448"/>
            <a:ext cx="3322369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C7F14E95-B18F-0E76-FA52-70E2400747DF}"/>
              </a:ext>
            </a:extLst>
          </p:cNvPr>
          <p:cNvSpPr/>
          <p:nvPr/>
        </p:nvSpPr>
        <p:spPr>
          <a:xfrm>
            <a:off x="3992266" y="4857709"/>
            <a:ext cx="3331931" cy="312396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5C61BEB-E7D0-917F-9BC8-CEED948E2824}"/>
              </a:ext>
            </a:extLst>
          </p:cNvPr>
          <p:cNvSpPr/>
          <p:nvPr/>
        </p:nvSpPr>
        <p:spPr>
          <a:xfrm>
            <a:off x="7493174" y="903625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554803FB-D149-BC96-948A-74862F6F7E39}"/>
              </a:ext>
            </a:extLst>
          </p:cNvPr>
          <p:cNvCxnSpPr>
            <a:cxnSpLocks/>
          </p:cNvCxnSpPr>
          <p:nvPr/>
        </p:nvCxnSpPr>
        <p:spPr>
          <a:xfrm flipV="1">
            <a:off x="7522767" y="889167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E3E1A977-C146-FECA-74F7-9AC42C682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416746"/>
              </p:ext>
            </p:extLst>
          </p:nvPr>
        </p:nvGraphicFramePr>
        <p:xfrm>
          <a:off x="7553706" y="995724"/>
          <a:ext cx="3174466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374359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상품군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</a:tbl>
          </a:graphicData>
        </a:graphic>
      </p:graphicFrame>
      <p:sp>
        <p:nvSpPr>
          <p:cNvPr id="152" name="모서리가 둥근 직사각형 61">
            <a:extLst>
              <a:ext uri="{FF2B5EF4-FFF2-40B4-BE49-F238E27FC236}">
                <a16:creationId xmlns:a16="http://schemas.microsoft.com/office/drawing/2014/main" id="{606719E1-AC8D-568D-D634-2E25C6D7A878}"/>
              </a:ext>
            </a:extLst>
          </p:cNvPr>
          <p:cNvSpPr/>
          <p:nvPr/>
        </p:nvSpPr>
        <p:spPr>
          <a:xfrm>
            <a:off x="8396472" y="1043683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생리대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생리팬티</a:t>
            </a:r>
          </a:p>
        </p:txBody>
      </p:sp>
      <p:sp>
        <p:nvSpPr>
          <p:cNvPr id="153" name="모서리가 둥근 직사각형 86">
            <a:extLst>
              <a:ext uri="{FF2B5EF4-FFF2-40B4-BE49-F238E27FC236}">
                <a16:creationId xmlns:a16="http://schemas.microsoft.com/office/drawing/2014/main" id="{7679951B-38E2-7277-B011-89E738AF9D93}"/>
              </a:ext>
            </a:extLst>
          </p:cNvPr>
          <p:cNvSpPr/>
          <p:nvPr/>
        </p:nvSpPr>
        <p:spPr>
          <a:xfrm>
            <a:off x="10551031" y="104838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C226964-838E-D9E2-C7C2-88DDFAA7EBA1}"/>
              </a:ext>
            </a:extLst>
          </p:cNvPr>
          <p:cNvSpPr txBox="1"/>
          <p:nvPr/>
        </p:nvSpPr>
        <p:spPr>
          <a:xfrm>
            <a:off x="7448827" y="3759149"/>
            <a:ext cx="2444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 미 입력 시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 참고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문구로 자동 등록됩니다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A7C3369D-D95A-5083-7452-99F5ECC608AD}"/>
              </a:ext>
            </a:extLst>
          </p:cNvPr>
          <p:cNvSpPr/>
          <p:nvPr/>
        </p:nvSpPr>
        <p:spPr>
          <a:xfrm>
            <a:off x="10270434" y="3759149"/>
            <a:ext cx="432048" cy="183600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BB683BE6-0E12-0093-FA36-7A9B86750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81194"/>
              </p:ext>
            </p:extLst>
          </p:nvPr>
        </p:nvGraphicFramePr>
        <p:xfrm>
          <a:off x="7556933" y="1352164"/>
          <a:ext cx="3304607" cy="2346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0461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524146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13314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재질 또는 </a:t>
                      </a:r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전성분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보관 방법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184" name="모서리가 둥근 직사각형 61">
            <a:extLst>
              <a:ext uri="{FF2B5EF4-FFF2-40B4-BE49-F238E27FC236}">
                <a16:creationId xmlns:a16="http://schemas.microsoft.com/office/drawing/2014/main" id="{A3B91175-1E29-B5B2-5A7F-0F900E72FC59}"/>
              </a:ext>
            </a:extLst>
          </p:cNvPr>
          <p:cNvSpPr/>
          <p:nvPr/>
        </p:nvSpPr>
        <p:spPr>
          <a:xfrm>
            <a:off x="8396472" y="1357375"/>
            <a:ext cx="227025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6" name="모서리가 둥근 직사각형 61">
            <a:extLst>
              <a:ext uri="{FF2B5EF4-FFF2-40B4-BE49-F238E27FC236}">
                <a16:creationId xmlns:a16="http://schemas.microsoft.com/office/drawing/2014/main" id="{46E60425-19BE-5A35-AE74-7F70767D2F58}"/>
              </a:ext>
            </a:extLst>
          </p:cNvPr>
          <p:cNvSpPr/>
          <p:nvPr/>
        </p:nvSpPr>
        <p:spPr>
          <a:xfrm>
            <a:off x="8402702" y="1576942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8" name="모서리가 둥근 직사각형 61">
            <a:extLst>
              <a:ext uri="{FF2B5EF4-FFF2-40B4-BE49-F238E27FC236}">
                <a16:creationId xmlns:a16="http://schemas.microsoft.com/office/drawing/2014/main" id="{A53F6929-A2F8-40EE-0713-7A0B8C852525}"/>
              </a:ext>
            </a:extLst>
          </p:cNvPr>
          <p:cNvSpPr/>
          <p:nvPr/>
        </p:nvSpPr>
        <p:spPr>
          <a:xfrm>
            <a:off x="8402702" y="1795163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0" name="모서리가 둥근 직사각형 61">
            <a:extLst>
              <a:ext uri="{FF2B5EF4-FFF2-40B4-BE49-F238E27FC236}">
                <a16:creationId xmlns:a16="http://schemas.microsoft.com/office/drawing/2014/main" id="{5A649906-0838-612F-7BAB-8E6CCCC9F5D9}"/>
              </a:ext>
            </a:extLst>
          </p:cNvPr>
          <p:cNvSpPr/>
          <p:nvPr/>
        </p:nvSpPr>
        <p:spPr>
          <a:xfrm>
            <a:off x="8402702" y="2011264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2" name="모서리가 둥근 직사각형 61">
            <a:extLst>
              <a:ext uri="{FF2B5EF4-FFF2-40B4-BE49-F238E27FC236}">
                <a16:creationId xmlns:a16="http://schemas.microsoft.com/office/drawing/2014/main" id="{7ACC9AFE-3B03-3203-4F09-6E0A68097789}"/>
              </a:ext>
            </a:extLst>
          </p:cNvPr>
          <p:cNvSpPr/>
          <p:nvPr/>
        </p:nvSpPr>
        <p:spPr>
          <a:xfrm>
            <a:off x="8408417" y="2224355"/>
            <a:ext cx="2252776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4" name="모서리가 둥근 직사각형 61">
            <a:extLst>
              <a:ext uri="{FF2B5EF4-FFF2-40B4-BE49-F238E27FC236}">
                <a16:creationId xmlns:a16="http://schemas.microsoft.com/office/drawing/2014/main" id="{9C5B85DD-C143-E5B9-8092-B9CA2CEE6091}"/>
              </a:ext>
            </a:extLst>
          </p:cNvPr>
          <p:cNvSpPr/>
          <p:nvPr/>
        </p:nvSpPr>
        <p:spPr>
          <a:xfrm>
            <a:off x="8405213" y="2444151"/>
            <a:ext cx="2252776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6" name="모서리가 둥근 직사각형 61">
            <a:extLst>
              <a:ext uri="{FF2B5EF4-FFF2-40B4-BE49-F238E27FC236}">
                <a16:creationId xmlns:a16="http://schemas.microsoft.com/office/drawing/2014/main" id="{B070F6A9-B52F-8D75-8878-86D6A1EABAC9}"/>
              </a:ext>
            </a:extLst>
          </p:cNvPr>
          <p:cNvSpPr/>
          <p:nvPr/>
        </p:nvSpPr>
        <p:spPr>
          <a:xfrm>
            <a:off x="8402702" y="2643681"/>
            <a:ext cx="2270257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8" name="모서리가 둥근 직사각형 61">
            <a:extLst>
              <a:ext uri="{FF2B5EF4-FFF2-40B4-BE49-F238E27FC236}">
                <a16:creationId xmlns:a16="http://schemas.microsoft.com/office/drawing/2014/main" id="{BBA05EF0-D4B8-A974-E465-87EF3004F3BD}"/>
              </a:ext>
            </a:extLst>
          </p:cNvPr>
          <p:cNvSpPr/>
          <p:nvPr/>
        </p:nvSpPr>
        <p:spPr>
          <a:xfrm>
            <a:off x="8408932" y="2863248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0" name="모서리가 둥근 직사각형 61">
            <a:extLst>
              <a:ext uri="{FF2B5EF4-FFF2-40B4-BE49-F238E27FC236}">
                <a16:creationId xmlns:a16="http://schemas.microsoft.com/office/drawing/2014/main" id="{A0FACABD-B185-7BDB-0EBC-F6C6F6A3CA00}"/>
              </a:ext>
            </a:extLst>
          </p:cNvPr>
          <p:cNvSpPr/>
          <p:nvPr/>
        </p:nvSpPr>
        <p:spPr>
          <a:xfrm>
            <a:off x="8408932" y="3081469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2" name="모서리가 둥근 직사각형 61">
            <a:extLst>
              <a:ext uri="{FF2B5EF4-FFF2-40B4-BE49-F238E27FC236}">
                <a16:creationId xmlns:a16="http://schemas.microsoft.com/office/drawing/2014/main" id="{DB67B2CE-1883-A9CC-4891-388913009E03}"/>
              </a:ext>
            </a:extLst>
          </p:cNvPr>
          <p:cNvSpPr/>
          <p:nvPr/>
        </p:nvSpPr>
        <p:spPr>
          <a:xfrm>
            <a:off x="8408932" y="3297570"/>
            <a:ext cx="2258491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04" name="모서리가 둥근 직사각형 61">
            <a:extLst>
              <a:ext uri="{FF2B5EF4-FFF2-40B4-BE49-F238E27FC236}">
                <a16:creationId xmlns:a16="http://schemas.microsoft.com/office/drawing/2014/main" id="{5634808F-B3CB-04B0-5F98-CE57D290C1BA}"/>
              </a:ext>
            </a:extLst>
          </p:cNvPr>
          <p:cNvSpPr/>
          <p:nvPr/>
        </p:nvSpPr>
        <p:spPr>
          <a:xfrm>
            <a:off x="8414647" y="3510661"/>
            <a:ext cx="2252776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4D2BD84D-1578-FBBB-73BC-6ED6CE1607E3}"/>
              </a:ext>
            </a:extLst>
          </p:cNvPr>
          <p:cNvSpPr/>
          <p:nvPr/>
        </p:nvSpPr>
        <p:spPr>
          <a:xfrm>
            <a:off x="7553706" y="2149865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5447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6AFB1-4EB7-CD05-6519-68F8D13F3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E3F42-C810-6D7D-E6C6-32BCBC976065}"/>
              </a:ext>
            </a:extLst>
          </p:cNvPr>
          <p:cNvSpPr txBox="1"/>
          <p:nvPr/>
        </p:nvSpPr>
        <p:spPr>
          <a:xfrm>
            <a:off x="368111" y="201927"/>
            <a:ext cx="7048962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상품정보제공고시 </a:t>
            </a:r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물티슈 상품 케이스 </a:t>
            </a:r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ⓛ</a:t>
            </a:r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인체 청결용</a:t>
            </a:r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화장품으로 분류된 양식 </a:t>
            </a:r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ex)</a:t>
            </a:r>
            <a:r>
              <a:rPr lang="ko-KR" altLang="en-US" sz="12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아기용</a:t>
            </a:r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물티슈등</a:t>
            </a:r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endParaRPr lang="ko-KR" altLang="en-US" sz="1200" b="1" spc="-15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A219F6-1C44-CA85-DC3E-9F3DAB2222EE}"/>
              </a:ext>
            </a:extLst>
          </p:cNvPr>
          <p:cNvSpPr/>
          <p:nvPr/>
        </p:nvSpPr>
        <p:spPr>
          <a:xfrm>
            <a:off x="504305" y="903625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5F0577E-7978-665C-736B-D71C403B2B6E}"/>
              </a:ext>
            </a:extLst>
          </p:cNvPr>
          <p:cNvCxnSpPr>
            <a:cxnSpLocks/>
          </p:cNvCxnSpPr>
          <p:nvPr/>
        </p:nvCxnSpPr>
        <p:spPr>
          <a:xfrm flipV="1">
            <a:off x="533898" y="889167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88458C3-1953-5841-E0AF-EC56C40E5A40}"/>
              </a:ext>
            </a:extLst>
          </p:cNvPr>
          <p:cNvGraphicFramePr>
            <a:graphicFrameLocks noGrp="1"/>
          </p:cNvGraphicFramePr>
          <p:nvPr/>
        </p:nvGraphicFramePr>
        <p:xfrm>
          <a:off x="564837" y="995724"/>
          <a:ext cx="3174466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374359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상품군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</a:tbl>
          </a:graphicData>
        </a:graphic>
      </p:graphicFrame>
      <p:sp>
        <p:nvSpPr>
          <p:cNvPr id="6" name="모서리가 둥근 직사각형 61">
            <a:extLst>
              <a:ext uri="{FF2B5EF4-FFF2-40B4-BE49-F238E27FC236}">
                <a16:creationId xmlns:a16="http://schemas.microsoft.com/office/drawing/2014/main" id="{B3075E89-9643-ADC1-B46E-F1085FD18AFA}"/>
              </a:ext>
            </a:extLst>
          </p:cNvPr>
          <p:cNvSpPr/>
          <p:nvPr/>
        </p:nvSpPr>
        <p:spPr>
          <a:xfrm>
            <a:off x="1407603" y="1043683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물티슈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인체 청결용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모서리가 둥근 직사각형 86">
            <a:extLst>
              <a:ext uri="{FF2B5EF4-FFF2-40B4-BE49-F238E27FC236}">
                <a16:creationId xmlns:a16="http://schemas.microsoft.com/office/drawing/2014/main" id="{E609ED93-A1A1-CF84-D849-703672642B26}"/>
              </a:ext>
            </a:extLst>
          </p:cNvPr>
          <p:cNvSpPr/>
          <p:nvPr/>
        </p:nvSpPr>
        <p:spPr>
          <a:xfrm>
            <a:off x="3562162" y="104838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093ACE-B54A-EA37-3BC8-122246125899}"/>
              </a:ext>
            </a:extLst>
          </p:cNvPr>
          <p:cNvSpPr txBox="1"/>
          <p:nvPr/>
        </p:nvSpPr>
        <p:spPr>
          <a:xfrm>
            <a:off x="525405" y="3924325"/>
            <a:ext cx="2444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 미 입력 시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 참고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문구로 자동 등록됩니다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CBC9B13-1E88-C872-55C7-7C6FCD1745EA}"/>
              </a:ext>
            </a:extLst>
          </p:cNvPr>
          <p:cNvSpPr/>
          <p:nvPr/>
        </p:nvSpPr>
        <p:spPr>
          <a:xfrm>
            <a:off x="3421037" y="3942717"/>
            <a:ext cx="432048" cy="183600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8A5BD83-23F1-4DC9-F918-CAE8FE2CC827}"/>
              </a:ext>
            </a:extLst>
          </p:cNvPr>
          <p:cNvSpPr/>
          <p:nvPr/>
        </p:nvSpPr>
        <p:spPr>
          <a:xfrm>
            <a:off x="3964781" y="903625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8AAEF536-B6DA-967E-9553-3606DEB2DDC4}"/>
              </a:ext>
            </a:extLst>
          </p:cNvPr>
          <p:cNvCxnSpPr>
            <a:cxnSpLocks/>
          </p:cNvCxnSpPr>
          <p:nvPr/>
        </p:nvCxnSpPr>
        <p:spPr>
          <a:xfrm flipV="1">
            <a:off x="3994374" y="889167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F8C8B017-3BAB-EA34-0A84-612980E40ACE}"/>
              </a:ext>
            </a:extLst>
          </p:cNvPr>
          <p:cNvGraphicFramePr>
            <a:graphicFrameLocks noGrp="1"/>
          </p:cNvGraphicFramePr>
          <p:nvPr/>
        </p:nvGraphicFramePr>
        <p:xfrm>
          <a:off x="4025313" y="995724"/>
          <a:ext cx="3174466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374359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상품군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</a:tbl>
          </a:graphicData>
        </a:graphic>
      </p:graphicFrame>
      <p:sp>
        <p:nvSpPr>
          <p:cNvPr id="65" name="모서리가 둥근 직사각형 61">
            <a:extLst>
              <a:ext uri="{FF2B5EF4-FFF2-40B4-BE49-F238E27FC236}">
                <a16:creationId xmlns:a16="http://schemas.microsoft.com/office/drawing/2014/main" id="{8B6923D3-3A21-B994-DDC9-0101A309AA73}"/>
              </a:ext>
            </a:extLst>
          </p:cNvPr>
          <p:cNvSpPr/>
          <p:nvPr/>
        </p:nvSpPr>
        <p:spPr>
          <a:xfrm>
            <a:off x="4868079" y="1043683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일반 물티슈</a:t>
            </a:r>
          </a:p>
        </p:txBody>
      </p:sp>
      <p:sp>
        <p:nvSpPr>
          <p:cNvPr id="66" name="모서리가 둥근 직사각형 86">
            <a:extLst>
              <a:ext uri="{FF2B5EF4-FFF2-40B4-BE49-F238E27FC236}">
                <a16:creationId xmlns:a16="http://schemas.microsoft.com/office/drawing/2014/main" id="{8FEC96DB-D3FA-8559-5444-4CC789D4B629}"/>
              </a:ext>
            </a:extLst>
          </p:cNvPr>
          <p:cNvSpPr/>
          <p:nvPr/>
        </p:nvSpPr>
        <p:spPr>
          <a:xfrm>
            <a:off x="7022638" y="104838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C70BCC0-4FDA-53B4-1DD4-F0C3E6FC38BA}"/>
              </a:ext>
            </a:extLst>
          </p:cNvPr>
          <p:cNvSpPr txBox="1"/>
          <p:nvPr/>
        </p:nvSpPr>
        <p:spPr>
          <a:xfrm>
            <a:off x="3941002" y="3206349"/>
            <a:ext cx="2444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 미 입력 시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 참고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문구로 자동 등록됩니다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B92413A-40EE-ACBE-06C5-8D73A5B4D952}"/>
              </a:ext>
            </a:extLst>
          </p:cNvPr>
          <p:cNvSpPr/>
          <p:nvPr/>
        </p:nvSpPr>
        <p:spPr>
          <a:xfrm>
            <a:off x="6806614" y="3222152"/>
            <a:ext cx="432048" cy="183600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EAD0716-DD10-1265-B91E-59C1BBA9A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374051"/>
              </p:ext>
            </p:extLst>
          </p:nvPr>
        </p:nvGraphicFramePr>
        <p:xfrm>
          <a:off x="562776" y="1365039"/>
          <a:ext cx="3309895" cy="252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0404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249491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따라 기재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표시하여야 하는 모든 성분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3981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기능성 화장품의 경우 </a:t>
                      </a:r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화중품법에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따른 식품의약품안전처 심사 필 유무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미백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주름개선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자외선차단 등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7163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38" name="모서리가 둥근 직사각형 61">
            <a:extLst>
              <a:ext uri="{FF2B5EF4-FFF2-40B4-BE49-F238E27FC236}">
                <a16:creationId xmlns:a16="http://schemas.microsoft.com/office/drawing/2014/main" id="{238B69B2-0689-4A14-FBEE-9357BDA74274}"/>
              </a:ext>
            </a:extLst>
          </p:cNvPr>
          <p:cNvSpPr/>
          <p:nvPr/>
        </p:nvSpPr>
        <p:spPr>
          <a:xfrm>
            <a:off x="1640960" y="3498746"/>
            <a:ext cx="2215124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모서리가 둥근 직사각형 61">
            <a:extLst>
              <a:ext uri="{FF2B5EF4-FFF2-40B4-BE49-F238E27FC236}">
                <a16:creationId xmlns:a16="http://schemas.microsoft.com/office/drawing/2014/main" id="{352AEEC1-AC1B-6B2C-1752-BD72C9E6D352}"/>
              </a:ext>
            </a:extLst>
          </p:cNvPr>
          <p:cNvSpPr/>
          <p:nvPr/>
        </p:nvSpPr>
        <p:spPr>
          <a:xfrm>
            <a:off x="1637962" y="3700422"/>
            <a:ext cx="2215124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모서리가 둥근 직사각형 61">
            <a:extLst>
              <a:ext uri="{FF2B5EF4-FFF2-40B4-BE49-F238E27FC236}">
                <a16:creationId xmlns:a16="http://schemas.microsoft.com/office/drawing/2014/main" id="{3921B545-0ECE-204B-FD78-8E781A478149}"/>
              </a:ext>
            </a:extLst>
          </p:cNvPr>
          <p:cNvSpPr/>
          <p:nvPr/>
        </p:nvSpPr>
        <p:spPr>
          <a:xfrm>
            <a:off x="1646303" y="1400152"/>
            <a:ext cx="2217723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0" name="모서리가 둥근 직사각형 61">
            <a:extLst>
              <a:ext uri="{FF2B5EF4-FFF2-40B4-BE49-F238E27FC236}">
                <a16:creationId xmlns:a16="http://schemas.microsoft.com/office/drawing/2014/main" id="{7403B112-EA93-790B-C9C5-3B48BE8D62B3}"/>
              </a:ext>
            </a:extLst>
          </p:cNvPr>
          <p:cNvSpPr/>
          <p:nvPr/>
        </p:nvSpPr>
        <p:spPr>
          <a:xfrm>
            <a:off x="1648903" y="1598618"/>
            <a:ext cx="2215124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4" name="모서리가 둥근 직사각형 61">
            <a:extLst>
              <a:ext uri="{FF2B5EF4-FFF2-40B4-BE49-F238E27FC236}">
                <a16:creationId xmlns:a16="http://schemas.microsoft.com/office/drawing/2014/main" id="{88C53FCA-9CFC-6E6E-598F-A62E39B87CB6}"/>
              </a:ext>
            </a:extLst>
          </p:cNvPr>
          <p:cNvSpPr/>
          <p:nvPr/>
        </p:nvSpPr>
        <p:spPr>
          <a:xfrm>
            <a:off x="1646303" y="1819848"/>
            <a:ext cx="2217723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모서리가 둥근 직사각형 61">
            <a:extLst>
              <a:ext uri="{FF2B5EF4-FFF2-40B4-BE49-F238E27FC236}">
                <a16:creationId xmlns:a16="http://schemas.microsoft.com/office/drawing/2014/main" id="{0EDA1F2B-0662-64E9-8BA3-DF88512C9CDA}"/>
              </a:ext>
            </a:extLst>
          </p:cNvPr>
          <p:cNvSpPr/>
          <p:nvPr/>
        </p:nvSpPr>
        <p:spPr>
          <a:xfrm>
            <a:off x="1648903" y="2018314"/>
            <a:ext cx="2215124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9" name="모서리가 둥근 직사각형 61">
            <a:extLst>
              <a:ext uri="{FF2B5EF4-FFF2-40B4-BE49-F238E27FC236}">
                <a16:creationId xmlns:a16="http://schemas.microsoft.com/office/drawing/2014/main" id="{84EFB769-2289-814B-D53D-6FAD64D012A2}"/>
              </a:ext>
            </a:extLst>
          </p:cNvPr>
          <p:cNvSpPr/>
          <p:nvPr/>
        </p:nvSpPr>
        <p:spPr>
          <a:xfrm>
            <a:off x="1648902" y="2233978"/>
            <a:ext cx="2215124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1" name="모서리가 둥근 직사각형 61">
            <a:extLst>
              <a:ext uri="{FF2B5EF4-FFF2-40B4-BE49-F238E27FC236}">
                <a16:creationId xmlns:a16="http://schemas.microsoft.com/office/drawing/2014/main" id="{6E65A9E5-2C15-933C-9411-1C2E0E571B90}"/>
              </a:ext>
            </a:extLst>
          </p:cNvPr>
          <p:cNvSpPr/>
          <p:nvPr/>
        </p:nvSpPr>
        <p:spPr>
          <a:xfrm>
            <a:off x="1643431" y="3262548"/>
            <a:ext cx="2215124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3" name="모서리가 둥근 직사각형 61">
            <a:extLst>
              <a:ext uri="{FF2B5EF4-FFF2-40B4-BE49-F238E27FC236}">
                <a16:creationId xmlns:a16="http://schemas.microsoft.com/office/drawing/2014/main" id="{40B302D7-E841-07C8-DBF3-18AC996B1081}"/>
              </a:ext>
            </a:extLst>
          </p:cNvPr>
          <p:cNvSpPr/>
          <p:nvPr/>
        </p:nvSpPr>
        <p:spPr>
          <a:xfrm>
            <a:off x="1648902" y="2495118"/>
            <a:ext cx="2215124" cy="1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5" name="모서리가 둥근 직사각형 61">
            <a:extLst>
              <a:ext uri="{FF2B5EF4-FFF2-40B4-BE49-F238E27FC236}">
                <a16:creationId xmlns:a16="http://schemas.microsoft.com/office/drawing/2014/main" id="{62A579D2-21BB-663D-343B-77A3846F9089}"/>
              </a:ext>
            </a:extLst>
          </p:cNvPr>
          <p:cNvSpPr/>
          <p:nvPr/>
        </p:nvSpPr>
        <p:spPr>
          <a:xfrm>
            <a:off x="1637961" y="2771720"/>
            <a:ext cx="2215124" cy="4346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A48322A3-846F-F625-A44F-73326FB9A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625438"/>
              </p:ext>
            </p:extLst>
          </p:nvPr>
        </p:nvGraphicFramePr>
        <p:xfrm>
          <a:off x="4025313" y="1372752"/>
          <a:ext cx="3174466" cy="1783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9472">
                  <a:extLst>
                    <a:ext uri="{9D8B030D-6E8A-4147-A177-3AD203B41FA5}">
                      <a16:colId xmlns:a16="http://schemas.microsoft.com/office/drawing/2014/main" val="86954334"/>
                    </a:ext>
                  </a:extLst>
                </a:gridCol>
                <a:gridCol w="2374994">
                  <a:extLst>
                    <a:ext uri="{9D8B030D-6E8A-4147-A177-3AD203B41FA5}">
                      <a16:colId xmlns:a16="http://schemas.microsoft.com/office/drawing/2014/main" val="3413487886"/>
                    </a:ext>
                  </a:extLst>
                </a:gridCol>
              </a:tblGrid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9132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인증</a:t>
                      </a:r>
                      <a:r>
                        <a:rPr lang="en-US" altLang="ko-KR" sz="700" b="0" spc="-15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허가사항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1116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865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제조국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017286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수입사</a:t>
                      </a:r>
                      <a:endParaRPr lang="ko-KR" altLang="en-US" sz="700" b="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66007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latin typeface="+mn-ea"/>
                          <a:ea typeface="+mn-ea"/>
                        </a:rPr>
                        <a:t>수입사</a:t>
                      </a:r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 소재지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7410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사용 시 주의사항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414194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품질보증기준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23391"/>
                  </a:ext>
                </a:extLst>
              </a:tr>
              <a:tr h="1744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latin typeface="+mn-ea"/>
                          <a:ea typeface="+mn-ea"/>
                        </a:rPr>
                        <a:t>소비자 상담 연락처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spc="-15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68771"/>
                  </a:ext>
                </a:extLst>
              </a:tr>
            </a:tbl>
          </a:graphicData>
        </a:graphic>
      </p:graphicFrame>
      <p:sp>
        <p:nvSpPr>
          <p:cNvPr id="88" name="직사각형 87">
            <a:extLst>
              <a:ext uri="{FF2B5EF4-FFF2-40B4-BE49-F238E27FC236}">
                <a16:creationId xmlns:a16="http://schemas.microsoft.com/office/drawing/2014/main" id="{5B862A8D-C952-A99E-0531-350620E5BFF5}"/>
              </a:ext>
            </a:extLst>
          </p:cNvPr>
          <p:cNvSpPr/>
          <p:nvPr/>
        </p:nvSpPr>
        <p:spPr>
          <a:xfrm>
            <a:off x="4010778" y="2108314"/>
            <a:ext cx="3262279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EA4252-6875-2585-3C3C-504C5FEF9DDD}"/>
              </a:ext>
            </a:extLst>
          </p:cNvPr>
          <p:cNvSpPr/>
          <p:nvPr/>
        </p:nvSpPr>
        <p:spPr>
          <a:xfrm>
            <a:off x="522009" y="1971785"/>
            <a:ext cx="3409212" cy="495233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747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AB7D-B391-17FB-5B51-4B32CDD1B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3DBC0E89-CECE-0170-A0F8-B7AB4B0D7CAA}"/>
              </a:ext>
            </a:extLst>
          </p:cNvPr>
          <p:cNvSpPr/>
          <p:nvPr/>
        </p:nvSpPr>
        <p:spPr>
          <a:xfrm>
            <a:off x="8666009" y="963851"/>
            <a:ext cx="3380919" cy="52580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5E085C5-F6F9-B4D0-D3AA-B755271F1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038339"/>
              </p:ext>
            </p:extLst>
          </p:nvPr>
        </p:nvGraphicFramePr>
        <p:xfrm>
          <a:off x="432297" y="683965"/>
          <a:ext cx="3293419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배송탬플릿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5" name="모서리가 둥근 직사각형 61">
            <a:extLst>
              <a:ext uri="{FF2B5EF4-FFF2-40B4-BE49-F238E27FC236}">
                <a16:creationId xmlns:a16="http://schemas.microsoft.com/office/drawing/2014/main" id="{A5DFDB78-ABD8-6804-77A6-EA01EA6FB9F1}"/>
              </a:ext>
            </a:extLst>
          </p:cNvPr>
          <p:cNvSpPr/>
          <p:nvPr/>
        </p:nvSpPr>
        <p:spPr>
          <a:xfrm>
            <a:off x="1513414" y="725218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6273BCE-08F4-336F-9FFD-D96724079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793924"/>
              </p:ext>
            </p:extLst>
          </p:nvPr>
        </p:nvGraphicFramePr>
        <p:xfrm>
          <a:off x="432297" y="4716413"/>
          <a:ext cx="3293419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배송탬플릿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7" name="모서리가 둥근 직사각형 61">
            <a:extLst>
              <a:ext uri="{FF2B5EF4-FFF2-40B4-BE49-F238E27FC236}">
                <a16:creationId xmlns:a16="http://schemas.microsoft.com/office/drawing/2014/main" id="{168357CB-322E-D414-843F-1DFE92BD0221}"/>
              </a:ext>
            </a:extLst>
          </p:cNvPr>
          <p:cNvSpPr/>
          <p:nvPr/>
        </p:nvSpPr>
        <p:spPr>
          <a:xfrm>
            <a:off x="1513414" y="4757666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선택 완료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22929C-2F53-729C-ADAB-0EB8F6FE3644}"/>
              </a:ext>
            </a:extLst>
          </p:cNvPr>
          <p:cNvSpPr/>
          <p:nvPr/>
        </p:nvSpPr>
        <p:spPr>
          <a:xfrm>
            <a:off x="5149149" y="978309"/>
            <a:ext cx="3380919" cy="525801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4F7138F-7EFC-BEB4-D9CB-DC45181E16DE}"/>
              </a:ext>
            </a:extLst>
          </p:cNvPr>
          <p:cNvCxnSpPr/>
          <p:nvPr/>
        </p:nvCxnSpPr>
        <p:spPr>
          <a:xfrm>
            <a:off x="5101028" y="963851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25ED6C1-717B-A174-94B3-6E949A55E9A6}"/>
              </a:ext>
            </a:extLst>
          </p:cNvPr>
          <p:cNvCxnSpPr>
            <a:cxnSpLocks/>
          </p:cNvCxnSpPr>
          <p:nvPr/>
        </p:nvCxnSpPr>
        <p:spPr>
          <a:xfrm flipV="1">
            <a:off x="5178742" y="963852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0D116A-82DB-A6E1-CA78-082CA179D38F}"/>
              </a:ext>
            </a:extLst>
          </p:cNvPr>
          <p:cNvSpPr txBox="1"/>
          <p:nvPr/>
        </p:nvSpPr>
        <p:spPr>
          <a:xfrm>
            <a:off x="5168701" y="75936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배송 </a:t>
            </a:r>
            <a:r>
              <a:rPr lang="ko-KR" altLang="en-US" sz="900" b="1" spc="-150" dirty="0" err="1"/>
              <a:t>탬플릿</a:t>
            </a:r>
            <a:endParaRPr lang="ko-KR" altLang="en-US" sz="900" b="1" spc="-1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64E42D-DA83-8C92-1CB8-BE1EECD50712}"/>
              </a:ext>
            </a:extLst>
          </p:cNvPr>
          <p:cNvSpPr txBox="1"/>
          <p:nvPr/>
        </p:nvSpPr>
        <p:spPr>
          <a:xfrm>
            <a:off x="5663631" y="765190"/>
            <a:ext cx="15712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설정할 배송비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탬플릿을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CD2115D-A683-1C9A-6B3D-2A20AFCF117A}"/>
              </a:ext>
            </a:extLst>
          </p:cNvPr>
          <p:cNvSpPr txBox="1"/>
          <p:nvPr/>
        </p:nvSpPr>
        <p:spPr>
          <a:xfrm>
            <a:off x="368111" y="201927"/>
            <a:ext cx="7048962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 </a:t>
            </a:r>
            <a:r>
              <a:rPr lang="ko-KR" altLang="en-US" sz="12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탬플릿</a:t>
            </a:r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반영</a:t>
            </a:r>
            <a:endParaRPr lang="ko-KR" altLang="en-US" sz="1200" b="1" spc="-15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3BEB5A7-2867-AD46-5BAB-80C391169584}"/>
              </a:ext>
            </a:extLst>
          </p:cNvPr>
          <p:cNvSpPr txBox="1"/>
          <p:nvPr/>
        </p:nvSpPr>
        <p:spPr>
          <a:xfrm>
            <a:off x="1117077" y="5228311"/>
            <a:ext cx="2497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번에서 선택 시 데이터 적용 된 화면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524A5D5-3B43-A1A3-DCC3-6339C4B6F472}"/>
              </a:ext>
            </a:extLst>
          </p:cNvPr>
          <p:cNvSpPr txBox="1"/>
          <p:nvPr/>
        </p:nvSpPr>
        <p:spPr>
          <a:xfrm>
            <a:off x="2135203" y="920080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i="1" spc="-15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배송탬플릿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CEA1BC4-937D-48D1-0B6A-F773DE568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134843"/>
              </p:ext>
            </p:extLst>
          </p:nvPr>
        </p:nvGraphicFramePr>
        <p:xfrm>
          <a:off x="5239619" y="1014898"/>
          <a:ext cx="319997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9989">
                  <a:extLst>
                    <a:ext uri="{9D8B030D-6E8A-4147-A177-3AD203B41FA5}">
                      <a16:colId xmlns:a16="http://schemas.microsoft.com/office/drawing/2014/main" val="1117361376"/>
                    </a:ext>
                  </a:extLst>
                </a:gridCol>
                <a:gridCol w="1599989">
                  <a:extLst>
                    <a:ext uri="{9D8B030D-6E8A-4147-A177-3AD203B41FA5}">
                      <a16:colId xmlns:a16="http://schemas.microsoft.com/office/drawing/2014/main" val="304020218"/>
                    </a:ext>
                  </a:extLst>
                </a:gridCol>
              </a:tblGrid>
              <a:tr h="129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bg1"/>
                          </a:solidFill>
                        </a:rPr>
                        <a:t>배송비 </a:t>
                      </a:r>
                      <a:r>
                        <a:rPr lang="ko-KR" altLang="en-US" sz="900" b="1" spc="-150" dirty="0" err="1">
                          <a:solidFill>
                            <a:schemeClr val="bg1"/>
                          </a:solidFill>
                        </a:rPr>
                        <a:t>탬플릿</a:t>
                      </a:r>
                      <a:r>
                        <a:rPr lang="ko-KR" altLang="en-US" sz="900" b="1" spc="-150" dirty="0">
                          <a:solidFill>
                            <a:schemeClr val="bg1"/>
                          </a:solidFill>
                        </a:rPr>
                        <a:t>  선택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/>
                        <a:t>신규 등록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53940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8357F6E-687C-57E0-78C6-FF14A7072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85630"/>
              </p:ext>
            </p:extLst>
          </p:nvPr>
        </p:nvGraphicFramePr>
        <p:xfrm>
          <a:off x="8620538" y="1014898"/>
          <a:ext cx="3199978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9989">
                  <a:extLst>
                    <a:ext uri="{9D8B030D-6E8A-4147-A177-3AD203B41FA5}">
                      <a16:colId xmlns:a16="http://schemas.microsoft.com/office/drawing/2014/main" val="1117361376"/>
                    </a:ext>
                  </a:extLst>
                </a:gridCol>
                <a:gridCol w="1599989">
                  <a:extLst>
                    <a:ext uri="{9D8B030D-6E8A-4147-A177-3AD203B41FA5}">
                      <a16:colId xmlns:a16="http://schemas.microsoft.com/office/drawing/2014/main" val="304020218"/>
                    </a:ext>
                  </a:extLst>
                </a:gridCol>
              </a:tblGrid>
              <a:tr h="129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-150" dirty="0">
                          <a:solidFill>
                            <a:schemeClr val="tx1"/>
                          </a:solidFill>
                        </a:rPr>
                        <a:t>배송비 </a:t>
                      </a:r>
                      <a:r>
                        <a:rPr lang="ko-KR" altLang="en-US" sz="900" b="0" spc="-150" dirty="0" err="1">
                          <a:solidFill>
                            <a:schemeClr val="tx1"/>
                          </a:solidFill>
                        </a:rPr>
                        <a:t>탬플릿</a:t>
                      </a:r>
                      <a:r>
                        <a:rPr lang="ko-KR" altLang="en-US" sz="900" b="0" spc="-150" dirty="0">
                          <a:solidFill>
                            <a:schemeClr val="tx1"/>
                          </a:solidFill>
                        </a:rPr>
                        <a:t>  선택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150" dirty="0">
                          <a:solidFill>
                            <a:schemeClr val="bg1"/>
                          </a:solidFill>
                        </a:rPr>
                        <a:t>신규 등록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539408"/>
                  </a:ext>
                </a:extLst>
              </a:tr>
            </a:tbl>
          </a:graphicData>
        </a:graphic>
      </p:graphicFrame>
      <p:pic>
        <p:nvPicPr>
          <p:cNvPr id="16" name="Picture 4" descr="off, radio icon">
            <a:extLst>
              <a:ext uri="{FF2B5EF4-FFF2-40B4-BE49-F238E27FC236}">
                <a16:creationId xmlns:a16="http://schemas.microsoft.com/office/drawing/2014/main" id="{2FDF522F-6CD3-C379-B4E4-0E2D0D9BD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545" y="139133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11EF0B71-EEDC-3824-70C9-5051FE79C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283848"/>
              </p:ext>
            </p:extLst>
          </p:nvPr>
        </p:nvGraphicFramePr>
        <p:xfrm>
          <a:off x="8728146" y="1404045"/>
          <a:ext cx="3174466" cy="3967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595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43687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</a:t>
                      </a:r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명</a:t>
                      </a:r>
                      <a:r>
                        <a:rPr lang="en-US" altLang="ko-KR" sz="75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5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배송방법</a:t>
                      </a:r>
                      <a:r>
                        <a:rPr lang="en-US" altLang="ko-KR" sz="75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5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476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배송비 유형</a:t>
                      </a:r>
                      <a:r>
                        <a:rPr lang="en-US" altLang="ko-KR" sz="75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5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16444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658073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기간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50533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출고지</a:t>
                      </a:r>
                      <a:r>
                        <a:rPr lang="en-US" altLang="ko-KR" sz="75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5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교환지</a:t>
                      </a:r>
                      <a:r>
                        <a:rPr lang="en-US" altLang="ko-KR" sz="75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5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28213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 배송비</a:t>
                      </a:r>
                      <a:r>
                        <a:rPr lang="en-US" altLang="ko-KR" sz="75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5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          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                                      원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88952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배송예상일</a:t>
                      </a:r>
                      <a:r>
                        <a:rPr lang="en-US" altLang="ko-KR" sz="75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75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1447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endParaRPr lang="en-US" altLang="ko-KR" sz="75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53241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제한 사항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346157"/>
                  </a:ext>
                </a:extLst>
              </a:tr>
            </a:tbl>
          </a:graphicData>
        </a:graphic>
      </p:graphicFrame>
      <p:sp>
        <p:nvSpPr>
          <p:cNvPr id="22" name="모서리가 둥근 직사각형 61">
            <a:extLst>
              <a:ext uri="{FF2B5EF4-FFF2-40B4-BE49-F238E27FC236}">
                <a16:creationId xmlns:a16="http://schemas.microsoft.com/office/drawing/2014/main" id="{08BF5C02-8813-509E-4273-A119F5BFDF74}"/>
              </a:ext>
            </a:extLst>
          </p:cNvPr>
          <p:cNvSpPr/>
          <p:nvPr/>
        </p:nvSpPr>
        <p:spPr>
          <a:xfrm>
            <a:off x="9515164" y="1443588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B0C87C2-3547-F7D7-E992-B214D9C61BCD}"/>
              </a:ext>
            </a:extLst>
          </p:cNvPr>
          <p:cNvSpPr/>
          <p:nvPr/>
        </p:nvSpPr>
        <p:spPr>
          <a:xfrm>
            <a:off x="9520618" y="3119010"/>
            <a:ext cx="681081" cy="165481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검색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556AB17-DF10-D4C2-BA7C-A6A4AF96A809}"/>
              </a:ext>
            </a:extLst>
          </p:cNvPr>
          <p:cNvSpPr/>
          <p:nvPr/>
        </p:nvSpPr>
        <p:spPr>
          <a:xfrm>
            <a:off x="11426714" y="5468917"/>
            <a:ext cx="432048" cy="183600"/>
          </a:xfrm>
          <a:prstGeom prst="rect">
            <a:avLst/>
          </a:prstGeom>
          <a:solidFill>
            <a:srgbClr val="E46C0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모서리가 둥근 직사각형 61">
            <a:extLst>
              <a:ext uri="{FF2B5EF4-FFF2-40B4-BE49-F238E27FC236}">
                <a16:creationId xmlns:a16="http://schemas.microsoft.com/office/drawing/2014/main" id="{F1526375-BA6B-3D1C-38B9-2193A496E32B}"/>
              </a:ext>
            </a:extLst>
          </p:cNvPr>
          <p:cNvSpPr/>
          <p:nvPr/>
        </p:nvSpPr>
        <p:spPr>
          <a:xfrm>
            <a:off x="9515164" y="1724992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4" name="모서리가 둥근 직사각형 61">
            <a:extLst>
              <a:ext uri="{FF2B5EF4-FFF2-40B4-BE49-F238E27FC236}">
                <a16:creationId xmlns:a16="http://schemas.microsoft.com/office/drawing/2014/main" id="{10C982BF-2327-079D-B57D-E6F9C6223912}"/>
              </a:ext>
            </a:extLst>
          </p:cNvPr>
          <p:cNvSpPr/>
          <p:nvPr/>
        </p:nvSpPr>
        <p:spPr>
          <a:xfrm>
            <a:off x="10258107" y="3119009"/>
            <a:ext cx="1080000" cy="16548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6" name="모서리가 둥근 직사각형 61">
            <a:extLst>
              <a:ext uri="{FF2B5EF4-FFF2-40B4-BE49-F238E27FC236}">
                <a16:creationId xmlns:a16="http://schemas.microsoft.com/office/drawing/2014/main" id="{28252012-81A4-349E-C5D1-D5974F93F779}"/>
              </a:ext>
            </a:extLst>
          </p:cNvPr>
          <p:cNvSpPr/>
          <p:nvPr/>
        </p:nvSpPr>
        <p:spPr>
          <a:xfrm>
            <a:off x="9515272" y="3344157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1F9F89D-01E5-4B2B-F707-C820CB69EFEE}"/>
              </a:ext>
            </a:extLst>
          </p:cNvPr>
          <p:cNvSpPr/>
          <p:nvPr/>
        </p:nvSpPr>
        <p:spPr>
          <a:xfrm>
            <a:off x="9520618" y="3644675"/>
            <a:ext cx="681081" cy="165481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검색</a:t>
            </a:r>
          </a:p>
        </p:txBody>
      </p:sp>
      <p:sp>
        <p:nvSpPr>
          <p:cNvPr id="43" name="모서리가 둥근 직사각형 61">
            <a:extLst>
              <a:ext uri="{FF2B5EF4-FFF2-40B4-BE49-F238E27FC236}">
                <a16:creationId xmlns:a16="http://schemas.microsoft.com/office/drawing/2014/main" id="{9A001402-296E-C922-DFF5-AD1AB3EDF7D5}"/>
              </a:ext>
            </a:extLst>
          </p:cNvPr>
          <p:cNvSpPr/>
          <p:nvPr/>
        </p:nvSpPr>
        <p:spPr>
          <a:xfrm>
            <a:off x="10258107" y="3644674"/>
            <a:ext cx="1080000" cy="16548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모서리가 둥근 직사각형 61">
            <a:extLst>
              <a:ext uri="{FF2B5EF4-FFF2-40B4-BE49-F238E27FC236}">
                <a16:creationId xmlns:a16="http://schemas.microsoft.com/office/drawing/2014/main" id="{96B767C8-54AB-AA20-A83C-BCDD7424DA0E}"/>
              </a:ext>
            </a:extLst>
          </p:cNvPr>
          <p:cNvSpPr/>
          <p:nvPr/>
        </p:nvSpPr>
        <p:spPr>
          <a:xfrm>
            <a:off x="9514556" y="3859454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모서리가 둥근 직사각형 61">
            <a:extLst>
              <a:ext uri="{FF2B5EF4-FFF2-40B4-BE49-F238E27FC236}">
                <a16:creationId xmlns:a16="http://schemas.microsoft.com/office/drawing/2014/main" id="{3DC6437D-9CAB-2AEB-1436-A448BE29931C}"/>
              </a:ext>
            </a:extLst>
          </p:cNvPr>
          <p:cNvSpPr/>
          <p:nvPr/>
        </p:nvSpPr>
        <p:spPr>
          <a:xfrm>
            <a:off x="9781599" y="4213321"/>
            <a:ext cx="597797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모서리가 둥근 직사각형 61">
            <a:extLst>
              <a:ext uri="{FF2B5EF4-FFF2-40B4-BE49-F238E27FC236}">
                <a16:creationId xmlns:a16="http://schemas.microsoft.com/office/drawing/2014/main" id="{62843BF3-9743-8705-580A-D94DD7412BAB}"/>
              </a:ext>
            </a:extLst>
          </p:cNvPr>
          <p:cNvSpPr/>
          <p:nvPr/>
        </p:nvSpPr>
        <p:spPr>
          <a:xfrm>
            <a:off x="9514556" y="4445883"/>
            <a:ext cx="125540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모서리가 둥근 직사각형 86">
            <a:extLst>
              <a:ext uri="{FF2B5EF4-FFF2-40B4-BE49-F238E27FC236}">
                <a16:creationId xmlns:a16="http://schemas.microsoft.com/office/drawing/2014/main" id="{40FADE2E-4360-EC26-1006-3F899956EFBB}"/>
              </a:ext>
            </a:extLst>
          </p:cNvPr>
          <p:cNvSpPr/>
          <p:nvPr/>
        </p:nvSpPr>
        <p:spPr>
          <a:xfrm>
            <a:off x="10636162" y="444242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1CCB443C-6B5E-4238-E1CA-A4AAF8261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033584"/>
              </p:ext>
            </p:extLst>
          </p:nvPr>
        </p:nvGraphicFramePr>
        <p:xfrm>
          <a:off x="5371486" y="1370284"/>
          <a:ext cx="3068111" cy="208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8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355228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</a:t>
                      </a:r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명</a:t>
                      </a:r>
                      <a:endParaRPr lang="ko-KR" altLang="en-US" sz="7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탬플릿명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kumimoji="0" lang="ko-KR" altLang="en-US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택배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4767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배송비유형</a:t>
                      </a:r>
                      <a:endParaRPr lang="ko-KR" altLang="en-US" sz="7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무료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658073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가능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319290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기간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대금 지급일로부터 </a:t>
                      </a:r>
                      <a:r>
                        <a:rPr lang="en-US" altLang="ko-KR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일 이내에 발송</a:t>
                      </a:r>
                    </a:p>
                    <a:p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배송기간은 주말</a:t>
                      </a:r>
                      <a:r>
                        <a:rPr lang="en-US" altLang="ko-KR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공휴일을 제외한 영업일 기준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21273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출고지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서울특별시 강남구 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논현로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706 (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논현동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5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층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교환지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서울특별시 강남구 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논현로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706 (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논현동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5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층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282136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교환배송비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6,000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,,  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 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12,000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889522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배송예상일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3 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14472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endParaRPr lang="en-US" altLang="ko-KR" sz="75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구매자 단순 변심은 상품 </a:t>
                      </a:r>
                      <a:r>
                        <a:rPr lang="ko-KR" altLang="en-US" sz="7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수령후</a:t>
                      </a: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7 </a:t>
                      </a: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일 이내 </a:t>
                      </a:r>
                      <a:r>
                        <a:rPr lang="en-US" altLang="ko-KR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구매자 반품 배송지 부담</a:t>
                      </a:r>
                      <a:r>
                        <a:rPr lang="en-US" altLang="ko-KR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93916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제한 사항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반품요청이 지난 경우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918107"/>
                  </a:ext>
                </a:extLst>
              </a:tr>
            </a:tbl>
          </a:graphicData>
        </a:graphic>
      </p:graphicFrame>
      <p:pic>
        <p:nvPicPr>
          <p:cNvPr id="59" name="Picture 4" descr="off, radio icon">
            <a:extLst>
              <a:ext uri="{FF2B5EF4-FFF2-40B4-BE49-F238E27FC236}">
                <a16:creationId xmlns:a16="http://schemas.microsoft.com/office/drawing/2014/main" id="{CEB891A5-3F57-B00C-00A7-8090C29F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762" y="363629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3BB58A3-F86C-6F3E-8666-A4D37CA0DCA0}"/>
              </a:ext>
            </a:extLst>
          </p:cNvPr>
          <p:cNvSpPr txBox="1"/>
          <p:nvPr/>
        </p:nvSpPr>
        <p:spPr>
          <a:xfrm>
            <a:off x="5827553" y="6012557"/>
            <a:ext cx="19492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 3   4   5   6   7   8   9   10  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31ABDB-CC43-0254-B24F-C0C19762F16A}"/>
              </a:ext>
            </a:extLst>
          </p:cNvPr>
          <p:cNvSpPr txBox="1"/>
          <p:nvPr/>
        </p:nvSpPr>
        <p:spPr>
          <a:xfrm>
            <a:off x="11765330" y="5336318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i="1" spc="-15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탬플릿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신규등록</a:t>
            </a:r>
          </a:p>
        </p:txBody>
      </p:sp>
      <p:sp>
        <p:nvSpPr>
          <p:cNvPr id="67" name="모서리가 둥근 직사각형 61">
            <a:extLst>
              <a:ext uri="{FF2B5EF4-FFF2-40B4-BE49-F238E27FC236}">
                <a16:creationId xmlns:a16="http://schemas.microsoft.com/office/drawing/2014/main" id="{525E421E-AB42-A6AE-8D4E-C2DC9AB0389D}"/>
              </a:ext>
            </a:extLst>
          </p:cNvPr>
          <p:cNvSpPr/>
          <p:nvPr/>
        </p:nvSpPr>
        <p:spPr>
          <a:xfrm>
            <a:off x="9515164" y="1992769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69" name="모서리가 둥근 직사각형 61">
            <a:extLst>
              <a:ext uri="{FF2B5EF4-FFF2-40B4-BE49-F238E27FC236}">
                <a16:creationId xmlns:a16="http://schemas.microsoft.com/office/drawing/2014/main" id="{1929B0D1-35B1-E9D9-FF18-EFCF30E2C8DE}"/>
              </a:ext>
            </a:extLst>
          </p:cNvPr>
          <p:cNvSpPr/>
          <p:nvPr/>
        </p:nvSpPr>
        <p:spPr>
          <a:xfrm>
            <a:off x="9507841" y="2237455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1" name="모서리가 둥근 직사각형 61">
            <a:extLst>
              <a:ext uri="{FF2B5EF4-FFF2-40B4-BE49-F238E27FC236}">
                <a16:creationId xmlns:a16="http://schemas.microsoft.com/office/drawing/2014/main" id="{A9B1AE50-1D44-7D7F-1A90-7DB68C8AC551}"/>
              </a:ext>
            </a:extLst>
          </p:cNvPr>
          <p:cNvSpPr/>
          <p:nvPr/>
        </p:nvSpPr>
        <p:spPr>
          <a:xfrm>
            <a:off x="9515163" y="2531915"/>
            <a:ext cx="2313275" cy="39112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3" name="모서리가 둥근 직사각형 61">
            <a:extLst>
              <a:ext uri="{FF2B5EF4-FFF2-40B4-BE49-F238E27FC236}">
                <a16:creationId xmlns:a16="http://schemas.microsoft.com/office/drawing/2014/main" id="{6B30B2CF-ED7A-EAC4-7B3A-E75024812731}"/>
              </a:ext>
            </a:extLst>
          </p:cNvPr>
          <p:cNvSpPr/>
          <p:nvPr/>
        </p:nvSpPr>
        <p:spPr>
          <a:xfrm>
            <a:off x="10789401" y="4209860"/>
            <a:ext cx="597797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5" name="모서리가 둥근 직사각형 61">
            <a:extLst>
              <a:ext uri="{FF2B5EF4-FFF2-40B4-BE49-F238E27FC236}">
                <a16:creationId xmlns:a16="http://schemas.microsoft.com/office/drawing/2014/main" id="{A976602C-BAE2-8BCD-C7E5-AC19D2175DC5}"/>
              </a:ext>
            </a:extLst>
          </p:cNvPr>
          <p:cNvSpPr/>
          <p:nvPr/>
        </p:nvSpPr>
        <p:spPr>
          <a:xfrm>
            <a:off x="9510933" y="4690926"/>
            <a:ext cx="2313275" cy="39112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7" name="모서리가 둥근 직사각형 61">
            <a:extLst>
              <a:ext uri="{FF2B5EF4-FFF2-40B4-BE49-F238E27FC236}">
                <a16:creationId xmlns:a16="http://schemas.microsoft.com/office/drawing/2014/main" id="{B29D8077-19D3-31A4-1832-8C9643C9E03F}"/>
              </a:ext>
            </a:extLst>
          </p:cNvPr>
          <p:cNvSpPr/>
          <p:nvPr/>
        </p:nvSpPr>
        <p:spPr>
          <a:xfrm>
            <a:off x="9506633" y="5170326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7C74B5EC-FF93-301F-AEED-7A146E9AA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091969"/>
              </p:ext>
            </p:extLst>
          </p:nvPr>
        </p:nvGraphicFramePr>
        <p:xfrm>
          <a:off x="5370910" y="3607317"/>
          <a:ext cx="3068111" cy="208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88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355228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탬플릿</a:t>
                      </a:r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명</a:t>
                      </a:r>
                      <a:endParaRPr lang="ko-KR" altLang="en-US" sz="7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탬플릿명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배송방법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택배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4767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배송비 유형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무료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658073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묶음배송 여부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불가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319290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 기간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대금 지급일로부터 </a:t>
                      </a:r>
                      <a:r>
                        <a:rPr lang="en-US" altLang="ko-KR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일 이내에 발송</a:t>
                      </a:r>
                    </a:p>
                    <a:p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배송기간은 주말</a:t>
                      </a:r>
                      <a:r>
                        <a:rPr lang="en-US" altLang="ko-KR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공휴일을 제외한 영업일 기준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21273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출고지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서울특별시 강남구 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논현로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706 (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논현동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5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층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교환지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서울특별시 강남구 </a:t>
                      </a:r>
                      <a:r>
                        <a:rPr kumimoji="0" lang="ko-KR" altLang="en-US" sz="7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논현로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706 (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논현동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5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층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282136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교환배송비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6,000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 </a:t>
                      </a: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,,  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 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12,000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889522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배송예상일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3  </a:t>
                      </a:r>
                      <a:r>
                        <a:rPr kumimoji="0" lang="ko-KR" altLang="en-US" sz="7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endParaRPr kumimoji="0" lang="en-US" altLang="ko-KR" sz="7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14472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endParaRPr lang="en-US" altLang="ko-KR" sz="75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구매자 단순 변심은 상품 </a:t>
                      </a:r>
                      <a:r>
                        <a:rPr lang="ko-KR" altLang="en-US" sz="7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수령후</a:t>
                      </a: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7 </a:t>
                      </a: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일 이내 </a:t>
                      </a:r>
                      <a:r>
                        <a:rPr lang="en-US" altLang="ko-KR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구매자 반품 배송지 부담</a:t>
                      </a:r>
                      <a:r>
                        <a:rPr lang="en-US" altLang="ko-KR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93916"/>
                  </a:ext>
                </a:extLst>
              </a:tr>
              <a:tr h="1419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제한 사항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반품요청이 지난 경우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918107"/>
                  </a:ext>
                </a:extLst>
              </a:tr>
            </a:tbl>
          </a:graphicData>
        </a:graphic>
      </p:graphicFrame>
      <p:sp>
        <p:nvSpPr>
          <p:cNvPr id="81" name="직사각형 80">
            <a:extLst>
              <a:ext uri="{FF2B5EF4-FFF2-40B4-BE49-F238E27FC236}">
                <a16:creationId xmlns:a16="http://schemas.microsoft.com/office/drawing/2014/main" id="{AB066B03-495E-2267-84BC-3784836BE392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배송비 </a:t>
            </a: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탬플릿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항목 추가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구매안내 관리 항목과 병합 반영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6740F5-7C20-8E93-7A0E-D1BEB92281A2}"/>
              </a:ext>
            </a:extLst>
          </p:cNvPr>
          <p:cNvSpPr txBox="1"/>
          <p:nvPr/>
        </p:nvSpPr>
        <p:spPr>
          <a:xfrm>
            <a:off x="7047106" y="1530733"/>
            <a:ext cx="1064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</a:t>
            </a:r>
            <a:r>
              <a:rPr lang="ko-KR" altLang="en-US" sz="1200" i="1" spc="-15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탬플릿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84A3A5E-1FF9-CDCB-B68E-FCC8464AA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088" y="5725468"/>
            <a:ext cx="1606020" cy="95542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FE2EB5-B419-D59D-B6C2-1FAA2E828DA5}"/>
              </a:ext>
            </a:extLst>
          </p:cNvPr>
          <p:cNvSpPr txBox="1"/>
          <p:nvPr/>
        </p:nvSpPr>
        <p:spPr>
          <a:xfrm>
            <a:off x="9097086" y="5768786"/>
            <a:ext cx="17281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공통 팝업 활용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5D3AD4-23B3-10C7-F7AA-D583C949AB95}"/>
              </a:ext>
            </a:extLst>
          </p:cNvPr>
          <p:cNvSpPr txBox="1"/>
          <p:nvPr/>
        </p:nvSpPr>
        <p:spPr>
          <a:xfrm>
            <a:off x="8640756" y="5468691"/>
            <a:ext cx="1514666" cy="246221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CH-A-PR-01-01-14p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112AAB0-8068-4140-C5CD-F75A379263DB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9346403" y="3810156"/>
            <a:ext cx="514756" cy="1593666"/>
          </a:xfrm>
          <a:prstGeom prst="straightConnector1">
            <a:avLst/>
          </a:prstGeom>
          <a:ln w="31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3952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AD17D-CDDC-768C-1E31-BD0AE273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D500CDB-7C4D-6F33-ED1F-C6F78AD9B7A7}"/>
              </a:ext>
            </a:extLst>
          </p:cNvPr>
          <p:cNvSpPr/>
          <p:nvPr/>
        </p:nvSpPr>
        <p:spPr>
          <a:xfrm>
            <a:off x="8041258" y="978310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CCA1ADB-AA80-8B0D-3CCE-23E95BA4EA6E}"/>
              </a:ext>
            </a:extLst>
          </p:cNvPr>
          <p:cNvCxnSpPr/>
          <p:nvPr/>
        </p:nvCxnSpPr>
        <p:spPr>
          <a:xfrm>
            <a:off x="7993137" y="963851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C8DBECF-7F9D-E521-F905-5F537A5079A9}"/>
              </a:ext>
            </a:extLst>
          </p:cNvPr>
          <p:cNvCxnSpPr>
            <a:cxnSpLocks/>
          </p:cNvCxnSpPr>
          <p:nvPr/>
        </p:nvCxnSpPr>
        <p:spPr>
          <a:xfrm flipV="1">
            <a:off x="8070851" y="963852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0A7DB4F-3E20-1962-50E4-7091057794BE}"/>
              </a:ext>
            </a:extLst>
          </p:cNvPr>
          <p:cNvSpPr txBox="1"/>
          <p:nvPr/>
        </p:nvSpPr>
        <p:spPr>
          <a:xfrm>
            <a:off x="8060810" y="75936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구매 안내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003423-CF84-62FC-8C2A-BA9CCAF85AD6}"/>
              </a:ext>
            </a:extLst>
          </p:cNvPr>
          <p:cNvSpPr txBox="1"/>
          <p:nvPr/>
        </p:nvSpPr>
        <p:spPr>
          <a:xfrm>
            <a:off x="8555740" y="765190"/>
            <a:ext cx="14045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안내 정보를 입력해주세요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A32498-6C41-37E7-1E6A-7A5E2641B90D}"/>
              </a:ext>
            </a:extLst>
          </p:cNvPr>
          <p:cNvSpPr txBox="1"/>
          <p:nvPr/>
        </p:nvSpPr>
        <p:spPr>
          <a:xfrm>
            <a:off x="368111" y="201927"/>
            <a:ext cx="7048962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안내 관리 반영</a:t>
            </a:r>
            <a:endParaRPr lang="ko-KR" altLang="en-US" sz="1200" b="1" spc="-15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6B94A87-C989-B45E-86B0-9E6B9983C869}"/>
              </a:ext>
            </a:extLst>
          </p:cNvPr>
          <p:cNvSpPr txBox="1"/>
          <p:nvPr/>
        </p:nvSpPr>
        <p:spPr>
          <a:xfrm>
            <a:off x="2135203" y="920080"/>
            <a:ext cx="15392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선택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A9FAC45-797A-9D31-C0AB-C7959500A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004369"/>
              </p:ext>
            </p:extLst>
          </p:nvPr>
        </p:nvGraphicFramePr>
        <p:xfrm>
          <a:off x="408870" y="655739"/>
          <a:ext cx="2969595" cy="264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안내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사용 안함                사용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84171"/>
                  </a:ext>
                </a:extLst>
              </a:tr>
            </a:tbl>
          </a:graphicData>
        </a:graphic>
      </p:graphicFrame>
      <p:pic>
        <p:nvPicPr>
          <p:cNvPr id="19" name="Picture 2" descr="on, radio icon">
            <a:extLst>
              <a:ext uri="{FF2B5EF4-FFF2-40B4-BE49-F238E27FC236}">
                <a16:creationId xmlns:a16="http://schemas.microsoft.com/office/drawing/2014/main" id="{92F49FE3-6C70-5F4F-56FB-E025DFF59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690" y="72820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off, radio icon">
            <a:extLst>
              <a:ext uri="{FF2B5EF4-FFF2-40B4-BE49-F238E27FC236}">
                <a16:creationId xmlns:a16="http://schemas.microsoft.com/office/drawing/2014/main" id="{AC71722E-F254-972F-C2BB-43A7D1596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434" y="73485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1FD02242-ED71-6D99-843C-A3994C7536FA}"/>
              </a:ext>
            </a:extLst>
          </p:cNvPr>
          <p:cNvSpPr/>
          <p:nvPr/>
        </p:nvSpPr>
        <p:spPr>
          <a:xfrm>
            <a:off x="2127066" y="705024"/>
            <a:ext cx="484044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58C6F0D2-9E02-0B72-04CF-1C9459773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509286"/>
              </p:ext>
            </p:extLst>
          </p:nvPr>
        </p:nvGraphicFramePr>
        <p:xfrm>
          <a:off x="8129079" y="1099922"/>
          <a:ext cx="3174466" cy="1850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48769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판매자 안내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54474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판매자명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988773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대표자명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235999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통신파매업자번호</a:t>
                      </a:r>
                      <a:endParaRPr lang="ko-KR" altLang="en-US" sz="75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816603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사업자등록번호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68464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37773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사업장소재지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079819"/>
                  </a:ext>
                </a:extLst>
              </a:tr>
            </a:tbl>
          </a:graphicData>
        </a:graphic>
      </p:graphicFrame>
      <p:sp>
        <p:nvSpPr>
          <p:cNvPr id="68" name="모서리가 둥근 직사각형 61">
            <a:extLst>
              <a:ext uri="{FF2B5EF4-FFF2-40B4-BE49-F238E27FC236}">
                <a16:creationId xmlns:a16="http://schemas.microsoft.com/office/drawing/2014/main" id="{FD69690D-A06D-66AE-B25D-E2D4AFD2805F}"/>
              </a:ext>
            </a:extLst>
          </p:cNvPr>
          <p:cNvSpPr/>
          <p:nvPr/>
        </p:nvSpPr>
        <p:spPr>
          <a:xfrm>
            <a:off x="8876406" y="1404045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지앤씨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0" name="모서리가 둥근 직사각형 61">
            <a:extLst>
              <a:ext uri="{FF2B5EF4-FFF2-40B4-BE49-F238E27FC236}">
                <a16:creationId xmlns:a16="http://schemas.microsoft.com/office/drawing/2014/main" id="{98940431-39FD-9A8C-9901-7F9F0192E671}"/>
              </a:ext>
            </a:extLst>
          </p:cNvPr>
          <p:cNvSpPr/>
          <p:nvPr/>
        </p:nvSpPr>
        <p:spPr>
          <a:xfrm>
            <a:off x="8876405" y="1676572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배원열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2" name="모서리가 둥근 직사각형 61">
            <a:extLst>
              <a:ext uri="{FF2B5EF4-FFF2-40B4-BE49-F238E27FC236}">
                <a16:creationId xmlns:a16="http://schemas.microsoft.com/office/drawing/2014/main" id="{160994B9-4F3A-1552-A551-6A36F8E05F11}"/>
              </a:ext>
            </a:extLst>
          </p:cNvPr>
          <p:cNvSpPr/>
          <p:nvPr/>
        </p:nvSpPr>
        <p:spPr>
          <a:xfrm>
            <a:off x="8876404" y="1934941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2021-</a:t>
            </a:r>
            <a:r>
              <a:rPr lang="ko-KR" alt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고양덕양구</a:t>
            </a:r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-0961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4" name="모서리가 둥근 직사각형 61">
            <a:extLst>
              <a:ext uri="{FF2B5EF4-FFF2-40B4-BE49-F238E27FC236}">
                <a16:creationId xmlns:a16="http://schemas.microsoft.com/office/drawing/2014/main" id="{AF0DBF01-E407-0832-D660-A64A896B70DE}"/>
              </a:ext>
            </a:extLst>
          </p:cNvPr>
          <p:cNvSpPr/>
          <p:nvPr/>
        </p:nvSpPr>
        <p:spPr>
          <a:xfrm>
            <a:off x="8890204" y="2173037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4968101209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6" name="모서리가 둥근 직사각형 61">
            <a:extLst>
              <a:ext uri="{FF2B5EF4-FFF2-40B4-BE49-F238E27FC236}">
                <a16:creationId xmlns:a16="http://schemas.microsoft.com/office/drawing/2014/main" id="{3CC64577-98BE-DA00-157E-558A1AA3C0CC}"/>
              </a:ext>
            </a:extLst>
          </p:cNvPr>
          <p:cNvSpPr/>
          <p:nvPr/>
        </p:nvSpPr>
        <p:spPr>
          <a:xfrm>
            <a:off x="8890203" y="2445564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gncgoon@naver.com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모서리가 둥근 직사각형 61">
            <a:extLst>
              <a:ext uri="{FF2B5EF4-FFF2-40B4-BE49-F238E27FC236}">
                <a16:creationId xmlns:a16="http://schemas.microsoft.com/office/drawing/2014/main" id="{02272434-8A3B-325F-A0FD-6EAF21AB2248}"/>
              </a:ext>
            </a:extLst>
          </p:cNvPr>
          <p:cNvSpPr/>
          <p:nvPr/>
        </p:nvSpPr>
        <p:spPr>
          <a:xfrm>
            <a:off x="8890202" y="2703933"/>
            <a:ext cx="2313275" cy="16548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경기도 고양시 덕양구 통일로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1246,2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동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6515B5-9DE8-C17B-6973-B995D61AB375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배송비 정보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정보 삭제 </a:t>
            </a: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배송비 </a:t>
            </a: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탬플릿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설정으로 데이터 이동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07278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7A2090-6996-112E-61FC-37F384DE342C}"/>
              </a:ext>
            </a:extLst>
          </p:cNvPr>
          <p:cNvSpPr txBox="1"/>
          <p:nvPr/>
        </p:nvSpPr>
        <p:spPr>
          <a:xfrm>
            <a:off x="720329" y="4140349"/>
            <a:ext cx="6481118" cy="1104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 상세에서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상품 등록 신청  건을 승인 처리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할 수 있다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판매업체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업체담당자가 등록 신청 한 경우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등록 신청 승인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과세여부 설정과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지원바우처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설정 후 승인할 수 있다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 상세에서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상품 등록 신청  건을 반려 처리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할 수 있다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판매업체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업체담당자가 등록 신청 한 경우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 등록 신청 반려 처리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반려사유를 입력하여 처리 할 수 있다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D9C0F-0826-2152-4DE3-CCD66DAC8EDC}"/>
              </a:ext>
            </a:extLst>
          </p:cNvPr>
          <p:cNvSpPr txBox="1"/>
          <p:nvPr/>
        </p:nvSpPr>
        <p:spPr>
          <a:xfrm>
            <a:off x="4158859" y="2291561"/>
            <a:ext cx="4644221" cy="1056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슈퍼 </a:t>
            </a:r>
            <a:r>
              <a:rPr lang="ko-KR" altLang="en-US" sz="2000" b="1" i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어드민</a:t>
            </a: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접근</a:t>
            </a:r>
            <a:r>
              <a:rPr lang="en-US" altLang="ko-KR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관리자</a:t>
            </a:r>
            <a:r>
              <a:rPr lang="en-US" altLang="ko-KR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</a:p>
          <a:p>
            <a:pPr algn="ctr">
              <a:lnSpc>
                <a:spcPct val="150000"/>
              </a:lnSpc>
            </a:pP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상품 </a:t>
            </a:r>
            <a:r>
              <a:rPr lang="ko-KR" altLang="en-US" sz="2500" b="1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 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상세 </a:t>
            </a:r>
            <a:r>
              <a:rPr kumimoji="0" lang="en-US" altLang="ko-KR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등록 신청 상태</a:t>
            </a:r>
            <a:r>
              <a:rPr lang="en-US" altLang="ko-KR" sz="2500" b="1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2500" b="1" i="1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2533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CF046-0D14-971D-DD21-18ADF11E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D179111E-F459-B446-CE11-6E68F38D8C4C}"/>
              </a:ext>
            </a:extLst>
          </p:cNvPr>
          <p:cNvSpPr/>
          <p:nvPr/>
        </p:nvSpPr>
        <p:spPr>
          <a:xfrm>
            <a:off x="6568987" y="1535684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9D2187-D381-3FBB-9030-AAE756A6DFC8}"/>
              </a:ext>
            </a:extLst>
          </p:cNvPr>
          <p:cNvSpPr txBox="1"/>
          <p:nvPr/>
        </p:nvSpPr>
        <p:spPr>
          <a:xfrm>
            <a:off x="144265" y="971997"/>
            <a:ext cx="72008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  <a:endParaRPr lang="ko-KR" altLang="en-US" sz="1200" b="1" spc="-15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B36E0A4-C0F9-E7BF-261E-32D5C9112B81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C903A4B6-EAE4-9760-2E2D-758988526835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1527938"/>
          <a:ext cx="6191007" cy="601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주식회사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올푸름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 승인일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-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대기                 판매 중                   판매 중지                      판매 완료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902204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C98F77FB-217D-81FC-C9A7-9AC357AD10E1}"/>
              </a:ext>
            </a:extLst>
          </p:cNvPr>
          <p:cNvSpPr txBox="1"/>
          <p:nvPr/>
        </p:nvSpPr>
        <p:spPr>
          <a:xfrm>
            <a:off x="133381" y="2405518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7F90E4-C7AA-0D48-E4E1-ED3E945801B6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275EAB80-DE9B-177E-4596-0CC8983CE9B9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2627784"/>
          <a:ext cx="6263014" cy="72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260714005796</a:t>
                      </a: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제조업체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BBA37B54-2DB9-97F5-8ACB-525F617A3153}"/>
              </a:ext>
            </a:extLst>
          </p:cNvPr>
          <p:cNvCxnSpPr/>
          <p:nvPr/>
        </p:nvCxnSpPr>
        <p:spPr>
          <a:xfrm>
            <a:off x="6520866" y="1521225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89EB1C5C-6317-5A50-750D-E0B0A898C598}"/>
              </a:ext>
            </a:extLst>
          </p:cNvPr>
          <p:cNvCxnSpPr>
            <a:cxnSpLocks/>
          </p:cNvCxnSpPr>
          <p:nvPr/>
        </p:nvCxnSpPr>
        <p:spPr>
          <a:xfrm flipV="1">
            <a:off x="6598580" y="1521226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모서리가 둥근 직사각형 61">
            <a:extLst>
              <a:ext uri="{FF2B5EF4-FFF2-40B4-BE49-F238E27FC236}">
                <a16:creationId xmlns:a16="http://schemas.microsoft.com/office/drawing/2014/main" id="{3D766BC5-1B80-CA4C-EEEA-92A8FB3139A4}"/>
              </a:ext>
            </a:extLst>
          </p:cNvPr>
          <p:cNvSpPr/>
          <p:nvPr/>
        </p:nvSpPr>
        <p:spPr>
          <a:xfrm>
            <a:off x="864345" y="2846372"/>
            <a:ext cx="5472608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 분유</a:t>
            </a:r>
          </a:p>
        </p:txBody>
      </p:sp>
      <p:sp>
        <p:nvSpPr>
          <p:cNvPr id="156" name="모서리가 둥근 직사각형 61">
            <a:extLst>
              <a:ext uri="{FF2B5EF4-FFF2-40B4-BE49-F238E27FC236}">
                <a16:creationId xmlns:a16="http://schemas.microsoft.com/office/drawing/2014/main" id="{FFE411B3-4C56-6053-6A79-ACC37A93E843}"/>
              </a:ext>
            </a:extLst>
          </p:cNvPr>
          <p:cNvSpPr/>
          <p:nvPr/>
        </p:nvSpPr>
        <p:spPr>
          <a:xfrm>
            <a:off x="4176713" y="312227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보람씨앤에치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2" name="모서리가 둥근 직사각형 61">
            <a:extLst>
              <a:ext uri="{FF2B5EF4-FFF2-40B4-BE49-F238E27FC236}">
                <a16:creationId xmlns:a16="http://schemas.microsoft.com/office/drawing/2014/main" id="{92D3AC26-BA9D-2834-3391-DF3919A6392F}"/>
              </a:ext>
            </a:extLst>
          </p:cNvPr>
          <p:cNvSpPr/>
          <p:nvPr/>
        </p:nvSpPr>
        <p:spPr>
          <a:xfrm>
            <a:off x="864345" y="312227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주식회사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올푸름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0864B90B-F83B-7750-92D5-B1C874519B28}"/>
              </a:ext>
            </a:extLst>
          </p:cNvPr>
          <p:cNvSpPr txBox="1"/>
          <p:nvPr/>
        </p:nvSpPr>
        <p:spPr>
          <a:xfrm>
            <a:off x="130703" y="344991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63E0F1D8-FB03-E2D3-461E-CC956B455D18}"/>
              </a:ext>
            </a:extLst>
          </p:cNvPr>
          <p:cNvGraphicFramePr>
            <a:graphicFrameLocks noGrp="1"/>
          </p:cNvGraphicFramePr>
          <p:nvPr/>
        </p:nvGraphicFramePr>
        <p:xfrm>
          <a:off x="143268" y="3672177"/>
          <a:ext cx="6263014" cy="966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검색어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기간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상시                기간  설정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                                                                 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232" name="모서리가 둥근 직사각형 61">
            <a:extLst>
              <a:ext uri="{FF2B5EF4-FFF2-40B4-BE49-F238E27FC236}">
                <a16:creationId xmlns:a16="http://schemas.microsoft.com/office/drawing/2014/main" id="{AC98FFEB-F923-0B70-1E15-A672FCC927C1}"/>
              </a:ext>
            </a:extLst>
          </p:cNvPr>
          <p:cNvSpPr/>
          <p:nvPr/>
        </p:nvSpPr>
        <p:spPr>
          <a:xfrm>
            <a:off x="861666" y="3698459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맥스드라이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팬티형 남아</a:t>
            </a:r>
          </a:p>
        </p:txBody>
      </p:sp>
      <p:sp>
        <p:nvSpPr>
          <p:cNvPr id="238" name="모서리가 둥근 직사각형 61">
            <a:extLst>
              <a:ext uri="{FF2B5EF4-FFF2-40B4-BE49-F238E27FC236}">
                <a16:creationId xmlns:a16="http://schemas.microsoft.com/office/drawing/2014/main" id="{0A8E2739-0921-EC97-679B-0B71EDA92E6B}"/>
              </a:ext>
            </a:extLst>
          </p:cNvPr>
          <p:cNvSpPr/>
          <p:nvPr/>
        </p:nvSpPr>
        <p:spPr>
          <a:xfrm>
            <a:off x="861665" y="3925370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하기스팬티형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하기스기저귀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10" name="Picture 2" descr="on, radio icon">
            <a:extLst>
              <a:ext uri="{FF2B5EF4-FFF2-40B4-BE49-F238E27FC236}">
                <a16:creationId xmlns:a16="http://schemas.microsoft.com/office/drawing/2014/main" id="{F4AA4318-AFEE-9232-A0E6-F538E6CF1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00" y="419803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Picture 4" descr="off, radio icon">
            <a:extLst>
              <a:ext uri="{FF2B5EF4-FFF2-40B4-BE49-F238E27FC236}">
                <a16:creationId xmlns:a16="http://schemas.microsoft.com/office/drawing/2014/main" id="{8136876B-CE20-A7C0-F773-BB9C9716A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86" y="418717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3" name="모서리가 둥근 직사각형 65">
            <a:extLst>
              <a:ext uri="{FF2B5EF4-FFF2-40B4-BE49-F238E27FC236}">
                <a16:creationId xmlns:a16="http://schemas.microsoft.com/office/drawing/2014/main" id="{F3E6173A-D870-B01A-E43A-1AAA20BB08A4}"/>
              </a:ext>
            </a:extLst>
          </p:cNvPr>
          <p:cNvSpPr/>
          <p:nvPr/>
        </p:nvSpPr>
        <p:spPr>
          <a:xfrm>
            <a:off x="1864940" y="415974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CD81ACF7-5ABD-5D71-33BC-A63C6877D226}"/>
              </a:ext>
            </a:extLst>
          </p:cNvPr>
          <p:cNvGrpSpPr/>
          <p:nvPr/>
        </p:nvGrpSpPr>
        <p:grpSpPr>
          <a:xfrm>
            <a:off x="3478872" y="4166188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15" name="모서리가 둥근 직사각형 67">
              <a:extLst>
                <a:ext uri="{FF2B5EF4-FFF2-40B4-BE49-F238E27FC236}">
                  <a16:creationId xmlns:a16="http://schemas.microsoft.com/office/drawing/2014/main" id="{928E7BA2-CC7D-DBC5-CE65-09EA53E1AFF3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16" name="Picture 4" descr="calendar, date, event, month icon">
              <a:extLst>
                <a:ext uri="{FF2B5EF4-FFF2-40B4-BE49-F238E27FC236}">
                  <a16:creationId xmlns:a16="http://schemas.microsoft.com/office/drawing/2014/main" id="{C3C38C95-5102-45CE-9B37-87E6598293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17" name="모서리가 둥근 직사각형 69">
            <a:extLst>
              <a:ext uri="{FF2B5EF4-FFF2-40B4-BE49-F238E27FC236}">
                <a16:creationId xmlns:a16="http://schemas.microsoft.com/office/drawing/2014/main" id="{F35FCC91-E676-4165-1059-DA041F3C2281}"/>
              </a:ext>
            </a:extLst>
          </p:cNvPr>
          <p:cNvSpPr/>
          <p:nvPr/>
        </p:nvSpPr>
        <p:spPr>
          <a:xfrm>
            <a:off x="2839838" y="4166189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7E39124E-A605-F65A-A3FA-5C2F7CA8BBEF}"/>
              </a:ext>
            </a:extLst>
          </p:cNvPr>
          <p:cNvSpPr/>
          <p:nvPr/>
        </p:nvSpPr>
        <p:spPr>
          <a:xfrm>
            <a:off x="2617097" y="4081065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BC2B7062-E226-DC2A-B6E0-0420386D5CA0}"/>
              </a:ext>
            </a:extLst>
          </p:cNvPr>
          <p:cNvSpPr/>
          <p:nvPr/>
        </p:nvSpPr>
        <p:spPr>
          <a:xfrm>
            <a:off x="3676511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E3D67A06-006C-D8E9-E951-8D6378DED6FE}"/>
              </a:ext>
            </a:extLst>
          </p:cNvPr>
          <p:cNvSpPr/>
          <p:nvPr/>
        </p:nvSpPr>
        <p:spPr>
          <a:xfrm>
            <a:off x="413459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2800F04B-BD63-5F0B-1EFB-8417DA6C6CC1}"/>
              </a:ext>
            </a:extLst>
          </p:cNvPr>
          <p:cNvSpPr/>
          <p:nvPr/>
        </p:nvSpPr>
        <p:spPr>
          <a:xfrm>
            <a:off x="456303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8CFCDFEC-F8E7-D1D1-D709-40F6DE8AB868}"/>
              </a:ext>
            </a:extLst>
          </p:cNvPr>
          <p:cNvSpPr/>
          <p:nvPr/>
        </p:nvSpPr>
        <p:spPr>
          <a:xfrm>
            <a:off x="500162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grpSp>
        <p:nvGrpSpPr>
          <p:cNvPr id="323" name="그룹 322">
            <a:extLst>
              <a:ext uri="{FF2B5EF4-FFF2-40B4-BE49-F238E27FC236}">
                <a16:creationId xmlns:a16="http://schemas.microsoft.com/office/drawing/2014/main" id="{358C4597-DC47-CC2A-9C94-3D789F6C49C5}"/>
              </a:ext>
            </a:extLst>
          </p:cNvPr>
          <p:cNvGrpSpPr/>
          <p:nvPr/>
        </p:nvGrpSpPr>
        <p:grpSpPr>
          <a:xfrm>
            <a:off x="2503946" y="4159747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24" name="모서리가 둥근 직사각형 67">
              <a:extLst>
                <a:ext uri="{FF2B5EF4-FFF2-40B4-BE49-F238E27FC236}">
                  <a16:creationId xmlns:a16="http://schemas.microsoft.com/office/drawing/2014/main" id="{5B82B1E8-4584-627D-984A-D9494D948D76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25" name="Picture 4" descr="calendar, date, event, month icon">
              <a:extLst>
                <a:ext uri="{FF2B5EF4-FFF2-40B4-BE49-F238E27FC236}">
                  <a16:creationId xmlns:a16="http://schemas.microsoft.com/office/drawing/2014/main" id="{5A0661B7-AF53-2E26-DE07-A7AB1B72FB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27" name="모서리가 둥근 직사각형 61">
            <a:extLst>
              <a:ext uri="{FF2B5EF4-FFF2-40B4-BE49-F238E27FC236}">
                <a16:creationId xmlns:a16="http://schemas.microsoft.com/office/drawing/2014/main" id="{2F00A5FD-6C9E-8D50-CA8A-6D7395B5835F}"/>
              </a:ext>
            </a:extLst>
          </p:cNvPr>
          <p:cNvSpPr/>
          <p:nvPr/>
        </p:nvSpPr>
        <p:spPr>
          <a:xfrm>
            <a:off x="862994" y="4410917"/>
            <a:ext cx="252409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188,700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A4D94503-D799-D12D-07CC-8B5462C4653C}"/>
              </a:ext>
            </a:extLst>
          </p:cNvPr>
          <p:cNvSpPr/>
          <p:nvPr/>
        </p:nvSpPr>
        <p:spPr>
          <a:xfrm>
            <a:off x="5868561" y="2417226"/>
            <a:ext cx="465711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복사</a:t>
            </a:r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233BD65E-A041-DBD2-9CB9-630EF0E7C48E}"/>
              </a:ext>
            </a:extLst>
          </p:cNvPr>
          <p:cNvSpPr/>
          <p:nvPr/>
        </p:nvSpPr>
        <p:spPr>
          <a:xfrm>
            <a:off x="0" y="6522795"/>
            <a:ext cx="10009361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▼ 다음 페이지에서 이어짐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E6784EB-2516-A84D-34CB-509805A09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035764"/>
              </p:ext>
            </p:extLst>
          </p:nvPr>
        </p:nvGraphicFramePr>
        <p:xfrm>
          <a:off x="145801" y="4625664"/>
          <a:ext cx="6263014" cy="1850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구매 제한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무제한           수량입력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55068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재고수량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무제한           수량입력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배송탬플릿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45385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구매 단위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상품단위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04928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개당기준수량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전체 수량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46773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안내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사용 안함                사용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84171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미적용                  유기농             친환경                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746418"/>
                  </a:ext>
                </a:extLst>
              </a:tr>
            </a:tbl>
          </a:graphicData>
        </a:graphic>
      </p:graphicFrame>
      <p:sp>
        <p:nvSpPr>
          <p:cNvPr id="10" name="모서리가 둥근 직사각형 61">
            <a:extLst>
              <a:ext uri="{FF2B5EF4-FFF2-40B4-BE49-F238E27FC236}">
                <a16:creationId xmlns:a16="http://schemas.microsoft.com/office/drawing/2014/main" id="{11E56F3A-B2AF-5056-1C37-CC8971E91549}"/>
              </a:ext>
            </a:extLst>
          </p:cNvPr>
          <p:cNvSpPr/>
          <p:nvPr/>
        </p:nvSpPr>
        <p:spPr>
          <a:xfrm>
            <a:off x="4171425" y="4923075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설정 완료</a:t>
            </a:r>
          </a:p>
        </p:txBody>
      </p:sp>
      <p:sp>
        <p:nvSpPr>
          <p:cNvPr id="12" name="모서리가 둥근 직사각형 61">
            <a:extLst>
              <a:ext uri="{FF2B5EF4-FFF2-40B4-BE49-F238E27FC236}">
                <a16:creationId xmlns:a16="http://schemas.microsoft.com/office/drawing/2014/main" id="{179ABD4F-54E1-1509-7EA9-20EF5C7C819B}"/>
              </a:ext>
            </a:extLst>
          </p:cNvPr>
          <p:cNvSpPr/>
          <p:nvPr/>
        </p:nvSpPr>
        <p:spPr>
          <a:xfrm>
            <a:off x="881589" y="520868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완료</a:t>
            </a:r>
          </a:p>
        </p:txBody>
      </p:sp>
      <p:sp>
        <p:nvSpPr>
          <p:cNvPr id="14" name="모서리가 둥근 직사각형 61">
            <a:extLst>
              <a:ext uri="{FF2B5EF4-FFF2-40B4-BE49-F238E27FC236}">
                <a16:creationId xmlns:a16="http://schemas.microsoft.com/office/drawing/2014/main" id="{14BA9BDB-F7BD-8600-FFE7-FDCC68803D10}"/>
              </a:ext>
            </a:extLst>
          </p:cNvPr>
          <p:cNvSpPr/>
          <p:nvPr/>
        </p:nvSpPr>
        <p:spPr>
          <a:xfrm>
            <a:off x="4171425" y="520868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완료</a:t>
            </a:r>
          </a:p>
        </p:txBody>
      </p:sp>
      <p:pic>
        <p:nvPicPr>
          <p:cNvPr id="16" name="Picture 2" descr="on, radio icon">
            <a:extLst>
              <a:ext uri="{FF2B5EF4-FFF2-40B4-BE49-F238E27FC236}">
                <a16:creationId xmlns:a16="http://schemas.microsoft.com/office/drawing/2014/main" id="{A6998F4B-E584-EA10-6C7E-B44D890FB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08" y="4979240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off, radio icon">
            <a:extLst>
              <a:ext uri="{FF2B5EF4-FFF2-40B4-BE49-F238E27FC236}">
                <a16:creationId xmlns:a16="http://schemas.microsoft.com/office/drawing/2014/main" id="{964F16B8-2F03-C59F-0B68-099AAEB76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194" y="496838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65">
            <a:extLst>
              <a:ext uri="{FF2B5EF4-FFF2-40B4-BE49-F238E27FC236}">
                <a16:creationId xmlns:a16="http://schemas.microsoft.com/office/drawing/2014/main" id="{054B27EF-6559-A2C4-3173-0FED8D662CE3}"/>
              </a:ext>
            </a:extLst>
          </p:cNvPr>
          <p:cNvSpPr/>
          <p:nvPr/>
        </p:nvSpPr>
        <p:spPr>
          <a:xfrm>
            <a:off x="1866221" y="4944721"/>
            <a:ext cx="1175607" cy="19077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845D8738-5D09-3B94-6127-75C5C98A9B9D}"/>
              </a:ext>
            </a:extLst>
          </p:cNvPr>
          <p:cNvSpPr/>
          <p:nvPr/>
        </p:nvSpPr>
        <p:spPr>
          <a:xfrm>
            <a:off x="874342" y="5462844"/>
            <a:ext cx="2167486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61">
            <a:extLst>
              <a:ext uri="{FF2B5EF4-FFF2-40B4-BE49-F238E27FC236}">
                <a16:creationId xmlns:a16="http://schemas.microsoft.com/office/drawing/2014/main" id="{BA9DB059-FF99-0E94-7DC2-CCBDA0283DE0}"/>
              </a:ext>
            </a:extLst>
          </p:cNvPr>
          <p:cNvSpPr/>
          <p:nvPr/>
        </p:nvSpPr>
        <p:spPr>
          <a:xfrm>
            <a:off x="4177469" y="5460699"/>
            <a:ext cx="2160240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묶음</a:t>
            </a: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8ABBF5AD-4DC7-D2B9-25B2-12FA83848EDB}"/>
              </a:ext>
            </a:extLst>
          </p:cNvPr>
          <p:cNvSpPr/>
          <p:nvPr/>
        </p:nvSpPr>
        <p:spPr>
          <a:xfrm>
            <a:off x="4178614" y="5721720"/>
            <a:ext cx="77495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80C4CB4A-1F04-1904-1F0F-B132561723C5}"/>
              </a:ext>
            </a:extLst>
          </p:cNvPr>
          <p:cNvSpPr/>
          <p:nvPr/>
        </p:nvSpPr>
        <p:spPr>
          <a:xfrm>
            <a:off x="5016996" y="5717162"/>
            <a:ext cx="1320713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※ 50 </a:t>
            </a:r>
            <a:r>
              <a:rPr lang="ko-KR" altLang="en-US" sz="7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묶음당</a:t>
            </a:r>
            <a:r>
              <a: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2,500</a:t>
            </a:r>
            <a:r>
              <a: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</a:p>
        </p:txBody>
      </p:sp>
      <p:sp>
        <p:nvSpPr>
          <p:cNvPr id="39" name="모서리가 둥근 직사각형 61">
            <a:extLst>
              <a:ext uri="{FF2B5EF4-FFF2-40B4-BE49-F238E27FC236}">
                <a16:creationId xmlns:a16="http://schemas.microsoft.com/office/drawing/2014/main" id="{B6935B0F-5CE8-0B55-04D9-7A07C7B82BFB}"/>
              </a:ext>
            </a:extLst>
          </p:cNvPr>
          <p:cNvSpPr/>
          <p:nvPr/>
        </p:nvSpPr>
        <p:spPr>
          <a:xfrm>
            <a:off x="870761" y="5728748"/>
            <a:ext cx="446968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606B61-12A7-EC4F-768B-1FED7B53AF37}"/>
              </a:ext>
            </a:extLst>
          </p:cNvPr>
          <p:cNvSpPr txBox="1"/>
          <p:nvPr/>
        </p:nvSpPr>
        <p:spPr>
          <a:xfrm>
            <a:off x="1262673" y="5748478"/>
            <a:ext cx="19046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가격 기준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판매가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상품전체수량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개당기준수량</a:t>
            </a:r>
          </a:p>
        </p:txBody>
      </p:sp>
      <p:pic>
        <p:nvPicPr>
          <p:cNvPr id="44" name="Picture 2" descr="on, radio icon">
            <a:extLst>
              <a:ext uri="{FF2B5EF4-FFF2-40B4-BE49-F238E27FC236}">
                <a16:creationId xmlns:a16="http://schemas.microsoft.com/office/drawing/2014/main" id="{B7897A83-E86D-F5F9-BAA8-AF83135D3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845" y="602342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 descr="off, radio icon">
            <a:extLst>
              <a:ext uri="{FF2B5EF4-FFF2-40B4-BE49-F238E27FC236}">
                <a16:creationId xmlns:a16="http://schemas.microsoft.com/office/drawing/2014/main" id="{9F4341AE-6750-3BA0-8F8D-0A660D198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89" y="603007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3BA99700-853C-EA6B-7A92-396CB08BF12C}"/>
              </a:ext>
            </a:extLst>
          </p:cNvPr>
          <p:cNvSpPr/>
          <p:nvPr/>
        </p:nvSpPr>
        <p:spPr>
          <a:xfrm>
            <a:off x="1866221" y="6000241"/>
            <a:ext cx="484044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52" name="모서리가 둥근 직사각형 61">
            <a:extLst>
              <a:ext uri="{FF2B5EF4-FFF2-40B4-BE49-F238E27FC236}">
                <a16:creationId xmlns:a16="http://schemas.microsoft.com/office/drawing/2014/main" id="{6863099E-31A9-AC8C-BAB4-4BD3EDFEE91A}"/>
              </a:ext>
            </a:extLst>
          </p:cNvPr>
          <p:cNvSpPr/>
          <p:nvPr/>
        </p:nvSpPr>
        <p:spPr>
          <a:xfrm>
            <a:off x="4177469" y="5980205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선택제조업체명</a:t>
            </a:r>
            <a:r>
              <a:rPr lang="en-US" altLang="ko-KR" sz="7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6" name="Picture 4" descr="off, radio icon">
            <a:extLst>
              <a:ext uri="{FF2B5EF4-FFF2-40B4-BE49-F238E27FC236}">
                <a16:creationId xmlns:a16="http://schemas.microsoft.com/office/drawing/2014/main" id="{D7F927C9-E3F5-1FF2-7AA8-0ECBD51BD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399" y="629469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off, radio icon">
            <a:extLst>
              <a:ext uri="{FF2B5EF4-FFF2-40B4-BE49-F238E27FC236}">
                <a16:creationId xmlns:a16="http://schemas.microsoft.com/office/drawing/2014/main" id="{CB9E5059-DF99-EF62-48F5-61E74CD47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841" y="630013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off, radio icon">
            <a:extLst>
              <a:ext uri="{FF2B5EF4-FFF2-40B4-BE49-F238E27FC236}">
                <a16:creationId xmlns:a16="http://schemas.microsoft.com/office/drawing/2014/main" id="{C2EA71D4-90AA-64D9-8684-173FF87C0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024" y="629469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on, radio icon">
            <a:extLst>
              <a:ext uri="{FF2B5EF4-FFF2-40B4-BE49-F238E27FC236}">
                <a16:creationId xmlns:a16="http://schemas.microsoft.com/office/drawing/2014/main" id="{23D010EA-5F99-64D3-7A76-86CA5255A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59" y="629469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직사각형 68">
            <a:extLst>
              <a:ext uri="{FF2B5EF4-FFF2-40B4-BE49-F238E27FC236}">
                <a16:creationId xmlns:a16="http://schemas.microsoft.com/office/drawing/2014/main" id="{9CE76316-4320-B440-C8E9-D1E9C6E28CC5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CH-A-PR-01-01-09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CA9E33-29EB-93A7-5233-6C71EB82A22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1942E7-5A3F-072A-472C-CCD7C6BB6AB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2ED808-8963-325D-70D1-A04E3507ACED}"/>
              </a:ext>
            </a:extLst>
          </p:cNvPr>
          <p:cNvSpPr txBox="1"/>
          <p:nvPr/>
        </p:nvSpPr>
        <p:spPr>
          <a:xfrm>
            <a:off x="6588539" y="13167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카테고리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107D7E-55E2-9FDA-FFA4-EA0EC9E7AA4A}"/>
              </a:ext>
            </a:extLst>
          </p:cNvPr>
          <p:cNvSpPr txBox="1"/>
          <p:nvPr/>
        </p:nvSpPr>
        <p:spPr>
          <a:xfrm>
            <a:off x="7051724" y="1310023"/>
            <a:ext cx="18742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선택 시 좌측 화면에 즉시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61">
            <a:extLst>
              <a:ext uri="{FF2B5EF4-FFF2-40B4-BE49-F238E27FC236}">
                <a16:creationId xmlns:a16="http://schemas.microsoft.com/office/drawing/2014/main" id="{4D96F82B-2324-89C7-50E8-755A27948969}"/>
              </a:ext>
            </a:extLst>
          </p:cNvPr>
          <p:cNvSpPr/>
          <p:nvPr/>
        </p:nvSpPr>
        <p:spPr>
          <a:xfrm>
            <a:off x="6647108" y="1611998"/>
            <a:ext cx="270025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B0AC1A1-F36E-763E-E2FC-85319C41168B}"/>
              </a:ext>
            </a:extLst>
          </p:cNvPr>
          <p:cNvSpPr/>
          <p:nvPr/>
        </p:nvSpPr>
        <p:spPr>
          <a:xfrm>
            <a:off x="9415037" y="1620173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6B0B6014-3503-E34A-A7DC-CDD780EFB2DB}"/>
              </a:ext>
            </a:extLst>
          </p:cNvPr>
          <p:cNvSpPr/>
          <p:nvPr/>
        </p:nvSpPr>
        <p:spPr>
          <a:xfrm>
            <a:off x="920353" y="1980109"/>
            <a:ext cx="88008" cy="88008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36F437FB-A0D4-0001-2690-6128A419D520}"/>
              </a:ext>
            </a:extLst>
          </p:cNvPr>
          <p:cNvSpPr/>
          <p:nvPr/>
        </p:nvSpPr>
        <p:spPr>
          <a:xfrm>
            <a:off x="1582101" y="1988604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A97C67A0-4FE7-9DC0-9D17-30D4B78C0D67}"/>
              </a:ext>
            </a:extLst>
          </p:cNvPr>
          <p:cNvSpPr/>
          <p:nvPr/>
        </p:nvSpPr>
        <p:spPr>
          <a:xfrm>
            <a:off x="2178971" y="1988604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D452E053-7D8F-07AF-100E-CE5DE9607D5F}"/>
              </a:ext>
            </a:extLst>
          </p:cNvPr>
          <p:cNvSpPr/>
          <p:nvPr/>
        </p:nvSpPr>
        <p:spPr>
          <a:xfrm>
            <a:off x="2909165" y="1994307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C0B8C-6F7D-4C07-B21E-F1138BE0F080}"/>
              </a:ext>
            </a:extLst>
          </p:cNvPr>
          <p:cNvSpPr txBox="1"/>
          <p:nvPr/>
        </p:nvSpPr>
        <p:spPr>
          <a:xfrm>
            <a:off x="1307907" y="78285"/>
            <a:ext cx="23759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상품정보 상세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수정 화면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관리자 등록신청 결재 화면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E340E-90E8-B3BA-F2E3-BAB31172BA41}"/>
              </a:ext>
            </a:extLst>
          </p:cNvPr>
          <p:cNvSpPr txBox="1"/>
          <p:nvPr/>
        </p:nvSpPr>
        <p:spPr>
          <a:xfrm>
            <a:off x="1302717" y="330494"/>
            <a:ext cx="20185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C56F851-55C4-5E89-89DE-65EA7C129CAD}"/>
              </a:ext>
            </a:extLst>
          </p:cNvPr>
          <p:cNvGrpSpPr/>
          <p:nvPr/>
        </p:nvGrpSpPr>
        <p:grpSpPr>
          <a:xfrm>
            <a:off x="6639304" y="1835146"/>
            <a:ext cx="2286652" cy="2324601"/>
            <a:chOff x="6639303" y="1835146"/>
            <a:chExt cx="2926857" cy="303939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40EBEFA-FFA9-47AA-D102-363177B44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80" b="41798"/>
            <a:stretch>
              <a:fillRect/>
            </a:stretch>
          </p:blipFill>
          <p:spPr>
            <a:xfrm>
              <a:off x="6644172" y="1835146"/>
              <a:ext cx="2921988" cy="194516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EFA17A4-75CB-C704-79E0-A3EFF5A6F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7951" r="3566"/>
            <a:stretch>
              <a:fillRect/>
            </a:stretch>
          </p:blipFill>
          <p:spPr>
            <a:xfrm>
              <a:off x="6641730" y="3851120"/>
              <a:ext cx="2820051" cy="73688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9C0B8B3-37B3-269F-EF5A-EBD5CDEB6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8990" r="2338" b="23152"/>
            <a:stretch>
              <a:fillRect/>
            </a:stretch>
          </p:blipFill>
          <p:spPr>
            <a:xfrm>
              <a:off x="6639303" y="4277710"/>
              <a:ext cx="2855983" cy="596833"/>
            </a:xfrm>
            <a:prstGeom prst="rect">
              <a:avLst/>
            </a:prstGeom>
          </p:spPr>
        </p:pic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C8114EC-6503-E638-3003-AAB6A6317727}"/>
              </a:ext>
            </a:extLst>
          </p:cNvPr>
          <p:cNvSpPr/>
          <p:nvPr/>
        </p:nvSpPr>
        <p:spPr>
          <a:xfrm>
            <a:off x="7057033" y="2076612"/>
            <a:ext cx="624184" cy="18183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7" name="Picture 2" descr="on, radio icon">
            <a:extLst>
              <a:ext uri="{FF2B5EF4-FFF2-40B4-BE49-F238E27FC236}">
                <a16:creationId xmlns:a16="http://schemas.microsoft.com/office/drawing/2014/main" id="{F7B89AF6-7F87-DB15-86E5-0A62879A2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69" y="469657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off, radio icon">
            <a:extLst>
              <a:ext uri="{FF2B5EF4-FFF2-40B4-BE49-F238E27FC236}">
                <a16:creationId xmlns:a16="http://schemas.microsoft.com/office/drawing/2014/main" id="{150C44F6-177C-4157-AA9B-2C5685284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955" y="471060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모서리가 둥근 직사각형 65">
            <a:extLst>
              <a:ext uri="{FF2B5EF4-FFF2-40B4-BE49-F238E27FC236}">
                <a16:creationId xmlns:a16="http://schemas.microsoft.com/office/drawing/2014/main" id="{D13904FC-35C0-DF40-247E-EBDBA4182FA4}"/>
              </a:ext>
            </a:extLst>
          </p:cNvPr>
          <p:cNvSpPr/>
          <p:nvPr/>
        </p:nvSpPr>
        <p:spPr>
          <a:xfrm>
            <a:off x="1856982" y="4662056"/>
            <a:ext cx="1175607" cy="19077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B1047A-5832-C60F-349A-B15D1DFFCED0}"/>
              </a:ext>
            </a:extLst>
          </p:cNvPr>
          <p:cNvSpPr txBox="1"/>
          <p:nvPr/>
        </p:nvSpPr>
        <p:spPr>
          <a:xfrm>
            <a:off x="3058802" y="4677885"/>
            <a:ext cx="33474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일동안 구매할 수 있는 최대 수량을 입력해주세요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F8D586-B899-0F04-C3D9-325FC8F5E23C}"/>
              </a:ext>
            </a:extLst>
          </p:cNvPr>
          <p:cNvSpPr/>
          <p:nvPr/>
        </p:nvSpPr>
        <p:spPr>
          <a:xfrm>
            <a:off x="114660" y="615598"/>
            <a:ext cx="9938113" cy="6106972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dirty="0">
                <a:solidFill>
                  <a:schemeClr val="bg1"/>
                </a:solidFill>
              </a:rPr>
              <a:t>공통 영역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A45C0E-AED7-3663-F585-0D67903C00E6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3-5 / 1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구매 제한 데이터 설정 항목 추가 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42217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DC60-CE5D-244B-5E7A-D58EC002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48469BA-856A-C1E9-2E20-762A2A70A7FF}"/>
              </a:ext>
            </a:extLst>
          </p:cNvPr>
          <p:cNvSpPr/>
          <p:nvPr/>
        </p:nvSpPr>
        <p:spPr>
          <a:xfrm>
            <a:off x="6585031" y="323045"/>
            <a:ext cx="3380919" cy="19305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DE78A8-1C49-7616-7A55-2C1DDE38E62D}"/>
              </a:ext>
            </a:extLst>
          </p:cNvPr>
          <p:cNvSpPr txBox="1"/>
          <p:nvPr/>
        </p:nvSpPr>
        <p:spPr>
          <a:xfrm>
            <a:off x="110010" y="911231"/>
            <a:ext cx="1021674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사은품  정보 </a:t>
            </a:r>
            <a:endParaRPr lang="ko-KR" altLang="en-US" sz="900" b="1" spc="-15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5567BFF-BC8B-B378-0CBE-A611BC25F34A}"/>
              </a:ext>
            </a:extLst>
          </p:cNvPr>
          <p:cNvSpPr txBox="1"/>
          <p:nvPr/>
        </p:nvSpPr>
        <p:spPr>
          <a:xfrm>
            <a:off x="2292259" y="950248"/>
            <a:ext cx="4320413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설정은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상품목록 위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설정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메뉴에서 설정하실 수 있습니다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상품 동시 할인 반영 가능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5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모서리가 둥근 직사각형 77">
            <a:extLst>
              <a:ext uri="{FF2B5EF4-FFF2-40B4-BE49-F238E27FC236}">
                <a16:creationId xmlns:a16="http://schemas.microsoft.com/office/drawing/2014/main" id="{2FBF32F2-5FD6-F246-F919-C0028A97C92C}"/>
              </a:ext>
            </a:extLst>
          </p:cNvPr>
          <p:cNvSpPr/>
          <p:nvPr/>
        </p:nvSpPr>
        <p:spPr>
          <a:xfrm>
            <a:off x="9217344" y="3429364"/>
            <a:ext cx="778461" cy="269843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26" name="모서리가 둥근 직사각형 77">
            <a:extLst>
              <a:ext uri="{FF2B5EF4-FFF2-40B4-BE49-F238E27FC236}">
                <a16:creationId xmlns:a16="http://schemas.microsoft.com/office/drawing/2014/main" id="{3181A50A-FC3A-7171-0177-F773B28ED9FD}"/>
              </a:ext>
            </a:extLst>
          </p:cNvPr>
          <p:cNvSpPr/>
          <p:nvPr/>
        </p:nvSpPr>
        <p:spPr>
          <a:xfrm>
            <a:off x="8414644" y="3429363"/>
            <a:ext cx="778461" cy="26984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8" name="모서리가 둥근 직사각형 77">
            <a:extLst>
              <a:ext uri="{FF2B5EF4-FFF2-40B4-BE49-F238E27FC236}">
                <a16:creationId xmlns:a16="http://schemas.microsoft.com/office/drawing/2014/main" id="{24C4187B-9C49-FC91-7EFB-1DBB0AD77247}"/>
              </a:ext>
            </a:extLst>
          </p:cNvPr>
          <p:cNvSpPr/>
          <p:nvPr/>
        </p:nvSpPr>
        <p:spPr>
          <a:xfrm>
            <a:off x="7489080" y="3429363"/>
            <a:ext cx="901325" cy="269843"/>
          </a:xfrm>
          <a:prstGeom prst="round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등록 신청 결재 </a:t>
            </a:r>
          </a:p>
        </p:txBody>
      </p:sp>
      <p:sp>
        <p:nvSpPr>
          <p:cNvPr id="130" name="모서리가 둥근 직사각형 78">
            <a:extLst>
              <a:ext uri="{FF2B5EF4-FFF2-40B4-BE49-F238E27FC236}">
                <a16:creationId xmlns:a16="http://schemas.microsoft.com/office/drawing/2014/main" id="{B404DE72-BD69-7785-DF2B-0876FA732F3B}"/>
              </a:ext>
            </a:extLst>
          </p:cNvPr>
          <p:cNvSpPr/>
          <p:nvPr/>
        </p:nvSpPr>
        <p:spPr>
          <a:xfrm>
            <a:off x="130445" y="3429363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0BD08460-CE0B-E305-10F8-C7D5F2F3A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75387"/>
              </p:ext>
            </p:extLst>
          </p:nvPr>
        </p:nvGraphicFramePr>
        <p:xfrm>
          <a:off x="122025" y="1144713"/>
          <a:ext cx="6213245" cy="1108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32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470925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사은품 혜택 반영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1957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혜택 반영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41921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296753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 기간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34359"/>
                  </a:ext>
                </a:extLst>
              </a:tr>
            </a:tbl>
          </a:graphicData>
        </a:graphic>
      </p:graphicFrame>
      <p:sp>
        <p:nvSpPr>
          <p:cNvPr id="95" name="모서리가 둥근 직사각형 61">
            <a:extLst>
              <a:ext uri="{FF2B5EF4-FFF2-40B4-BE49-F238E27FC236}">
                <a16:creationId xmlns:a16="http://schemas.microsoft.com/office/drawing/2014/main" id="{8AFBEC14-50AC-40F6-12EB-D36B1CA2AD0E}"/>
              </a:ext>
            </a:extLst>
          </p:cNvPr>
          <p:cNvSpPr/>
          <p:nvPr/>
        </p:nvSpPr>
        <p:spPr>
          <a:xfrm>
            <a:off x="1456671" y="1525431"/>
            <a:ext cx="939371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모서리가 둥근 직사각형 61">
            <a:extLst>
              <a:ext uri="{FF2B5EF4-FFF2-40B4-BE49-F238E27FC236}">
                <a16:creationId xmlns:a16="http://schemas.microsoft.com/office/drawing/2014/main" id="{BD99931F-F095-CFB6-F335-8419E91233F0}"/>
              </a:ext>
            </a:extLst>
          </p:cNvPr>
          <p:cNvSpPr/>
          <p:nvPr/>
        </p:nvSpPr>
        <p:spPr>
          <a:xfrm>
            <a:off x="3125010" y="1518251"/>
            <a:ext cx="486040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모서리가 둥근 직사각형 61">
            <a:extLst>
              <a:ext uri="{FF2B5EF4-FFF2-40B4-BE49-F238E27FC236}">
                <a16:creationId xmlns:a16="http://schemas.microsoft.com/office/drawing/2014/main" id="{75479ED6-348A-F3C8-5740-5744DCDF14B1}"/>
              </a:ext>
            </a:extLst>
          </p:cNvPr>
          <p:cNvSpPr/>
          <p:nvPr/>
        </p:nvSpPr>
        <p:spPr>
          <a:xfrm>
            <a:off x="3953694" y="1517692"/>
            <a:ext cx="716764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모서리가 둥근 직사각형 65">
            <a:extLst>
              <a:ext uri="{FF2B5EF4-FFF2-40B4-BE49-F238E27FC236}">
                <a16:creationId xmlns:a16="http://schemas.microsoft.com/office/drawing/2014/main" id="{51E261E1-4179-45EC-3F14-1137F1A617E8}"/>
              </a:ext>
            </a:extLst>
          </p:cNvPr>
          <p:cNvSpPr/>
          <p:nvPr/>
        </p:nvSpPr>
        <p:spPr>
          <a:xfrm>
            <a:off x="925729" y="2047004"/>
            <a:ext cx="804549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C479AD5-2AC3-D64A-EDA1-5CFFE34AB428}"/>
              </a:ext>
            </a:extLst>
          </p:cNvPr>
          <p:cNvGrpSpPr/>
          <p:nvPr/>
        </p:nvGrpSpPr>
        <p:grpSpPr>
          <a:xfrm>
            <a:off x="2649518" y="2046626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11" name="모서리가 둥근 직사각형 67">
              <a:extLst>
                <a:ext uri="{FF2B5EF4-FFF2-40B4-BE49-F238E27FC236}">
                  <a16:creationId xmlns:a16="http://schemas.microsoft.com/office/drawing/2014/main" id="{C2C7107A-4685-19D3-26BA-0E7B30FF9BA4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13" name="Picture 4" descr="calendar, date, event, month icon">
              <a:extLst>
                <a:ext uri="{FF2B5EF4-FFF2-40B4-BE49-F238E27FC236}">
                  <a16:creationId xmlns:a16="http://schemas.microsoft.com/office/drawing/2014/main" id="{30737C45-D41D-236C-5271-BE7726C397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14" name="모서리가 둥근 직사각형 69">
            <a:extLst>
              <a:ext uri="{FF2B5EF4-FFF2-40B4-BE49-F238E27FC236}">
                <a16:creationId xmlns:a16="http://schemas.microsoft.com/office/drawing/2014/main" id="{D1A2FD6F-10D9-CFC6-1E24-C5B119AAE5EC}"/>
              </a:ext>
            </a:extLst>
          </p:cNvPr>
          <p:cNvSpPr/>
          <p:nvPr/>
        </p:nvSpPr>
        <p:spPr>
          <a:xfrm>
            <a:off x="1944465" y="2046626"/>
            <a:ext cx="69290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92FEEE8-2DE0-3211-E32B-0D3CC1EE5F02}"/>
              </a:ext>
            </a:extLst>
          </p:cNvPr>
          <p:cNvSpPr/>
          <p:nvPr/>
        </p:nvSpPr>
        <p:spPr>
          <a:xfrm>
            <a:off x="1702527" y="1964090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FDCFFEED-16AF-8E20-B962-85053906AF38}"/>
              </a:ext>
            </a:extLst>
          </p:cNvPr>
          <p:cNvGrpSpPr/>
          <p:nvPr/>
        </p:nvGrpSpPr>
        <p:grpSpPr>
          <a:xfrm>
            <a:off x="1564736" y="2047004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19" name="모서리가 둥근 직사각형 67">
              <a:extLst>
                <a:ext uri="{FF2B5EF4-FFF2-40B4-BE49-F238E27FC236}">
                  <a16:creationId xmlns:a16="http://schemas.microsoft.com/office/drawing/2014/main" id="{52FD6F40-F6B7-04CA-4133-7013EE6484DA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20" name="Picture 4" descr="calendar, date, event, month icon">
              <a:extLst>
                <a:ext uri="{FF2B5EF4-FFF2-40B4-BE49-F238E27FC236}">
                  <a16:creationId xmlns:a16="http://schemas.microsoft.com/office/drawing/2014/main" id="{F6C21243-A99F-657C-35DC-9D23AB36C2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C98F3538-9DF6-7A2C-8AC5-1A9F7414E982}"/>
              </a:ext>
            </a:extLst>
          </p:cNvPr>
          <p:cNvSpPr txBox="1"/>
          <p:nvPr/>
        </p:nvSpPr>
        <p:spPr>
          <a:xfrm>
            <a:off x="984476" y="1179965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E75BC6B-EEF8-37C3-D094-C88F8EA6BA95}"/>
              </a:ext>
            </a:extLst>
          </p:cNvPr>
          <p:cNvSpPr txBox="1"/>
          <p:nvPr/>
        </p:nvSpPr>
        <p:spPr>
          <a:xfrm>
            <a:off x="973001" y="1498529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할인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CBE8520-13B1-5A20-65AD-E19BB9021978}"/>
              </a:ext>
            </a:extLst>
          </p:cNvPr>
          <p:cNvSpPr txBox="1"/>
          <p:nvPr/>
        </p:nvSpPr>
        <p:spPr>
          <a:xfrm>
            <a:off x="2328389" y="1507529"/>
            <a:ext cx="341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 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6AA6CD3-8A4D-ACA0-646A-94783863D404}"/>
              </a:ext>
            </a:extLst>
          </p:cNvPr>
          <p:cNvSpPr txBox="1"/>
          <p:nvPr/>
        </p:nvSpPr>
        <p:spPr>
          <a:xfrm>
            <a:off x="2613078" y="1503011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비율할인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88C77EB-09BB-C0B2-2FA0-2CC7CB7F593F}"/>
              </a:ext>
            </a:extLst>
          </p:cNvPr>
          <p:cNvSpPr txBox="1"/>
          <p:nvPr/>
        </p:nvSpPr>
        <p:spPr>
          <a:xfrm>
            <a:off x="3532545" y="1529613"/>
            <a:ext cx="2551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%,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E3B3B31-928F-0577-27E7-33A6C1839F36}"/>
              </a:ext>
            </a:extLst>
          </p:cNvPr>
          <p:cNvSpPr txBox="1"/>
          <p:nvPr/>
        </p:nvSpPr>
        <p:spPr>
          <a:xfrm>
            <a:off x="3640521" y="1509913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11B4205-1C6A-4B7E-F743-244FF44A5B81}"/>
              </a:ext>
            </a:extLst>
          </p:cNvPr>
          <p:cNvSpPr txBox="1"/>
          <p:nvPr/>
        </p:nvSpPr>
        <p:spPr>
          <a:xfrm>
            <a:off x="4596635" y="1500349"/>
            <a:ext cx="2680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</a:p>
        </p:txBody>
      </p:sp>
      <p:pic>
        <p:nvPicPr>
          <p:cNvPr id="134" name="Picture 4" descr="off, radio icon">
            <a:extLst>
              <a:ext uri="{FF2B5EF4-FFF2-40B4-BE49-F238E27FC236}">
                <a16:creationId xmlns:a16="http://schemas.microsoft.com/office/drawing/2014/main" id="{13A20528-A4CD-E5F9-F6D7-993681BA1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966" y="124525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순서도: 연결자 135">
            <a:extLst>
              <a:ext uri="{FF2B5EF4-FFF2-40B4-BE49-F238E27FC236}">
                <a16:creationId xmlns:a16="http://schemas.microsoft.com/office/drawing/2014/main" id="{8CB7459E-F1F3-54B6-0FFB-33044D43A68B}"/>
              </a:ext>
            </a:extLst>
          </p:cNvPr>
          <p:cNvSpPr/>
          <p:nvPr/>
        </p:nvSpPr>
        <p:spPr>
          <a:xfrm>
            <a:off x="925730" y="1550213"/>
            <a:ext cx="103789" cy="103789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모서리가 둥근 직사각형 84">
            <a:extLst>
              <a:ext uri="{FF2B5EF4-FFF2-40B4-BE49-F238E27FC236}">
                <a16:creationId xmlns:a16="http://schemas.microsoft.com/office/drawing/2014/main" id="{CA431FBD-F9B6-73AF-C623-38871BE7E5D3}"/>
              </a:ext>
            </a:extLst>
          </p:cNvPr>
          <p:cNvSpPr/>
          <p:nvPr/>
        </p:nvSpPr>
        <p:spPr>
          <a:xfrm>
            <a:off x="925730" y="1785915"/>
            <a:ext cx="1882831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중</a:t>
            </a:r>
          </a:p>
        </p:txBody>
      </p:sp>
      <p:sp>
        <p:nvSpPr>
          <p:cNvPr id="138" name="모서리가 둥근 직사각형 86">
            <a:extLst>
              <a:ext uri="{FF2B5EF4-FFF2-40B4-BE49-F238E27FC236}">
                <a16:creationId xmlns:a16="http://schemas.microsoft.com/office/drawing/2014/main" id="{763588B0-E252-129E-1821-28ED986EE951}"/>
              </a:ext>
            </a:extLst>
          </p:cNvPr>
          <p:cNvSpPr/>
          <p:nvPr/>
        </p:nvSpPr>
        <p:spPr>
          <a:xfrm>
            <a:off x="2664545" y="1785915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pic>
        <p:nvPicPr>
          <p:cNvPr id="140" name="Picture 4" descr="off, radio icon">
            <a:extLst>
              <a:ext uri="{FF2B5EF4-FFF2-40B4-BE49-F238E27FC236}">
                <a16:creationId xmlns:a16="http://schemas.microsoft.com/office/drawing/2014/main" id="{6D77B336-D4D9-0535-8359-49315D5AA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53" y="1288729"/>
            <a:ext cx="72000" cy="7200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42" name="Picture 4" descr="off, radio icon">
            <a:extLst>
              <a:ext uri="{FF2B5EF4-FFF2-40B4-BE49-F238E27FC236}">
                <a16:creationId xmlns:a16="http://schemas.microsoft.com/office/drawing/2014/main" id="{E52620CE-0F2B-3FCD-51EB-6D379A6A7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53" y="1577627"/>
            <a:ext cx="72000" cy="72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37D0DCA3-1B2D-7F8F-EF69-0AFDA4F42DB8}"/>
              </a:ext>
            </a:extLst>
          </p:cNvPr>
          <p:cNvSpPr txBox="1"/>
          <p:nvPr/>
        </p:nvSpPr>
        <p:spPr>
          <a:xfrm>
            <a:off x="1892393" y="1503301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15,000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9AF5099-4FF0-527F-7EDC-9B67A59D2A6F}"/>
              </a:ext>
            </a:extLst>
          </p:cNvPr>
          <p:cNvSpPr txBox="1"/>
          <p:nvPr/>
        </p:nvSpPr>
        <p:spPr>
          <a:xfrm>
            <a:off x="847330" y="2008809"/>
            <a:ext cx="7718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2026-07-26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6057D0B-A153-0D26-EEE4-2AA0731D16FB}"/>
              </a:ext>
            </a:extLst>
          </p:cNvPr>
          <p:cNvSpPr txBox="1"/>
          <p:nvPr/>
        </p:nvSpPr>
        <p:spPr>
          <a:xfrm>
            <a:off x="1892732" y="2014376"/>
            <a:ext cx="7718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2026-08-25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순서도: 천공 테이프 18">
            <a:extLst>
              <a:ext uri="{FF2B5EF4-FFF2-40B4-BE49-F238E27FC236}">
                <a16:creationId xmlns:a16="http://schemas.microsoft.com/office/drawing/2014/main" id="{C7E94FAA-B482-3E84-04C5-0951B5F38674}"/>
              </a:ext>
            </a:extLst>
          </p:cNvPr>
          <p:cNvSpPr/>
          <p:nvPr/>
        </p:nvSpPr>
        <p:spPr>
          <a:xfrm>
            <a:off x="72257" y="121821"/>
            <a:ext cx="10009361" cy="67093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중간 영역 중략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C5A655-93B4-5526-C55D-EB720731FA6F}"/>
              </a:ext>
            </a:extLst>
          </p:cNvPr>
          <p:cNvSpPr txBox="1"/>
          <p:nvPr/>
        </p:nvSpPr>
        <p:spPr>
          <a:xfrm>
            <a:off x="110010" y="2435299"/>
            <a:ext cx="1021674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설정 정보 </a:t>
            </a:r>
            <a:endParaRPr lang="ko-KR" altLang="en-US" sz="900" b="1" spc="-150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786377EB-2E62-A2A2-0421-F944C2C4F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802297"/>
              </p:ext>
            </p:extLst>
          </p:nvPr>
        </p:nvGraphicFramePr>
        <p:xfrm>
          <a:off x="122025" y="2668781"/>
          <a:ext cx="6213245" cy="58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32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470925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과세여부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1957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 바우처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419218"/>
                  </a:ext>
                </a:extLst>
              </a:tr>
            </a:tbl>
          </a:graphicData>
        </a:graphic>
      </p:graphicFrame>
      <p:sp>
        <p:nvSpPr>
          <p:cNvPr id="43" name="모서리가 둥근 직사각형 84">
            <a:extLst>
              <a:ext uri="{FF2B5EF4-FFF2-40B4-BE49-F238E27FC236}">
                <a16:creationId xmlns:a16="http://schemas.microsoft.com/office/drawing/2014/main" id="{FA0B08CD-385C-EFF4-FC7B-A1DDE993E7D4}"/>
              </a:ext>
            </a:extLst>
          </p:cNvPr>
          <p:cNvSpPr/>
          <p:nvPr/>
        </p:nvSpPr>
        <p:spPr>
          <a:xfrm>
            <a:off x="962212" y="2758751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53" name="모서리가 둥근 직사각형 86">
            <a:extLst>
              <a:ext uri="{FF2B5EF4-FFF2-40B4-BE49-F238E27FC236}">
                <a16:creationId xmlns:a16="http://schemas.microsoft.com/office/drawing/2014/main" id="{E5B59F56-F676-A9F8-D09D-3CA90812E1C7}"/>
              </a:ext>
            </a:extLst>
          </p:cNvPr>
          <p:cNvSpPr/>
          <p:nvPr/>
        </p:nvSpPr>
        <p:spPr>
          <a:xfrm>
            <a:off x="1994596" y="275875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6" name="모서리가 둥근 직사각형 84">
            <a:extLst>
              <a:ext uri="{FF2B5EF4-FFF2-40B4-BE49-F238E27FC236}">
                <a16:creationId xmlns:a16="http://schemas.microsoft.com/office/drawing/2014/main" id="{F84D2263-4E22-7218-BC97-CB72B98ABFE3}"/>
              </a:ext>
            </a:extLst>
          </p:cNvPr>
          <p:cNvSpPr/>
          <p:nvPr/>
        </p:nvSpPr>
        <p:spPr>
          <a:xfrm>
            <a:off x="962211" y="3027142"/>
            <a:ext cx="18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58" name="모서리가 둥근 직사각형 86">
            <a:extLst>
              <a:ext uri="{FF2B5EF4-FFF2-40B4-BE49-F238E27FC236}">
                <a16:creationId xmlns:a16="http://schemas.microsoft.com/office/drawing/2014/main" id="{70CAB180-C230-FAB3-3F22-A7D04D49A261}"/>
              </a:ext>
            </a:extLst>
          </p:cNvPr>
          <p:cNvSpPr/>
          <p:nvPr/>
        </p:nvSpPr>
        <p:spPr>
          <a:xfrm>
            <a:off x="2736553" y="302714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7B8FDB0-1C4A-4DE0-6A6A-401304EFC56A}"/>
              </a:ext>
            </a:extLst>
          </p:cNvPr>
          <p:cNvSpPr/>
          <p:nvPr/>
        </p:nvSpPr>
        <p:spPr>
          <a:xfrm>
            <a:off x="72257" y="2318862"/>
            <a:ext cx="9923548" cy="1533455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B88552-3F38-D912-163F-E58A801F29A1}"/>
              </a:ext>
            </a:extLst>
          </p:cNvPr>
          <p:cNvSpPr/>
          <p:nvPr/>
        </p:nvSpPr>
        <p:spPr>
          <a:xfrm>
            <a:off x="72257" y="30797"/>
            <a:ext cx="10009361" cy="2363941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dirty="0">
                <a:solidFill>
                  <a:schemeClr val="bg1"/>
                </a:solidFill>
              </a:rPr>
              <a:t>공통 영역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D2624E5B-2870-46B5-AE56-A9D0CECB8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928134"/>
              </p:ext>
            </p:extLst>
          </p:nvPr>
        </p:nvGraphicFramePr>
        <p:xfrm>
          <a:off x="10086305" y="636529"/>
          <a:ext cx="2850436" cy="393674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과세 여부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안내 문구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면세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과세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  바우처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안내 문구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기저귀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조제분유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여성청소년생리대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생리대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신청 결재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유효성 체크 후 정상 시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등록 신청 결재  레이어 팝업 출력 </a:t>
                      </a: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CH-A-PR-01-01-12p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1049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유효성 체크 후 저장처리 및 목록으로 이동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CH-A-PR-01-01-01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7940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컨펌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7201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목록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 정보관리 목록 화면으로 이동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CH-A-PR-01-01-01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74921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401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19744"/>
                  </a:ext>
                </a:extLst>
              </a:tr>
            </a:tbl>
          </a:graphicData>
        </a:graphic>
      </p:graphicFrame>
      <p:sp>
        <p:nvSpPr>
          <p:cNvPr id="8" name="모서리가 둥근 직사각형 53">
            <a:extLst>
              <a:ext uri="{FF2B5EF4-FFF2-40B4-BE49-F238E27FC236}">
                <a16:creationId xmlns:a16="http://schemas.microsoft.com/office/drawing/2014/main" id="{F999D331-444A-DA3F-B369-2F65DB189445}"/>
              </a:ext>
            </a:extLst>
          </p:cNvPr>
          <p:cNvSpPr/>
          <p:nvPr/>
        </p:nvSpPr>
        <p:spPr>
          <a:xfrm>
            <a:off x="2030417" y="261833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53">
            <a:extLst>
              <a:ext uri="{FF2B5EF4-FFF2-40B4-BE49-F238E27FC236}">
                <a16:creationId xmlns:a16="http://schemas.microsoft.com/office/drawing/2014/main" id="{7D24DDF3-262B-0247-9EBD-4540CDC1A55C}"/>
              </a:ext>
            </a:extLst>
          </p:cNvPr>
          <p:cNvSpPr/>
          <p:nvPr/>
        </p:nvSpPr>
        <p:spPr>
          <a:xfrm>
            <a:off x="2801076" y="29033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53">
            <a:extLst>
              <a:ext uri="{FF2B5EF4-FFF2-40B4-BE49-F238E27FC236}">
                <a16:creationId xmlns:a16="http://schemas.microsoft.com/office/drawing/2014/main" id="{6CB37D1F-0032-84E3-59B6-F82D5AC8DE3C}"/>
              </a:ext>
            </a:extLst>
          </p:cNvPr>
          <p:cNvSpPr/>
          <p:nvPr/>
        </p:nvSpPr>
        <p:spPr>
          <a:xfrm>
            <a:off x="8039887" y="32853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53">
            <a:extLst>
              <a:ext uri="{FF2B5EF4-FFF2-40B4-BE49-F238E27FC236}">
                <a16:creationId xmlns:a16="http://schemas.microsoft.com/office/drawing/2014/main" id="{D71298A7-0B89-3062-23D0-672F4D1589E4}"/>
              </a:ext>
            </a:extLst>
          </p:cNvPr>
          <p:cNvSpPr/>
          <p:nvPr/>
        </p:nvSpPr>
        <p:spPr>
          <a:xfrm>
            <a:off x="8852338" y="32762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53">
            <a:extLst>
              <a:ext uri="{FF2B5EF4-FFF2-40B4-BE49-F238E27FC236}">
                <a16:creationId xmlns:a16="http://schemas.microsoft.com/office/drawing/2014/main" id="{DD3A50B7-AA69-CB1B-BCE0-35315CA886D8}"/>
              </a:ext>
            </a:extLst>
          </p:cNvPr>
          <p:cNvSpPr/>
          <p:nvPr/>
        </p:nvSpPr>
        <p:spPr>
          <a:xfrm>
            <a:off x="9664789" y="32853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모서리가 둥근 직사각형 53">
            <a:extLst>
              <a:ext uri="{FF2B5EF4-FFF2-40B4-BE49-F238E27FC236}">
                <a16:creationId xmlns:a16="http://schemas.microsoft.com/office/drawing/2014/main" id="{B8938C8B-A975-DF2D-0C45-A4FC329B40A7}"/>
              </a:ext>
            </a:extLst>
          </p:cNvPr>
          <p:cNvSpPr/>
          <p:nvPr/>
        </p:nvSpPr>
        <p:spPr>
          <a:xfrm>
            <a:off x="782110" y="33424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7121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80F6412-67A6-A582-5B26-407766118D14}"/>
              </a:ext>
            </a:extLst>
          </p:cNvPr>
          <p:cNvSpPr/>
          <p:nvPr/>
        </p:nvSpPr>
        <p:spPr>
          <a:xfrm>
            <a:off x="2376513" y="1728081"/>
            <a:ext cx="5112568" cy="338437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37FB9-3547-89F0-2C20-502413F8627D}"/>
              </a:ext>
            </a:extLst>
          </p:cNvPr>
          <p:cNvSpPr txBox="1"/>
          <p:nvPr/>
        </p:nvSpPr>
        <p:spPr>
          <a:xfrm>
            <a:off x="2448521" y="1728081"/>
            <a:ext cx="1717679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등록 신청 결재 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5976F-B2FB-3F6D-A1CE-6BDD89898A1B}"/>
              </a:ext>
            </a:extLst>
          </p:cNvPr>
          <p:cNvSpPr txBox="1"/>
          <p:nvPr/>
        </p:nvSpPr>
        <p:spPr>
          <a:xfrm>
            <a:off x="7120893" y="1728081"/>
            <a:ext cx="341888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E520B6C-B708-5033-EB5E-8E7B9103B4DE}"/>
              </a:ext>
            </a:extLst>
          </p:cNvPr>
          <p:cNvCxnSpPr/>
          <p:nvPr/>
        </p:nvCxnSpPr>
        <p:spPr>
          <a:xfrm>
            <a:off x="2520529" y="2160129"/>
            <a:ext cx="477130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7E5D62C-17EA-12D3-E84C-6487246060D3}"/>
              </a:ext>
            </a:extLst>
          </p:cNvPr>
          <p:cNvCxnSpPr>
            <a:cxnSpLocks/>
          </p:cNvCxnSpPr>
          <p:nvPr/>
        </p:nvCxnSpPr>
        <p:spPr>
          <a:xfrm>
            <a:off x="7462781" y="2179347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25">
            <a:extLst>
              <a:ext uri="{FF2B5EF4-FFF2-40B4-BE49-F238E27FC236}">
                <a16:creationId xmlns:a16="http://schemas.microsoft.com/office/drawing/2014/main" id="{2E2BF62B-2C37-7C3E-6B61-E35F824FD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987784"/>
              </p:ext>
            </p:extLst>
          </p:nvPr>
        </p:nvGraphicFramePr>
        <p:xfrm>
          <a:off x="2533993" y="2302879"/>
          <a:ext cx="4771308" cy="1693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4195244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결재 처리</a:t>
                      </a:r>
                      <a:r>
                        <a:rPr lang="en-US" altLang="ko-KR" sz="900" b="1" spc="-150" dirty="0">
                          <a:solidFill>
                            <a:srgbClr val="C00000"/>
                          </a:solidFill>
                        </a:rPr>
                        <a:t>*</a:t>
                      </a:r>
                      <a:endParaRPr lang="ko-KR" altLang="en-US" sz="900" b="1" spc="-15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spc="-150" dirty="0">
                          <a:solidFill>
                            <a:schemeClr val="tx1"/>
                          </a:solidFill>
                        </a:rPr>
                        <a:t>          </a:t>
                      </a:r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승인                     반려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951463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반려 사유</a:t>
                      </a:r>
                      <a:r>
                        <a:rPr lang="en-US" altLang="ko-KR" sz="900" b="1" spc="-150" dirty="0">
                          <a:solidFill>
                            <a:srgbClr val="C00000"/>
                          </a:solidFill>
                        </a:rPr>
                        <a:t>* </a:t>
                      </a:r>
                      <a:endParaRPr lang="ko-KR" altLang="en-US" sz="900" b="1" spc="-15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</a:tbl>
          </a:graphicData>
        </a:graphic>
      </p:graphicFrame>
      <p:sp>
        <p:nvSpPr>
          <p:cNvPr id="9" name="모서리가 둥근 직사각형 98">
            <a:extLst>
              <a:ext uri="{FF2B5EF4-FFF2-40B4-BE49-F238E27FC236}">
                <a16:creationId xmlns:a16="http://schemas.microsoft.com/office/drawing/2014/main" id="{3D3CB946-5896-DC83-129A-BE7D9A5F9202}"/>
              </a:ext>
            </a:extLst>
          </p:cNvPr>
          <p:cNvSpPr/>
          <p:nvPr/>
        </p:nvSpPr>
        <p:spPr>
          <a:xfrm>
            <a:off x="5040809" y="4623113"/>
            <a:ext cx="821710" cy="2859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10" name="모서리가 둥근 직사각형 99">
            <a:extLst>
              <a:ext uri="{FF2B5EF4-FFF2-40B4-BE49-F238E27FC236}">
                <a16:creationId xmlns:a16="http://schemas.microsoft.com/office/drawing/2014/main" id="{5B6C74EB-979D-B40A-D0BD-3293D8867825}"/>
              </a:ext>
            </a:extLst>
          </p:cNvPr>
          <p:cNvSpPr/>
          <p:nvPr/>
        </p:nvSpPr>
        <p:spPr>
          <a:xfrm>
            <a:off x="4184339" y="4623113"/>
            <a:ext cx="821710" cy="2859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A3889C-90B8-3DEE-2429-E9DE79C70AE6}"/>
              </a:ext>
            </a:extLst>
          </p:cNvPr>
          <p:cNvSpPr/>
          <p:nvPr/>
        </p:nvSpPr>
        <p:spPr>
          <a:xfrm>
            <a:off x="3168601" y="2617993"/>
            <a:ext cx="4032448" cy="122413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" name="Picture 4" descr="off, radio icon">
            <a:extLst>
              <a:ext uri="{FF2B5EF4-FFF2-40B4-BE49-F238E27FC236}">
                <a16:creationId xmlns:a16="http://schemas.microsoft.com/office/drawing/2014/main" id="{6D18001B-F90C-3BFD-8FE3-1A847B31C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062" y="236149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off, radio icon">
            <a:extLst>
              <a:ext uri="{FF2B5EF4-FFF2-40B4-BE49-F238E27FC236}">
                <a16:creationId xmlns:a16="http://schemas.microsoft.com/office/drawing/2014/main" id="{FCF7F525-C1B3-8853-CD55-F078DB10F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769" y="2366040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4BD7E2-41FB-C103-37C0-3EE2E17F0A41}"/>
              </a:ext>
            </a:extLst>
          </p:cNvPr>
          <p:cNvSpPr txBox="1"/>
          <p:nvPr/>
        </p:nvSpPr>
        <p:spPr>
          <a:xfrm>
            <a:off x="1307907" y="78285"/>
            <a:ext cx="1346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등록 신청 결재 레이어 팝업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C2ECEA-F898-F2DF-0EC6-CB03241DC689}"/>
              </a:ext>
            </a:extLst>
          </p:cNvPr>
          <p:cNvSpPr txBox="1"/>
          <p:nvPr/>
        </p:nvSpPr>
        <p:spPr>
          <a:xfrm>
            <a:off x="1302717" y="330494"/>
            <a:ext cx="22317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상세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7FE5E3-BE33-EE9F-582E-C46458368D8F}"/>
              </a:ext>
            </a:extLst>
          </p:cNvPr>
          <p:cNvSpPr/>
          <p:nvPr/>
        </p:nvSpPr>
        <p:spPr>
          <a:xfrm>
            <a:off x="7921129" y="58428"/>
            <a:ext cx="11868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CH-A-PR-01-01-12p</a:t>
            </a:r>
            <a:endParaRPr lang="ko-KR" altLang="en-US" sz="1000" spc="-8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2D3EB3-A1A7-F132-BBDA-8D868CCADF3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2026.07.21</a:t>
            </a: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9D555868-DB92-9530-3776-FDEE401C0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439034"/>
              </p:ext>
            </p:extLst>
          </p:nvPr>
        </p:nvGraphicFramePr>
        <p:xfrm>
          <a:off x="10086305" y="636529"/>
          <a:ext cx="2850436" cy="283667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처리 라디오 선택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</a:t>
                      </a:r>
                      <a:r>
                        <a:rPr lang="ko-KR" altLang="en-US" sz="800" b="1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미선택</a:t>
                      </a:r>
                      <a:endParaRPr lang="en-US" altLang="ko-KR" sz="800" b="1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사유 입력 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번에서 반려 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항목 활성화 처리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비활성화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1049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확인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 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7940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7201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74921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401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19744"/>
                  </a:ext>
                </a:extLst>
              </a:tr>
            </a:tbl>
          </a:graphicData>
        </a:graphic>
      </p:graphicFrame>
      <p:sp>
        <p:nvSpPr>
          <p:cNvPr id="15" name="모서리가 둥근 직사각형 53">
            <a:extLst>
              <a:ext uri="{FF2B5EF4-FFF2-40B4-BE49-F238E27FC236}">
                <a16:creationId xmlns:a16="http://schemas.microsoft.com/office/drawing/2014/main" id="{BAA12807-4A2B-BFDB-1C47-12DC195C6F4C}"/>
              </a:ext>
            </a:extLst>
          </p:cNvPr>
          <p:cNvSpPr/>
          <p:nvPr/>
        </p:nvSpPr>
        <p:spPr>
          <a:xfrm>
            <a:off x="3384625" y="21967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모서리가 둥근 직사각형 53">
            <a:extLst>
              <a:ext uri="{FF2B5EF4-FFF2-40B4-BE49-F238E27FC236}">
                <a16:creationId xmlns:a16="http://schemas.microsoft.com/office/drawing/2014/main" id="{1EE25792-C942-2B14-87A8-20A1644828B2}"/>
              </a:ext>
            </a:extLst>
          </p:cNvPr>
          <p:cNvSpPr/>
          <p:nvPr/>
        </p:nvSpPr>
        <p:spPr>
          <a:xfrm>
            <a:off x="6972991" y="254598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53">
            <a:extLst>
              <a:ext uri="{FF2B5EF4-FFF2-40B4-BE49-F238E27FC236}">
                <a16:creationId xmlns:a16="http://schemas.microsoft.com/office/drawing/2014/main" id="{758F48C9-C457-422E-BECE-64678FB5E3ED}"/>
              </a:ext>
            </a:extLst>
          </p:cNvPr>
          <p:cNvSpPr/>
          <p:nvPr/>
        </p:nvSpPr>
        <p:spPr>
          <a:xfrm>
            <a:off x="5718398" y="455110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9E9629-DE6F-EDA0-6B5E-8E19ABE1282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631BD-36F9-4AF3-E029-7EE16FBE1634}"/>
              </a:ext>
            </a:extLst>
          </p:cNvPr>
          <p:cNvSpPr txBox="1"/>
          <p:nvPr/>
        </p:nvSpPr>
        <p:spPr>
          <a:xfrm>
            <a:off x="3142347" y="2675603"/>
            <a:ext cx="18341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반려 처리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반려 사유를 입력해주세요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962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A78D3-BFE1-C6CA-B88D-EE8E8366D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2FEF41-B4B6-B560-4401-B34703F60FAC}"/>
              </a:ext>
            </a:extLst>
          </p:cNvPr>
          <p:cNvSpPr txBox="1"/>
          <p:nvPr/>
        </p:nvSpPr>
        <p:spPr>
          <a:xfrm>
            <a:off x="720329" y="4140349"/>
            <a:ext cx="6481118" cy="688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 상세에서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상품 가격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옵션 변경 신청  건을 승인 처리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할 수 있다 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상품 상세에서 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상품 가격</a:t>
            </a:r>
            <a:r>
              <a:rPr lang="en-US" altLang="ko-KR" sz="900" spc="-150" dirty="0">
                <a:solidFill>
                  <a:srgbClr val="234DD3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+mn-ea"/>
              </a:rPr>
              <a:t>옵션 변경 신청  건을 반려 처리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할 수 있다 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+mn-ea"/>
              </a:rPr>
              <a:t>가격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옵션 변경 신청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반려 처리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반려사유를 입력하여 처리 할 수 있다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97E90-353B-C500-8A60-9AF4FC412E2C}"/>
              </a:ext>
            </a:extLst>
          </p:cNvPr>
          <p:cNvSpPr txBox="1"/>
          <p:nvPr/>
        </p:nvSpPr>
        <p:spPr>
          <a:xfrm>
            <a:off x="4008177" y="2291561"/>
            <a:ext cx="4945585" cy="1056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슈퍼 </a:t>
            </a:r>
            <a:r>
              <a:rPr lang="ko-KR" altLang="en-US" sz="2000" b="1" i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어드민</a:t>
            </a: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접근</a:t>
            </a:r>
            <a:r>
              <a:rPr lang="en-US" altLang="ko-KR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관리자</a:t>
            </a:r>
            <a:r>
              <a:rPr lang="en-US" altLang="ko-KR" sz="20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</a:t>
            </a:r>
          </a:p>
          <a:p>
            <a:pPr algn="ctr">
              <a:lnSpc>
                <a:spcPct val="150000"/>
              </a:lnSpc>
            </a:pP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상품 </a:t>
            </a:r>
            <a:r>
              <a:rPr lang="ko-KR" altLang="en-US" sz="2500" b="1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 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상세 </a:t>
            </a:r>
            <a:r>
              <a:rPr kumimoji="0" lang="en-US" altLang="ko-KR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등록 승인 후 상태</a:t>
            </a:r>
            <a:r>
              <a:rPr lang="en-US" altLang="ko-KR" sz="2500" b="1" i="1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2500" b="1" i="1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2500" b="1" i="1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5892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BEBD3-FA01-BFD4-E48F-9815262E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51CDDC64-1BE7-2C4D-3B5F-9F00C55CAD84}"/>
              </a:ext>
            </a:extLst>
          </p:cNvPr>
          <p:cNvSpPr/>
          <p:nvPr/>
        </p:nvSpPr>
        <p:spPr>
          <a:xfrm>
            <a:off x="6568987" y="1535684"/>
            <a:ext cx="3380919" cy="50332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66C254-D4F8-7656-41E3-B2D5A6B1B276}"/>
              </a:ext>
            </a:extLst>
          </p:cNvPr>
          <p:cNvSpPr txBox="1"/>
          <p:nvPr/>
        </p:nvSpPr>
        <p:spPr>
          <a:xfrm>
            <a:off x="144265" y="971997"/>
            <a:ext cx="72008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  <a:endParaRPr lang="ko-KR" altLang="en-US" sz="1200" b="1" spc="-15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68F53DA-E5C7-03D5-BB0B-6F8FC10F5CC2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50F5B167-BCB3-1975-FBC6-AB31FF31BED6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1527938"/>
          <a:ext cx="6191007" cy="601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주식회사 </a:t>
                      </a: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올푸름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최종  승인일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-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 대기                 판매 중                   판매 중지                      판매 완료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902204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5BBBA90C-5FFE-BF6B-6A1B-F5A3B828A367}"/>
              </a:ext>
            </a:extLst>
          </p:cNvPr>
          <p:cNvSpPr txBox="1"/>
          <p:nvPr/>
        </p:nvSpPr>
        <p:spPr>
          <a:xfrm>
            <a:off x="133381" y="2405518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C6691BA-E340-F13F-0896-943975AE40DD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B4F3E955-82E4-4DED-8EC0-6212492D63E3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2627784"/>
          <a:ext cx="6263014" cy="722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상품번호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260714005796</a:t>
                      </a:r>
                      <a:r>
                        <a:rPr lang="en-US" altLang="ko-KR" sz="800" b="0" spc="-15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브랜드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제조업체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1F920BFA-603C-3F6D-0BDA-23D3312BC1AE}"/>
              </a:ext>
            </a:extLst>
          </p:cNvPr>
          <p:cNvCxnSpPr/>
          <p:nvPr/>
        </p:nvCxnSpPr>
        <p:spPr>
          <a:xfrm>
            <a:off x="6520866" y="1521225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10F35AF-2429-3D5F-FAC4-8A77277D247E}"/>
              </a:ext>
            </a:extLst>
          </p:cNvPr>
          <p:cNvCxnSpPr>
            <a:cxnSpLocks/>
          </p:cNvCxnSpPr>
          <p:nvPr/>
        </p:nvCxnSpPr>
        <p:spPr>
          <a:xfrm flipV="1">
            <a:off x="6598580" y="1521226"/>
            <a:ext cx="3338773" cy="67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모서리가 둥근 직사각형 61">
            <a:extLst>
              <a:ext uri="{FF2B5EF4-FFF2-40B4-BE49-F238E27FC236}">
                <a16:creationId xmlns:a16="http://schemas.microsoft.com/office/drawing/2014/main" id="{1E9BC48F-42B0-9DB5-8DCC-A73F7B4B2481}"/>
              </a:ext>
            </a:extLst>
          </p:cNvPr>
          <p:cNvSpPr/>
          <p:nvPr/>
        </p:nvSpPr>
        <p:spPr>
          <a:xfrm>
            <a:off x="864345" y="2846372"/>
            <a:ext cx="5472608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 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 분유</a:t>
            </a:r>
          </a:p>
        </p:txBody>
      </p:sp>
      <p:sp>
        <p:nvSpPr>
          <p:cNvPr id="156" name="모서리가 둥근 직사각형 61">
            <a:extLst>
              <a:ext uri="{FF2B5EF4-FFF2-40B4-BE49-F238E27FC236}">
                <a16:creationId xmlns:a16="http://schemas.microsoft.com/office/drawing/2014/main" id="{AB35AB79-11E2-2BCB-52B8-DE0BD5E7CB55}"/>
              </a:ext>
            </a:extLst>
          </p:cNvPr>
          <p:cNvSpPr/>
          <p:nvPr/>
        </p:nvSpPr>
        <p:spPr>
          <a:xfrm>
            <a:off x="4176713" y="312227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보람씨앤에치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2" name="모서리가 둥근 직사각형 61">
            <a:extLst>
              <a:ext uri="{FF2B5EF4-FFF2-40B4-BE49-F238E27FC236}">
                <a16:creationId xmlns:a16="http://schemas.microsoft.com/office/drawing/2014/main" id="{3C8DEB67-AAF0-747E-16AC-1F8136244D55}"/>
              </a:ext>
            </a:extLst>
          </p:cNvPr>
          <p:cNvSpPr/>
          <p:nvPr/>
        </p:nvSpPr>
        <p:spPr>
          <a:xfrm>
            <a:off x="864345" y="3122274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주식회사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올푸름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174B2628-26CA-2519-9663-3858AD93D921}"/>
              </a:ext>
            </a:extLst>
          </p:cNvPr>
          <p:cNvSpPr txBox="1"/>
          <p:nvPr/>
        </p:nvSpPr>
        <p:spPr>
          <a:xfrm>
            <a:off x="130703" y="3449911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220DCD73-A066-F256-AD87-71158C05A440}"/>
              </a:ext>
            </a:extLst>
          </p:cNvPr>
          <p:cNvGraphicFramePr>
            <a:graphicFrameLocks noGrp="1"/>
          </p:cNvGraphicFramePr>
          <p:nvPr/>
        </p:nvGraphicFramePr>
        <p:xfrm>
          <a:off x="143268" y="3672177"/>
          <a:ext cx="6263014" cy="966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검색어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 기간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상시                기간  설정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                                                                               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232" name="모서리가 둥근 직사각형 61">
            <a:extLst>
              <a:ext uri="{FF2B5EF4-FFF2-40B4-BE49-F238E27FC236}">
                <a16:creationId xmlns:a16="http://schemas.microsoft.com/office/drawing/2014/main" id="{40EF4DE1-0CE3-37A8-B72E-89337650C5A2}"/>
              </a:ext>
            </a:extLst>
          </p:cNvPr>
          <p:cNvSpPr/>
          <p:nvPr/>
        </p:nvSpPr>
        <p:spPr>
          <a:xfrm>
            <a:off x="861666" y="3698459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맥스드라이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팬티형 남아</a:t>
            </a:r>
          </a:p>
        </p:txBody>
      </p:sp>
      <p:sp>
        <p:nvSpPr>
          <p:cNvPr id="238" name="모서리가 둥근 직사각형 61">
            <a:extLst>
              <a:ext uri="{FF2B5EF4-FFF2-40B4-BE49-F238E27FC236}">
                <a16:creationId xmlns:a16="http://schemas.microsoft.com/office/drawing/2014/main" id="{0E10A6B1-876F-17B5-55C6-7BC1FD9F7D8F}"/>
              </a:ext>
            </a:extLst>
          </p:cNvPr>
          <p:cNvSpPr/>
          <p:nvPr/>
        </p:nvSpPr>
        <p:spPr>
          <a:xfrm>
            <a:off x="861665" y="3925370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하기스팬티형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7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하기스기저귀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10" name="Picture 2" descr="on, radio icon">
            <a:extLst>
              <a:ext uri="{FF2B5EF4-FFF2-40B4-BE49-F238E27FC236}">
                <a16:creationId xmlns:a16="http://schemas.microsoft.com/office/drawing/2014/main" id="{1C5D02EC-0531-A2D8-3C14-F7333A0D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00" y="419803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Picture 4" descr="off, radio icon">
            <a:extLst>
              <a:ext uri="{FF2B5EF4-FFF2-40B4-BE49-F238E27FC236}">
                <a16:creationId xmlns:a16="http://schemas.microsoft.com/office/drawing/2014/main" id="{45FBB8E2-6027-B1B5-D8DB-D725B8D2F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86" y="418717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3" name="모서리가 둥근 직사각형 65">
            <a:extLst>
              <a:ext uri="{FF2B5EF4-FFF2-40B4-BE49-F238E27FC236}">
                <a16:creationId xmlns:a16="http://schemas.microsoft.com/office/drawing/2014/main" id="{6C723ED8-3C24-AD6E-731D-779D89EC2532}"/>
              </a:ext>
            </a:extLst>
          </p:cNvPr>
          <p:cNvSpPr/>
          <p:nvPr/>
        </p:nvSpPr>
        <p:spPr>
          <a:xfrm>
            <a:off x="1864940" y="415974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14" name="그룹 313">
            <a:extLst>
              <a:ext uri="{FF2B5EF4-FFF2-40B4-BE49-F238E27FC236}">
                <a16:creationId xmlns:a16="http://schemas.microsoft.com/office/drawing/2014/main" id="{9F5C7D1F-5C35-E74F-B352-CD5F5DF5AD49}"/>
              </a:ext>
            </a:extLst>
          </p:cNvPr>
          <p:cNvGrpSpPr/>
          <p:nvPr/>
        </p:nvGrpSpPr>
        <p:grpSpPr>
          <a:xfrm>
            <a:off x="3478872" y="4166188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15" name="모서리가 둥근 직사각형 67">
              <a:extLst>
                <a:ext uri="{FF2B5EF4-FFF2-40B4-BE49-F238E27FC236}">
                  <a16:creationId xmlns:a16="http://schemas.microsoft.com/office/drawing/2014/main" id="{20E04218-E512-B23B-254B-46772C353F4C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16" name="Picture 4" descr="calendar, date, event, month icon">
              <a:extLst>
                <a:ext uri="{FF2B5EF4-FFF2-40B4-BE49-F238E27FC236}">
                  <a16:creationId xmlns:a16="http://schemas.microsoft.com/office/drawing/2014/main" id="{605542BB-51EA-F672-08CE-4CC26C782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17" name="모서리가 둥근 직사각형 69">
            <a:extLst>
              <a:ext uri="{FF2B5EF4-FFF2-40B4-BE49-F238E27FC236}">
                <a16:creationId xmlns:a16="http://schemas.microsoft.com/office/drawing/2014/main" id="{A2057298-38D2-C135-528C-DF9D11A81279}"/>
              </a:ext>
            </a:extLst>
          </p:cNvPr>
          <p:cNvSpPr/>
          <p:nvPr/>
        </p:nvSpPr>
        <p:spPr>
          <a:xfrm>
            <a:off x="2839838" y="4166189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5330095D-AC32-5C48-03DE-DC658DD4C2C0}"/>
              </a:ext>
            </a:extLst>
          </p:cNvPr>
          <p:cNvSpPr/>
          <p:nvPr/>
        </p:nvSpPr>
        <p:spPr>
          <a:xfrm>
            <a:off x="2617097" y="4081065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8850D112-6D0C-0289-2ED7-82690DA1C959}"/>
              </a:ext>
            </a:extLst>
          </p:cNvPr>
          <p:cNvSpPr/>
          <p:nvPr/>
        </p:nvSpPr>
        <p:spPr>
          <a:xfrm>
            <a:off x="3676511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3548E6E6-3ED6-94CE-F9CD-067220BB3B72}"/>
              </a:ext>
            </a:extLst>
          </p:cNvPr>
          <p:cNvSpPr/>
          <p:nvPr/>
        </p:nvSpPr>
        <p:spPr>
          <a:xfrm>
            <a:off x="413459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357521FD-AC8A-8467-0BA5-EAD1D69EFE6F}"/>
              </a:ext>
            </a:extLst>
          </p:cNvPr>
          <p:cNvSpPr/>
          <p:nvPr/>
        </p:nvSpPr>
        <p:spPr>
          <a:xfrm>
            <a:off x="456303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E5DB49F3-7DB6-D8F0-131A-7C7F329F0347}"/>
              </a:ext>
            </a:extLst>
          </p:cNvPr>
          <p:cNvSpPr/>
          <p:nvPr/>
        </p:nvSpPr>
        <p:spPr>
          <a:xfrm>
            <a:off x="5001625" y="4166188"/>
            <a:ext cx="406475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grpSp>
        <p:nvGrpSpPr>
          <p:cNvPr id="323" name="그룹 322">
            <a:extLst>
              <a:ext uri="{FF2B5EF4-FFF2-40B4-BE49-F238E27FC236}">
                <a16:creationId xmlns:a16="http://schemas.microsoft.com/office/drawing/2014/main" id="{5068784C-E6EE-0138-1063-A6B4F2D7CBAD}"/>
              </a:ext>
            </a:extLst>
          </p:cNvPr>
          <p:cNvGrpSpPr/>
          <p:nvPr/>
        </p:nvGrpSpPr>
        <p:grpSpPr>
          <a:xfrm>
            <a:off x="2503946" y="4159747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24" name="모서리가 둥근 직사각형 67">
              <a:extLst>
                <a:ext uri="{FF2B5EF4-FFF2-40B4-BE49-F238E27FC236}">
                  <a16:creationId xmlns:a16="http://schemas.microsoft.com/office/drawing/2014/main" id="{0367D69B-096B-E023-BDB0-81271CD6DDBA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25" name="Picture 4" descr="calendar, date, event, month icon">
              <a:extLst>
                <a:ext uri="{FF2B5EF4-FFF2-40B4-BE49-F238E27FC236}">
                  <a16:creationId xmlns:a16="http://schemas.microsoft.com/office/drawing/2014/main" id="{668CA3DF-4A91-8A4A-3A14-C42FB20C20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327" name="모서리가 둥근 직사각형 61">
            <a:extLst>
              <a:ext uri="{FF2B5EF4-FFF2-40B4-BE49-F238E27FC236}">
                <a16:creationId xmlns:a16="http://schemas.microsoft.com/office/drawing/2014/main" id="{FC271D57-A8CF-2EFB-58D1-E5D2E63435AF}"/>
              </a:ext>
            </a:extLst>
          </p:cNvPr>
          <p:cNvSpPr/>
          <p:nvPr/>
        </p:nvSpPr>
        <p:spPr>
          <a:xfrm>
            <a:off x="862994" y="4410917"/>
            <a:ext cx="252409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188,700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56A466D3-674C-7460-AADA-2319A7FA4714}"/>
              </a:ext>
            </a:extLst>
          </p:cNvPr>
          <p:cNvSpPr/>
          <p:nvPr/>
        </p:nvSpPr>
        <p:spPr>
          <a:xfrm>
            <a:off x="5868561" y="2417226"/>
            <a:ext cx="465711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복사</a:t>
            </a:r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9892CECA-669D-5557-D673-90236D4C815C}"/>
              </a:ext>
            </a:extLst>
          </p:cNvPr>
          <p:cNvSpPr/>
          <p:nvPr/>
        </p:nvSpPr>
        <p:spPr>
          <a:xfrm>
            <a:off x="0" y="6522795"/>
            <a:ext cx="10009361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▼ 다음 페이지에서 이어짐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2F27FC8-1DCE-44EC-9DC8-6A4A514C4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981665"/>
              </p:ext>
            </p:extLst>
          </p:nvPr>
        </p:nvGraphicFramePr>
        <p:xfrm>
          <a:off x="143268" y="4626723"/>
          <a:ext cx="6263014" cy="1850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79602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1011134">
                  <a:extLst>
                    <a:ext uri="{9D8B030D-6E8A-4147-A177-3AD203B41FA5}">
                      <a16:colId xmlns:a16="http://schemas.microsoft.com/office/drawing/2014/main" val="101633431"/>
                    </a:ext>
                  </a:extLst>
                </a:gridCol>
                <a:gridCol w="228228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구매 제한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무제한           수량입력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47045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재고수량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무제한           수량입력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옵션 반영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상품정보고시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배송탬플릿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45385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최소 구매 단위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상품단위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04928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개당기준수량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전체 수량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467732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 안내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사용 안함                사용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제조업체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84171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친환경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유기농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미적용                  유기농             친환경                유기농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친환경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746418"/>
                  </a:ext>
                </a:extLst>
              </a:tr>
            </a:tbl>
          </a:graphicData>
        </a:graphic>
      </p:graphicFrame>
      <p:sp>
        <p:nvSpPr>
          <p:cNvPr id="10" name="모서리가 둥근 직사각형 61">
            <a:extLst>
              <a:ext uri="{FF2B5EF4-FFF2-40B4-BE49-F238E27FC236}">
                <a16:creationId xmlns:a16="http://schemas.microsoft.com/office/drawing/2014/main" id="{93D8A4A8-6B29-C343-FABF-00E6172BC4BC}"/>
              </a:ext>
            </a:extLst>
          </p:cNvPr>
          <p:cNvSpPr/>
          <p:nvPr/>
        </p:nvSpPr>
        <p:spPr>
          <a:xfrm>
            <a:off x="4174032" y="4929798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설정 완료</a:t>
            </a:r>
          </a:p>
        </p:txBody>
      </p:sp>
      <p:sp>
        <p:nvSpPr>
          <p:cNvPr id="12" name="모서리가 둥근 직사각형 61">
            <a:extLst>
              <a:ext uri="{FF2B5EF4-FFF2-40B4-BE49-F238E27FC236}">
                <a16:creationId xmlns:a16="http://schemas.microsoft.com/office/drawing/2014/main" id="{89F89A65-4FB7-DB3C-D3D1-746123B09BFE}"/>
              </a:ext>
            </a:extLst>
          </p:cNvPr>
          <p:cNvSpPr/>
          <p:nvPr/>
        </p:nvSpPr>
        <p:spPr>
          <a:xfrm>
            <a:off x="884196" y="5215407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완료</a:t>
            </a:r>
          </a:p>
        </p:txBody>
      </p:sp>
      <p:sp>
        <p:nvSpPr>
          <p:cNvPr id="14" name="모서리가 둥근 직사각형 61">
            <a:extLst>
              <a:ext uri="{FF2B5EF4-FFF2-40B4-BE49-F238E27FC236}">
                <a16:creationId xmlns:a16="http://schemas.microsoft.com/office/drawing/2014/main" id="{1DD3F698-11FC-AA33-9B8E-E259FD26D872}"/>
              </a:ext>
            </a:extLst>
          </p:cNvPr>
          <p:cNvSpPr/>
          <p:nvPr/>
        </p:nvSpPr>
        <p:spPr>
          <a:xfrm>
            <a:off x="4174032" y="5215407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완료</a:t>
            </a:r>
          </a:p>
        </p:txBody>
      </p:sp>
      <p:pic>
        <p:nvPicPr>
          <p:cNvPr id="16" name="Picture 2" descr="on, radio icon">
            <a:extLst>
              <a:ext uri="{FF2B5EF4-FFF2-40B4-BE49-F238E27FC236}">
                <a16:creationId xmlns:a16="http://schemas.microsoft.com/office/drawing/2014/main" id="{B287EBA9-7F6D-A2E0-47B7-81B7A4CD6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15" y="498596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off, radio icon">
            <a:extLst>
              <a:ext uri="{FF2B5EF4-FFF2-40B4-BE49-F238E27FC236}">
                <a16:creationId xmlns:a16="http://schemas.microsoft.com/office/drawing/2014/main" id="{A0D68275-645C-E39D-FFFB-FC3D0278A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801" y="497510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모서리가 둥근 직사각형 65">
            <a:extLst>
              <a:ext uri="{FF2B5EF4-FFF2-40B4-BE49-F238E27FC236}">
                <a16:creationId xmlns:a16="http://schemas.microsoft.com/office/drawing/2014/main" id="{5C0165C5-C0B9-AD48-803D-F7E7DF5A57ED}"/>
              </a:ext>
            </a:extLst>
          </p:cNvPr>
          <p:cNvSpPr/>
          <p:nvPr/>
        </p:nvSpPr>
        <p:spPr>
          <a:xfrm>
            <a:off x="1868828" y="4951444"/>
            <a:ext cx="1175607" cy="19077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9551EDB6-D14B-6139-C8F4-4F34C3AA3D30}"/>
              </a:ext>
            </a:extLst>
          </p:cNvPr>
          <p:cNvSpPr/>
          <p:nvPr/>
        </p:nvSpPr>
        <p:spPr>
          <a:xfrm>
            <a:off x="876949" y="5469567"/>
            <a:ext cx="2167486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61">
            <a:extLst>
              <a:ext uri="{FF2B5EF4-FFF2-40B4-BE49-F238E27FC236}">
                <a16:creationId xmlns:a16="http://schemas.microsoft.com/office/drawing/2014/main" id="{05D1E6C9-D74E-8C8C-7623-2383579BB765}"/>
              </a:ext>
            </a:extLst>
          </p:cNvPr>
          <p:cNvSpPr/>
          <p:nvPr/>
        </p:nvSpPr>
        <p:spPr>
          <a:xfrm>
            <a:off x="4180076" y="5467422"/>
            <a:ext cx="2160240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묶음</a:t>
            </a: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D3BD331E-DB59-5569-8848-1620B101D8FB}"/>
              </a:ext>
            </a:extLst>
          </p:cNvPr>
          <p:cNvSpPr/>
          <p:nvPr/>
        </p:nvSpPr>
        <p:spPr>
          <a:xfrm>
            <a:off x="4181221" y="5728443"/>
            <a:ext cx="77495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B5E84F6B-BCC7-F6E2-4947-419BB0FFC318}"/>
              </a:ext>
            </a:extLst>
          </p:cNvPr>
          <p:cNvSpPr/>
          <p:nvPr/>
        </p:nvSpPr>
        <p:spPr>
          <a:xfrm>
            <a:off x="5019603" y="5723885"/>
            <a:ext cx="1320713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※ 50 </a:t>
            </a:r>
            <a:r>
              <a:rPr lang="ko-KR" altLang="en-US" sz="7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묶음당</a:t>
            </a:r>
            <a:r>
              <a: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2,500</a:t>
            </a:r>
            <a:r>
              <a:rPr lang="ko-KR" altLang="en-US" sz="7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</a:p>
        </p:txBody>
      </p:sp>
      <p:sp>
        <p:nvSpPr>
          <p:cNvPr id="39" name="모서리가 둥근 직사각형 61">
            <a:extLst>
              <a:ext uri="{FF2B5EF4-FFF2-40B4-BE49-F238E27FC236}">
                <a16:creationId xmlns:a16="http://schemas.microsoft.com/office/drawing/2014/main" id="{091B10C8-59D1-301E-3606-605A4EE56FAC}"/>
              </a:ext>
            </a:extLst>
          </p:cNvPr>
          <p:cNvSpPr/>
          <p:nvPr/>
        </p:nvSpPr>
        <p:spPr>
          <a:xfrm>
            <a:off x="873368" y="5735471"/>
            <a:ext cx="446968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05071F-A355-4F91-C71F-3A927A1A2822}"/>
              </a:ext>
            </a:extLst>
          </p:cNvPr>
          <p:cNvSpPr txBox="1"/>
          <p:nvPr/>
        </p:nvSpPr>
        <p:spPr>
          <a:xfrm>
            <a:off x="1265280" y="5755201"/>
            <a:ext cx="19046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가격 기준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판매가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상품전체수량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개당기준수량</a:t>
            </a:r>
          </a:p>
        </p:txBody>
      </p:sp>
      <p:pic>
        <p:nvPicPr>
          <p:cNvPr id="44" name="Picture 2" descr="on, radio icon">
            <a:extLst>
              <a:ext uri="{FF2B5EF4-FFF2-40B4-BE49-F238E27FC236}">
                <a16:creationId xmlns:a16="http://schemas.microsoft.com/office/drawing/2014/main" id="{D3ABCEF1-A16B-A932-B8F6-8ABE07ED2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452" y="6030147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 descr="off, radio icon">
            <a:extLst>
              <a:ext uri="{FF2B5EF4-FFF2-40B4-BE49-F238E27FC236}">
                <a16:creationId xmlns:a16="http://schemas.microsoft.com/office/drawing/2014/main" id="{47A99DD4-FD6B-094A-C44D-F1E5A3367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196" y="603679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4A4F1614-D7E4-5367-91A4-5E9777FCA1F4}"/>
              </a:ext>
            </a:extLst>
          </p:cNvPr>
          <p:cNvSpPr/>
          <p:nvPr/>
        </p:nvSpPr>
        <p:spPr>
          <a:xfrm>
            <a:off x="1868828" y="6006964"/>
            <a:ext cx="484044" cy="165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52" name="모서리가 둥근 직사각형 61">
            <a:extLst>
              <a:ext uri="{FF2B5EF4-FFF2-40B4-BE49-F238E27FC236}">
                <a16:creationId xmlns:a16="http://schemas.microsoft.com/office/drawing/2014/main" id="{FA706A8E-E4C6-6829-F99C-53605CF5E8DC}"/>
              </a:ext>
            </a:extLst>
          </p:cNvPr>
          <p:cNvSpPr/>
          <p:nvPr/>
        </p:nvSpPr>
        <p:spPr>
          <a:xfrm>
            <a:off x="4180076" y="5986928"/>
            <a:ext cx="2160240" cy="18183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선택제조업체명</a:t>
            </a:r>
            <a:r>
              <a:rPr lang="en-US" altLang="ko-KR" sz="700" spc="-150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$</a:t>
            </a:r>
            <a:endParaRPr lang="ko-KR" altLang="en-US" sz="700" spc="-150" dirty="0">
              <a:solidFill>
                <a:schemeClr val="accent5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6" name="Picture 4" descr="off, radio icon">
            <a:extLst>
              <a:ext uri="{FF2B5EF4-FFF2-40B4-BE49-F238E27FC236}">
                <a16:creationId xmlns:a16="http://schemas.microsoft.com/office/drawing/2014/main" id="{14A9DD14-C41A-23EE-28E9-17166F63F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006" y="630141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off, radio icon">
            <a:extLst>
              <a:ext uri="{FF2B5EF4-FFF2-40B4-BE49-F238E27FC236}">
                <a16:creationId xmlns:a16="http://schemas.microsoft.com/office/drawing/2014/main" id="{B71AEE1D-8C7C-5EF2-3339-D92DB59C6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8" y="630685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4" descr="off, radio icon">
            <a:extLst>
              <a:ext uri="{FF2B5EF4-FFF2-40B4-BE49-F238E27FC236}">
                <a16:creationId xmlns:a16="http://schemas.microsoft.com/office/drawing/2014/main" id="{93423D7C-99E2-46C0-439A-EB653E8FB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631" y="630141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on, radio icon">
            <a:extLst>
              <a:ext uri="{FF2B5EF4-FFF2-40B4-BE49-F238E27FC236}">
                <a16:creationId xmlns:a16="http://schemas.microsoft.com/office/drawing/2014/main" id="{B260A223-1EA1-93FE-2769-38FA185CA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66" y="630141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직사각형 68">
            <a:extLst>
              <a:ext uri="{FF2B5EF4-FFF2-40B4-BE49-F238E27FC236}">
                <a16:creationId xmlns:a16="http://schemas.microsoft.com/office/drawing/2014/main" id="{2DC2E492-7A7A-440C-6882-0912765A2F4C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CH-A-PR-01-01-09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C2F828-FEBB-D14A-3514-4F7A463CA78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10BB5C-62DD-D348-C0FE-3A9E51D9AD9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D7AB86-1EF4-C103-201E-C2D00C015C63}"/>
              </a:ext>
            </a:extLst>
          </p:cNvPr>
          <p:cNvSpPr txBox="1"/>
          <p:nvPr/>
        </p:nvSpPr>
        <p:spPr>
          <a:xfrm>
            <a:off x="6588539" y="13167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카테고리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928B6C-CFBB-25D3-510B-48FE57276640}"/>
              </a:ext>
            </a:extLst>
          </p:cNvPr>
          <p:cNvSpPr txBox="1"/>
          <p:nvPr/>
        </p:nvSpPr>
        <p:spPr>
          <a:xfrm>
            <a:off x="7051724" y="1310023"/>
            <a:ext cx="18742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선택 시 좌측 화면에 즉시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61">
            <a:extLst>
              <a:ext uri="{FF2B5EF4-FFF2-40B4-BE49-F238E27FC236}">
                <a16:creationId xmlns:a16="http://schemas.microsoft.com/office/drawing/2014/main" id="{AB625AEC-374B-B888-B1E4-027770079C9E}"/>
              </a:ext>
            </a:extLst>
          </p:cNvPr>
          <p:cNvSpPr/>
          <p:nvPr/>
        </p:nvSpPr>
        <p:spPr>
          <a:xfrm>
            <a:off x="6647108" y="1611998"/>
            <a:ext cx="270025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0BA36F6-3389-4198-A1C3-D6FE452A22AD}"/>
              </a:ext>
            </a:extLst>
          </p:cNvPr>
          <p:cNvSpPr/>
          <p:nvPr/>
        </p:nvSpPr>
        <p:spPr>
          <a:xfrm>
            <a:off x="9415037" y="1620173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0A2E11F2-8E2B-7F12-4A50-86CF5593F79B}"/>
              </a:ext>
            </a:extLst>
          </p:cNvPr>
          <p:cNvSpPr/>
          <p:nvPr/>
        </p:nvSpPr>
        <p:spPr>
          <a:xfrm>
            <a:off x="920353" y="1980109"/>
            <a:ext cx="88008" cy="88008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18CB250A-674D-BA07-D71E-8C23E476C251}"/>
              </a:ext>
            </a:extLst>
          </p:cNvPr>
          <p:cNvSpPr/>
          <p:nvPr/>
        </p:nvSpPr>
        <p:spPr>
          <a:xfrm>
            <a:off x="1582101" y="1988604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순서도: 연결자 44">
            <a:extLst>
              <a:ext uri="{FF2B5EF4-FFF2-40B4-BE49-F238E27FC236}">
                <a16:creationId xmlns:a16="http://schemas.microsoft.com/office/drawing/2014/main" id="{4496F18E-35B7-A95B-BDFF-8816DD7EBBD0}"/>
              </a:ext>
            </a:extLst>
          </p:cNvPr>
          <p:cNvSpPr/>
          <p:nvPr/>
        </p:nvSpPr>
        <p:spPr>
          <a:xfrm>
            <a:off x="2178971" y="1988604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순서도: 연결자 47">
            <a:extLst>
              <a:ext uri="{FF2B5EF4-FFF2-40B4-BE49-F238E27FC236}">
                <a16:creationId xmlns:a16="http://schemas.microsoft.com/office/drawing/2014/main" id="{0200FB9C-97BB-6721-9B24-03D6CAA1CD1B}"/>
              </a:ext>
            </a:extLst>
          </p:cNvPr>
          <p:cNvSpPr/>
          <p:nvPr/>
        </p:nvSpPr>
        <p:spPr>
          <a:xfrm>
            <a:off x="2909165" y="1994307"/>
            <a:ext cx="88008" cy="88008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7457B-BF6A-8443-6924-52263E573F80}"/>
              </a:ext>
            </a:extLst>
          </p:cNvPr>
          <p:cNvSpPr txBox="1"/>
          <p:nvPr/>
        </p:nvSpPr>
        <p:spPr>
          <a:xfrm>
            <a:off x="1307907" y="78285"/>
            <a:ext cx="1972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 정보 상세 화면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관리자 변경신청 결재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475334-E0EA-46EE-1D06-E9140C32E914}"/>
              </a:ext>
            </a:extLst>
          </p:cNvPr>
          <p:cNvSpPr txBox="1"/>
          <p:nvPr/>
        </p:nvSpPr>
        <p:spPr>
          <a:xfrm>
            <a:off x="1302717" y="330494"/>
            <a:ext cx="20185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B6E6F3A-C700-57F9-B19E-3E28CE38232E}"/>
              </a:ext>
            </a:extLst>
          </p:cNvPr>
          <p:cNvGrpSpPr/>
          <p:nvPr/>
        </p:nvGrpSpPr>
        <p:grpSpPr>
          <a:xfrm>
            <a:off x="6639304" y="1835146"/>
            <a:ext cx="2286652" cy="2324601"/>
            <a:chOff x="6639303" y="1835146"/>
            <a:chExt cx="2926857" cy="303939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AA2DED9-D7F1-D104-E827-43E4770F4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80" b="41798"/>
            <a:stretch>
              <a:fillRect/>
            </a:stretch>
          </p:blipFill>
          <p:spPr>
            <a:xfrm>
              <a:off x="6644172" y="1835146"/>
              <a:ext cx="2921988" cy="194516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095FA9B-4F39-8524-2DC2-8B3E1CFEA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7951" r="3566"/>
            <a:stretch>
              <a:fillRect/>
            </a:stretch>
          </p:blipFill>
          <p:spPr>
            <a:xfrm>
              <a:off x="6641730" y="3851120"/>
              <a:ext cx="2820051" cy="73688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80E78D4-6862-EE40-1579-2496FA2CD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8990" r="2338" b="23152"/>
            <a:stretch>
              <a:fillRect/>
            </a:stretch>
          </p:blipFill>
          <p:spPr>
            <a:xfrm>
              <a:off x="6639303" y="4277710"/>
              <a:ext cx="2855983" cy="596833"/>
            </a:xfrm>
            <a:prstGeom prst="rect">
              <a:avLst/>
            </a:prstGeom>
          </p:spPr>
        </p:pic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9463E5C-BF9F-CF21-AA80-4242E86716FF}"/>
              </a:ext>
            </a:extLst>
          </p:cNvPr>
          <p:cNvSpPr/>
          <p:nvPr/>
        </p:nvSpPr>
        <p:spPr>
          <a:xfrm>
            <a:off x="7057033" y="2076612"/>
            <a:ext cx="624184" cy="181834"/>
          </a:xfrm>
          <a:prstGeom prst="round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66DB79-77AD-7389-2789-DF37FC97F504}"/>
              </a:ext>
            </a:extLst>
          </p:cNvPr>
          <p:cNvSpPr txBox="1"/>
          <p:nvPr/>
        </p:nvSpPr>
        <p:spPr>
          <a:xfrm>
            <a:off x="3058802" y="4677885"/>
            <a:ext cx="33474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일동안 구매할 수 있는 최대 수량을 입력해주세요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6" name="Picture 2" descr="on, radio icon">
            <a:extLst>
              <a:ext uri="{FF2B5EF4-FFF2-40B4-BE49-F238E27FC236}">
                <a16:creationId xmlns:a16="http://schemas.microsoft.com/office/drawing/2014/main" id="{79C6A9F4-7AF9-FADB-B147-382A59A40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569" y="469657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off, radio icon">
            <a:extLst>
              <a:ext uri="{FF2B5EF4-FFF2-40B4-BE49-F238E27FC236}">
                <a16:creationId xmlns:a16="http://schemas.microsoft.com/office/drawing/2014/main" id="{018C2E49-5B91-3FB4-A378-6AA5A26BC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955" y="471060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65">
            <a:extLst>
              <a:ext uri="{FF2B5EF4-FFF2-40B4-BE49-F238E27FC236}">
                <a16:creationId xmlns:a16="http://schemas.microsoft.com/office/drawing/2014/main" id="{93E83781-BCDA-19F5-88E3-E9B25C635AF9}"/>
              </a:ext>
            </a:extLst>
          </p:cNvPr>
          <p:cNvSpPr/>
          <p:nvPr/>
        </p:nvSpPr>
        <p:spPr>
          <a:xfrm>
            <a:off x="1856982" y="4662056"/>
            <a:ext cx="1175607" cy="19077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EAE98B-249A-0AA7-2648-AC65D80B831D}"/>
              </a:ext>
            </a:extLst>
          </p:cNvPr>
          <p:cNvSpPr/>
          <p:nvPr/>
        </p:nvSpPr>
        <p:spPr>
          <a:xfrm>
            <a:off x="130703" y="644973"/>
            <a:ext cx="9938113" cy="6106972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dirty="0">
                <a:solidFill>
                  <a:schemeClr val="bg1"/>
                </a:solidFill>
              </a:rPr>
              <a:t>공통 영역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8B35AEB-8E76-37EF-6735-F8A03E09ED14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7/28   0.02v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7/28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수정요청사항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3-5 / 1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구매 제한 데이터 설정 항목 추가 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07029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0C0F-38E6-4876-5CF9-8B247415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7CE5A29-9A14-6672-6A8D-E2DF7898BC35}"/>
              </a:ext>
            </a:extLst>
          </p:cNvPr>
          <p:cNvSpPr/>
          <p:nvPr/>
        </p:nvSpPr>
        <p:spPr>
          <a:xfrm>
            <a:off x="6585031" y="323045"/>
            <a:ext cx="3380919" cy="19305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92F6ED-18D4-3664-BDD6-F2276120BCD4}"/>
              </a:ext>
            </a:extLst>
          </p:cNvPr>
          <p:cNvSpPr txBox="1"/>
          <p:nvPr/>
        </p:nvSpPr>
        <p:spPr>
          <a:xfrm>
            <a:off x="110010" y="911231"/>
            <a:ext cx="1021674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사은품  정보 </a:t>
            </a:r>
            <a:endParaRPr lang="ko-KR" altLang="en-US" sz="900" b="1" spc="-15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FBF9E7-7559-63CD-FFA9-C99983335E8D}"/>
              </a:ext>
            </a:extLst>
          </p:cNvPr>
          <p:cNvSpPr txBox="1"/>
          <p:nvPr/>
        </p:nvSpPr>
        <p:spPr>
          <a:xfrm>
            <a:off x="2292259" y="950248"/>
            <a:ext cx="4320413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설정은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상품목록 위 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설정</a:t>
            </a:r>
            <a:r>
              <a:rPr lang="en-US" altLang="ko-KR" sz="7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메뉴에서 설정하실 수 있습니다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 </a:t>
            </a:r>
            <a:r>
              <a:rPr lang="ko-KR" altLang="en-US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상품 동시 할인 반영 가능 </a:t>
            </a:r>
            <a:r>
              <a:rPr lang="en-US" altLang="ko-KR" sz="75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75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모서리가 둥근 직사각형 77">
            <a:extLst>
              <a:ext uri="{FF2B5EF4-FFF2-40B4-BE49-F238E27FC236}">
                <a16:creationId xmlns:a16="http://schemas.microsoft.com/office/drawing/2014/main" id="{A7C94D20-3F8F-ECAB-E2B2-873528B1AE51}"/>
              </a:ext>
            </a:extLst>
          </p:cNvPr>
          <p:cNvSpPr/>
          <p:nvPr/>
        </p:nvSpPr>
        <p:spPr>
          <a:xfrm>
            <a:off x="9217344" y="3429364"/>
            <a:ext cx="778461" cy="269843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26" name="모서리가 둥근 직사각형 77">
            <a:extLst>
              <a:ext uri="{FF2B5EF4-FFF2-40B4-BE49-F238E27FC236}">
                <a16:creationId xmlns:a16="http://schemas.microsoft.com/office/drawing/2014/main" id="{FB08B71B-0E41-D277-6DC1-0FA04E009AE9}"/>
              </a:ext>
            </a:extLst>
          </p:cNvPr>
          <p:cNvSpPr/>
          <p:nvPr/>
        </p:nvSpPr>
        <p:spPr>
          <a:xfrm>
            <a:off x="8414644" y="3429363"/>
            <a:ext cx="778461" cy="26984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8" name="모서리가 둥근 직사각형 77">
            <a:extLst>
              <a:ext uri="{FF2B5EF4-FFF2-40B4-BE49-F238E27FC236}">
                <a16:creationId xmlns:a16="http://schemas.microsoft.com/office/drawing/2014/main" id="{3AFF8472-C188-67D0-5AAE-12646868ECB7}"/>
              </a:ext>
            </a:extLst>
          </p:cNvPr>
          <p:cNvSpPr/>
          <p:nvPr/>
        </p:nvSpPr>
        <p:spPr>
          <a:xfrm>
            <a:off x="7417073" y="3429363"/>
            <a:ext cx="973333" cy="269843"/>
          </a:xfrm>
          <a:prstGeom prst="round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변경 신청 결재 </a:t>
            </a:r>
          </a:p>
        </p:txBody>
      </p:sp>
      <p:sp>
        <p:nvSpPr>
          <p:cNvPr id="130" name="모서리가 둥근 직사각형 78">
            <a:extLst>
              <a:ext uri="{FF2B5EF4-FFF2-40B4-BE49-F238E27FC236}">
                <a16:creationId xmlns:a16="http://schemas.microsoft.com/office/drawing/2014/main" id="{8C31A8C3-6A2E-A6ED-5F30-EB11B394EF3A}"/>
              </a:ext>
            </a:extLst>
          </p:cNvPr>
          <p:cNvSpPr/>
          <p:nvPr/>
        </p:nvSpPr>
        <p:spPr>
          <a:xfrm>
            <a:off x="130445" y="3429363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5E194531-F1D1-BFA9-B2A6-84EEF044EF45}"/>
              </a:ext>
            </a:extLst>
          </p:cNvPr>
          <p:cNvGraphicFramePr>
            <a:graphicFrameLocks noGrp="1"/>
          </p:cNvGraphicFramePr>
          <p:nvPr/>
        </p:nvGraphicFramePr>
        <p:xfrm>
          <a:off x="122025" y="1144713"/>
          <a:ext cx="6213245" cy="1108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32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470925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사은품 혜택 반영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1957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혜택 반영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41921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할인  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296753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할인 기간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34359"/>
                  </a:ext>
                </a:extLst>
              </a:tr>
            </a:tbl>
          </a:graphicData>
        </a:graphic>
      </p:graphicFrame>
      <p:sp>
        <p:nvSpPr>
          <p:cNvPr id="95" name="모서리가 둥근 직사각형 61">
            <a:extLst>
              <a:ext uri="{FF2B5EF4-FFF2-40B4-BE49-F238E27FC236}">
                <a16:creationId xmlns:a16="http://schemas.microsoft.com/office/drawing/2014/main" id="{017017CE-C25E-B0BE-8210-D5828065E004}"/>
              </a:ext>
            </a:extLst>
          </p:cNvPr>
          <p:cNvSpPr/>
          <p:nvPr/>
        </p:nvSpPr>
        <p:spPr>
          <a:xfrm>
            <a:off x="1456671" y="1525431"/>
            <a:ext cx="939371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모서리가 둥근 직사각형 61">
            <a:extLst>
              <a:ext uri="{FF2B5EF4-FFF2-40B4-BE49-F238E27FC236}">
                <a16:creationId xmlns:a16="http://schemas.microsoft.com/office/drawing/2014/main" id="{1A75CD9B-02E3-B526-DF90-D137C37245DE}"/>
              </a:ext>
            </a:extLst>
          </p:cNvPr>
          <p:cNvSpPr/>
          <p:nvPr/>
        </p:nvSpPr>
        <p:spPr>
          <a:xfrm>
            <a:off x="3125010" y="1518251"/>
            <a:ext cx="486040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모서리가 둥근 직사각형 61">
            <a:extLst>
              <a:ext uri="{FF2B5EF4-FFF2-40B4-BE49-F238E27FC236}">
                <a16:creationId xmlns:a16="http://schemas.microsoft.com/office/drawing/2014/main" id="{529B8B48-FFD2-1AC5-D175-A8D8C78E0077}"/>
              </a:ext>
            </a:extLst>
          </p:cNvPr>
          <p:cNvSpPr/>
          <p:nvPr/>
        </p:nvSpPr>
        <p:spPr>
          <a:xfrm>
            <a:off x="3953694" y="1517692"/>
            <a:ext cx="716764" cy="18183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</a:t>
            </a:r>
            <a:endParaRPr lang="ko-KR" altLang="en-US" sz="7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모서리가 둥근 직사각형 65">
            <a:extLst>
              <a:ext uri="{FF2B5EF4-FFF2-40B4-BE49-F238E27FC236}">
                <a16:creationId xmlns:a16="http://schemas.microsoft.com/office/drawing/2014/main" id="{755E43F8-6441-CBE7-BB3D-9D1EDC644FF7}"/>
              </a:ext>
            </a:extLst>
          </p:cNvPr>
          <p:cNvSpPr/>
          <p:nvPr/>
        </p:nvSpPr>
        <p:spPr>
          <a:xfrm>
            <a:off x="925729" y="2047004"/>
            <a:ext cx="804549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1FBE18D2-7777-DC91-7210-442ACF197AF3}"/>
              </a:ext>
            </a:extLst>
          </p:cNvPr>
          <p:cNvGrpSpPr/>
          <p:nvPr/>
        </p:nvGrpSpPr>
        <p:grpSpPr>
          <a:xfrm>
            <a:off x="2649518" y="2046626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11" name="모서리가 둥근 직사각형 67">
              <a:extLst>
                <a:ext uri="{FF2B5EF4-FFF2-40B4-BE49-F238E27FC236}">
                  <a16:creationId xmlns:a16="http://schemas.microsoft.com/office/drawing/2014/main" id="{CCD849FE-6E53-2909-DD60-3D26A7FF9EA6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13" name="Picture 4" descr="calendar, date, event, month icon">
              <a:extLst>
                <a:ext uri="{FF2B5EF4-FFF2-40B4-BE49-F238E27FC236}">
                  <a16:creationId xmlns:a16="http://schemas.microsoft.com/office/drawing/2014/main" id="{14F68271-00A0-1587-E73C-C9C13E0246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14" name="모서리가 둥근 직사각형 69">
            <a:extLst>
              <a:ext uri="{FF2B5EF4-FFF2-40B4-BE49-F238E27FC236}">
                <a16:creationId xmlns:a16="http://schemas.microsoft.com/office/drawing/2014/main" id="{D2A9617D-E99D-9F9D-AC7C-A080E6487699}"/>
              </a:ext>
            </a:extLst>
          </p:cNvPr>
          <p:cNvSpPr/>
          <p:nvPr/>
        </p:nvSpPr>
        <p:spPr>
          <a:xfrm>
            <a:off x="1944465" y="2046626"/>
            <a:ext cx="69290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73030F62-CA9A-C333-C823-12C7FA4FFC77}"/>
              </a:ext>
            </a:extLst>
          </p:cNvPr>
          <p:cNvSpPr/>
          <p:nvPr/>
        </p:nvSpPr>
        <p:spPr>
          <a:xfrm>
            <a:off x="1702527" y="1964090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F1EB511B-315A-01DF-C07C-CC3961F5E8A7}"/>
              </a:ext>
            </a:extLst>
          </p:cNvPr>
          <p:cNvGrpSpPr/>
          <p:nvPr/>
        </p:nvGrpSpPr>
        <p:grpSpPr>
          <a:xfrm>
            <a:off x="1564736" y="2047004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19" name="모서리가 둥근 직사각형 67">
              <a:extLst>
                <a:ext uri="{FF2B5EF4-FFF2-40B4-BE49-F238E27FC236}">
                  <a16:creationId xmlns:a16="http://schemas.microsoft.com/office/drawing/2014/main" id="{A0FF5664-3C37-2050-CF2F-1E2DBD3DFBD8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20" name="Picture 4" descr="calendar, date, event, month icon">
              <a:extLst>
                <a:ext uri="{FF2B5EF4-FFF2-40B4-BE49-F238E27FC236}">
                  <a16:creationId xmlns:a16="http://schemas.microsoft.com/office/drawing/2014/main" id="{0F6EDEBB-32DE-C72F-1E20-0DDDF7D3FA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47BE1530-8449-55EC-27E8-06BF3877B357}"/>
              </a:ext>
            </a:extLst>
          </p:cNvPr>
          <p:cNvSpPr txBox="1"/>
          <p:nvPr/>
        </p:nvSpPr>
        <p:spPr>
          <a:xfrm>
            <a:off x="984476" y="1179965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66C21A4-3FA4-1640-4B3E-FF0B1F9A1232}"/>
              </a:ext>
            </a:extLst>
          </p:cNvPr>
          <p:cNvSpPr txBox="1"/>
          <p:nvPr/>
        </p:nvSpPr>
        <p:spPr>
          <a:xfrm>
            <a:off x="973001" y="1498529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할인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C32124F-5CDA-4091-75B3-B133E7BC5F59}"/>
              </a:ext>
            </a:extLst>
          </p:cNvPr>
          <p:cNvSpPr txBox="1"/>
          <p:nvPr/>
        </p:nvSpPr>
        <p:spPr>
          <a:xfrm>
            <a:off x="2328389" y="1507529"/>
            <a:ext cx="341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 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A567BB3-1AB5-5175-0260-F5B83F7CCF0F}"/>
              </a:ext>
            </a:extLst>
          </p:cNvPr>
          <p:cNvSpPr txBox="1"/>
          <p:nvPr/>
        </p:nvSpPr>
        <p:spPr>
          <a:xfrm>
            <a:off x="2613078" y="1503011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비율할인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A9BE1F1-66AC-E69B-D001-05A24C261F46}"/>
              </a:ext>
            </a:extLst>
          </p:cNvPr>
          <p:cNvSpPr txBox="1"/>
          <p:nvPr/>
        </p:nvSpPr>
        <p:spPr>
          <a:xfrm>
            <a:off x="3532545" y="1529613"/>
            <a:ext cx="2551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%,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4A8D2CD-D5F8-81D4-07A1-D14D13D8C8EE}"/>
              </a:ext>
            </a:extLst>
          </p:cNvPr>
          <p:cNvSpPr txBox="1"/>
          <p:nvPr/>
        </p:nvSpPr>
        <p:spPr>
          <a:xfrm>
            <a:off x="3640521" y="1509913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11B9A6D-AB70-4B35-9B91-AF8FD8ADDD13}"/>
              </a:ext>
            </a:extLst>
          </p:cNvPr>
          <p:cNvSpPr txBox="1"/>
          <p:nvPr/>
        </p:nvSpPr>
        <p:spPr>
          <a:xfrm>
            <a:off x="4596635" y="1500349"/>
            <a:ext cx="2680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</a:p>
        </p:txBody>
      </p:sp>
      <p:pic>
        <p:nvPicPr>
          <p:cNvPr id="134" name="Picture 4" descr="off, radio icon">
            <a:extLst>
              <a:ext uri="{FF2B5EF4-FFF2-40B4-BE49-F238E27FC236}">
                <a16:creationId xmlns:a16="http://schemas.microsoft.com/office/drawing/2014/main" id="{BF3BB5EE-C7B7-11D8-2EAB-9ABDCC6A4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966" y="124525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순서도: 연결자 135">
            <a:extLst>
              <a:ext uri="{FF2B5EF4-FFF2-40B4-BE49-F238E27FC236}">
                <a16:creationId xmlns:a16="http://schemas.microsoft.com/office/drawing/2014/main" id="{607DA87B-37F7-0040-098F-8513B8DA817F}"/>
              </a:ext>
            </a:extLst>
          </p:cNvPr>
          <p:cNvSpPr/>
          <p:nvPr/>
        </p:nvSpPr>
        <p:spPr>
          <a:xfrm>
            <a:off x="925730" y="1550213"/>
            <a:ext cx="103789" cy="103789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모서리가 둥근 직사각형 84">
            <a:extLst>
              <a:ext uri="{FF2B5EF4-FFF2-40B4-BE49-F238E27FC236}">
                <a16:creationId xmlns:a16="http://schemas.microsoft.com/office/drawing/2014/main" id="{FA46B829-969E-E122-F715-AE84C5B1CABF}"/>
              </a:ext>
            </a:extLst>
          </p:cNvPr>
          <p:cNvSpPr/>
          <p:nvPr/>
        </p:nvSpPr>
        <p:spPr>
          <a:xfrm>
            <a:off x="925730" y="1785915"/>
            <a:ext cx="1882831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중</a:t>
            </a:r>
          </a:p>
        </p:txBody>
      </p:sp>
      <p:sp>
        <p:nvSpPr>
          <p:cNvPr id="138" name="모서리가 둥근 직사각형 86">
            <a:extLst>
              <a:ext uri="{FF2B5EF4-FFF2-40B4-BE49-F238E27FC236}">
                <a16:creationId xmlns:a16="http://schemas.microsoft.com/office/drawing/2014/main" id="{9FA284FD-CD7E-8B4C-D22F-7CA86CDB28AC}"/>
              </a:ext>
            </a:extLst>
          </p:cNvPr>
          <p:cNvSpPr/>
          <p:nvPr/>
        </p:nvSpPr>
        <p:spPr>
          <a:xfrm>
            <a:off x="2664545" y="1785915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pic>
        <p:nvPicPr>
          <p:cNvPr id="140" name="Picture 4" descr="off, radio icon">
            <a:extLst>
              <a:ext uri="{FF2B5EF4-FFF2-40B4-BE49-F238E27FC236}">
                <a16:creationId xmlns:a16="http://schemas.microsoft.com/office/drawing/2014/main" id="{DA821844-F83A-66EF-A3F8-343968911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53" y="1288729"/>
            <a:ext cx="72000" cy="7200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42" name="Picture 4" descr="off, radio icon">
            <a:extLst>
              <a:ext uri="{FF2B5EF4-FFF2-40B4-BE49-F238E27FC236}">
                <a16:creationId xmlns:a16="http://schemas.microsoft.com/office/drawing/2014/main" id="{75379994-F9C8-10B0-BE4C-C3E21784A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53" y="1577627"/>
            <a:ext cx="72000" cy="72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918B3EF7-4C36-3E4C-0177-A6E31067CF83}"/>
              </a:ext>
            </a:extLst>
          </p:cNvPr>
          <p:cNvSpPr txBox="1"/>
          <p:nvPr/>
        </p:nvSpPr>
        <p:spPr>
          <a:xfrm>
            <a:off x="1892393" y="1503301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15,000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26BDDFF-BC8E-2334-69C8-3C161C4EF231}"/>
              </a:ext>
            </a:extLst>
          </p:cNvPr>
          <p:cNvSpPr txBox="1"/>
          <p:nvPr/>
        </p:nvSpPr>
        <p:spPr>
          <a:xfrm>
            <a:off x="847330" y="2008809"/>
            <a:ext cx="7718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2026-07-26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3A92D2C-F0BF-3B5F-FBE3-FBC0FD547E5D}"/>
              </a:ext>
            </a:extLst>
          </p:cNvPr>
          <p:cNvSpPr txBox="1"/>
          <p:nvPr/>
        </p:nvSpPr>
        <p:spPr>
          <a:xfrm>
            <a:off x="1892732" y="2014376"/>
            <a:ext cx="7718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2026-08-25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순서도: 천공 테이프 18">
            <a:extLst>
              <a:ext uri="{FF2B5EF4-FFF2-40B4-BE49-F238E27FC236}">
                <a16:creationId xmlns:a16="http://schemas.microsoft.com/office/drawing/2014/main" id="{BB1B92FB-56F1-2757-362D-B34E4281F96A}"/>
              </a:ext>
            </a:extLst>
          </p:cNvPr>
          <p:cNvSpPr/>
          <p:nvPr/>
        </p:nvSpPr>
        <p:spPr>
          <a:xfrm>
            <a:off x="72257" y="121821"/>
            <a:ext cx="10009361" cy="67093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중간 영역 중략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AB54FA-EB39-8592-3366-462D70B4E69F}"/>
              </a:ext>
            </a:extLst>
          </p:cNvPr>
          <p:cNvSpPr txBox="1"/>
          <p:nvPr/>
        </p:nvSpPr>
        <p:spPr>
          <a:xfrm>
            <a:off x="110010" y="2435299"/>
            <a:ext cx="1021674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설정 정보 </a:t>
            </a:r>
            <a:endParaRPr lang="ko-KR" altLang="en-US" sz="900" b="1" spc="-150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0EB2D415-0FF4-A6E0-C664-59AB8EFDD50C}"/>
              </a:ext>
            </a:extLst>
          </p:cNvPr>
          <p:cNvGraphicFramePr>
            <a:graphicFrameLocks noGrp="1"/>
          </p:cNvGraphicFramePr>
          <p:nvPr/>
        </p:nvGraphicFramePr>
        <p:xfrm>
          <a:off x="122025" y="2668781"/>
          <a:ext cx="6213245" cy="58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32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470925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과세여부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1957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지원 바우처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419218"/>
                  </a:ext>
                </a:extLst>
              </a:tr>
            </a:tbl>
          </a:graphicData>
        </a:graphic>
      </p:graphicFrame>
      <p:sp>
        <p:nvSpPr>
          <p:cNvPr id="43" name="모서리가 둥근 직사각형 84">
            <a:extLst>
              <a:ext uri="{FF2B5EF4-FFF2-40B4-BE49-F238E27FC236}">
                <a16:creationId xmlns:a16="http://schemas.microsoft.com/office/drawing/2014/main" id="{C8D1CFE3-882F-5062-5C83-341DAE8119E7}"/>
              </a:ext>
            </a:extLst>
          </p:cNvPr>
          <p:cNvSpPr/>
          <p:nvPr/>
        </p:nvSpPr>
        <p:spPr>
          <a:xfrm>
            <a:off x="962212" y="2758751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면세</a:t>
            </a:r>
          </a:p>
        </p:txBody>
      </p:sp>
      <p:sp>
        <p:nvSpPr>
          <p:cNvPr id="53" name="모서리가 둥근 직사각형 86">
            <a:extLst>
              <a:ext uri="{FF2B5EF4-FFF2-40B4-BE49-F238E27FC236}">
                <a16:creationId xmlns:a16="http://schemas.microsoft.com/office/drawing/2014/main" id="{EF3D39B8-DD20-5FC3-5DC4-1D0F9CF02978}"/>
              </a:ext>
            </a:extLst>
          </p:cNvPr>
          <p:cNvSpPr/>
          <p:nvPr/>
        </p:nvSpPr>
        <p:spPr>
          <a:xfrm>
            <a:off x="1994596" y="275875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6" name="모서리가 둥근 직사각형 84">
            <a:extLst>
              <a:ext uri="{FF2B5EF4-FFF2-40B4-BE49-F238E27FC236}">
                <a16:creationId xmlns:a16="http://schemas.microsoft.com/office/drawing/2014/main" id="{6BDA5E7D-20D3-7916-0282-2D9AA85B8232}"/>
              </a:ext>
            </a:extLst>
          </p:cNvPr>
          <p:cNvSpPr/>
          <p:nvPr/>
        </p:nvSpPr>
        <p:spPr>
          <a:xfrm>
            <a:off x="962211" y="3027142"/>
            <a:ext cx="18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58" name="모서리가 둥근 직사각형 86">
            <a:extLst>
              <a:ext uri="{FF2B5EF4-FFF2-40B4-BE49-F238E27FC236}">
                <a16:creationId xmlns:a16="http://schemas.microsoft.com/office/drawing/2014/main" id="{E5B2EB1A-9DE9-3749-3E36-171B4BF61E13}"/>
              </a:ext>
            </a:extLst>
          </p:cNvPr>
          <p:cNvSpPr/>
          <p:nvPr/>
        </p:nvSpPr>
        <p:spPr>
          <a:xfrm>
            <a:off x="2736553" y="302714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D69FC33-7F57-9074-3E25-B8E75C1655BD}"/>
              </a:ext>
            </a:extLst>
          </p:cNvPr>
          <p:cNvSpPr/>
          <p:nvPr/>
        </p:nvSpPr>
        <p:spPr>
          <a:xfrm>
            <a:off x="72257" y="2318862"/>
            <a:ext cx="9923548" cy="1533455"/>
          </a:xfrm>
          <a:prstGeom prst="rect">
            <a:avLst/>
          </a:prstGeom>
          <a:noFill/>
          <a:ln w="3175">
            <a:solidFill>
              <a:srgbClr val="234DD3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09B698-59A8-B9D2-708B-AB080AF44FB8}"/>
              </a:ext>
            </a:extLst>
          </p:cNvPr>
          <p:cNvSpPr/>
          <p:nvPr/>
        </p:nvSpPr>
        <p:spPr>
          <a:xfrm>
            <a:off x="72257" y="30797"/>
            <a:ext cx="10009361" cy="321816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500" dirty="0">
                <a:solidFill>
                  <a:schemeClr val="bg1"/>
                </a:solidFill>
              </a:rPr>
              <a:t>공통 영역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14F990CC-897D-DAF8-CD3E-CC84D01C3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355920"/>
              </p:ext>
            </p:extLst>
          </p:nvPr>
        </p:nvGraphicFramePr>
        <p:xfrm>
          <a:off x="10086305" y="636529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신청 결재 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유효성 체크 후 정상 시 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         변경신청 결재 처리 레이어 팝업</a:t>
                      </a:r>
                      <a:r>
                        <a:rPr lang="ko-KR" altLang="en-US" sz="800" spc="0" dirty="0">
                          <a:solidFill>
                            <a:srgbClr val="234DD3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출력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    CH-A-PR-01-01-13p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1049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7940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7201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74921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40139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19744"/>
                  </a:ext>
                </a:extLst>
              </a:tr>
            </a:tbl>
          </a:graphicData>
        </a:graphic>
      </p:graphicFrame>
      <p:sp>
        <p:nvSpPr>
          <p:cNvPr id="12" name="모서리가 둥근 직사각형 53">
            <a:extLst>
              <a:ext uri="{FF2B5EF4-FFF2-40B4-BE49-F238E27FC236}">
                <a16:creationId xmlns:a16="http://schemas.microsoft.com/office/drawing/2014/main" id="{1E58DC35-E250-31DE-CD94-F3483B523EF5}"/>
              </a:ext>
            </a:extLst>
          </p:cNvPr>
          <p:cNvSpPr/>
          <p:nvPr/>
        </p:nvSpPr>
        <p:spPr>
          <a:xfrm>
            <a:off x="8039887" y="32853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6645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C510E-73F4-0F4F-402C-ECFE7864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표 25">
            <a:extLst>
              <a:ext uri="{FF2B5EF4-FFF2-40B4-BE49-F238E27FC236}">
                <a16:creationId xmlns:a16="http://schemas.microsoft.com/office/drawing/2014/main" id="{15734C37-4999-B78B-F1BF-1EEA4BB2A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140350"/>
              </p:ext>
            </p:extLst>
          </p:nvPr>
        </p:nvGraphicFramePr>
        <p:xfrm>
          <a:off x="5859511" y="4712588"/>
          <a:ext cx="3967654" cy="870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408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3467246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</a:rPr>
                        <a:t>결재 처리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                        반려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                       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951463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</a:rPr>
                        <a:t>반려 사유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A625090E-5D6F-F886-FB88-8565852835E8}"/>
              </a:ext>
            </a:extLst>
          </p:cNvPr>
          <p:cNvSpPr/>
          <p:nvPr/>
        </p:nvSpPr>
        <p:spPr>
          <a:xfrm>
            <a:off x="648321" y="971997"/>
            <a:ext cx="5112568" cy="57902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075B8-EC36-851F-9845-B82324B89979}"/>
              </a:ext>
            </a:extLst>
          </p:cNvPr>
          <p:cNvSpPr txBox="1"/>
          <p:nvPr/>
        </p:nvSpPr>
        <p:spPr>
          <a:xfrm>
            <a:off x="720329" y="971997"/>
            <a:ext cx="1717679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변경 신청 결재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8C871-4C56-41B2-E9CE-DB53880AE4D8}"/>
              </a:ext>
            </a:extLst>
          </p:cNvPr>
          <p:cNvSpPr txBox="1"/>
          <p:nvPr/>
        </p:nvSpPr>
        <p:spPr>
          <a:xfrm>
            <a:off x="5392701" y="971997"/>
            <a:ext cx="341888" cy="351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1196401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</a:t>
            </a:r>
            <a:endParaRPr kumimoji="0" lang="en-US" altLang="ko-KR" sz="1000" b="1" i="0" u="none" strike="noStrike" kern="1200" cap="none" spc="-1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E1CF365-F85C-6914-6C14-1A1C5BF81CCA}"/>
              </a:ext>
            </a:extLst>
          </p:cNvPr>
          <p:cNvCxnSpPr/>
          <p:nvPr/>
        </p:nvCxnSpPr>
        <p:spPr>
          <a:xfrm>
            <a:off x="792337" y="1404045"/>
            <a:ext cx="477130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867FDF1-6BE1-6C10-5A82-8B77224559EA}"/>
              </a:ext>
            </a:extLst>
          </p:cNvPr>
          <p:cNvCxnSpPr>
            <a:cxnSpLocks/>
          </p:cNvCxnSpPr>
          <p:nvPr/>
        </p:nvCxnSpPr>
        <p:spPr>
          <a:xfrm>
            <a:off x="5729637" y="2142607"/>
            <a:ext cx="0" cy="1308447"/>
          </a:xfrm>
          <a:prstGeom prst="line">
            <a:avLst/>
          </a:prstGeom>
          <a:ln w="508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27A7281A-5F1B-EA31-B451-3401A6C6B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081824"/>
              </p:ext>
            </p:extLst>
          </p:nvPr>
        </p:nvGraphicFramePr>
        <p:xfrm>
          <a:off x="778989" y="1476053"/>
          <a:ext cx="4799291" cy="1052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436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42123674"/>
                    </a:ext>
                  </a:extLst>
                </a:gridCol>
                <a:gridCol w="1545583">
                  <a:extLst>
                    <a:ext uri="{9D8B030D-6E8A-4147-A177-3AD203B41FA5}">
                      <a16:colId xmlns:a16="http://schemas.microsoft.com/office/drawing/2014/main" val="2825538976"/>
                    </a:ext>
                  </a:extLst>
                </a:gridCol>
              </a:tblGrid>
              <a:tr h="26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신청자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(Hello333)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신청일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2026-07-16 15:35 :26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64454"/>
                  </a:ext>
                </a:extLst>
              </a:tr>
              <a:tr h="26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 구분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즉시 실행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상태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신청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369062"/>
                  </a:ext>
                </a:extLst>
              </a:tr>
              <a:tr h="26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전 판매  가격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10,000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후 판매  가격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10,000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신청 사유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재고 수량 관리를 위해 신청합니다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87913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4D17366C-3E4D-85B7-EC8A-089C3A34049E}"/>
              </a:ext>
            </a:extLst>
          </p:cNvPr>
          <p:cNvSpPr txBox="1"/>
          <p:nvPr/>
        </p:nvSpPr>
        <p:spPr>
          <a:xfrm>
            <a:off x="687166" y="2716248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전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E3B6AAA-6774-6B14-A81B-757E797AE5D1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변경신청 결재 레이어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54DC97C4-6A55-BE54-56A2-67C8FAC3FFF4}"/>
              </a:ext>
            </a:extLst>
          </p:cNvPr>
          <p:cNvSpPr txBox="1"/>
          <p:nvPr/>
        </p:nvSpPr>
        <p:spPr>
          <a:xfrm>
            <a:off x="1302717" y="330494"/>
            <a:ext cx="20393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등록 </a:t>
            </a: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62432017-D9B2-0CDE-A59B-3874DA2A65FE}"/>
              </a:ext>
            </a:extLst>
          </p:cNvPr>
          <p:cNvSpPr/>
          <p:nvPr/>
        </p:nvSpPr>
        <p:spPr>
          <a:xfrm>
            <a:off x="7921129" y="58428"/>
            <a:ext cx="11868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CH-A-PR-01-01-13p</a:t>
            </a:r>
            <a:endParaRPr lang="ko-KR" altLang="en-US" sz="1000" spc="-8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DA824600-E9C9-E836-DD89-7D8B2E1A4B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2026.07.16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5EAC5EF-25A7-9518-2E6F-B7D114153F6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98">
            <a:extLst>
              <a:ext uri="{FF2B5EF4-FFF2-40B4-BE49-F238E27FC236}">
                <a16:creationId xmlns:a16="http://schemas.microsoft.com/office/drawing/2014/main" id="{51DE5E90-FCF9-917C-08FD-994B5453DC3F}"/>
              </a:ext>
            </a:extLst>
          </p:cNvPr>
          <p:cNvSpPr/>
          <p:nvPr/>
        </p:nvSpPr>
        <p:spPr>
          <a:xfrm>
            <a:off x="3312617" y="6304020"/>
            <a:ext cx="821710" cy="28594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확인</a:t>
            </a:r>
          </a:p>
        </p:txBody>
      </p:sp>
      <p:sp>
        <p:nvSpPr>
          <p:cNvPr id="4" name="모서리가 둥근 직사각형 99">
            <a:extLst>
              <a:ext uri="{FF2B5EF4-FFF2-40B4-BE49-F238E27FC236}">
                <a16:creationId xmlns:a16="http://schemas.microsoft.com/office/drawing/2014/main" id="{C31E5015-79A3-F392-795D-3818105A04CF}"/>
              </a:ext>
            </a:extLst>
          </p:cNvPr>
          <p:cNvSpPr/>
          <p:nvPr/>
        </p:nvSpPr>
        <p:spPr>
          <a:xfrm>
            <a:off x="2456147" y="6304020"/>
            <a:ext cx="821710" cy="2859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graphicFrame>
        <p:nvGraphicFramePr>
          <p:cNvPr id="23" name="Group 59">
            <a:extLst>
              <a:ext uri="{FF2B5EF4-FFF2-40B4-BE49-F238E27FC236}">
                <a16:creationId xmlns:a16="http://schemas.microsoft.com/office/drawing/2014/main" id="{571B0A33-0D84-3565-1025-416E8DAF9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908439"/>
              </p:ext>
            </p:extLst>
          </p:nvPr>
        </p:nvGraphicFramePr>
        <p:xfrm>
          <a:off x="10086305" y="636529"/>
          <a:ext cx="2850436" cy="33112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신청자 데이터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신청일 데이터 출력</a:t>
                      </a:r>
                      <a:endParaRPr lang="en-US" altLang="ko-KR" sz="800" b="0" u="none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 구분 데이터 값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 케이스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즉시 실행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 </a:t>
                      </a:r>
                      <a:r>
                        <a:rPr lang="ko-KR" altLang="en-US" sz="800" b="0" u="none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   </a:t>
                      </a:r>
                      <a:r>
                        <a:rPr lang="en-US" altLang="ko-KR" sz="800" b="0" u="none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2026-07-22 13:00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결재처리 선택 라디오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미선택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처리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또는 반려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판매중지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 반려 사유 입력 영역 활성화 처리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10494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처리자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로그인한 관리자 정보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처리일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결재 처리 전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7940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신청 사유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 입력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 입력된 문구로 자동 신청 처리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 신청 내용 재확인 바랍니다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.”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7201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74921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확인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 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401397"/>
                  </a:ext>
                </a:extLst>
              </a:tr>
            </a:tbl>
          </a:graphicData>
        </a:graphic>
      </p:graphicFrame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A92EC84C-AF1F-F2E5-8A5E-B8022F26D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477398"/>
              </p:ext>
            </p:extLst>
          </p:nvPr>
        </p:nvGraphicFramePr>
        <p:xfrm>
          <a:off x="790426" y="2946502"/>
          <a:ext cx="4787854" cy="4420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8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2946993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765616444"/>
                    </a:ext>
                  </a:extLst>
                </a:gridCol>
                <a:gridCol w="609479">
                  <a:extLst>
                    <a:ext uri="{9D8B030D-6E8A-4147-A177-3AD203B41FA5}">
                      <a16:colId xmlns:a16="http://schemas.microsoft.com/office/drawing/2014/main" val="2281343088"/>
                    </a:ext>
                  </a:extLst>
                </a:gridCol>
              </a:tblGrid>
              <a:tr h="2152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추가 금액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옵션명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1,000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30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592FD377-E40D-1377-E1E2-52120EE500C0}"/>
              </a:ext>
            </a:extLst>
          </p:cNvPr>
          <p:cNvSpPr txBox="1"/>
          <p:nvPr/>
        </p:nvSpPr>
        <p:spPr>
          <a:xfrm>
            <a:off x="702542" y="3455922"/>
            <a:ext cx="4523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후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5104A85D-D530-E3FC-9E45-E78813109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730827"/>
              </p:ext>
            </p:extLst>
          </p:nvPr>
        </p:nvGraphicFramePr>
        <p:xfrm>
          <a:off x="790426" y="3686176"/>
          <a:ext cx="4803229" cy="668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226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2956457">
                  <a:extLst>
                    <a:ext uri="{9D8B030D-6E8A-4147-A177-3AD203B41FA5}">
                      <a16:colId xmlns:a16="http://schemas.microsoft.com/office/drawing/2014/main" val="3446060547"/>
                    </a:ext>
                  </a:extLst>
                </a:gridCol>
                <a:gridCol w="939110">
                  <a:extLst>
                    <a:ext uri="{9D8B030D-6E8A-4147-A177-3AD203B41FA5}">
                      <a16:colId xmlns:a16="http://schemas.microsoft.com/office/drawing/2014/main" val="765616444"/>
                    </a:ext>
                  </a:extLst>
                </a:gridCol>
                <a:gridCol w="611436">
                  <a:extLst>
                    <a:ext uri="{9D8B030D-6E8A-4147-A177-3AD203B41FA5}">
                      <a16:colId xmlns:a16="http://schemas.microsoft.com/office/drawing/2014/main" val="2281343088"/>
                    </a:ext>
                  </a:extLst>
                </a:gridCol>
              </a:tblGrid>
              <a:tr h="21525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옵션명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추가 금액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수량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옵션명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1,000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옵션명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3,000</a:t>
                      </a:r>
                      <a:r>
                        <a:rPr lang="ko-KR" altLang="en-US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원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156571"/>
                  </a:ext>
                </a:extLst>
              </a:tr>
            </a:tbl>
          </a:graphicData>
        </a:graphic>
      </p:graphicFrame>
      <p:graphicFrame>
        <p:nvGraphicFramePr>
          <p:cNvPr id="34" name="표 25">
            <a:extLst>
              <a:ext uri="{FF2B5EF4-FFF2-40B4-BE49-F238E27FC236}">
                <a16:creationId xmlns:a16="http://schemas.microsoft.com/office/drawing/2014/main" id="{1367C9A7-B866-A6E7-1D04-321F02F80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174328"/>
              </p:ext>
            </p:extLst>
          </p:nvPr>
        </p:nvGraphicFramePr>
        <p:xfrm>
          <a:off x="766635" y="4710015"/>
          <a:ext cx="4771308" cy="870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766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4169542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</a:rPr>
                        <a:t>결재 처리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                         반려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                        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판매중지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951463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</a:rPr>
                        <a:t>반려 사유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FD2F91-19F3-5B14-CBA9-9B54031A4B1A}"/>
              </a:ext>
            </a:extLst>
          </p:cNvPr>
          <p:cNvSpPr/>
          <p:nvPr/>
        </p:nvSpPr>
        <p:spPr>
          <a:xfrm>
            <a:off x="1401243" y="5025129"/>
            <a:ext cx="4032448" cy="4508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6" name="Picture 4" descr="off, radio icon">
            <a:extLst>
              <a:ext uri="{FF2B5EF4-FFF2-40B4-BE49-F238E27FC236}">
                <a16:creationId xmlns:a16="http://schemas.microsoft.com/office/drawing/2014/main" id="{20C85AE0-7688-0EE3-F945-C97EB3484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126" y="478056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off, radio icon">
            <a:extLst>
              <a:ext uri="{FF2B5EF4-FFF2-40B4-BE49-F238E27FC236}">
                <a16:creationId xmlns:a16="http://schemas.microsoft.com/office/drawing/2014/main" id="{C64E2F36-45F6-EE78-D66D-EF2020E8C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473" y="477777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D7E7B17-D278-8365-06B6-3672AB88054C}"/>
              </a:ext>
            </a:extLst>
          </p:cNvPr>
          <p:cNvSpPr txBox="1"/>
          <p:nvPr/>
        </p:nvSpPr>
        <p:spPr>
          <a:xfrm>
            <a:off x="692726" y="4452690"/>
            <a:ext cx="6367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결재 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9041039-0BE7-0924-9B9F-0F47DF819FF0}"/>
              </a:ext>
            </a:extLst>
          </p:cNvPr>
          <p:cNvCxnSpPr/>
          <p:nvPr/>
        </p:nvCxnSpPr>
        <p:spPr>
          <a:xfrm>
            <a:off x="805802" y="4355026"/>
            <a:ext cx="4787854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" descr="off, radio icon">
            <a:extLst>
              <a:ext uri="{FF2B5EF4-FFF2-40B4-BE49-F238E27FC236}">
                <a16:creationId xmlns:a16="http://schemas.microsoft.com/office/drawing/2014/main" id="{6872801B-D216-03A7-5787-AEFB74575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295" y="477777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A6A3D692-B7BE-0AF9-7423-F00B12CF4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337568"/>
              </p:ext>
            </p:extLst>
          </p:nvPr>
        </p:nvGraphicFramePr>
        <p:xfrm>
          <a:off x="766635" y="5570942"/>
          <a:ext cx="4799291" cy="263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766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642123674"/>
                    </a:ext>
                  </a:extLst>
                </a:gridCol>
                <a:gridCol w="1389213">
                  <a:extLst>
                    <a:ext uri="{9D8B030D-6E8A-4147-A177-3AD203B41FA5}">
                      <a16:colId xmlns:a16="http://schemas.microsoft.com/office/drawing/2014/main" val="2825538976"/>
                    </a:ext>
                  </a:extLst>
                </a:gridCol>
              </a:tblGrid>
              <a:tr h="2630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처리자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(Hello333)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처리일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64454"/>
                  </a:ext>
                </a:extLst>
              </a:tr>
            </a:tbl>
          </a:graphicData>
        </a:graphic>
      </p:graphicFrame>
      <p:sp>
        <p:nvSpPr>
          <p:cNvPr id="53" name="모서리가 둥근 직사각형 53">
            <a:extLst>
              <a:ext uri="{FF2B5EF4-FFF2-40B4-BE49-F238E27FC236}">
                <a16:creationId xmlns:a16="http://schemas.microsoft.com/office/drawing/2014/main" id="{9688352E-AD80-121C-AE10-7733910B5745}"/>
              </a:ext>
            </a:extLst>
          </p:cNvPr>
          <p:cNvSpPr/>
          <p:nvPr/>
        </p:nvSpPr>
        <p:spPr>
          <a:xfrm>
            <a:off x="5501749" y="141410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53">
            <a:extLst>
              <a:ext uri="{FF2B5EF4-FFF2-40B4-BE49-F238E27FC236}">
                <a16:creationId xmlns:a16="http://schemas.microsoft.com/office/drawing/2014/main" id="{F2CE7B84-A12C-7D07-8B61-7D68A4BD80DD}"/>
              </a:ext>
            </a:extLst>
          </p:cNvPr>
          <p:cNvSpPr/>
          <p:nvPr/>
        </p:nvSpPr>
        <p:spPr>
          <a:xfrm>
            <a:off x="2232497" y="17687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3" name="모서리가 둥근 직사각형 53">
            <a:extLst>
              <a:ext uri="{FF2B5EF4-FFF2-40B4-BE49-F238E27FC236}">
                <a16:creationId xmlns:a16="http://schemas.microsoft.com/office/drawing/2014/main" id="{FB838354-60CE-A34E-FA0E-2A2FAF342BD0}"/>
              </a:ext>
            </a:extLst>
          </p:cNvPr>
          <p:cNvSpPr/>
          <p:nvPr/>
        </p:nvSpPr>
        <p:spPr>
          <a:xfrm>
            <a:off x="3923717" y="47006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모서리가 둥근 직사각형 53">
            <a:extLst>
              <a:ext uri="{FF2B5EF4-FFF2-40B4-BE49-F238E27FC236}">
                <a16:creationId xmlns:a16="http://schemas.microsoft.com/office/drawing/2014/main" id="{DA391D05-C80C-35CF-4E2D-CB097B9F70ED}"/>
              </a:ext>
            </a:extLst>
          </p:cNvPr>
          <p:cNvSpPr/>
          <p:nvPr/>
        </p:nvSpPr>
        <p:spPr>
          <a:xfrm>
            <a:off x="5143987" y="56352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1" name="모서리가 둥근 직사각형 53">
            <a:extLst>
              <a:ext uri="{FF2B5EF4-FFF2-40B4-BE49-F238E27FC236}">
                <a16:creationId xmlns:a16="http://schemas.microsoft.com/office/drawing/2014/main" id="{6C37FAAE-04E7-9BB3-EBEE-C36EA4D04D72}"/>
              </a:ext>
            </a:extLst>
          </p:cNvPr>
          <p:cNvSpPr/>
          <p:nvPr/>
        </p:nvSpPr>
        <p:spPr>
          <a:xfrm>
            <a:off x="4004757" y="6228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3" name="모서리가 둥근 직사각형 53">
            <a:extLst>
              <a:ext uri="{FF2B5EF4-FFF2-40B4-BE49-F238E27FC236}">
                <a16:creationId xmlns:a16="http://schemas.microsoft.com/office/drawing/2014/main" id="{DFF969F9-DB0B-2AD1-2AEB-FFCAAA4BCF22}"/>
              </a:ext>
            </a:extLst>
          </p:cNvPr>
          <p:cNvSpPr/>
          <p:nvPr/>
        </p:nvSpPr>
        <p:spPr>
          <a:xfrm>
            <a:off x="2969406" y="619402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CDEAF1E-62CD-34D2-8817-3F19CB020C5E}"/>
              </a:ext>
            </a:extLst>
          </p:cNvPr>
          <p:cNvSpPr/>
          <p:nvPr/>
        </p:nvSpPr>
        <p:spPr>
          <a:xfrm>
            <a:off x="6480969" y="5054634"/>
            <a:ext cx="3240360" cy="4508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반려 신청 내용 재 확인 바랍니다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.</a:t>
            </a:r>
          </a:p>
          <a:p>
            <a:endParaRPr lang="ko-KR" altLang="en-US" sz="800" spc="-15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81" name="Picture 4" descr="off, radio icon">
            <a:extLst>
              <a:ext uri="{FF2B5EF4-FFF2-40B4-BE49-F238E27FC236}">
                <a16:creationId xmlns:a16="http://schemas.microsoft.com/office/drawing/2014/main" id="{32EDD1B6-DFFF-00FC-46E0-D1A2340E8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801" y="477796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off, radio icon">
            <a:extLst>
              <a:ext uri="{FF2B5EF4-FFF2-40B4-BE49-F238E27FC236}">
                <a16:creationId xmlns:a16="http://schemas.microsoft.com/office/drawing/2014/main" id="{5A70924F-B584-FDCE-F3EC-0C3813096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137" y="477516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4" descr="off, radio icon">
            <a:extLst>
              <a:ext uri="{FF2B5EF4-FFF2-40B4-BE49-F238E27FC236}">
                <a16:creationId xmlns:a16="http://schemas.microsoft.com/office/drawing/2014/main" id="{73F6F694-5993-7599-3C8F-CC6084BC1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033" y="476478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4" descr="off, radio icon">
            <a:extLst>
              <a:ext uri="{FF2B5EF4-FFF2-40B4-BE49-F238E27FC236}">
                <a16:creationId xmlns:a16="http://schemas.microsoft.com/office/drawing/2014/main" id="{0B2AB666-33AA-741B-2054-D62BBABBC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420" y="4808262"/>
            <a:ext cx="72000" cy="72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DCFCDA78-0035-18A9-7E5A-0B4DFBA5304C}"/>
              </a:ext>
            </a:extLst>
          </p:cNvPr>
          <p:cNvSpPr txBox="1"/>
          <p:nvPr/>
        </p:nvSpPr>
        <p:spPr>
          <a:xfrm>
            <a:off x="5801930" y="4468744"/>
            <a:ext cx="23567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반려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 err="1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판매중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/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반려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판매중지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시 출력되는 디폴트 문구</a:t>
            </a:r>
          </a:p>
        </p:txBody>
      </p:sp>
    </p:spTree>
    <p:extLst>
      <p:ext uri="{BB962C8B-B14F-4D97-AF65-F5344CB8AC3E}">
        <p14:creationId xmlns:p14="http://schemas.microsoft.com/office/powerpoint/2010/main" val="2994559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17140</TotalTime>
  <Words>13968</Words>
  <Application>Microsoft Office PowerPoint</Application>
  <PresentationFormat>사용자 지정</PresentationFormat>
  <Paragraphs>4440</Paragraphs>
  <Slides>61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66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2486</cp:revision>
  <dcterms:created xsi:type="dcterms:W3CDTF">2020-09-28T12:25:11Z</dcterms:created>
  <dcterms:modified xsi:type="dcterms:W3CDTF">2026-08-03T07:36:39Z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