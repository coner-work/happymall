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1973" r:id="rId7"/>
    <p:sldId id="1963" r:id="rId8"/>
    <p:sldId id="2082" r:id="rId9"/>
    <p:sldId id="2070" r:id="rId10"/>
    <p:sldId id="2079" r:id="rId11"/>
    <p:sldId id="2080" r:id="rId12"/>
    <p:sldId id="2085" r:id="rId13"/>
    <p:sldId id="2086" r:id="rId14"/>
    <p:sldId id="2087" r:id="rId15"/>
    <p:sldId id="2088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8623F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DA023-1150-4A7E-8B0B-51804FF14311}" v="28" dt="2026-08-03T03:54:58.818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38" d="100"/>
          <a:sy n="138" d="100"/>
        </p:scale>
        <p:origin x="798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custSel modSld">
      <pc:chgData name="한나 조" userId="65a288ce2c9026c1" providerId="LiveId" clId="{C15A6EEB-526C-46C9-82AA-A02ABBD41001}" dt="2026-08-03T03:55:22.319" v="411" actId="20577"/>
      <pc:docMkLst>
        <pc:docMk/>
      </pc:docMkLst>
      <pc:sldChg chg="addSp delSp modSp mod">
        <pc:chgData name="한나 조" userId="65a288ce2c9026c1" providerId="LiveId" clId="{C15A6EEB-526C-46C9-82AA-A02ABBD41001}" dt="2026-08-03T03:49:06.196" v="2" actId="166"/>
        <pc:sldMkLst>
          <pc:docMk/>
          <pc:sldMk cId="3924894244" sldId="2082"/>
        </pc:sldMkLst>
        <pc:spChg chg="ord">
          <ac:chgData name="한나 조" userId="65a288ce2c9026c1" providerId="LiveId" clId="{C15A6EEB-526C-46C9-82AA-A02ABBD41001}" dt="2026-08-03T03:49:06.196" v="2" actId="166"/>
          <ac:spMkLst>
            <pc:docMk/>
            <pc:sldMk cId="3924894244" sldId="2082"/>
            <ac:spMk id="36" creationId="{2A902E0C-9A5C-C39C-F302-F96FB16D2D9C}"/>
          </ac:spMkLst>
        </pc:spChg>
        <pc:graphicFrameChg chg="add">
          <ac:chgData name="한나 조" userId="65a288ce2c9026c1" providerId="LiveId" clId="{C15A6EEB-526C-46C9-82AA-A02ABBD41001}" dt="2026-08-03T03:49:01.456" v="1" actId="22"/>
          <ac:graphicFrameMkLst>
            <pc:docMk/>
            <pc:sldMk cId="3924894244" sldId="2082"/>
            <ac:graphicFrameMk id="13" creationId="{3BAD8E3E-C95A-84CC-57E8-4971567FCAE6}"/>
          </ac:graphicFrameMkLst>
        </pc:graphicFrameChg>
        <pc:graphicFrameChg chg="del">
          <ac:chgData name="한나 조" userId="65a288ce2c9026c1" providerId="LiveId" clId="{C15A6EEB-526C-46C9-82AA-A02ABBD41001}" dt="2026-08-03T03:49:01.030" v="0" actId="478"/>
          <ac:graphicFrameMkLst>
            <pc:docMk/>
            <pc:sldMk cId="3924894244" sldId="2082"/>
            <ac:graphicFrameMk id="38" creationId="{59842479-1554-2FB8-6186-ECCF8E67B51A}"/>
          </ac:graphicFrameMkLst>
        </pc:graphicFrameChg>
      </pc:sldChg>
      <pc:sldChg chg="addSp delSp modSp mod">
        <pc:chgData name="한나 조" userId="65a288ce2c9026c1" providerId="LiveId" clId="{C15A6EEB-526C-46C9-82AA-A02ABBD41001}" dt="2026-08-03T03:55:22.319" v="411" actId="20577"/>
        <pc:sldMkLst>
          <pc:docMk/>
          <pc:sldMk cId="2841576705" sldId="2086"/>
        </pc:sldMkLst>
        <pc:spChg chg="add mod">
          <ac:chgData name="한나 조" userId="65a288ce2c9026c1" providerId="LiveId" clId="{C15A6EEB-526C-46C9-82AA-A02ABBD41001}" dt="2026-08-03T03:51:34.495" v="4" actId="1076"/>
          <ac:spMkLst>
            <pc:docMk/>
            <pc:sldMk cId="2841576705" sldId="2086"/>
            <ac:spMk id="30" creationId="{338B6659-0701-6A41-E19B-303722D4030A}"/>
          </ac:spMkLst>
        </pc:spChg>
        <pc:grpChg chg="del">
          <ac:chgData name="한나 조" userId="65a288ce2c9026c1" providerId="LiveId" clId="{C15A6EEB-526C-46C9-82AA-A02ABBD41001}" dt="2026-08-03T03:51:38.747" v="5" actId="478"/>
          <ac:grpSpMkLst>
            <pc:docMk/>
            <pc:sldMk cId="2841576705" sldId="2086"/>
            <ac:grpSpMk id="9" creationId="{FFF380F0-3969-0593-FB07-EC170A0DCCC0}"/>
          </ac:grpSpMkLst>
        </pc:grpChg>
        <pc:graphicFrameChg chg="mod modGraphic">
          <ac:chgData name="한나 조" userId="65a288ce2c9026c1" providerId="LiveId" clId="{C15A6EEB-526C-46C9-82AA-A02ABBD41001}" dt="2026-08-03T03:55:22.319" v="411" actId="20577"/>
          <ac:graphicFrameMkLst>
            <pc:docMk/>
            <pc:sldMk cId="2841576705" sldId="2086"/>
            <ac:graphicFrameMk id="8" creationId="{5E40884E-5C25-200A-83F6-9507524FED09}"/>
          </ac:graphicFrameMkLst>
        </pc:graphicFrameChg>
      </pc:sldChg>
      <pc:sldChg chg="delSp mod">
        <pc:chgData name="한나 조" userId="65a288ce2c9026c1" providerId="LiveId" clId="{C15A6EEB-526C-46C9-82AA-A02ABBD41001}" dt="2026-08-03T03:52:35.964" v="71" actId="478"/>
        <pc:sldMkLst>
          <pc:docMk/>
          <pc:sldMk cId="1235810139" sldId="2087"/>
        </pc:sldMkLst>
        <pc:graphicFrameChg chg="del">
          <ac:chgData name="한나 조" userId="65a288ce2c9026c1" providerId="LiveId" clId="{C15A6EEB-526C-46C9-82AA-A02ABBD41001}" dt="2026-08-03T03:52:35.964" v="71" actId="478"/>
          <ac:graphicFrameMkLst>
            <pc:docMk/>
            <pc:sldMk cId="1235810139" sldId="2087"/>
            <ac:graphicFrameMk id="8" creationId="{6D058971-88E2-B0F2-9079-8724E8D38ED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이벤트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관리자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3070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028039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6p -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 추가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안내형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10p~ 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상세페이지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785913" y="2645346"/>
            <a:ext cx="13901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회원관리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833677"/>
              </p:ext>
            </p:extLst>
          </p:nvPr>
        </p:nvGraphicFramePr>
        <p:xfrm>
          <a:off x="720329" y="3348261"/>
          <a:ext cx="11521280" cy="5143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이벤트 목록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이벤트 등록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layer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popup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복사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513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850E56-B5C9-EA7E-F53A-660F18E7E1C9}"/>
              </a:ext>
            </a:extLst>
          </p:cNvPr>
          <p:cNvSpPr txBox="1"/>
          <p:nvPr/>
        </p:nvSpPr>
        <p:spPr>
          <a:xfrm>
            <a:off x="6336953" y="3924325"/>
            <a:ext cx="36856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기존에 운영되던 이벤트관리</a:t>
            </a:r>
            <a:r>
              <a:rPr lang="en-US" altLang="ko-KR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등록은 </a:t>
            </a:r>
            <a:r>
              <a:rPr lang="ko-KR" altLang="en-US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배너관리</a:t>
            </a:r>
            <a:r>
              <a:rPr lang="en-US" altLang="ko-KR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배너등록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명칭 변경 필요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97302"/>
              </p:ext>
            </p:extLst>
          </p:nvPr>
        </p:nvGraphicFramePr>
        <p:xfrm>
          <a:off x="432297" y="611957"/>
          <a:ext cx="12241358" cy="4780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용량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사이즈 초과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규격을 초과하여 등록이 불가합니다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후 재등록해주세요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필수입력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미작성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있을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입력되지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않은 항목이 존재합니다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이벤트가 등록되었습니다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 체크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개까지 등록 가능합니다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10001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8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0B750C-D7D1-4F30-B92A-E2F7BAF6D56F}"/>
              </a:ext>
            </a:extLst>
          </p:cNvPr>
          <p:cNvSpPr/>
          <p:nvPr/>
        </p:nvSpPr>
        <p:spPr>
          <a:xfrm>
            <a:off x="391103" y="1389650"/>
            <a:ext cx="9330226" cy="915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13EB9-2015-A313-B523-0AD2B12B155E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F3D4A-77FF-B9C5-5739-1690018264E8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C4A1BE-5372-9D5E-B941-FD395A2947F3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DBDDA-CF12-1531-6001-37F792B5817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7E8DC-8EB2-3CE9-7579-31053863D93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2F8605-1E43-C746-EEF8-7D19397A2E68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6B6C8D-9292-3767-BDAA-D977DE3EDCCC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C89042A-F5F0-DBCB-F485-4B4A920D02C8}"/>
              </a:ext>
            </a:extLst>
          </p:cNvPr>
          <p:cNvSpPr/>
          <p:nvPr/>
        </p:nvSpPr>
        <p:spPr>
          <a:xfrm>
            <a:off x="8772725" y="2502928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9EE0E-6620-2204-A9F6-699F30442622}"/>
              </a:ext>
            </a:extLst>
          </p:cNvPr>
          <p:cNvSpPr txBox="1"/>
          <p:nvPr/>
        </p:nvSpPr>
        <p:spPr>
          <a:xfrm>
            <a:off x="391103" y="2506940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목록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CDDDDA7-F4C3-DBDE-A745-CDBB3BFB1623}"/>
              </a:ext>
            </a:extLst>
          </p:cNvPr>
          <p:cNvCxnSpPr/>
          <p:nvPr/>
        </p:nvCxnSpPr>
        <p:spPr>
          <a:xfrm>
            <a:off x="274872" y="2818662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BEC26D-60B5-FEA5-2298-6328E62B69C9}"/>
              </a:ext>
            </a:extLst>
          </p:cNvPr>
          <p:cNvSpPr txBox="1"/>
          <p:nvPr/>
        </p:nvSpPr>
        <p:spPr>
          <a:xfrm>
            <a:off x="391103" y="1517527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게시기간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3A2D0FB-EADA-85E4-3A54-10A2CAEC6BE6}"/>
              </a:ext>
            </a:extLst>
          </p:cNvPr>
          <p:cNvGrpSpPr/>
          <p:nvPr/>
        </p:nvGrpSpPr>
        <p:grpSpPr>
          <a:xfrm>
            <a:off x="1407950" y="1492838"/>
            <a:ext cx="3281568" cy="252209"/>
            <a:chOff x="2628785" y="3011572"/>
            <a:chExt cx="3281568" cy="25220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5039A02-0EB5-B81D-493C-C573A3082BCE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1D580310-7DA9-7E7A-931E-97B2AAA27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>
              <a:xfrm>
                <a:off x="3204793" y="1124252"/>
                <a:ext cx="253915" cy="230831"/>
              </a:xfrm>
              <a:prstGeom prst="rect">
                <a:avLst/>
              </a:prstGeom>
            </p:spPr>
          </p:pic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B827ACE6-C831-FAC3-C4D6-D0ABF3C0DB02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96046-7556-ADC8-5EFD-E95124C4CC73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1C9696-9D47-8F7A-EF0E-E42E4D2CB320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2F6727-12AA-780E-1D47-E6A6FFC474A1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41D4FFBF-A418-7319-5013-0130BA312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>
              <a:xfrm>
                <a:off x="2089916" y="1124252"/>
                <a:ext cx="253915" cy="230831"/>
              </a:xfrm>
              <a:prstGeom prst="rect">
                <a:avLst/>
              </a:prstGeom>
            </p:spPr>
          </p:pic>
        </p:grpSp>
        <p:sp>
          <p:nvSpPr>
            <p:cNvPr id="22" name="Rounded Rectangle 35">
              <a:extLst>
                <a:ext uri="{FF2B5EF4-FFF2-40B4-BE49-F238E27FC236}">
                  <a16:creationId xmlns:a16="http://schemas.microsoft.com/office/drawing/2014/main" id="{FFD7D9C3-39B6-C53D-690F-CD10EB61258F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13CC0C17-5EDC-843C-DE43-2F7E37248864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3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393ED63-A101-E4E6-BB80-AE93FCCAD43C}"/>
              </a:ext>
            </a:extLst>
          </p:cNvPr>
          <p:cNvGrpSpPr/>
          <p:nvPr/>
        </p:nvGrpSpPr>
        <p:grpSpPr>
          <a:xfrm>
            <a:off x="405044" y="1885420"/>
            <a:ext cx="3806554" cy="289883"/>
            <a:chOff x="468356" y="1592998"/>
            <a:chExt cx="3806554" cy="28988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56FDD3C-8FA2-4A27-D904-3E8BCB60CAAE}"/>
                </a:ext>
              </a:extLst>
            </p:cNvPr>
            <p:cNvSpPr/>
            <p:nvPr/>
          </p:nvSpPr>
          <p:spPr>
            <a:xfrm>
              <a:off x="1211057" y="1592998"/>
              <a:ext cx="306385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0D8132-7B10-4131-9038-E6B638DCF6B7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이벤트제목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35" name="Rounded Rectangle 35">
            <a:extLst>
              <a:ext uri="{FF2B5EF4-FFF2-40B4-BE49-F238E27FC236}">
                <a16:creationId xmlns:a16="http://schemas.microsoft.com/office/drawing/2014/main" id="{CDC29107-A623-5575-2A41-1C8B208428D0}"/>
              </a:ext>
            </a:extLst>
          </p:cNvPr>
          <p:cNvSpPr/>
          <p:nvPr/>
        </p:nvSpPr>
        <p:spPr>
          <a:xfrm>
            <a:off x="8966734" y="1923111"/>
            <a:ext cx="51008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검색</a:t>
            </a:r>
          </a:p>
        </p:txBody>
      </p:sp>
      <p:graphicFrame>
        <p:nvGraphicFramePr>
          <p:cNvPr id="40" name="Group 59">
            <a:extLst>
              <a:ext uri="{FF2B5EF4-FFF2-40B4-BE49-F238E27FC236}">
                <a16:creationId xmlns:a16="http://schemas.microsoft.com/office/drawing/2014/main" id="{3048AE71-0241-7163-C6CC-4C0C5CBF7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131356"/>
              </p:ext>
            </p:extLst>
          </p:nvPr>
        </p:nvGraphicFramePr>
        <p:xfrm>
          <a:off x="10128399" y="623854"/>
          <a:ext cx="2850436" cy="31442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검색기능과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게시기간 상시로 등록한 이벤트도 검색기간에 포함되면 결과에 함께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등록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 등록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목록 테이블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상세 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출력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상단고정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개까지 지정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순서대로 정렬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노출상태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[Y]: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[N]: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참여자 데이터 다운로드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관련 아이콘요소 활용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 참여자 데이터 취합된 엑셀 파일 다운로드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97776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49943B9E-6006-3A95-B3C7-4ACE83FCC413}"/>
              </a:ext>
            </a:extLst>
          </p:cNvPr>
          <p:cNvSpPr/>
          <p:nvPr/>
        </p:nvSpPr>
        <p:spPr>
          <a:xfrm>
            <a:off x="9159119" y="3301738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4F6E83DC-DCBE-864D-2986-8A4F727BB47B}"/>
              </a:ext>
            </a:extLst>
          </p:cNvPr>
          <p:cNvSpPr/>
          <p:nvPr/>
        </p:nvSpPr>
        <p:spPr>
          <a:xfrm>
            <a:off x="9159119" y="3624054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5BCE6980-E9FD-3BDC-F530-3D9ECF53D322}"/>
              </a:ext>
            </a:extLst>
          </p:cNvPr>
          <p:cNvSpPr/>
          <p:nvPr/>
        </p:nvSpPr>
        <p:spPr>
          <a:xfrm>
            <a:off x="9159119" y="3946444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7FA1B1ED-2210-0E42-E43A-07B03E824552}"/>
              </a:ext>
            </a:extLst>
          </p:cNvPr>
          <p:cNvSpPr/>
          <p:nvPr/>
        </p:nvSpPr>
        <p:spPr>
          <a:xfrm>
            <a:off x="226163" y="13614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AF66EC1D-1F5D-251B-06F9-0538DF996049}"/>
              </a:ext>
            </a:extLst>
          </p:cNvPr>
          <p:cNvSpPr/>
          <p:nvPr/>
        </p:nvSpPr>
        <p:spPr>
          <a:xfrm>
            <a:off x="8593844" y="24072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6F7DD978-1564-6717-CD3D-790242F70CCD}"/>
              </a:ext>
            </a:extLst>
          </p:cNvPr>
          <p:cNvSpPr/>
          <p:nvPr/>
        </p:nvSpPr>
        <p:spPr>
          <a:xfrm>
            <a:off x="226163" y="29000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EF8CE739-E827-6268-9209-4CCB2ECEB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6" y="4248161"/>
            <a:ext cx="9349882" cy="32423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30CB24C-9D51-5528-9992-6D650367C1BA}"/>
              </a:ext>
            </a:extLst>
          </p:cNvPr>
          <p:cNvGrpSpPr/>
          <p:nvPr/>
        </p:nvGrpSpPr>
        <p:grpSpPr>
          <a:xfrm>
            <a:off x="4456732" y="1888381"/>
            <a:ext cx="1978242" cy="289883"/>
            <a:chOff x="468356" y="1592998"/>
            <a:chExt cx="1978242" cy="289883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D4CCD0D-1604-034F-771D-2F5507B9C4A3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3E7CFC-0DE5-60EB-93FF-59B717F58FBF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CDAFC83-CD21-DAAD-E87D-74A390CE2514}"/>
              </a:ext>
            </a:extLst>
          </p:cNvPr>
          <p:cNvGrpSpPr/>
          <p:nvPr/>
        </p:nvGrpSpPr>
        <p:grpSpPr>
          <a:xfrm>
            <a:off x="6741135" y="1912889"/>
            <a:ext cx="1841905" cy="230832"/>
            <a:chOff x="534479" y="3039878"/>
            <a:chExt cx="1841905" cy="2308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A6E7F8-AF6F-FD91-DC44-46A5FDEC18A9}"/>
                </a:ext>
              </a:extLst>
            </p:cNvPr>
            <p:cNvSpPr txBox="1"/>
            <p:nvPr/>
          </p:nvSpPr>
          <p:spPr>
            <a:xfrm>
              <a:off x="534479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7203BB0-2167-A89A-E5B0-1CA606DA916E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48" name="Picture 4" descr="off, radio icon">
                <a:extLst>
                  <a:ext uri="{FF2B5EF4-FFF2-40B4-BE49-F238E27FC236}">
                    <a16:creationId xmlns:a16="http://schemas.microsoft.com/office/drawing/2014/main" id="{8DFCDED7-75D1-B5EA-FACF-313F89F070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84FCAB-B45C-F901-2D77-AE56DE64EB7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50" name="Picture 4" descr="off, radio icon">
                <a:extLst>
                  <a:ext uri="{FF2B5EF4-FFF2-40B4-BE49-F238E27FC236}">
                    <a16:creationId xmlns:a16="http://schemas.microsoft.com/office/drawing/2014/main" id="{F680695F-9024-3F1D-2ED1-0902053397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CFF14DE-47D7-49A8-913A-952EF019F6E9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BAD8E3E-C95A-84CC-57E8-4971567FC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703430"/>
              </p:ext>
            </p:extLst>
          </p:nvPr>
        </p:nvGraphicFramePr>
        <p:xfrm>
          <a:off x="391103" y="3016571"/>
          <a:ext cx="9232735" cy="119403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7258">
                  <a:extLst>
                    <a:ext uri="{9D8B030D-6E8A-4147-A177-3AD203B41FA5}">
                      <a16:colId xmlns:a16="http://schemas.microsoft.com/office/drawing/2014/main" val="291893071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8217548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95818761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403802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2143003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045080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67275997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11308948"/>
                    </a:ext>
                  </a:extLst>
                </a:gridCol>
                <a:gridCol w="694597">
                  <a:extLst>
                    <a:ext uri="{9D8B030D-6E8A-4147-A177-3AD203B41FA5}">
                      <a16:colId xmlns:a16="http://schemas.microsoft.com/office/drawing/2014/main" val="4234574843"/>
                    </a:ext>
                  </a:extLst>
                </a:gridCol>
              </a:tblGrid>
              <a:tr h="222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상단고정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노출상태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참여데이터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21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기저귀부터 생리대까지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본인부담금 낮춰주는 </a:t>
                      </a:r>
                      <a:r>
                        <a:rPr lang="ko-KR" altLang="en-US" sz="700" dirty="0" err="1"/>
                        <a:t>든든</a:t>
                      </a:r>
                      <a:r>
                        <a:rPr lang="ko-KR" altLang="en-US" sz="700" dirty="0"/>
                        <a:t> </a:t>
                      </a:r>
                      <a:r>
                        <a:rPr lang="ko-KR" altLang="en-US" sz="700" dirty="0" err="1"/>
                        <a:t>쿠폰팩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쿠폰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2026.08.01~2026.12.31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2026.07.10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912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/>
                        <a:t>국민행볼몰에서</a:t>
                      </a:r>
                      <a:r>
                        <a:rPr lang="ko-KR" altLang="en-US" sz="700" dirty="0"/>
                        <a:t> 바우처 처음 이용하고 물티슈 </a:t>
                      </a:r>
                      <a:r>
                        <a:rPr lang="en-US" altLang="ko-KR" sz="700" dirty="0"/>
                        <a:t>1</a:t>
                      </a:r>
                      <a:r>
                        <a:rPr lang="ko-KR" altLang="en-US" sz="700" dirty="0"/>
                        <a:t>박스 받아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사은품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2026.07.01~2026.07.31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9222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매일매일 도장 꾹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출석체크하고 마일리지 받아가세요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출석체크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상시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97677"/>
                  </a:ext>
                </a:extLst>
              </a:tr>
            </a:tbl>
          </a:graphicData>
        </a:graphic>
      </p:graphicFrame>
      <p:sp>
        <p:nvSpPr>
          <p:cNvPr id="36" name="모서리가 둥근 직사각형 114">
            <a:extLst>
              <a:ext uri="{FF2B5EF4-FFF2-40B4-BE49-F238E27FC236}">
                <a16:creationId xmlns:a16="http://schemas.microsoft.com/office/drawing/2014/main" id="{2A902E0C-9A5C-C39C-F302-F96FB16D2D9C}"/>
              </a:ext>
            </a:extLst>
          </p:cNvPr>
          <p:cNvSpPr/>
          <p:nvPr/>
        </p:nvSpPr>
        <p:spPr>
          <a:xfrm>
            <a:off x="9415649" y="29245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89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이벤트등록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94856"/>
              </p:ext>
            </p:extLst>
          </p:nvPr>
        </p:nvGraphicFramePr>
        <p:xfrm>
          <a:off x="10128399" y="623854"/>
          <a:ext cx="2850436" cy="442582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복사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이벤트복사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이벤트유형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쿠폰발급형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출석체크형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가지 중 선택 가능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(*</a:t>
                      </a: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안내형 </a:t>
                      </a:r>
                      <a:r>
                        <a:rPr kumimoji="0" lang="ko-KR" altLang="en-US" sz="800" b="1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이벤트 유형설정 </a:t>
                      </a:r>
                      <a:r>
                        <a:rPr kumimoji="0" lang="ko-KR" altLang="en-US" sz="800" b="1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선택한 유형에 맞는 설정 인풋박스 하단에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이벤트명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운영기간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선택란은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기간운영 선택시에만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시작 날짜는 당일 날짜 디폴트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/12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클릭 시 시작날짜 기준으로 날짜 계산해서 반영됨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노출상태 라디오버튼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]FO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게시글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]FO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게시글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썸네일 이미지 등록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용량 초과 시 업로드 차단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대체텍스트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웹접근성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요약설명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FO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카드 설명 영역 출력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미작성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상세콘텐츠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텍스트 앞부분을 대체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8D467D5-041C-0882-5464-8CE5FDF44922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이벤트등록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5114D90-6496-8011-345A-5B1728C71045}"/>
              </a:ext>
            </a:extLst>
          </p:cNvPr>
          <p:cNvGrpSpPr/>
          <p:nvPr/>
        </p:nvGrpSpPr>
        <p:grpSpPr>
          <a:xfrm>
            <a:off x="468356" y="2528700"/>
            <a:ext cx="9252973" cy="289883"/>
            <a:chOff x="468356" y="1592998"/>
            <a:chExt cx="9252973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963BE9E-541A-D5A4-68B6-67852E050825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655C9E-8BF8-F9F4-9ABB-11E8988A684E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8B8BB24-5FBC-4560-32DE-27D21622285C}"/>
              </a:ext>
            </a:extLst>
          </p:cNvPr>
          <p:cNvGrpSpPr/>
          <p:nvPr/>
        </p:nvGrpSpPr>
        <p:grpSpPr>
          <a:xfrm>
            <a:off x="468356" y="2052117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71AFF07-9F80-F482-36F6-ACD9D8E18A68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5B55AA-215A-E60A-5675-2E5760A32C31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A2F68630-A7C2-A7AE-A39B-6317B3E5FBDA}"/>
              </a:ext>
            </a:extLst>
          </p:cNvPr>
          <p:cNvSpPr/>
          <p:nvPr/>
        </p:nvSpPr>
        <p:spPr>
          <a:xfrm>
            <a:off x="8772725" y="152035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이벤트복사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720C7E-909E-6D4C-1C8E-1864DF4C3319}"/>
              </a:ext>
            </a:extLst>
          </p:cNvPr>
          <p:cNvSpPr txBox="1"/>
          <p:nvPr/>
        </p:nvSpPr>
        <p:spPr>
          <a:xfrm>
            <a:off x="391103" y="152437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기본정보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1B2B3A2-598C-8644-AFFF-12CBA85F37E1}"/>
              </a:ext>
            </a:extLst>
          </p:cNvPr>
          <p:cNvCxnSpPr/>
          <p:nvPr/>
        </p:nvCxnSpPr>
        <p:spPr>
          <a:xfrm>
            <a:off x="274872" y="1836093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2C3518AE-EE71-3F94-9E11-B5848021F315}"/>
              </a:ext>
            </a:extLst>
          </p:cNvPr>
          <p:cNvGrpSpPr/>
          <p:nvPr/>
        </p:nvGrpSpPr>
        <p:grpSpPr>
          <a:xfrm>
            <a:off x="468356" y="3016527"/>
            <a:ext cx="2125006" cy="230832"/>
            <a:chOff x="468356" y="3039878"/>
            <a:chExt cx="2125006" cy="230832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E6735D5-8519-674F-4D7B-6F6DAAE05109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운영기간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71B82A04-F7DA-E3AB-586C-7D9E39B2E61D}"/>
                </a:ext>
              </a:extLst>
            </p:cNvPr>
            <p:cNvGrpSpPr/>
            <p:nvPr/>
          </p:nvGrpSpPr>
          <p:grpSpPr>
            <a:xfrm>
              <a:off x="1973474" y="3039878"/>
              <a:ext cx="619888" cy="230832"/>
              <a:chOff x="1152377" y="4703843"/>
              <a:chExt cx="619888" cy="230832"/>
            </a:xfrm>
          </p:grpSpPr>
          <p:pic>
            <p:nvPicPr>
              <p:cNvPr id="193" name="Picture 2" descr="on, radio icon">
                <a:extLst>
                  <a:ext uri="{FF2B5EF4-FFF2-40B4-BE49-F238E27FC236}">
                    <a16:creationId xmlns:a16="http://schemas.microsoft.com/office/drawing/2014/main" id="{FDA8E022-BCA9-4DF2-8E2B-8A767D54A3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377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C660CEF-A5FD-FA09-2179-A524ED45A8D0}"/>
                  </a:ext>
                </a:extLst>
              </p:cNvPr>
              <p:cNvSpPr txBox="1"/>
              <p:nvPr/>
            </p:nvSpPr>
            <p:spPr>
              <a:xfrm>
                <a:off x="120287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기간운영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0E202244-EC79-381C-036A-9A76A88D4097}"/>
                </a:ext>
              </a:extLst>
            </p:cNvPr>
            <p:cNvGrpSpPr/>
            <p:nvPr/>
          </p:nvGrpSpPr>
          <p:grpSpPr>
            <a:xfrm>
              <a:off x="1204158" y="3039878"/>
              <a:ext cx="622662" cy="230832"/>
              <a:chOff x="1664933" y="4703843"/>
              <a:chExt cx="622662" cy="230832"/>
            </a:xfrm>
          </p:grpSpPr>
          <p:pic>
            <p:nvPicPr>
              <p:cNvPr id="189" name="Picture 4" descr="off, radio icon">
                <a:extLst>
                  <a:ext uri="{FF2B5EF4-FFF2-40B4-BE49-F238E27FC236}">
                    <a16:creationId xmlns:a16="http://schemas.microsoft.com/office/drawing/2014/main" id="{9CE10057-296E-9DD1-A8EB-B8C81E18F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9DC4AA0-C78A-7538-D62E-FB4307771925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상시운영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A5FBE399-A7BA-1162-F8DE-5B1289133B1A}"/>
              </a:ext>
            </a:extLst>
          </p:cNvPr>
          <p:cNvGrpSpPr/>
          <p:nvPr/>
        </p:nvGrpSpPr>
        <p:grpSpPr>
          <a:xfrm>
            <a:off x="2628785" y="2988221"/>
            <a:ext cx="3852184" cy="252209"/>
            <a:chOff x="2628785" y="3011572"/>
            <a:chExt cx="3852184" cy="252209"/>
          </a:xfrm>
        </p:grpSpPr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F264DE61-6334-BAF5-A646-E63BB4B76581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198" name="그림 197">
                <a:extLst>
                  <a:ext uri="{FF2B5EF4-FFF2-40B4-BE49-F238E27FC236}">
                    <a16:creationId xmlns:a16="http://schemas.microsoft.com/office/drawing/2014/main" id="{AA685C38-0DBF-59FB-2536-22FD337CC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7F53301C-025F-8F81-9E60-9AFF0E5E3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7F97CCD7-EB58-1E8D-AF54-9118C157C697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8BC4C28A-F22D-D164-074A-BB23F81BDE43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0BCE787C-6959-D1E8-9B1C-4F9587E089D4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AC262FD-FB79-C064-4A21-7BD6384F4E72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4" name="그림 203">
                <a:extLst>
                  <a:ext uri="{FF2B5EF4-FFF2-40B4-BE49-F238E27FC236}">
                    <a16:creationId xmlns:a16="http://schemas.microsoft.com/office/drawing/2014/main" id="{C8401181-F487-529F-3302-7CBD5C558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9916" y="1124252"/>
                <a:ext cx="253915" cy="230832"/>
              </a:xfrm>
              <a:prstGeom prst="rect">
                <a:avLst/>
              </a:prstGeom>
            </p:spPr>
          </p:pic>
        </p:grpSp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AA83981F-7EE8-DA30-FD58-3D82702EA80B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1114A0C6-B9AD-62B5-2328-BE40D6E02E6B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6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1" name="Rounded Rectangle 35">
              <a:extLst>
                <a:ext uri="{FF2B5EF4-FFF2-40B4-BE49-F238E27FC236}">
                  <a16:creationId xmlns:a16="http://schemas.microsoft.com/office/drawing/2014/main" id="{69483BE3-7F29-9064-60EF-AE1220530307}"/>
                </a:ext>
              </a:extLst>
            </p:cNvPr>
            <p:cNvSpPr/>
            <p:nvPr/>
          </p:nvSpPr>
          <p:spPr>
            <a:xfrm>
              <a:off x="5934880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D1D0E3D8-038F-9730-0E30-E25915903337}"/>
              </a:ext>
            </a:extLst>
          </p:cNvPr>
          <p:cNvGrpSpPr/>
          <p:nvPr/>
        </p:nvGrpSpPr>
        <p:grpSpPr>
          <a:xfrm>
            <a:off x="468356" y="3420269"/>
            <a:ext cx="1908028" cy="230832"/>
            <a:chOff x="468356" y="3039878"/>
            <a:chExt cx="1908028" cy="230832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A04ED29-817B-D18B-1C5B-144E008C498F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DC0317F4-C1FA-C469-4CA9-664B09B62A0F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221" name="Picture 4" descr="off, radio icon">
                <a:extLst>
                  <a:ext uri="{FF2B5EF4-FFF2-40B4-BE49-F238E27FC236}">
                    <a16:creationId xmlns:a16="http://schemas.microsoft.com/office/drawing/2014/main" id="{957FE240-986C-E8DE-3EB0-33081FC12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56F47AAF-13D1-8EC2-3EC9-53871EEEEBE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225" name="Picture 4" descr="off, radio icon">
                <a:extLst>
                  <a:ext uri="{FF2B5EF4-FFF2-40B4-BE49-F238E27FC236}">
                    <a16:creationId xmlns:a16="http://schemas.microsoft.com/office/drawing/2014/main" id="{F8077FB3-FEC3-9EE1-0B7E-AE7F56E380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E3CCEF3-E49C-3255-7A47-FFFDB8D5EBCF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765445A1-2615-C9CD-0A20-D6DAC90A01CA}"/>
              </a:ext>
            </a:extLst>
          </p:cNvPr>
          <p:cNvSpPr txBox="1"/>
          <p:nvPr/>
        </p:nvSpPr>
        <p:spPr>
          <a:xfrm>
            <a:off x="468355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목록 썸네일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252" name="Rounded Rectangle 35">
            <a:extLst>
              <a:ext uri="{FF2B5EF4-FFF2-40B4-BE49-F238E27FC236}">
                <a16:creationId xmlns:a16="http://schemas.microsoft.com/office/drawing/2014/main" id="{93FCAF8E-2FFC-6FAB-9411-44169BBAE0A0}"/>
              </a:ext>
            </a:extLst>
          </p:cNvPr>
          <p:cNvSpPr/>
          <p:nvPr/>
        </p:nvSpPr>
        <p:spPr>
          <a:xfrm>
            <a:off x="1508014" y="4058500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4F040958-D93C-7EEC-6BFA-98B4EFE46D3B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3F3869F-1765-4933-F8D3-0DB3E7631A93}"/>
              </a:ext>
            </a:extLst>
          </p:cNvPr>
          <p:cNvSpPr txBox="1"/>
          <p:nvPr/>
        </p:nvSpPr>
        <p:spPr>
          <a:xfrm>
            <a:off x="2308667" y="40647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이벤트 목록에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55036FBF-030C-6FE0-0FD3-BCBD1CF1286A}"/>
              </a:ext>
            </a:extLst>
          </p:cNvPr>
          <p:cNvSpPr/>
          <p:nvPr/>
        </p:nvSpPr>
        <p:spPr>
          <a:xfrm>
            <a:off x="2609809" y="4681096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E9A57EB-123B-E23B-D715-8798A2913AE3}"/>
              </a:ext>
            </a:extLst>
          </p:cNvPr>
          <p:cNvSpPr/>
          <p:nvPr/>
        </p:nvSpPr>
        <p:spPr>
          <a:xfrm>
            <a:off x="1513797" y="4383148"/>
            <a:ext cx="975258" cy="6182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A1977A84-72CD-296B-BFC8-CE074CA1A640}"/>
              </a:ext>
            </a:extLst>
          </p:cNvPr>
          <p:cNvCxnSpPr/>
          <p:nvPr/>
        </p:nvCxnSpPr>
        <p:spPr>
          <a:xfrm>
            <a:off x="274872" y="386433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D505CC47-072B-4DCE-204E-73CAA5EC8483}"/>
              </a:ext>
            </a:extLst>
          </p:cNvPr>
          <p:cNvCxnSpPr>
            <a:cxnSpLocks/>
          </p:cNvCxnSpPr>
          <p:nvPr/>
        </p:nvCxnSpPr>
        <p:spPr>
          <a:xfrm>
            <a:off x="1415841" y="5123751"/>
            <a:ext cx="836818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AE678813-B635-1656-031D-84348D01FADB}"/>
              </a:ext>
            </a:extLst>
          </p:cNvPr>
          <p:cNvSpPr txBox="1"/>
          <p:nvPr/>
        </p:nvSpPr>
        <p:spPr>
          <a:xfrm>
            <a:off x="2609810" y="4407743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00x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E0A157D-F912-9AF5-FABE-30F93A4A4CFD}"/>
              </a:ext>
            </a:extLst>
          </p:cNvPr>
          <p:cNvGrpSpPr/>
          <p:nvPr/>
        </p:nvGrpSpPr>
        <p:grpSpPr>
          <a:xfrm>
            <a:off x="10368816" y="5172276"/>
            <a:ext cx="1178355" cy="1561247"/>
            <a:chOff x="10034187" y="2999258"/>
            <a:chExt cx="1178355" cy="1561247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516178B-6585-240C-CD54-38DA4DF2292F}"/>
                </a:ext>
              </a:extLst>
            </p:cNvPr>
            <p:cNvGrpSpPr/>
            <p:nvPr/>
          </p:nvGrpSpPr>
          <p:grpSpPr>
            <a:xfrm>
              <a:off x="10034188" y="3937473"/>
              <a:ext cx="1178354" cy="623032"/>
              <a:chOff x="7502643" y="5722939"/>
              <a:chExt cx="2447801" cy="623032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D0BF6ADC-2BF8-5CB0-6FF9-541261CAE00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Rounded Rectangle 27">
                <a:extLst>
                  <a:ext uri="{FF2B5EF4-FFF2-40B4-BE49-F238E27FC236}">
                    <a16:creationId xmlns:a16="http://schemas.microsoft.com/office/drawing/2014/main" id="{37991269-0FF2-4A76-24A2-E116ED59B5A4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쿠폰발급형</a:t>
                </a: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8F81D8C-22EE-F374-A9FB-E8FB8A814936}"/>
                  </a:ext>
                </a:extLst>
              </p:cNvPr>
              <p:cNvSpPr/>
              <p:nvPr/>
            </p:nvSpPr>
            <p:spPr>
              <a:xfrm>
                <a:off x="7502643" y="6027183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" name="Rounded Rectangle 27">
                <a:extLst>
                  <a:ext uri="{FF2B5EF4-FFF2-40B4-BE49-F238E27FC236}">
                    <a16:creationId xmlns:a16="http://schemas.microsoft.com/office/drawing/2014/main" id="{C5DFB9C1-F5EF-BCB2-95F7-1323A9D28989}"/>
                  </a:ext>
                </a:extLst>
              </p:cNvPr>
              <p:cNvSpPr/>
              <p:nvPr/>
            </p:nvSpPr>
            <p:spPr>
              <a:xfrm>
                <a:off x="7750235" y="6089443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출석체크형</a:t>
                </a: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84A95C7-CB6B-86AA-1918-2D1094FCADBF}"/>
                </a:ext>
              </a:extLst>
            </p:cNvPr>
            <p:cNvGrpSpPr/>
            <p:nvPr/>
          </p:nvGrpSpPr>
          <p:grpSpPr>
            <a:xfrm>
              <a:off x="10034187" y="2999258"/>
              <a:ext cx="1178354" cy="318788"/>
              <a:chOff x="577578" y="3686354"/>
              <a:chExt cx="1178354" cy="31878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B5481BA-3DFF-5365-EC55-9B39165E2BF8}"/>
                  </a:ext>
                </a:extLst>
              </p:cNvPr>
              <p:cNvSpPr/>
              <p:nvPr/>
            </p:nvSpPr>
            <p:spPr>
              <a:xfrm>
                <a:off x="577578" y="3686354"/>
                <a:ext cx="1178354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66FADBB7-A2CB-2587-54F7-678AB75E6964}"/>
                  </a:ext>
                </a:extLst>
              </p:cNvPr>
              <p:cNvSpPr/>
              <p:nvPr/>
            </p:nvSpPr>
            <p:spPr>
              <a:xfrm>
                <a:off x="657152" y="3748614"/>
                <a:ext cx="104772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유형선택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A2C9E9-979A-5DB1-D594-A92587C95DEE}"/>
                </a:ext>
              </a:extLst>
            </p:cNvPr>
            <p:cNvGrpSpPr/>
            <p:nvPr/>
          </p:nvGrpSpPr>
          <p:grpSpPr>
            <a:xfrm>
              <a:off x="10034188" y="3305382"/>
              <a:ext cx="1178354" cy="318788"/>
              <a:chOff x="7502643" y="5722939"/>
              <a:chExt cx="2447801" cy="31878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0636876-81FE-473F-0234-E4632345E0F4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AC55F86B-E044-7D5C-F4D9-5947F46039C1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안내형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680E58A-7799-BA3B-6C5E-542E6346AC76}"/>
                </a:ext>
              </a:extLst>
            </p:cNvPr>
            <p:cNvGrpSpPr/>
            <p:nvPr/>
          </p:nvGrpSpPr>
          <p:grpSpPr>
            <a:xfrm>
              <a:off x="10034188" y="3618803"/>
              <a:ext cx="1178354" cy="318788"/>
              <a:chOff x="7502643" y="5722939"/>
              <a:chExt cx="2447801" cy="31878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AD2A261-8521-C776-120D-B8C534A35DE9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1FBEDD54-BFD7-7B7B-6BE4-49D15236C0CA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사은품형</a:t>
                </a:r>
              </a:p>
            </p:txBody>
          </p:sp>
        </p:grpSp>
      </p:grp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F0EED6AA-5C40-E9E0-9D30-C1D04DBB578F}"/>
              </a:ext>
            </a:extLst>
          </p:cNvPr>
          <p:cNvSpPr/>
          <p:nvPr/>
        </p:nvSpPr>
        <p:spPr>
          <a:xfrm>
            <a:off x="982167" y="195321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0E03D164-D745-E049-7FEF-19557BC64F1E}"/>
              </a:ext>
            </a:extLst>
          </p:cNvPr>
          <p:cNvSpPr/>
          <p:nvPr/>
        </p:nvSpPr>
        <p:spPr>
          <a:xfrm>
            <a:off x="982167" y="29546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E66C3A9E-4147-93E4-D3D5-395931F95FA4}"/>
              </a:ext>
            </a:extLst>
          </p:cNvPr>
          <p:cNvSpPr/>
          <p:nvPr/>
        </p:nvSpPr>
        <p:spPr>
          <a:xfrm>
            <a:off x="982167" y="24591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12C204CA-E0B1-3361-BC35-176A4EE4CB77}"/>
              </a:ext>
            </a:extLst>
          </p:cNvPr>
          <p:cNvSpPr/>
          <p:nvPr/>
        </p:nvSpPr>
        <p:spPr>
          <a:xfrm>
            <a:off x="8494677" y="155525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2EC2F577-C9CC-4417-4526-57BCC8CD51CF}"/>
              </a:ext>
            </a:extLst>
          </p:cNvPr>
          <p:cNvSpPr/>
          <p:nvPr/>
        </p:nvSpPr>
        <p:spPr>
          <a:xfrm>
            <a:off x="982167" y="3375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3173EBF3-603E-D7BF-6E85-BA6938CDD89E}"/>
              </a:ext>
            </a:extLst>
          </p:cNvPr>
          <p:cNvSpPr/>
          <p:nvPr/>
        </p:nvSpPr>
        <p:spPr>
          <a:xfrm>
            <a:off x="1207707" y="40688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모서리가 둥근 직사각형 114">
            <a:extLst>
              <a:ext uri="{FF2B5EF4-FFF2-40B4-BE49-F238E27FC236}">
                <a16:creationId xmlns:a16="http://schemas.microsoft.com/office/drawing/2014/main" id="{7EFAB9B8-D760-2120-B3E6-E937518EE923}"/>
              </a:ext>
            </a:extLst>
          </p:cNvPr>
          <p:cNvSpPr/>
          <p:nvPr/>
        </p:nvSpPr>
        <p:spPr>
          <a:xfrm>
            <a:off x="2308667" y="4754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4A4C2B9-939C-5968-DAA3-E60E986CF0E0}"/>
              </a:ext>
            </a:extLst>
          </p:cNvPr>
          <p:cNvGrpSpPr/>
          <p:nvPr/>
        </p:nvGrpSpPr>
        <p:grpSpPr>
          <a:xfrm>
            <a:off x="468356" y="5262854"/>
            <a:ext cx="9252973" cy="289883"/>
            <a:chOff x="468356" y="1592998"/>
            <a:chExt cx="9252973" cy="28988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13A09E4-5591-89D6-73E5-500728E92853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목록 카드용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최대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603666-FA21-33A2-E3A3-B5A1F3FD49F6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요약설명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C0E9C9F5-0076-533F-72F6-68B31D0C7325}"/>
              </a:ext>
            </a:extLst>
          </p:cNvPr>
          <p:cNvSpPr/>
          <p:nvPr/>
        </p:nvSpPr>
        <p:spPr>
          <a:xfrm>
            <a:off x="930548" y="52679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DE7D329-C125-DEE3-40B9-F4180463E31D}"/>
              </a:ext>
            </a:extLst>
          </p:cNvPr>
          <p:cNvSpPr txBox="1"/>
          <p:nvPr/>
        </p:nvSpPr>
        <p:spPr>
          <a:xfrm>
            <a:off x="468356" y="574051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Rounded Rectangle 35">
            <a:extLst>
              <a:ext uri="{FF2B5EF4-FFF2-40B4-BE49-F238E27FC236}">
                <a16:creationId xmlns:a16="http://schemas.microsoft.com/office/drawing/2014/main" id="{36D242E4-FE76-A700-D6B6-1E84290920C4}"/>
              </a:ext>
            </a:extLst>
          </p:cNvPr>
          <p:cNvSpPr/>
          <p:nvPr/>
        </p:nvSpPr>
        <p:spPr>
          <a:xfrm>
            <a:off x="1539072" y="5751872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D0C052D-4F3A-3DE1-5FC7-C720949C413C}"/>
              </a:ext>
            </a:extLst>
          </p:cNvPr>
          <p:cNvSpPr/>
          <p:nvPr/>
        </p:nvSpPr>
        <p:spPr>
          <a:xfrm>
            <a:off x="1544855" y="6072503"/>
            <a:ext cx="975258" cy="40010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7F6FCD6-0EB3-CD94-3762-9556D9392737}"/>
              </a:ext>
            </a:extLst>
          </p:cNvPr>
          <p:cNvSpPr txBox="1"/>
          <p:nvPr/>
        </p:nvSpPr>
        <p:spPr>
          <a:xfrm>
            <a:off x="2640868" y="60211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F57DBFC-A35B-45EE-2AEC-F183C85FEE83}"/>
              </a:ext>
            </a:extLst>
          </p:cNvPr>
          <p:cNvSpPr txBox="1"/>
          <p:nvPr/>
        </p:nvSpPr>
        <p:spPr>
          <a:xfrm>
            <a:off x="2308667" y="5752845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4A85E7-599E-46F7-5DE4-7DF1D353CD6B}"/>
              </a:ext>
            </a:extLst>
          </p:cNvPr>
          <p:cNvSpPr/>
          <p:nvPr/>
        </p:nvSpPr>
        <p:spPr>
          <a:xfrm>
            <a:off x="2609809" y="6263645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C6232F-C181-0C97-3AE7-089DE75043AA}"/>
              </a:ext>
            </a:extLst>
          </p:cNvPr>
          <p:cNvSpPr/>
          <p:nvPr/>
        </p:nvSpPr>
        <p:spPr>
          <a:xfrm>
            <a:off x="1257433" y="6461863"/>
            <a:ext cx="8526594" cy="119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59">
            <a:extLst>
              <a:ext uri="{FF2B5EF4-FFF2-40B4-BE49-F238E27FC236}">
                <a16:creationId xmlns:a16="http://schemas.microsoft.com/office/drawing/2014/main" id="{703079E7-9D5D-5A3A-D60F-085C267C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3896"/>
              </p:ext>
            </p:extLst>
          </p:nvPr>
        </p:nvGraphicFramePr>
        <p:xfrm>
          <a:off x="10128399" y="92150"/>
          <a:ext cx="2850436" cy="31428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 콘텐츠 이미지 등록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용량 초과 시 업로드 차단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대체텍스트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웹접근성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 템플릿 문안 자동 삽입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성격에 맞게 자유 수정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사은품형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설정 항목은 추후 이벤트 운영 관련 논의 후 수정가능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6EBDC5-3B8F-E7D3-92A3-57D7850753E1}"/>
              </a:ext>
            </a:extLst>
          </p:cNvPr>
          <p:cNvSpPr txBox="1"/>
          <p:nvPr/>
        </p:nvSpPr>
        <p:spPr>
          <a:xfrm>
            <a:off x="468356" y="462637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A0E039FA-4039-2321-A363-F37B8195249D}"/>
              </a:ext>
            </a:extLst>
          </p:cNvPr>
          <p:cNvSpPr/>
          <p:nvPr/>
        </p:nvSpPr>
        <p:spPr>
          <a:xfrm>
            <a:off x="1539072" y="473998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C0ACB44-7011-76E9-CC8F-5C3A2A1B4080}"/>
              </a:ext>
            </a:extLst>
          </p:cNvPr>
          <p:cNvSpPr/>
          <p:nvPr/>
        </p:nvSpPr>
        <p:spPr>
          <a:xfrm>
            <a:off x="2640867" y="1025788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465691B-09CE-A74D-3B80-E2F3E84D9D1D}"/>
              </a:ext>
            </a:extLst>
          </p:cNvPr>
          <p:cNvSpPr/>
          <p:nvPr/>
        </p:nvSpPr>
        <p:spPr>
          <a:xfrm>
            <a:off x="1544855" y="780775"/>
            <a:ext cx="975258" cy="9088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3E377F-EA3A-F0AD-3E63-9620F2AEB544}"/>
              </a:ext>
            </a:extLst>
          </p:cNvPr>
          <p:cNvSpPr txBox="1"/>
          <p:nvPr/>
        </p:nvSpPr>
        <p:spPr>
          <a:xfrm>
            <a:off x="2640868" y="743272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모서리가 둥근 직사각형 114">
            <a:extLst>
              <a:ext uri="{FF2B5EF4-FFF2-40B4-BE49-F238E27FC236}">
                <a16:creationId xmlns:a16="http://schemas.microsoft.com/office/drawing/2014/main" id="{F8865101-41F2-488E-A13A-8E3D339C7B7F}"/>
              </a:ext>
            </a:extLst>
          </p:cNvPr>
          <p:cNvSpPr/>
          <p:nvPr/>
        </p:nvSpPr>
        <p:spPr>
          <a:xfrm>
            <a:off x="1260662" y="499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22D19C6F-B88B-2000-09CF-D359A61F46A0}"/>
              </a:ext>
            </a:extLst>
          </p:cNvPr>
          <p:cNvSpPr/>
          <p:nvPr/>
        </p:nvSpPr>
        <p:spPr>
          <a:xfrm>
            <a:off x="2341232" y="11146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B1AFB1-0215-2483-A84C-BD51A2AE7B8B}"/>
              </a:ext>
            </a:extLst>
          </p:cNvPr>
          <p:cNvSpPr txBox="1"/>
          <p:nvPr/>
        </p:nvSpPr>
        <p:spPr>
          <a:xfrm>
            <a:off x="2308667" y="474971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5F1AC1F-781D-FED2-8FF5-4806E4AB1BB5}"/>
              </a:ext>
            </a:extLst>
          </p:cNvPr>
          <p:cNvCxnSpPr/>
          <p:nvPr/>
        </p:nvCxnSpPr>
        <p:spPr>
          <a:xfrm>
            <a:off x="274872" y="3492277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785FB40-E378-1BBA-C295-EAF1A962E2BA}"/>
              </a:ext>
            </a:extLst>
          </p:cNvPr>
          <p:cNvGrpSpPr/>
          <p:nvPr/>
        </p:nvGrpSpPr>
        <p:grpSpPr>
          <a:xfrm>
            <a:off x="1471729" y="1811433"/>
            <a:ext cx="8280657" cy="1184795"/>
            <a:chOff x="468356" y="1628161"/>
            <a:chExt cx="8280657" cy="11847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C164329-D60F-1A7F-A136-49054BF20A0C}"/>
                </a:ext>
              </a:extLst>
            </p:cNvPr>
            <p:cNvSpPr/>
            <p:nvPr/>
          </p:nvSpPr>
          <p:spPr>
            <a:xfrm>
              <a:off x="542675" y="1874350"/>
              <a:ext cx="8206338" cy="9386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본 이벤트는 회원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ID당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1회만 참여 가능합니다.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기간 및 혜택 내용은 당사 사정에 따라 사전 고지 없이 변경 또는 조기 종료될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사은품 증정 이벤트의 경우 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회원가입 시 기재된 ＇기본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배송지＇로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발송되오니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, 결제 전 마이페이지에서 주소지를 꼭 확인해 주세요.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결제 취소 및 반품 시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참여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대상에서 제외되며,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이미 지급받은 혜택은 회수되거나 반환 대상이 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rgbClr val="595959"/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본 사은품은 당사 사정에 따라 사전 고지 없이 동일 금액대의 유사 상품으로 변경될 수 있습니다.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부정한 방법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허위 주문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rgbClr val="595959"/>
                  </a:solidFill>
                  <a:ea typeface="맑은 고딕"/>
                </a:rPr>
                <a:t>다계정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등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으로 참여한 경우 혜택 지급이 취소되며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rgbClr val="595959"/>
                  </a:solidFill>
                  <a:ea typeface="맑은 고딕"/>
                </a:rPr>
                <a:t>기지급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혜택은 회수될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관련 문의는 고객센터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(0000-0000,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평일 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09:00~18:00)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로 부탁드립니다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870F93-7C71-5C8F-5066-DA62282AEB0C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유의사항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BA55D1B-FB83-F263-1ED5-93A9BC556A09}"/>
              </a:ext>
            </a:extLst>
          </p:cNvPr>
          <p:cNvSpPr txBox="1"/>
          <p:nvPr/>
        </p:nvSpPr>
        <p:spPr>
          <a:xfrm>
            <a:off x="1512922" y="3075293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※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각 이벤트 내용에 알맞게 유의사항 내용을 자유롭게 수정할 수 있습니다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6084B135-CCCA-ACB8-6BC2-449F5F32F116}"/>
              </a:ext>
            </a:extLst>
          </p:cNvPr>
          <p:cNvSpPr/>
          <p:nvPr/>
        </p:nvSpPr>
        <p:spPr>
          <a:xfrm>
            <a:off x="1260662" y="20994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1E741-D509-993B-D912-A2600E486D08}"/>
              </a:ext>
            </a:extLst>
          </p:cNvPr>
          <p:cNvSpPr txBox="1"/>
          <p:nvPr/>
        </p:nvSpPr>
        <p:spPr>
          <a:xfrm>
            <a:off x="391103" y="370888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유형별 설정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4ADC44-277E-7024-2D65-2579F65779ED}"/>
              </a:ext>
            </a:extLst>
          </p:cNvPr>
          <p:cNvSpPr/>
          <p:nvPr/>
        </p:nvSpPr>
        <p:spPr>
          <a:xfrm>
            <a:off x="391103" y="4031848"/>
            <a:ext cx="9330226" cy="20527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B2585-95B7-CBDC-E0A1-DC5AE448D068}"/>
              </a:ext>
            </a:extLst>
          </p:cNvPr>
          <p:cNvSpPr txBox="1"/>
          <p:nvPr/>
        </p:nvSpPr>
        <p:spPr>
          <a:xfrm>
            <a:off x="468355" y="421412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사은품형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20376B-19BE-ECF0-381B-FFD301F979C0}"/>
              </a:ext>
            </a:extLst>
          </p:cNvPr>
          <p:cNvGrpSpPr/>
          <p:nvPr/>
        </p:nvGrpSpPr>
        <p:grpSpPr>
          <a:xfrm>
            <a:off x="1415841" y="4181006"/>
            <a:ext cx="5065128" cy="289883"/>
            <a:chOff x="468356" y="1592998"/>
            <a:chExt cx="5065128" cy="289883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6B206EB-2075-D192-F8A6-C7A8F2DFA6B7}"/>
                </a:ext>
              </a:extLst>
            </p:cNvPr>
            <p:cNvSpPr/>
            <p:nvPr/>
          </p:nvSpPr>
          <p:spPr>
            <a:xfrm>
              <a:off x="1211057" y="1592998"/>
              <a:ext cx="432242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A75174-E40D-B8D1-B70F-63132DF49104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사은품명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2584E7D-0325-815C-9564-7DA28F6EE02E}"/>
              </a:ext>
            </a:extLst>
          </p:cNvPr>
          <p:cNvGrpSpPr/>
          <p:nvPr/>
        </p:nvGrpSpPr>
        <p:grpSpPr>
          <a:xfrm>
            <a:off x="6624985" y="4181006"/>
            <a:ext cx="2376264" cy="289883"/>
            <a:chOff x="468356" y="1592998"/>
            <a:chExt cx="2376264" cy="28988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6CBE6AD-13F7-7434-B914-18F66803741F}"/>
                </a:ext>
              </a:extLst>
            </p:cNvPr>
            <p:cNvSpPr/>
            <p:nvPr/>
          </p:nvSpPr>
          <p:spPr>
            <a:xfrm>
              <a:off x="1211057" y="1592998"/>
              <a:ext cx="163356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047FB1-8078-2258-E5AC-4F09602A696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수량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AAD7652-EFF5-BB54-03F0-718AACB52F0B}"/>
              </a:ext>
            </a:extLst>
          </p:cNvPr>
          <p:cNvSpPr txBox="1"/>
          <p:nvPr/>
        </p:nvSpPr>
        <p:spPr>
          <a:xfrm>
            <a:off x="1415841" y="4656280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지급조건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D0FD5E4-06F9-BA61-91EF-627A7CDB7480}"/>
              </a:ext>
            </a:extLst>
          </p:cNvPr>
          <p:cNvGrpSpPr/>
          <p:nvPr/>
        </p:nvGrpSpPr>
        <p:grpSpPr>
          <a:xfrm>
            <a:off x="2053393" y="4674200"/>
            <a:ext cx="4859624" cy="200055"/>
            <a:chOff x="2053393" y="2687476"/>
            <a:chExt cx="4859624" cy="20005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41B025B-782A-F51C-3219-1E060EF5C5B0}"/>
                </a:ext>
              </a:extLst>
            </p:cNvPr>
            <p:cNvSpPr txBox="1"/>
            <p:nvPr/>
          </p:nvSpPr>
          <p:spPr>
            <a:xfrm>
              <a:off x="2053393" y="2687476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바우처 사용 무관  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35F3D9B-902C-1309-09F6-44C8A1603358}"/>
                </a:ext>
              </a:extLst>
            </p:cNvPr>
            <p:cNvSpPr txBox="1"/>
            <p:nvPr/>
          </p:nvSpPr>
          <p:spPr>
            <a:xfrm>
              <a:off x="3114915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기저귀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조제분유지원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93F64A4-A689-73CE-E9EC-E7F0CEAC1DA0}"/>
                </a:ext>
              </a:extLst>
            </p:cNvPr>
            <p:cNvSpPr txBox="1"/>
            <p:nvPr/>
          </p:nvSpPr>
          <p:spPr>
            <a:xfrm>
              <a:off x="4335400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여성청소년생리대지원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D849AC-3C32-A731-F63B-905E039481B6}"/>
                </a:ext>
              </a:extLst>
            </p:cNvPr>
            <p:cNvSpPr txBox="1"/>
            <p:nvPr/>
          </p:nvSpPr>
          <p:spPr>
            <a:xfrm>
              <a:off x="5630492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첫만남 이용권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5983D74-53DD-8F71-A6FB-18103EEAB399}"/>
              </a:ext>
            </a:extLst>
          </p:cNvPr>
          <p:cNvGrpSpPr/>
          <p:nvPr/>
        </p:nvGrpSpPr>
        <p:grpSpPr>
          <a:xfrm>
            <a:off x="2053393" y="4900234"/>
            <a:ext cx="2998013" cy="219456"/>
            <a:chOff x="2053393" y="2913510"/>
            <a:chExt cx="2998013" cy="21945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B9B65D6-16D3-AD8C-8EC0-A3B589324A83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최소결제금액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4" name="Rounded Rectangle 35">
              <a:extLst>
                <a:ext uri="{FF2B5EF4-FFF2-40B4-BE49-F238E27FC236}">
                  <a16:creationId xmlns:a16="http://schemas.microsoft.com/office/drawing/2014/main" id="{9D77A9F6-84C2-6BA0-349A-0014F219007D}"/>
                </a:ext>
              </a:extLst>
            </p:cNvPr>
            <p:cNvSpPr/>
            <p:nvPr/>
          </p:nvSpPr>
          <p:spPr>
            <a:xfrm>
              <a:off x="3853555" y="2913510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D511CB5-502B-674F-7118-12614EC01786}"/>
                </a:ext>
              </a:extLst>
            </p:cNvPr>
            <p:cNvSpPr txBox="1"/>
            <p:nvPr/>
          </p:nvSpPr>
          <p:spPr>
            <a:xfrm>
              <a:off x="4532062" y="2929760"/>
              <a:ext cx="5193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원 이상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994573E8-8215-40BF-CC42-D07AA15EED55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82" name="Picture 2" descr="on, radio icon">
                <a:extLst>
                  <a:ext uri="{FF2B5EF4-FFF2-40B4-BE49-F238E27FC236}">
                    <a16:creationId xmlns:a16="http://schemas.microsoft.com/office/drawing/2014/main" id="{088E1FA8-B6DA-0513-1E14-9FB1843539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D1A0619-E982-B3B1-E29E-964BE0F3928D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41D12027-74D4-E79E-0E4A-180E203D10D2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80" name="Picture 4" descr="off, radio icon">
                <a:extLst>
                  <a:ext uri="{FF2B5EF4-FFF2-40B4-BE49-F238E27FC236}">
                    <a16:creationId xmlns:a16="http://schemas.microsoft.com/office/drawing/2014/main" id="{AFAF6F23-05A4-CC5A-0FA5-27ABAAB96E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66F765-D138-FEB5-16F7-4EF382F18A3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B75A4D7-6D75-5590-B5A9-DF844596D386}"/>
              </a:ext>
            </a:extLst>
          </p:cNvPr>
          <p:cNvGrpSpPr/>
          <p:nvPr/>
        </p:nvGrpSpPr>
        <p:grpSpPr>
          <a:xfrm>
            <a:off x="2053393" y="5157581"/>
            <a:ext cx="1795574" cy="209804"/>
            <a:chOff x="2053393" y="2920163"/>
            <a:chExt cx="1795574" cy="20980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89E95F4-57A0-A901-BBF7-084653C55AB0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첫 결제 여부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58E75B6-8AF7-9ACA-C507-547DB427F3EA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95" name="Picture 2" descr="on, radio icon">
                <a:extLst>
                  <a:ext uri="{FF2B5EF4-FFF2-40B4-BE49-F238E27FC236}">
                    <a16:creationId xmlns:a16="http://schemas.microsoft.com/office/drawing/2014/main" id="{EDBB64CD-67AC-0DFD-261B-DAA02A0952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1506F62-60DC-F0C3-F564-374970C3FD3A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57C42CA2-ECB5-9948-4CB2-462D1F7FA041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93" name="Picture 4" descr="off, radio icon">
                <a:extLst>
                  <a:ext uri="{FF2B5EF4-FFF2-40B4-BE49-F238E27FC236}">
                    <a16:creationId xmlns:a16="http://schemas.microsoft.com/office/drawing/2014/main" id="{5F01B39C-A5CD-2703-2DA1-DC24324311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26D956E-1CC6-5249-7508-65E21A93F65F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F2A28561-AC53-6013-C5AE-88EC69312BC7}"/>
              </a:ext>
            </a:extLst>
          </p:cNvPr>
          <p:cNvGrpSpPr/>
          <p:nvPr/>
        </p:nvGrpSpPr>
        <p:grpSpPr>
          <a:xfrm>
            <a:off x="2053393" y="5396266"/>
            <a:ext cx="1795574" cy="209804"/>
            <a:chOff x="2053393" y="2920163"/>
            <a:chExt cx="1795574" cy="209804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29F055A-8B6D-07CB-3CE0-24FFD71AF25E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중복참여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17BDB87A-6682-FF37-F11F-9825F6F847B0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11" name="Picture 2" descr="on, radio icon">
                <a:extLst>
                  <a:ext uri="{FF2B5EF4-FFF2-40B4-BE49-F238E27FC236}">
                    <a16:creationId xmlns:a16="http://schemas.microsoft.com/office/drawing/2014/main" id="{D8741363-45A9-79DC-6684-B4780DE37F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B364C7B-7B72-A117-0215-D4941B859D0B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E2A8EED8-6D0E-BB13-9E51-A1892919A732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09" name="Picture 4" descr="off, radio icon">
                <a:extLst>
                  <a:ext uri="{FF2B5EF4-FFF2-40B4-BE49-F238E27FC236}">
                    <a16:creationId xmlns:a16="http://schemas.microsoft.com/office/drawing/2014/main" id="{5570C040-D723-646C-9B21-766EF271B9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71801CA-3238-CCA5-8AFF-CB771323C8DD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D7C7CEEE-1998-F0C2-912B-862A47D07BC0}"/>
              </a:ext>
            </a:extLst>
          </p:cNvPr>
          <p:cNvGrpSpPr/>
          <p:nvPr/>
        </p:nvGrpSpPr>
        <p:grpSpPr>
          <a:xfrm>
            <a:off x="1415841" y="5764921"/>
            <a:ext cx="1979960" cy="215444"/>
            <a:chOff x="1415841" y="3811462"/>
            <a:chExt cx="1979960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7B9A6F5-F5A6-0C96-4FAB-EB1460A9FAC4}"/>
                </a:ext>
              </a:extLst>
            </p:cNvPr>
            <p:cNvSpPr txBox="1"/>
            <p:nvPr/>
          </p:nvSpPr>
          <p:spPr>
            <a:xfrm>
              <a:off x="1415841" y="3811462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지급판정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D665E388-BA13-32C5-3D2C-E3CC26772AC2}"/>
                </a:ext>
              </a:extLst>
            </p:cNvPr>
            <p:cNvGrpSpPr/>
            <p:nvPr/>
          </p:nvGrpSpPr>
          <p:grpSpPr>
            <a:xfrm>
              <a:off x="2158542" y="3825475"/>
              <a:ext cx="1237259" cy="200055"/>
              <a:chOff x="2270980" y="2929912"/>
              <a:chExt cx="1237259" cy="200055"/>
            </a:xfrm>
          </p:grpSpPr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58A48A40-7D93-6513-C09D-43EC33516F55}"/>
                  </a:ext>
                </a:extLst>
              </p:cNvPr>
              <p:cNvGrpSpPr/>
              <p:nvPr/>
            </p:nvGrpSpPr>
            <p:grpSpPr>
              <a:xfrm>
                <a:off x="2270980" y="2929912"/>
                <a:ext cx="594240" cy="200055"/>
                <a:chOff x="625429" y="4722893"/>
                <a:chExt cx="594240" cy="200055"/>
              </a:xfrm>
            </p:grpSpPr>
            <p:pic>
              <p:nvPicPr>
                <p:cNvPr id="122" name="Picture 2" descr="on, radio icon">
                  <a:extLst>
                    <a:ext uri="{FF2B5EF4-FFF2-40B4-BE49-F238E27FC236}">
                      <a16:creationId xmlns:a16="http://schemas.microsoft.com/office/drawing/2014/main" id="{70D53755-B944-EA61-DBFB-7881B9FCF01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5429" y="4769944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978D575-7A0E-5C3A-5424-A5576C9BDACF}"/>
                    </a:ext>
                  </a:extLst>
                </p:cNvPr>
                <p:cNvSpPr txBox="1"/>
                <p:nvPr/>
              </p:nvSpPr>
              <p:spPr>
                <a:xfrm>
                  <a:off x="675930" y="4722893"/>
                  <a:ext cx="543739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구매확정</a:t>
                  </a:r>
                </a:p>
              </p:txBody>
            </p:sp>
          </p:grp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B28001A0-BA51-45BF-0211-9191F521A479}"/>
                  </a:ext>
                </a:extLst>
              </p:cNvPr>
              <p:cNvGrpSpPr/>
              <p:nvPr/>
            </p:nvGrpSpPr>
            <p:grpSpPr>
              <a:xfrm>
                <a:off x="2911225" y="2929912"/>
                <a:ext cx="597014" cy="200055"/>
                <a:chOff x="2573554" y="4072650"/>
                <a:chExt cx="597014" cy="200055"/>
              </a:xfrm>
            </p:grpSpPr>
            <p:pic>
              <p:nvPicPr>
                <p:cNvPr id="120" name="Picture 4" descr="off, radio icon">
                  <a:extLst>
                    <a:ext uri="{FF2B5EF4-FFF2-40B4-BE49-F238E27FC236}">
                      <a16:creationId xmlns:a16="http://schemas.microsoft.com/office/drawing/2014/main" id="{048D92D6-1F59-4F6F-A924-B93DD56C0E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3554" y="4119701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A0957B6-443A-A19A-F5AF-B9002C9FD15D}"/>
                    </a:ext>
                  </a:extLst>
                </p:cNvPr>
                <p:cNvSpPr txBox="1"/>
                <p:nvPr/>
              </p:nvSpPr>
              <p:spPr>
                <a:xfrm>
                  <a:off x="2626829" y="4072650"/>
                  <a:ext cx="543739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결제완료</a:t>
                  </a:r>
                </a:p>
              </p:txBody>
            </p:sp>
          </p:grpSp>
        </p:grpSp>
      </p:grp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F4AE9211-3D8F-9F49-4E03-C894F04CCE19}"/>
              </a:ext>
            </a:extLst>
          </p:cNvPr>
          <p:cNvSpPr/>
          <p:nvPr/>
        </p:nvSpPr>
        <p:spPr>
          <a:xfrm>
            <a:off x="337999" y="39985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596DB0-A561-6A6A-11FB-80C9EFE555F1}"/>
              </a:ext>
            </a:extLst>
          </p:cNvPr>
          <p:cNvSpPr/>
          <p:nvPr/>
        </p:nvSpPr>
        <p:spPr>
          <a:xfrm>
            <a:off x="391103" y="6228581"/>
            <a:ext cx="9330226" cy="5139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F9E50-2452-93BA-34AB-D08D7825CE01}"/>
              </a:ext>
            </a:extLst>
          </p:cNvPr>
          <p:cNvSpPr txBox="1"/>
          <p:nvPr/>
        </p:nvSpPr>
        <p:spPr>
          <a:xfrm>
            <a:off x="468355" y="640386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쿠폰발급형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DB6039-9443-0494-E9AE-775FDF6DA65C}"/>
              </a:ext>
            </a:extLst>
          </p:cNvPr>
          <p:cNvSpPr txBox="1"/>
          <p:nvPr/>
        </p:nvSpPr>
        <p:spPr>
          <a:xfrm>
            <a:off x="1443910" y="640386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34DD3"/>
                </a:solidFill>
                <a:latin typeface="맑은 고딕"/>
                <a:ea typeface="맑은 고딕"/>
              </a:rPr>
              <a:t>쿠폰①</a:t>
            </a:r>
          </a:p>
        </p:txBody>
      </p:sp>
    </p:spTree>
    <p:extLst>
      <p:ext uri="{BB962C8B-B14F-4D97-AF65-F5344CB8AC3E}">
        <p14:creationId xmlns:p14="http://schemas.microsoft.com/office/powerpoint/2010/main" val="186988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D811-DC74-ACBE-5032-B2059A62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6F197F3-F52C-95F6-40C3-09EBB66DB84E}"/>
              </a:ext>
            </a:extLst>
          </p:cNvPr>
          <p:cNvSpPr/>
          <p:nvPr/>
        </p:nvSpPr>
        <p:spPr>
          <a:xfrm>
            <a:off x="391103" y="558814"/>
            <a:ext cx="9330226" cy="32834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ADA035-2DD7-4223-5950-3A0CD741B6E2}"/>
              </a:ext>
            </a:extLst>
          </p:cNvPr>
          <p:cNvSpPr txBox="1"/>
          <p:nvPr/>
        </p:nvSpPr>
        <p:spPr>
          <a:xfrm>
            <a:off x="468355" y="70269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쿠폰발급형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C8D5B4-8361-04EE-0E9D-1C72E97E70D1}"/>
              </a:ext>
            </a:extLst>
          </p:cNvPr>
          <p:cNvGrpSpPr/>
          <p:nvPr/>
        </p:nvGrpSpPr>
        <p:grpSpPr>
          <a:xfrm>
            <a:off x="1415841" y="981449"/>
            <a:ext cx="5065128" cy="289883"/>
            <a:chOff x="468356" y="1592998"/>
            <a:chExt cx="5065128" cy="289883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7EFA4C8B-2A8A-A2D1-030E-AB72DF150D12}"/>
                </a:ext>
              </a:extLst>
            </p:cNvPr>
            <p:cNvSpPr/>
            <p:nvPr/>
          </p:nvSpPr>
          <p:spPr>
            <a:xfrm>
              <a:off x="1211057" y="1592998"/>
              <a:ext cx="432242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4BA983C-3257-A294-9A2E-E8937C56ACC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쿠폰명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0A5D1D4E-F599-C4CC-C409-3C929FBBFBBC}"/>
              </a:ext>
            </a:extLst>
          </p:cNvPr>
          <p:cNvGrpSpPr/>
          <p:nvPr/>
        </p:nvGrpSpPr>
        <p:grpSpPr>
          <a:xfrm>
            <a:off x="1415841" y="1748993"/>
            <a:ext cx="1869810" cy="289883"/>
            <a:chOff x="468356" y="1592998"/>
            <a:chExt cx="1869810" cy="289883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EC976AF-CCEF-3A14-A00E-23B2CFF889C0}"/>
                </a:ext>
              </a:extLst>
            </p:cNvPr>
            <p:cNvSpPr/>
            <p:nvPr/>
          </p:nvSpPr>
          <p:spPr>
            <a:xfrm>
              <a:off x="1211057" y="1592998"/>
              <a:ext cx="112710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6571AC-A0A8-8D0A-586F-B9970FD7F6F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할인금액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1B227C9C-5BFB-2B7D-CF4B-63AFD2967330}"/>
              </a:ext>
            </a:extLst>
          </p:cNvPr>
          <p:cNvSpPr txBox="1"/>
          <p:nvPr/>
        </p:nvSpPr>
        <p:spPr>
          <a:xfrm>
            <a:off x="1415841" y="214458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사용조건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D8A3331-22DC-745B-5401-33DF86D55843}"/>
              </a:ext>
            </a:extLst>
          </p:cNvPr>
          <p:cNvGrpSpPr/>
          <p:nvPr/>
        </p:nvGrpSpPr>
        <p:grpSpPr>
          <a:xfrm>
            <a:off x="2053393" y="2162504"/>
            <a:ext cx="4859624" cy="200055"/>
            <a:chOff x="2053393" y="2687476"/>
            <a:chExt cx="4859624" cy="200055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03A88FF-02FD-C309-B106-90C226DBAD9E}"/>
                </a:ext>
              </a:extLst>
            </p:cNvPr>
            <p:cNvSpPr txBox="1"/>
            <p:nvPr/>
          </p:nvSpPr>
          <p:spPr>
            <a:xfrm>
              <a:off x="2053393" y="2687476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바우처 사용 무관  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7FD7FC1-E216-07B3-F2F0-E53046CDAFB6}"/>
                </a:ext>
              </a:extLst>
            </p:cNvPr>
            <p:cNvSpPr txBox="1"/>
            <p:nvPr/>
          </p:nvSpPr>
          <p:spPr>
            <a:xfrm>
              <a:off x="3114915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기저귀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조제분유지원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788773-2B12-CA8F-A0E5-504A9AF16101}"/>
                </a:ext>
              </a:extLst>
            </p:cNvPr>
            <p:cNvSpPr txBox="1"/>
            <p:nvPr/>
          </p:nvSpPr>
          <p:spPr>
            <a:xfrm>
              <a:off x="4335400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여성청소년생리대지원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B3AFA67-9AEB-4036-2203-C6216CE3F7EC}"/>
                </a:ext>
              </a:extLst>
            </p:cNvPr>
            <p:cNvSpPr txBox="1"/>
            <p:nvPr/>
          </p:nvSpPr>
          <p:spPr>
            <a:xfrm>
              <a:off x="5630492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첫만남 이용권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F582B137-192E-3C79-9EE4-0C1A94B7CA68}"/>
              </a:ext>
            </a:extLst>
          </p:cNvPr>
          <p:cNvGrpSpPr/>
          <p:nvPr/>
        </p:nvGrpSpPr>
        <p:grpSpPr>
          <a:xfrm>
            <a:off x="2053393" y="2388538"/>
            <a:ext cx="2998013" cy="219456"/>
            <a:chOff x="2053393" y="2913510"/>
            <a:chExt cx="2998013" cy="219456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30EC843-A7A2-5ECC-7693-E0958F9F45A7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최소결제금액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41" name="Rounded Rectangle 35">
              <a:extLst>
                <a:ext uri="{FF2B5EF4-FFF2-40B4-BE49-F238E27FC236}">
                  <a16:creationId xmlns:a16="http://schemas.microsoft.com/office/drawing/2014/main" id="{795A6FA1-966A-FD65-E438-62DB72BF1741}"/>
                </a:ext>
              </a:extLst>
            </p:cNvPr>
            <p:cNvSpPr/>
            <p:nvPr/>
          </p:nvSpPr>
          <p:spPr>
            <a:xfrm>
              <a:off x="3853555" y="2913510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6CD11BD-8BF8-8B13-DFEA-65BDB57FB907}"/>
                </a:ext>
              </a:extLst>
            </p:cNvPr>
            <p:cNvSpPr txBox="1"/>
            <p:nvPr/>
          </p:nvSpPr>
          <p:spPr>
            <a:xfrm>
              <a:off x="4532062" y="2929760"/>
              <a:ext cx="5193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원 이상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C0A105E-EA26-F34A-5F3F-4DDF1BF3CCA3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47" name="Picture 2" descr="on, radio icon">
                <a:extLst>
                  <a:ext uri="{FF2B5EF4-FFF2-40B4-BE49-F238E27FC236}">
                    <a16:creationId xmlns:a16="http://schemas.microsoft.com/office/drawing/2014/main" id="{506B9D65-2B92-B24B-B19E-5652EEF659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D8C7730-E554-7EBA-27E0-EEB06935D2C1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FEFB9BD8-67D5-1CA9-CEC4-1DDCC44FD5E8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45" name="Picture 4" descr="off, radio icon">
                <a:extLst>
                  <a:ext uri="{FF2B5EF4-FFF2-40B4-BE49-F238E27FC236}">
                    <a16:creationId xmlns:a16="http://schemas.microsoft.com/office/drawing/2014/main" id="{8F1B1B1B-925D-8397-8CED-C1CD7B5B8C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11A9C29-3767-5813-8AF3-D6912B0C5A9D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1949EB2-4F6F-635E-4607-52714ED9571B}"/>
              </a:ext>
            </a:extLst>
          </p:cNvPr>
          <p:cNvGrpSpPr/>
          <p:nvPr/>
        </p:nvGrpSpPr>
        <p:grpSpPr>
          <a:xfrm>
            <a:off x="2053393" y="2645885"/>
            <a:ext cx="1795574" cy="209804"/>
            <a:chOff x="2053393" y="2920163"/>
            <a:chExt cx="1795574" cy="209804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5FD62BD-8CEF-DA78-241F-C37F20CAE34B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중복사용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9AF9D4B5-D02E-DE48-622A-248FA3A39C76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55" name="Picture 2" descr="on, radio icon">
                <a:extLst>
                  <a:ext uri="{FF2B5EF4-FFF2-40B4-BE49-F238E27FC236}">
                    <a16:creationId xmlns:a16="http://schemas.microsoft.com/office/drawing/2014/main" id="{C6C7F557-64A8-2485-2684-AF2FC9157A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C73CEFE-E9A8-4F4E-B45A-015E3F728038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8C1F06F4-7F30-8422-D5C3-AB312ABC2710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53" name="Picture 4" descr="off, radio icon">
                <a:extLst>
                  <a:ext uri="{FF2B5EF4-FFF2-40B4-BE49-F238E27FC236}">
                    <a16:creationId xmlns:a16="http://schemas.microsoft.com/office/drawing/2014/main" id="{5F294C79-A679-19A8-3961-F3FF3E7B49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982DD06-B233-3C06-F23E-A4C9818808EF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37CB104D-4F0E-C7F4-E4A6-CBC1F4BE5A64}"/>
              </a:ext>
            </a:extLst>
          </p:cNvPr>
          <p:cNvGrpSpPr/>
          <p:nvPr/>
        </p:nvGrpSpPr>
        <p:grpSpPr>
          <a:xfrm>
            <a:off x="2053393" y="2884570"/>
            <a:ext cx="1795574" cy="209804"/>
            <a:chOff x="2053393" y="2920163"/>
            <a:chExt cx="1795574" cy="209804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57D444D-D309-375E-5779-8AE78E4ED024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중복발급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1269DE3E-3E1B-8F44-02E9-4A66F8210737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63" name="Picture 2" descr="on, radio icon">
                <a:extLst>
                  <a:ext uri="{FF2B5EF4-FFF2-40B4-BE49-F238E27FC236}">
                    <a16:creationId xmlns:a16="http://schemas.microsoft.com/office/drawing/2014/main" id="{61353C94-FFBC-0535-2C81-278B4E1A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A79E9BA-D4B6-F411-69D0-FC0016FC09A0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603C582D-9AAE-EB07-2EB3-58CE8D656456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61" name="Picture 4" descr="off, radio icon">
                <a:extLst>
                  <a:ext uri="{FF2B5EF4-FFF2-40B4-BE49-F238E27FC236}">
                    <a16:creationId xmlns:a16="http://schemas.microsoft.com/office/drawing/2014/main" id="{97E31C49-6715-41AD-031D-72F29484BE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3C640CC-BFC2-326B-9961-248D4C2CD44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20AAFCEC-3B3A-342A-68CF-625CC385EA59}"/>
              </a:ext>
            </a:extLst>
          </p:cNvPr>
          <p:cNvGrpSpPr/>
          <p:nvPr/>
        </p:nvGrpSpPr>
        <p:grpSpPr>
          <a:xfrm>
            <a:off x="1415841" y="3145134"/>
            <a:ext cx="5065128" cy="219456"/>
            <a:chOff x="1415841" y="6330422"/>
            <a:chExt cx="5065128" cy="219456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4A76717-FAA8-AF19-BAE7-1FA400845AAB}"/>
                </a:ext>
              </a:extLst>
            </p:cNvPr>
            <p:cNvSpPr txBox="1"/>
            <p:nvPr/>
          </p:nvSpPr>
          <p:spPr>
            <a:xfrm>
              <a:off x="1415841" y="63306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발급수량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9CCDA7DE-9B4F-BFDB-7A05-442D6E255A7A}"/>
                </a:ext>
              </a:extLst>
            </p:cNvPr>
            <p:cNvGrpSpPr/>
            <p:nvPr/>
          </p:nvGrpSpPr>
          <p:grpSpPr>
            <a:xfrm>
              <a:off x="2718377" y="6344638"/>
              <a:ext cx="594240" cy="200055"/>
              <a:chOff x="625429" y="4722893"/>
              <a:chExt cx="594240" cy="200055"/>
            </a:xfrm>
          </p:grpSpPr>
          <p:pic>
            <p:nvPicPr>
              <p:cNvPr id="171" name="Picture 2" descr="on, radio icon">
                <a:extLst>
                  <a:ext uri="{FF2B5EF4-FFF2-40B4-BE49-F238E27FC236}">
                    <a16:creationId xmlns:a16="http://schemas.microsoft.com/office/drawing/2014/main" id="{E3EE6354-CA9E-A973-1DA0-BE704DA89D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429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CADD94D-2AF6-BD64-0C86-ED4C3E8F03BF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수량설정</a:t>
                </a: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40D1A0F-B6B5-7465-00BB-E1D0B9971F18}"/>
                </a:ext>
              </a:extLst>
            </p:cNvPr>
            <p:cNvGrpSpPr/>
            <p:nvPr/>
          </p:nvGrpSpPr>
          <p:grpSpPr>
            <a:xfrm>
              <a:off x="2158542" y="6344638"/>
              <a:ext cx="507245" cy="200055"/>
              <a:chOff x="2573554" y="4072650"/>
              <a:chExt cx="507245" cy="200055"/>
            </a:xfrm>
          </p:grpSpPr>
          <p:pic>
            <p:nvPicPr>
              <p:cNvPr id="169" name="Picture 4" descr="off, radio icon">
                <a:extLst>
                  <a:ext uri="{FF2B5EF4-FFF2-40B4-BE49-F238E27FC236}">
                    <a16:creationId xmlns:a16="http://schemas.microsoft.com/office/drawing/2014/main" id="{8EB0EFFA-521D-C74E-40FE-DBDE9FB5C2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ACAB4F1-2BC9-51AE-18AD-6C3A5A2B7C9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무제한</a:t>
                </a:r>
              </a:p>
            </p:txBody>
          </p:sp>
        </p:grpSp>
        <p:sp>
          <p:nvSpPr>
            <p:cNvPr id="175" name="Rounded Rectangle 35">
              <a:extLst>
                <a:ext uri="{FF2B5EF4-FFF2-40B4-BE49-F238E27FC236}">
                  <a16:creationId xmlns:a16="http://schemas.microsoft.com/office/drawing/2014/main" id="{364DA26C-93EF-DED2-A777-535388E13840}"/>
                </a:ext>
              </a:extLst>
            </p:cNvPr>
            <p:cNvSpPr/>
            <p:nvPr/>
          </p:nvSpPr>
          <p:spPr>
            <a:xfrm>
              <a:off x="3399510" y="6330422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3BDAAF99-8E07-4AA5-C7A4-FABE986F8FA3}"/>
                </a:ext>
              </a:extLst>
            </p:cNvPr>
            <p:cNvSpPr txBox="1"/>
            <p:nvPr/>
          </p:nvSpPr>
          <p:spPr>
            <a:xfrm>
              <a:off x="4078017" y="6346672"/>
              <a:ext cx="240295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매  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※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소진 시 버튼 비활성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+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이벤트 자동 종료 </a:t>
              </a: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3E2C55CD-095B-C0B4-C866-571070EE67D5}"/>
              </a:ext>
            </a:extLst>
          </p:cNvPr>
          <p:cNvSpPr txBox="1"/>
          <p:nvPr/>
        </p:nvSpPr>
        <p:spPr>
          <a:xfrm>
            <a:off x="1415841" y="140134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유효기간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8723DBD-0D36-8322-E89F-2553D2C303A7}"/>
              </a:ext>
            </a:extLst>
          </p:cNvPr>
          <p:cNvGrpSpPr/>
          <p:nvPr/>
        </p:nvGrpSpPr>
        <p:grpSpPr>
          <a:xfrm>
            <a:off x="3537145" y="1382959"/>
            <a:ext cx="988104" cy="252209"/>
            <a:chOff x="3045845" y="4797628"/>
            <a:chExt cx="988104" cy="252209"/>
          </a:xfrm>
        </p:grpSpPr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FD8C19A2-556A-0EFA-B5D0-B88ED300724D}"/>
                </a:ext>
              </a:extLst>
            </p:cNvPr>
            <p:cNvCxnSpPr>
              <a:cxnSpLocks/>
            </p:cNvCxnSpPr>
            <p:nvPr/>
          </p:nvCxnSpPr>
          <p:spPr>
            <a:xfrm>
              <a:off x="3045845" y="5028460"/>
              <a:ext cx="98810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B072B395-13CB-B6C1-06E3-2CC0C2336D7E}"/>
                </a:ext>
              </a:extLst>
            </p:cNvPr>
            <p:cNvSpPr txBox="1"/>
            <p:nvPr/>
          </p:nvSpPr>
          <p:spPr>
            <a:xfrm>
              <a:off x="3112232" y="4819005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2026. 07. 31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EE945C1D-B992-3F38-3EB3-9E225257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3717285" y="4797628"/>
              <a:ext cx="253914" cy="230831"/>
            </a:xfrm>
            <a:prstGeom prst="rect">
              <a:avLst/>
            </a:prstGeom>
          </p:spPr>
        </p:pic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A8859F12-2E30-B9BD-B708-45E38DDDB872}"/>
              </a:ext>
            </a:extLst>
          </p:cNvPr>
          <p:cNvGrpSpPr/>
          <p:nvPr/>
        </p:nvGrpSpPr>
        <p:grpSpPr>
          <a:xfrm>
            <a:off x="3348998" y="1782112"/>
            <a:ext cx="440709" cy="219456"/>
            <a:chOff x="7888452" y="4429237"/>
            <a:chExt cx="1116705" cy="219456"/>
          </a:xfrm>
        </p:grpSpPr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E63B6648-8E9B-9461-BF06-7446E4FA61B1}"/>
                </a:ext>
              </a:extLst>
            </p:cNvPr>
            <p:cNvSpPr/>
            <p:nvPr/>
          </p:nvSpPr>
          <p:spPr>
            <a:xfrm>
              <a:off x="7888452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99F68713-D23D-3723-D1B7-DAEAB54E5CD1}"/>
                </a:ext>
              </a:extLst>
            </p:cNvPr>
            <p:cNvSpPr/>
            <p:nvPr/>
          </p:nvSpPr>
          <p:spPr>
            <a:xfrm>
              <a:off x="8459068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%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BB31246F-1AEC-F40A-160E-6E3A281C4102}"/>
              </a:ext>
            </a:extLst>
          </p:cNvPr>
          <p:cNvSpPr txBox="1"/>
          <p:nvPr/>
        </p:nvSpPr>
        <p:spPr>
          <a:xfrm>
            <a:off x="4532062" y="1413369"/>
            <a:ext cx="423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까지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A6E1CC4-53C9-D060-0FA4-AC934B5CAF11}"/>
              </a:ext>
            </a:extLst>
          </p:cNvPr>
          <p:cNvSpPr/>
          <p:nvPr/>
        </p:nvSpPr>
        <p:spPr>
          <a:xfrm>
            <a:off x="2163969" y="1368231"/>
            <a:ext cx="1235541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날짜지정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1D182D4A-4D3F-C825-5755-75B086FF9BEF}"/>
              </a:ext>
            </a:extLst>
          </p:cNvPr>
          <p:cNvGrpSpPr/>
          <p:nvPr/>
        </p:nvGrpSpPr>
        <p:grpSpPr>
          <a:xfrm>
            <a:off x="10343335" y="5289045"/>
            <a:ext cx="2233157" cy="219456"/>
            <a:chOff x="6550178" y="4802914"/>
            <a:chExt cx="2233157" cy="219456"/>
          </a:xfrm>
        </p:grpSpPr>
        <p:sp>
          <p:nvSpPr>
            <p:cNvPr id="234" name="Rounded Rectangle 35">
              <a:extLst>
                <a:ext uri="{FF2B5EF4-FFF2-40B4-BE49-F238E27FC236}">
                  <a16:creationId xmlns:a16="http://schemas.microsoft.com/office/drawing/2014/main" id="{26759823-E2E1-09D8-F144-ADBB5918D1F4}"/>
                </a:ext>
              </a:extLst>
            </p:cNvPr>
            <p:cNvSpPr/>
            <p:nvPr/>
          </p:nvSpPr>
          <p:spPr>
            <a:xfrm>
              <a:off x="7296944" y="4802914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8E17CDF-16E9-D927-444F-5BC0BEB7B5A5}"/>
                </a:ext>
              </a:extLst>
            </p:cNvPr>
            <p:cNvSpPr txBox="1"/>
            <p:nvPr/>
          </p:nvSpPr>
          <p:spPr>
            <a:xfrm>
              <a:off x="7975450" y="4819164"/>
              <a:ext cx="8078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일간 사용가능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B94503A5-54A2-FCD0-C081-87B11B79315B}"/>
                </a:ext>
              </a:extLst>
            </p:cNvPr>
            <p:cNvSpPr txBox="1"/>
            <p:nvPr/>
          </p:nvSpPr>
          <p:spPr>
            <a:xfrm>
              <a:off x="6550178" y="4819164"/>
              <a:ext cx="74676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발급일로부터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9736703-9E60-F8A9-0CAE-39825A9BDE4D}"/>
              </a:ext>
            </a:extLst>
          </p:cNvPr>
          <p:cNvGrpSpPr/>
          <p:nvPr/>
        </p:nvGrpSpPr>
        <p:grpSpPr>
          <a:xfrm>
            <a:off x="10466892" y="3828467"/>
            <a:ext cx="1178355" cy="1257003"/>
            <a:chOff x="10034187" y="2999258"/>
            <a:chExt cx="1178355" cy="125700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87A97B3-AD82-2FCF-4343-FAB00843C4CB}"/>
                </a:ext>
              </a:extLst>
            </p:cNvPr>
            <p:cNvGrpSpPr/>
            <p:nvPr/>
          </p:nvGrpSpPr>
          <p:grpSpPr>
            <a:xfrm>
              <a:off x="10034188" y="3937473"/>
              <a:ext cx="1178354" cy="318788"/>
              <a:chOff x="7502643" y="5722939"/>
              <a:chExt cx="2447801" cy="318788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DF7BF83-0618-0E75-D053-B7AC2A7FC9C9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Rounded Rectangle 27">
                <a:extLst>
                  <a:ext uri="{FF2B5EF4-FFF2-40B4-BE49-F238E27FC236}">
                    <a16:creationId xmlns:a16="http://schemas.microsoft.com/office/drawing/2014/main" id="{57EA0D10-441E-1998-74D1-ACB0F9B8173B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기간지정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AF2688-8A03-92AE-DE8B-17E80E2808A2}"/>
                </a:ext>
              </a:extLst>
            </p:cNvPr>
            <p:cNvGrpSpPr/>
            <p:nvPr/>
          </p:nvGrpSpPr>
          <p:grpSpPr>
            <a:xfrm>
              <a:off x="10034187" y="2999258"/>
              <a:ext cx="1178354" cy="318788"/>
              <a:chOff x="577578" y="3686354"/>
              <a:chExt cx="1178354" cy="31878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C248C61-D8CF-0CB0-9EC6-3F0A015546C5}"/>
                  </a:ext>
                </a:extLst>
              </p:cNvPr>
              <p:cNvSpPr/>
              <p:nvPr/>
            </p:nvSpPr>
            <p:spPr>
              <a:xfrm>
                <a:off x="577578" y="3686354"/>
                <a:ext cx="1178354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070542FC-2040-54B3-05E0-5AF5D8D22E14}"/>
                  </a:ext>
                </a:extLst>
              </p:cNvPr>
              <p:cNvSpPr/>
              <p:nvPr/>
            </p:nvSpPr>
            <p:spPr>
              <a:xfrm>
                <a:off x="657152" y="3748614"/>
                <a:ext cx="104772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날짜지정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93F303B-6212-0B39-810E-1C1092940F74}"/>
                </a:ext>
              </a:extLst>
            </p:cNvPr>
            <p:cNvGrpSpPr/>
            <p:nvPr/>
          </p:nvGrpSpPr>
          <p:grpSpPr>
            <a:xfrm>
              <a:off x="10034188" y="3305382"/>
              <a:ext cx="1178354" cy="318788"/>
              <a:chOff x="7502643" y="5722939"/>
              <a:chExt cx="2447801" cy="31878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F1BFB34C-294B-04E1-B5C0-57B1FB08A701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BF18D908-E46A-B062-66B0-13FAEB6832C7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미지정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54FC809-E188-0EE3-4F6A-6E28145CE07B}"/>
                </a:ext>
              </a:extLst>
            </p:cNvPr>
            <p:cNvGrpSpPr/>
            <p:nvPr/>
          </p:nvGrpSpPr>
          <p:grpSpPr>
            <a:xfrm>
              <a:off x="10034188" y="3618803"/>
              <a:ext cx="1178354" cy="318788"/>
              <a:chOff x="7502643" y="5722939"/>
              <a:chExt cx="2447801" cy="318788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EE3DA93-7A3E-4D9E-EDB9-F723FC577DB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B5387203-5C91-844C-969F-5021A13F4089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날짜지정</a:t>
                </a:r>
              </a:p>
            </p:txBody>
          </p:sp>
        </p:grpSp>
      </p:grp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E7D7F646-E2DD-5B24-EF6D-609A67FA4416}"/>
              </a:ext>
            </a:extLst>
          </p:cNvPr>
          <p:cNvSpPr/>
          <p:nvPr/>
        </p:nvSpPr>
        <p:spPr>
          <a:xfrm>
            <a:off x="337999" y="5975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6" name="Group 59">
            <a:extLst>
              <a:ext uri="{FF2B5EF4-FFF2-40B4-BE49-F238E27FC236}">
                <a16:creationId xmlns:a16="http://schemas.microsoft.com/office/drawing/2014/main" id="{65A6E766-6C9D-A6D2-ECE1-35AECB10C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43884"/>
              </p:ext>
            </p:extLst>
          </p:nvPr>
        </p:nvGraphicFramePr>
        <p:xfrm>
          <a:off x="10128399" y="92150"/>
          <a:ext cx="2850436" cy="33126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쿠폰발급형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쿠폰발급형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쿠폰 정보 입력 양식 하단에 추가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수량 소진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FO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쿠폰받기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 비활성 및 이벤트 자동 종료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삭제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쿠폰이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이상일 경우 활성화됨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입력된 항목 있을 경우 삭제 시 확인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출석체크형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보너스 적립 항목은 추후 이벤트 운영 관련 논의 후 추가가능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버튼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[저장] 시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검증(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 해당 필드 포커스 +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후 등록 완료, 목록 복귀. 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[취소] 작성 내용 존재 시 이탈 확인 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출력. 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모드: 타이틀 '이벤트 수정', 이벤트유형 비활성, 저장 시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수정자·수정일시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로그 기록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085949F-9A4F-150E-B621-F42F5CD3457B}"/>
              </a:ext>
            </a:extLst>
          </p:cNvPr>
          <p:cNvSpPr/>
          <p:nvPr/>
        </p:nvSpPr>
        <p:spPr>
          <a:xfrm>
            <a:off x="391103" y="4000103"/>
            <a:ext cx="933022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4AD4F-6CE8-330C-2716-B368BA0D25BE}"/>
              </a:ext>
            </a:extLst>
          </p:cNvPr>
          <p:cNvSpPr txBox="1"/>
          <p:nvPr/>
        </p:nvSpPr>
        <p:spPr>
          <a:xfrm>
            <a:off x="468355" y="4143983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출석체크형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9B487-17D8-69C3-DB66-52AD7EB5BF26}"/>
              </a:ext>
            </a:extLst>
          </p:cNvPr>
          <p:cNvSpPr txBox="1"/>
          <p:nvPr/>
        </p:nvSpPr>
        <p:spPr>
          <a:xfrm>
            <a:off x="2053393" y="4921385"/>
            <a:ext cx="16645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rPr>
              <a:t>보너스적립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8CC353-173B-39D7-D515-E652CBA033BA}"/>
              </a:ext>
            </a:extLst>
          </p:cNvPr>
          <p:cNvSpPr txBox="1"/>
          <p:nvPr/>
        </p:nvSpPr>
        <p:spPr>
          <a:xfrm>
            <a:off x="1415841" y="4530757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적립규칙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60861D-9D08-7BA8-4E27-DD90F5984DB0}"/>
              </a:ext>
            </a:extLst>
          </p:cNvPr>
          <p:cNvSpPr/>
          <p:nvPr/>
        </p:nvSpPr>
        <p:spPr>
          <a:xfrm>
            <a:off x="2885685" y="4497646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10p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F771EB6-98C9-1996-7F87-676154740740}"/>
              </a:ext>
            </a:extLst>
          </p:cNvPr>
          <p:cNvGrpSpPr/>
          <p:nvPr/>
        </p:nvGrpSpPr>
        <p:grpSpPr>
          <a:xfrm>
            <a:off x="1415841" y="4134548"/>
            <a:ext cx="4204285" cy="244412"/>
            <a:chOff x="1415841" y="2973414"/>
            <a:chExt cx="4204285" cy="2444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2DB9CF-18EE-D3AD-2D61-C733C3BE425D}"/>
                </a:ext>
              </a:extLst>
            </p:cNvPr>
            <p:cNvSpPr txBox="1"/>
            <p:nvPr/>
          </p:nvSpPr>
          <p:spPr>
            <a:xfrm>
              <a:off x="1415841" y="2984000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회차설정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0383CF8-A277-9C0D-8EA9-138B9FB8420A}"/>
                </a:ext>
              </a:extLst>
            </p:cNvPr>
            <p:cNvGrpSpPr/>
            <p:nvPr/>
          </p:nvGrpSpPr>
          <p:grpSpPr>
            <a:xfrm>
              <a:off x="3006409" y="2998013"/>
              <a:ext cx="594240" cy="200055"/>
              <a:chOff x="625429" y="4722893"/>
              <a:chExt cx="594240" cy="200055"/>
            </a:xfrm>
          </p:grpSpPr>
          <p:pic>
            <p:nvPicPr>
              <p:cNvPr id="39" name="Picture 2" descr="on, radio icon">
                <a:extLst>
                  <a:ext uri="{FF2B5EF4-FFF2-40B4-BE49-F238E27FC236}">
                    <a16:creationId xmlns:a16="http://schemas.microsoft.com/office/drawing/2014/main" id="{6E879417-8E10-440D-502C-4FEF962B7E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429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36D919-7665-0B08-84F0-6B0EAC4BAEE7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단일기간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A2A1836E-C08E-9111-1580-35A671A2611C}"/>
                </a:ext>
              </a:extLst>
            </p:cNvPr>
            <p:cNvGrpSpPr/>
            <p:nvPr/>
          </p:nvGrpSpPr>
          <p:grpSpPr>
            <a:xfrm>
              <a:off x="2158542" y="2998013"/>
              <a:ext cx="776550" cy="200055"/>
              <a:chOff x="2573554" y="4072650"/>
              <a:chExt cx="776550" cy="200055"/>
            </a:xfrm>
          </p:grpSpPr>
          <p:pic>
            <p:nvPicPr>
              <p:cNvPr id="49" name="Picture 4" descr="off, radio icon">
                <a:extLst>
                  <a:ext uri="{FF2B5EF4-FFF2-40B4-BE49-F238E27FC236}">
                    <a16:creationId xmlns:a16="http://schemas.microsoft.com/office/drawing/2014/main" id="{EE68DEE9-E0DC-96F9-4893-35C78B0B52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8ED9C2-0040-F735-2124-6A49525B5F5B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72327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매월자동갱신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C6E8A696-E55D-AFFC-EC9F-1491259C0D6C}"/>
                </a:ext>
              </a:extLst>
            </p:cNvPr>
            <p:cNvGrpSpPr/>
            <p:nvPr/>
          </p:nvGrpSpPr>
          <p:grpSpPr>
            <a:xfrm>
              <a:off x="3592755" y="2973414"/>
              <a:ext cx="2027371" cy="244412"/>
              <a:chOff x="3592755" y="2973414"/>
              <a:chExt cx="2027371" cy="244412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ED30A93B-3273-6DDE-D15E-54ED6CD9FCF6}"/>
                  </a:ext>
                </a:extLst>
              </p:cNvPr>
              <p:cNvCxnSpPr/>
              <p:nvPr/>
            </p:nvCxnSpPr>
            <p:spPr>
              <a:xfrm>
                <a:off x="3592755" y="3196449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B791D5-3835-14BB-E7AF-4712ECB1509B}"/>
                  </a:ext>
                </a:extLst>
              </p:cNvPr>
              <p:cNvSpPr txBox="1"/>
              <p:nvPr/>
            </p:nvSpPr>
            <p:spPr>
              <a:xfrm>
                <a:off x="3659142" y="2986994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06E31BA-EC9D-A289-8636-758D2AB41D7B}"/>
                  </a:ext>
                </a:extLst>
              </p:cNvPr>
              <p:cNvSpPr txBox="1"/>
              <p:nvPr/>
            </p:nvSpPr>
            <p:spPr>
              <a:xfrm>
                <a:off x="4683147" y="2986994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CF0E72-8829-4D72-C140-C46A599D1368}"/>
                  </a:ext>
                </a:extLst>
              </p:cNvPr>
              <p:cNvSpPr txBox="1"/>
              <p:nvPr/>
            </p:nvSpPr>
            <p:spPr>
              <a:xfrm>
                <a:off x="4436367" y="2986994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87B41CB5-702F-5669-D5FC-A4D02DFDD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>
              <a:xfrm>
                <a:off x="5366211" y="2973414"/>
                <a:ext cx="253914" cy="230831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35552BA3-D526-3769-CC4C-6544DF01B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>
              <a:xfrm>
                <a:off x="4249790" y="2973414"/>
                <a:ext cx="253914" cy="230831"/>
              </a:xfrm>
              <a:prstGeom prst="rect">
                <a:avLst/>
              </a:prstGeom>
            </p:spPr>
          </p:pic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F6B9343-38CB-F67E-2A42-9A22BD7F491F}"/>
              </a:ext>
            </a:extLst>
          </p:cNvPr>
          <p:cNvSpPr txBox="1"/>
          <p:nvPr/>
        </p:nvSpPr>
        <p:spPr>
          <a:xfrm>
            <a:off x="2053393" y="4550578"/>
            <a:ext cx="10553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회 출석 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적립량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A2EF35-E191-36D2-2967-BF2F042FD8C2}"/>
              </a:ext>
            </a:extLst>
          </p:cNvPr>
          <p:cNvSpPr txBox="1"/>
          <p:nvPr/>
        </p:nvSpPr>
        <p:spPr>
          <a:xfrm>
            <a:off x="2813464" y="4921385"/>
            <a:ext cx="12825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□ 한달 만근 시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E19FDC-6BC4-481B-ADCA-E141F1115175}"/>
              </a:ext>
            </a:extLst>
          </p:cNvPr>
          <p:cNvSpPr/>
          <p:nvPr/>
        </p:nvSpPr>
        <p:spPr>
          <a:xfrm>
            <a:off x="3773014" y="4875877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1,000p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5E14FB32-BFCF-F8B6-D66B-34AE0A45CB51}"/>
              </a:ext>
            </a:extLst>
          </p:cNvPr>
          <p:cNvSpPr/>
          <p:nvPr/>
        </p:nvSpPr>
        <p:spPr>
          <a:xfrm>
            <a:off x="337999" y="40193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8D93421B-7674-1165-3080-ADCD8DEB148C}"/>
              </a:ext>
            </a:extLst>
          </p:cNvPr>
          <p:cNvSpPr/>
          <p:nvPr/>
        </p:nvSpPr>
        <p:spPr>
          <a:xfrm>
            <a:off x="4231354" y="6516613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54" name="Rounded Rectangle 35">
            <a:extLst>
              <a:ext uri="{FF2B5EF4-FFF2-40B4-BE49-F238E27FC236}">
                <a16:creationId xmlns:a16="http://schemas.microsoft.com/office/drawing/2014/main" id="{26949859-E016-229A-755E-B88D50ACCFB5}"/>
              </a:ext>
            </a:extLst>
          </p:cNvPr>
          <p:cNvSpPr/>
          <p:nvPr/>
        </p:nvSpPr>
        <p:spPr>
          <a:xfrm>
            <a:off x="5059446" y="6516613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저장</a:t>
            </a: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73289BC0-7FC7-8972-CC10-E8FC03048F24}"/>
              </a:ext>
            </a:extLst>
          </p:cNvPr>
          <p:cNvSpPr/>
          <p:nvPr/>
        </p:nvSpPr>
        <p:spPr>
          <a:xfrm>
            <a:off x="3779381" y="6542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Rounded Rectangle 35">
            <a:extLst>
              <a:ext uri="{FF2B5EF4-FFF2-40B4-BE49-F238E27FC236}">
                <a16:creationId xmlns:a16="http://schemas.microsoft.com/office/drawing/2014/main" id="{508399FB-D559-CB48-38A2-D8402244AE1C}"/>
              </a:ext>
            </a:extLst>
          </p:cNvPr>
          <p:cNvSpPr/>
          <p:nvPr/>
        </p:nvSpPr>
        <p:spPr>
          <a:xfrm>
            <a:off x="1724624" y="3518637"/>
            <a:ext cx="761573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쿠폰 추가하기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8FF9B248-581E-3187-1330-63AEC219ACAA}"/>
              </a:ext>
            </a:extLst>
          </p:cNvPr>
          <p:cNvCxnSpPr>
            <a:cxnSpLocks/>
          </p:cNvCxnSpPr>
          <p:nvPr/>
        </p:nvCxnSpPr>
        <p:spPr>
          <a:xfrm>
            <a:off x="4975589" y="1499894"/>
            <a:ext cx="5269670" cy="2477709"/>
          </a:xfrm>
          <a:prstGeom prst="bentConnector3">
            <a:avLst>
              <a:gd name="adj1" fmla="val 74944"/>
            </a:avLst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31E9BDE-A865-1C4F-C281-BBD42949D9B2}"/>
              </a:ext>
            </a:extLst>
          </p:cNvPr>
          <p:cNvSpPr txBox="1"/>
          <p:nvPr/>
        </p:nvSpPr>
        <p:spPr>
          <a:xfrm>
            <a:off x="1443910" y="704746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34DD3"/>
                </a:solidFill>
                <a:latin typeface="맑은 고딕"/>
                <a:ea typeface="맑은 고딕"/>
              </a:rPr>
              <a:t>쿠폰①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83ECE2-B44E-906D-C170-E952A09CA42E}"/>
              </a:ext>
            </a:extLst>
          </p:cNvPr>
          <p:cNvSpPr txBox="1"/>
          <p:nvPr/>
        </p:nvSpPr>
        <p:spPr>
          <a:xfrm>
            <a:off x="1850980" y="711673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u="sng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70" name="모서리가 둥근 직사각형 114">
            <a:extLst>
              <a:ext uri="{FF2B5EF4-FFF2-40B4-BE49-F238E27FC236}">
                <a16:creationId xmlns:a16="http://schemas.microsoft.com/office/drawing/2014/main" id="{FC67D0D2-BC85-B864-E69B-2A2EDEC7170B}"/>
              </a:ext>
            </a:extLst>
          </p:cNvPr>
          <p:cNvSpPr/>
          <p:nvPr/>
        </p:nvSpPr>
        <p:spPr>
          <a:xfrm>
            <a:off x="1874512" y="5754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76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CDE4-13FA-E1D0-6B0F-9CF5A84B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9BF06-5675-A008-927C-82628BAED9D6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이벤트등록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43E51-19BB-FD72-2FFD-C17371FEC37D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C85C09-21CC-79EF-7754-9D8ACFE19A3A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FE47E-393C-21E6-9A33-133FC16980C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96130-47FB-B782-BC4D-1379CD37022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CA9BEA2-7290-B6C1-6AE0-A4A991DA7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58574"/>
              </p:ext>
            </p:extLst>
          </p:nvPr>
        </p:nvGraphicFramePr>
        <p:xfrm>
          <a:off x="10128399" y="623854"/>
          <a:ext cx="2850436" cy="251872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키워드 입력 시 이벤트 정보 일치 항목 검색결과로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선택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라디오버튼으로 리스트에 노출된 이벤트 중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선택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선택한 이벤트에 등록된 정보 호출하여 적용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9B38A63-CD36-5D33-5A52-97F5E23FBA4A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C98CCB7-701D-DD86-91D5-43AE19962259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4A84567-F5DE-F3B6-F4A5-625DB76D34FF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이벤트등록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EE3BBC-2B12-993C-1A7B-19F56F226A80}"/>
              </a:ext>
            </a:extLst>
          </p:cNvPr>
          <p:cNvGrpSpPr/>
          <p:nvPr/>
        </p:nvGrpSpPr>
        <p:grpSpPr>
          <a:xfrm>
            <a:off x="468356" y="2528700"/>
            <a:ext cx="9252973" cy="289883"/>
            <a:chOff x="468356" y="1592998"/>
            <a:chExt cx="9252973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4137448-E023-88A1-9803-B895674F035C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6E144C-977F-034F-FE4F-C4D8B45FE21F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B02C478-DDFE-B921-2BE5-849D79DBC3B8}"/>
              </a:ext>
            </a:extLst>
          </p:cNvPr>
          <p:cNvGrpSpPr/>
          <p:nvPr/>
        </p:nvGrpSpPr>
        <p:grpSpPr>
          <a:xfrm>
            <a:off x="468356" y="2052117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946D022-CC5E-CE40-B715-47EEC0568A0B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59429C1-9B93-0B71-53B8-B82A3BA170C6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8A7FB9AB-C53B-90F5-A8D2-045A5DC89B10}"/>
              </a:ext>
            </a:extLst>
          </p:cNvPr>
          <p:cNvSpPr/>
          <p:nvPr/>
        </p:nvSpPr>
        <p:spPr>
          <a:xfrm>
            <a:off x="8772725" y="152035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이벤트복사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04FD8-7BAA-BC47-91FF-50D2DDDF0053}"/>
              </a:ext>
            </a:extLst>
          </p:cNvPr>
          <p:cNvSpPr txBox="1"/>
          <p:nvPr/>
        </p:nvSpPr>
        <p:spPr>
          <a:xfrm>
            <a:off x="391103" y="152437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기본정보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690660B-5F55-4B36-122B-DE3520D0E147}"/>
              </a:ext>
            </a:extLst>
          </p:cNvPr>
          <p:cNvCxnSpPr/>
          <p:nvPr/>
        </p:nvCxnSpPr>
        <p:spPr>
          <a:xfrm>
            <a:off x="274872" y="1836093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6F857004-C571-0D31-0F37-BAD648B6B49F}"/>
              </a:ext>
            </a:extLst>
          </p:cNvPr>
          <p:cNvGrpSpPr/>
          <p:nvPr/>
        </p:nvGrpSpPr>
        <p:grpSpPr>
          <a:xfrm>
            <a:off x="468356" y="3016527"/>
            <a:ext cx="2125006" cy="230832"/>
            <a:chOff x="468356" y="3039878"/>
            <a:chExt cx="2125006" cy="230832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B920B82-3C54-C426-EBDB-E29E744FB90D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운영기간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99EBE62E-5109-3935-E5B0-2371CBB560E5}"/>
                </a:ext>
              </a:extLst>
            </p:cNvPr>
            <p:cNvGrpSpPr/>
            <p:nvPr/>
          </p:nvGrpSpPr>
          <p:grpSpPr>
            <a:xfrm>
              <a:off x="1973474" y="3039878"/>
              <a:ext cx="619888" cy="230832"/>
              <a:chOff x="1152377" y="4703843"/>
              <a:chExt cx="619888" cy="230832"/>
            </a:xfrm>
          </p:grpSpPr>
          <p:pic>
            <p:nvPicPr>
              <p:cNvPr id="193" name="Picture 2" descr="on, radio icon">
                <a:extLst>
                  <a:ext uri="{FF2B5EF4-FFF2-40B4-BE49-F238E27FC236}">
                    <a16:creationId xmlns:a16="http://schemas.microsoft.com/office/drawing/2014/main" id="{88A0EA23-E6C4-64D2-5EF0-51B221FCFE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377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23C17AD-3F22-0CE0-0829-63405CAB84ED}"/>
                  </a:ext>
                </a:extLst>
              </p:cNvPr>
              <p:cNvSpPr txBox="1"/>
              <p:nvPr/>
            </p:nvSpPr>
            <p:spPr>
              <a:xfrm>
                <a:off x="120287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기간운영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DF9E49CA-F737-ADE1-8A76-5D1F479C15A1}"/>
                </a:ext>
              </a:extLst>
            </p:cNvPr>
            <p:cNvGrpSpPr/>
            <p:nvPr/>
          </p:nvGrpSpPr>
          <p:grpSpPr>
            <a:xfrm>
              <a:off x="1204158" y="3039878"/>
              <a:ext cx="622662" cy="230832"/>
              <a:chOff x="1664933" y="4703843"/>
              <a:chExt cx="622662" cy="230832"/>
            </a:xfrm>
          </p:grpSpPr>
          <p:pic>
            <p:nvPicPr>
              <p:cNvPr id="189" name="Picture 4" descr="off, radio icon">
                <a:extLst>
                  <a:ext uri="{FF2B5EF4-FFF2-40B4-BE49-F238E27FC236}">
                    <a16:creationId xmlns:a16="http://schemas.microsoft.com/office/drawing/2014/main" id="{486FE950-A03A-5649-5201-404DD34CC0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803B674-8521-5F43-75E6-6AD622E9D8A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상시운영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2D9E8841-385E-4B7E-34B3-910FB056F959}"/>
              </a:ext>
            </a:extLst>
          </p:cNvPr>
          <p:cNvGrpSpPr/>
          <p:nvPr/>
        </p:nvGrpSpPr>
        <p:grpSpPr>
          <a:xfrm>
            <a:off x="2628785" y="2988221"/>
            <a:ext cx="3852184" cy="252209"/>
            <a:chOff x="2628785" y="3011572"/>
            <a:chExt cx="3852184" cy="252209"/>
          </a:xfrm>
        </p:grpSpPr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96612E0-E4A5-4911-DC11-74A5586B7240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198" name="그림 197">
                <a:extLst>
                  <a:ext uri="{FF2B5EF4-FFF2-40B4-BE49-F238E27FC236}">
                    <a16:creationId xmlns:a16="http://schemas.microsoft.com/office/drawing/2014/main" id="{0F9EF6C4-8012-49A0-06CD-CCFCE2894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099C1FE5-3801-9C4C-D288-66CAF25C3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FA5E92A2-CB0D-F5A1-5358-E368D8688923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0147D08-E6AC-B30B-4E42-9FBC8F608770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0C2437B-9FF2-B430-F330-F4C0A8408762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FFD08C6-6290-D200-1F65-6760A83A39AD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4" name="그림 203">
                <a:extLst>
                  <a:ext uri="{FF2B5EF4-FFF2-40B4-BE49-F238E27FC236}">
                    <a16:creationId xmlns:a16="http://schemas.microsoft.com/office/drawing/2014/main" id="{DC273EB8-6CF7-2F29-3E9F-2A7D7E536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9916" y="1124252"/>
                <a:ext cx="253915" cy="230832"/>
              </a:xfrm>
              <a:prstGeom prst="rect">
                <a:avLst/>
              </a:prstGeom>
            </p:spPr>
          </p:pic>
        </p:grpSp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1566EB7B-D8CC-EB1C-A4EC-D6AAD42DFFB7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905E14C6-1AA6-9B05-8859-4C20C56D4073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6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1" name="Rounded Rectangle 35">
              <a:extLst>
                <a:ext uri="{FF2B5EF4-FFF2-40B4-BE49-F238E27FC236}">
                  <a16:creationId xmlns:a16="http://schemas.microsoft.com/office/drawing/2014/main" id="{1709C86F-1088-2A36-5FF0-13D616BA9485}"/>
                </a:ext>
              </a:extLst>
            </p:cNvPr>
            <p:cNvSpPr/>
            <p:nvPr/>
          </p:nvSpPr>
          <p:spPr>
            <a:xfrm>
              <a:off x="5934880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F41675BB-71B8-1CC1-7740-016D2BB92EFB}"/>
              </a:ext>
            </a:extLst>
          </p:cNvPr>
          <p:cNvGrpSpPr/>
          <p:nvPr/>
        </p:nvGrpSpPr>
        <p:grpSpPr>
          <a:xfrm>
            <a:off x="468356" y="3420269"/>
            <a:ext cx="1908028" cy="230832"/>
            <a:chOff x="468356" y="3039878"/>
            <a:chExt cx="1908028" cy="230832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9E973A1A-3DB4-B2BE-E9BB-A20414CF13F3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524EB5B7-353E-6C71-8917-365E604010FC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221" name="Picture 4" descr="off, radio icon">
                <a:extLst>
                  <a:ext uri="{FF2B5EF4-FFF2-40B4-BE49-F238E27FC236}">
                    <a16:creationId xmlns:a16="http://schemas.microsoft.com/office/drawing/2014/main" id="{3B71C58D-B5B1-A997-5D08-568EAF7127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048FC7F-C2CE-79F1-D2AE-D78001D1F42F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225" name="Picture 4" descr="off, radio icon">
                <a:extLst>
                  <a:ext uri="{FF2B5EF4-FFF2-40B4-BE49-F238E27FC236}">
                    <a16:creationId xmlns:a16="http://schemas.microsoft.com/office/drawing/2014/main" id="{BBC9EF23-E55C-013D-3720-502100E072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1824084F-EB8F-A069-31E8-5140DC310095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8C1311FF-C1AB-1959-1093-8F53A16075F4}"/>
              </a:ext>
            </a:extLst>
          </p:cNvPr>
          <p:cNvSpPr txBox="1"/>
          <p:nvPr/>
        </p:nvSpPr>
        <p:spPr>
          <a:xfrm>
            <a:off x="468355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이미지 등록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52" name="Rounded Rectangle 35">
            <a:extLst>
              <a:ext uri="{FF2B5EF4-FFF2-40B4-BE49-F238E27FC236}">
                <a16:creationId xmlns:a16="http://schemas.microsoft.com/office/drawing/2014/main" id="{79BFDE5B-8FA5-9070-09D2-EB57503092D2}"/>
              </a:ext>
            </a:extLst>
          </p:cNvPr>
          <p:cNvSpPr/>
          <p:nvPr/>
        </p:nvSpPr>
        <p:spPr>
          <a:xfrm>
            <a:off x="1508014" y="4353912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95A92A8D-B914-71D7-09AD-AF0A72830533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1304C78-C5E8-6E54-1A60-687E5F2E5752}"/>
              </a:ext>
            </a:extLst>
          </p:cNvPr>
          <p:cNvSpPr txBox="1"/>
          <p:nvPr/>
        </p:nvSpPr>
        <p:spPr>
          <a:xfrm>
            <a:off x="2308667" y="40647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이벤트 목록에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3B93F66E-9E37-E431-DB4D-D4DB24C935C9}"/>
              </a:ext>
            </a:extLst>
          </p:cNvPr>
          <p:cNvSpPr/>
          <p:nvPr/>
        </p:nvSpPr>
        <p:spPr>
          <a:xfrm>
            <a:off x="2609809" y="4976508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0A891B63-D8EE-AC2C-61B1-2F9EBFA7572E}"/>
              </a:ext>
            </a:extLst>
          </p:cNvPr>
          <p:cNvSpPr/>
          <p:nvPr/>
        </p:nvSpPr>
        <p:spPr>
          <a:xfrm>
            <a:off x="1513797" y="4678560"/>
            <a:ext cx="975258" cy="6182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8BD5DA88-EB06-366B-9858-61956A8B9118}"/>
              </a:ext>
            </a:extLst>
          </p:cNvPr>
          <p:cNvSpPr txBox="1"/>
          <p:nvPr/>
        </p:nvSpPr>
        <p:spPr>
          <a:xfrm>
            <a:off x="1415841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목록 썸네일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BDAFF2E1-E8FD-12BC-F129-019D09749282}"/>
              </a:ext>
            </a:extLst>
          </p:cNvPr>
          <p:cNvCxnSpPr/>
          <p:nvPr/>
        </p:nvCxnSpPr>
        <p:spPr>
          <a:xfrm>
            <a:off x="274872" y="386433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6AF62A28-115C-FB3A-4FD8-27F159F6E85C}"/>
              </a:ext>
            </a:extLst>
          </p:cNvPr>
          <p:cNvCxnSpPr>
            <a:cxnSpLocks/>
          </p:cNvCxnSpPr>
          <p:nvPr/>
        </p:nvCxnSpPr>
        <p:spPr>
          <a:xfrm>
            <a:off x="1415841" y="5419163"/>
            <a:ext cx="836818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79BBB6B7-EFF0-E101-5CE1-93B649FD9430}"/>
              </a:ext>
            </a:extLst>
          </p:cNvPr>
          <p:cNvSpPr txBox="1"/>
          <p:nvPr/>
        </p:nvSpPr>
        <p:spPr>
          <a:xfrm>
            <a:off x="2609810" y="4703155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00x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A61E7AE-7307-D0E1-087E-2E0356F335AC}"/>
              </a:ext>
            </a:extLst>
          </p:cNvPr>
          <p:cNvGrpSpPr/>
          <p:nvPr/>
        </p:nvGrpSpPr>
        <p:grpSpPr>
          <a:xfrm>
            <a:off x="468356" y="5558266"/>
            <a:ext cx="9252973" cy="289883"/>
            <a:chOff x="468356" y="1592998"/>
            <a:chExt cx="9252973" cy="28988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5B69202-3AAF-8C5F-1AE9-D79DF6A72838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목록 카드용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최대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미작성시 상세 콘텐츠 내용 노출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86A36D-789D-B427-D811-9FEABB540FB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요약설명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925F1EFC-43DE-FF7A-06DE-97AE5A89DE68}"/>
              </a:ext>
            </a:extLst>
          </p:cNvPr>
          <p:cNvSpPr txBox="1"/>
          <p:nvPr/>
        </p:nvSpPr>
        <p:spPr>
          <a:xfrm>
            <a:off x="468356" y="6035923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Rounded Rectangle 35">
            <a:extLst>
              <a:ext uri="{FF2B5EF4-FFF2-40B4-BE49-F238E27FC236}">
                <a16:creationId xmlns:a16="http://schemas.microsoft.com/office/drawing/2014/main" id="{636F802F-582F-FDB0-47F8-68C1991833CD}"/>
              </a:ext>
            </a:extLst>
          </p:cNvPr>
          <p:cNvSpPr/>
          <p:nvPr/>
        </p:nvSpPr>
        <p:spPr>
          <a:xfrm>
            <a:off x="1539072" y="6047284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05135D3-2BC8-562E-8287-A043697204DE}"/>
              </a:ext>
            </a:extLst>
          </p:cNvPr>
          <p:cNvSpPr/>
          <p:nvPr/>
        </p:nvSpPr>
        <p:spPr>
          <a:xfrm>
            <a:off x="1544855" y="6367916"/>
            <a:ext cx="975258" cy="874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ABBDF59-2049-BB6D-84F9-626F628667E3}"/>
              </a:ext>
            </a:extLst>
          </p:cNvPr>
          <p:cNvSpPr txBox="1"/>
          <p:nvPr/>
        </p:nvSpPr>
        <p:spPr>
          <a:xfrm>
            <a:off x="2640868" y="6316558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E2F5723-CB44-A9AC-C376-DE7D2616D4A4}"/>
              </a:ext>
            </a:extLst>
          </p:cNvPr>
          <p:cNvSpPr txBox="1"/>
          <p:nvPr/>
        </p:nvSpPr>
        <p:spPr>
          <a:xfrm>
            <a:off x="2308667" y="6048257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7F2D6D8-3581-034D-928F-3A8E3966DB0E}"/>
              </a:ext>
            </a:extLst>
          </p:cNvPr>
          <p:cNvSpPr/>
          <p:nvPr/>
        </p:nvSpPr>
        <p:spPr>
          <a:xfrm>
            <a:off x="58848" y="677660"/>
            <a:ext cx="10016215" cy="5760640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90C1773-FCE9-3A7E-3EC0-94D7A1CD4B04}"/>
              </a:ext>
            </a:extLst>
          </p:cNvPr>
          <p:cNvSpPr/>
          <p:nvPr/>
        </p:nvSpPr>
        <p:spPr>
          <a:xfrm>
            <a:off x="1976807" y="1409707"/>
            <a:ext cx="6088338" cy="41927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Rounded Rectangle 35">
            <a:extLst>
              <a:ext uri="{FF2B5EF4-FFF2-40B4-BE49-F238E27FC236}">
                <a16:creationId xmlns:a16="http://schemas.microsoft.com/office/drawing/2014/main" id="{37E8FC23-BB44-DC3D-6EC5-E0DB144C937A}"/>
              </a:ext>
            </a:extLst>
          </p:cNvPr>
          <p:cNvSpPr/>
          <p:nvPr/>
        </p:nvSpPr>
        <p:spPr>
          <a:xfrm>
            <a:off x="4685322" y="4997865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선택</a:t>
            </a: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53E58167-4E67-B2B1-8EE2-F54BBA8F6ACC}"/>
              </a:ext>
            </a:extLst>
          </p:cNvPr>
          <p:cNvSpPr/>
          <p:nvPr/>
        </p:nvSpPr>
        <p:spPr>
          <a:xfrm>
            <a:off x="4385686" y="50396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0C15A82-81D1-95EE-5174-8775BCC8CD50}"/>
              </a:ext>
            </a:extLst>
          </p:cNvPr>
          <p:cNvSpPr txBox="1"/>
          <p:nvPr/>
        </p:nvSpPr>
        <p:spPr>
          <a:xfrm>
            <a:off x="4577002" y="1623217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복사</a:t>
            </a: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161B5289-5A19-1646-9E7A-FDBEB3504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235784"/>
              </p:ext>
            </p:extLst>
          </p:nvPr>
        </p:nvGraphicFramePr>
        <p:xfrm>
          <a:off x="2300790" y="3138492"/>
          <a:ext cx="5404315" cy="11084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5763">
                  <a:extLst>
                    <a:ext uri="{9D8B030D-6E8A-4147-A177-3AD203B41FA5}">
                      <a16:colId xmlns:a16="http://schemas.microsoft.com/office/drawing/2014/main" val="153326048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95818761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4038029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2143003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14647761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34574843"/>
                    </a:ext>
                  </a:extLst>
                </a:gridCol>
              </a:tblGrid>
              <a:tr h="270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노출상태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2119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기저귀부터 생리대까지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본인부담금 </a:t>
                      </a:r>
                      <a:r>
                        <a:rPr lang="ko-KR" altLang="en-US" sz="700" dirty="0" err="1"/>
                        <a:t>낮춰주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쿠폰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2026.07.10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91210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/>
                        <a:t>국민행볼몰에서</a:t>
                      </a:r>
                      <a:r>
                        <a:rPr lang="ko-KR" altLang="en-US" sz="700" dirty="0"/>
                        <a:t> 바우처 처음 이용하고 </a:t>
                      </a:r>
                      <a:r>
                        <a:rPr lang="ko-KR" altLang="en-US" sz="700" dirty="0" err="1"/>
                        <a:t>물티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사은품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922296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매일매일 도장 꾹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출석체크하고 마일리지 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출석체크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97677"/>
                  </a:ext>
                </a:extLst>
              </a:tr>
            </a:tbl>
          </a:graphicData>
        </a:graphic>
      </p:graphicFrame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CAAEC5A-C756-B614-9F5B-9123C1DB2A87}"/>
              </a:ext>
            </a:extLst>
          </p:cNvPr>
          <p:cNvSpPr/>
          <p:nvPr/>
        </p:nvSpPr>
        <p:spPr>
          <a:xfrm>
            <a:off x="2272922" y="1965955"/>
            <a:ext cx="5566588" cy="9875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3277BBC-D523-F936-E106-6912CE259138}"/>
              </a:ext>
            </a:extLst>
          </p:cNvPr>
          <p:cNvGrpSpPr/>
          <p:nvPr/>
        </p:nvGrpSpPr>
        <p:grpSpPr>
          <a:xfrm>
            <a:off x="4409271" y="2116213"/>
            <a:ext cx="2464621" cy="289883"/>
            <a:chOff x="468356" y="1592998"/>
            <a:chExt cx="2464621" cy="289883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9C5566FD-0F88-2F63-B973-363E8FB7747D}"/>
                </a:ext>
              </a:extLst>
            </p:cNvPr>
            <p:cNvSpPr/>
            <p:nvPr/>
          </p:nvSpPr>
          <p:spPr>
            <a:xfrm>
              <a:off x="1211058" y="1592998"/>
              <a:ext cx="172191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C617E94-6A10-2FDE-8A54-39C5AA530264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이벤트제목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47" name="Rounded Rectangle 35">
            <a:extLst>
              <a:ext uri="{FF2B5EF4-FFF2-40B4-BE49-F238E27FC236}">
                <a16:creationId xmlns:a16="http://schemas.microsoft.com/office/drawing/2014/main" id="{18F809C6-2122-495B-FEEB-B4041744F2B8}"/>
              </a:ext>
            </a:extLst>
          </p:cNvPr>
          <p:cNvSpPr/>
          <p:nvPr/>
        </p:nvSpPr>
        <p:spPr>
          <a:xfrm>
            <a:off x="7178096" y="2579548"/>
            <a:ext cx="51008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검색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BAB0DDC-AD09-42F4-D481-FBD20DFD53D7}"/>
              </a:ext>
            </a:extLst>
          </p:cNvPr>
          <p:cNvGrpSpPr/>
          <p:nvPr/>
        </p:nvGrpSpPr>
        <p:grpSpPr>
          <a:xfrm>
            <a:off x="4409271" y="2523094"/>
            <a:ext cx="2464621" cy="289883"/>
            <a:chOff x="468356" y="1592998"/>
            <a:chExt cx="2464621" cy="289883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65DEB074-E1AC-CF32-96D4-45F56AEACACD}"/>
                </a:ext>
              </a:extLst>
            </p:cNvPr>
            <p:cNvSpPr/>
            <p:nvPr/>
          </p:nvSpPr>
          <p:spPr>
            <a:xfrm>
              <a:off x="1211058" y="1592998"/>
              <a:ext cx="172191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5251959-C758-2FA2-A1FB-54230C09FD72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등록자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A53CF94-7B91-D49B-A511-F88266BECEBC}"/>
              </a:ext>
            </a:extLst>
          </p:cNvPr>
          <p:cNvGrpSpPr/>
          <p:nvPr/>
        </p:nvGrpSpPr>
        <p:grpSpPr>
          <a:xfrm>
            <a:off x="2329710" y="2116213"/>
            <a:ext cx="1835745" cy="289883"/>
            <a:chOff x="468356" y="1592998"/>
            <a:chExt cx="1835745" cy="289883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B2689B9E-7AFF-FE93-29E0-F1E2DBFB71F8}"/>
                </a:ext>
              </a:extLst>
            </p:cNvPr>
            <p:cNvSpPr/>
            <p:nvPr/>
          </p:nvSpPr>
          <p:spPr>
            <a:xfrm>
              <a:off x="1211059" y="1592998"/>
              <a:ext cx="109304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전체               ▼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9A66066-B1E0-C887-9C63-AC612FCD33E3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55" name="모서리가 둥근 직사각형 114">
            <a:extLst>
              <a:ext uri="{FF2B5EF4-FFF2-40B4-BE49-F238E27FC236}">
                <a16:creationId xmlns:a16="http://schemas.microsoft.com/office/drawing/2014/main" id="{098BF923-A096-328E-175E-F4E1153A69E8}"/>
              </a:ext>
            </a:extLst>
          </p:cNvPr>
          <p:cNvSpPr/>
          <p:nvPr/>
        </p:nvSpPr>
        <p:spPr>
          <a:xfrm>
            <a:off x="2210744" y="19926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01D3371C-54F3-BD61-45BC-D9A8C163C257}"/>
              </a:ext>
            </a:extLst>
          </p:cNvPr>
          <p:cNvSpPr/>
          <p:nvPr/>
        </p:nvSpPr>
        <p:spPr>
          <a:xfrm>
            <a:off x="2210744" y="30706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6B07937-AFBA-3C8A-13E3-14F8F6B5B49B}"/>
              </a:ext>
            </a:extLst>
          </p:cNvPr>
          <p:cNvSpPr txBox="1"/>
          <p:nvPr/>
        </p:nvSpPr>
        <p:spPr>
          <a:xfrm>
            <a:off x="7703580" y="1490587"/>
            <a:ext cx="266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C7BBC25F-EA05-3F3F-6DA7-AA69CB314C63}"/>
              </a:ext>
            </a:extLst>
          </p:cNvPr>
          <p:cNvGrpSpPr/>
          <p:nvPr/>
        </p:nvGrpSpPr>
        <p:grpSpPr>
          <a:xfrm>
            <a:off x="2252687" y="4291017"/>
            <a:ext cx="5492188" cy="201675"/>
            <a:chOff x="2249512" y="4291017"/>
            <a:chExt cx="5492188" cy="201675"/>
          </a:xfrm>
        </p:grpSpPr>
        <p:pic>
          <p:nvPicPr>
            <p:cNvPr id="159" name="그림 158">
              <a:extLst>
                <a:ext uri="{FF2B5EF4-FFF2-40B4-BE49-F238E27FC236}">
                  <a16:creationId xmlns:a16="http://schemas.microsoft.com/office/drawing/2014/main" id="{BF85CDA8-D176-62B6-72D4-4E7A1EF19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7335"/>
            <a:stretch>
              <a:fillRect/>
            </a:stretch>
          </p:blipFill>
          <p:spPr>
            <a:xfrm>
              <a:off x="2249512" y="4291017"/>
              <a:ext cx="4807521" cy="201675"/>
            </a:xfrm>
            <a:prstGeom prst="rect">
              <a:avLst/>
            </a:prstGeom>
          </p:spPr>
        </p:pic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30EF2E62-BFD8-7626-E464-4268E459D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5845" t="1" b="3261"/>
            <a:stretch>
              <a:fillRect/>
            </a:stretch>
          </p:blipFill>
          <p:spPr>
            <a:xfrm>
              <a:off x="6336953" y="4291018"/>
              <a:ext cx="1404747" cy="195096"/>
            </a:xfrm>
            <a:prstGeom prst="rect">
              <a:avLst/>
            </a:prstGeom>
          </p:spPr>
        </p:pic>
      </p:grp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44BC3423-8F0B-DB24-2C5E-31F519F5E5AF}"/>
              </a:ext>
            </a:extLst>
          </p:cNvPr>
          <p:cNvSpPr/>
          <p:nvPr/>
        </p:nvSpPr>
        <p:spPr>
          <a:xfrm>
            <a:off x="2207549" y="42249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62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F142-F4D2-66B4-5F3C-1F6E099C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3180D7-4813-5F3C-7995-646208109F1C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이벤트상세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A323D-4B52-67E1-06F9-868B9C0AD59D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이벤트상세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C72F85-725B-CC1A-F82A-EAB9D4846EDA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7AB18-0BDB-27EF-8084-588DB1E0702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4B9A4-A7F1-E9F1-B4A6-CD820D50DC6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E40884E-5C25-200A-83F6-9507524FE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712530"/>
              </p:ext>
            </p:extLst>
          </p:nvPr>
        </p:nvGraphicFramePr>
        <p:xfrm>
          <a:off x="10128399" y="623854"/>
          <a:ext cx="2850436" cy="21820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입력한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정보값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동일하게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라디오버튼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입력필드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비활성화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자동 생성되는 데이터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A6CA088-5882-FD9B-E910-15EEACDFA068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이벤트상세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EE802898-71EA-CA4A-E92E-8B77AD8C0D7C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5D9C797-619B-4731-95D3-2FDB16360948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 err="1">
                <a:latin typeface="맑은 고딕"/>
                <a:ea typeface="맑은 고딕"/>
              </a:rPr>
              <a:t>이벤트상세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6B6E544-8437-BF14-F58C-B736D7C2B369}"/>
              </a:ext>
            </a:extLst>
          </p:cNvPr>
          <p:cNvGrpSpPr/>
          <p:nvPr/>
        </p:nvGrpSpPr>
        <p:grpSpPr>
          <a:xfrm>
            <a:off x="468356" y="2676436"/>
            <a:ext cx="9252973" cy="289883"/>
            <a:chOff x="468356" y="2528700"/>
            <a:chExt cx="9252973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8462D43-FA7F-0B61-7BE8-5BA35BA23306}"/>
                </a:ext>
              </a:extLst>
            </p:cNvPr>
            <p:cNvSpPr/>
            <p:nvPr/>
          </p:nvSpPr>
          <p:spPr>
            <a:xfrm>
              <a:off x="1211057" y="2528700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 err="1">
                  <a:solidFill>
                    <a:srgbClr val="595959"/>
                  </a:solidFill>
                  <a:ea typeface="맑은 고딕"/>
                </a:rPr>
                <a:t>국민행볼몰에서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바우처 처음 이용하고 물티슈 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박스 받아가세요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!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2F5D20-15C3-13B6-D48F-0E2457E0BDB1}"/>
                </a:ext>
              </a:extLst>
            </p:cNvPr>
            <p:cNvSpPr txBox="1"/>
            <p:nvPr/>
          </p:nvSpPr>
          <p:spPr>
            <a:xfrm>
              <a:off x="468356" y="2563863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1070B2D-79E5-4DC1-9264-E426BA8CAC53}"/>
              </a:ext>
            </a:extLst>
          </p:cNvPr>
          <p:cNvGrpSpPr/>
          <p:nvPr/>
        </p:nvGrpSpPr>
        <p:grpSpPr>
          <a:xfrm>
            <a:off x="468356" y="2325123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C37A5D7-7B08-01C1-E147-E9F71AAC20FE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사은품형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52867E-E441-68CD-17DD-FAA8CA5F4B6D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0B77E4-80F9-6A6C-E66D-10F43F7F0F09}"/>
              </a:ext>
            </a:extLst>
          </p:cNvPr>
          <p:cNvSpPr txBox="1"/>
          <p:nvPr/>
        </p:nvSpPr>
        <p:spPr>
          <a:xfrm>
            <a:off x="391103" y="152437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정보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03D2D47-81AC-2926-A399-9A76D497BB62}"/>
              </a:ext>
            </a:extLst>
          </p:cNvPr>
          <p:cNvCxnSpPr/>
          <p:nvPr/>
        </p:nvCxnSpPr>
        <p:spPr>
          <a:xfrm>
            <a:off x="274872" y="1836093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2030DB1D-EF74-6FB8-DAF8-5C2FF119DF25}"/>
              </a:ext>
            </a:extLst>
          </p:cNvPr>
          <p:cNvSpPr txBox="1"/>
          <p:nvPr/>
        </p:nvSpPr>
        <p:spPr>
          <a:xfrm>
            <a:off x="468355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목록 썸네일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5E66C620-F620-001B-336C-40A7A40BB0B3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9C1810DB-2F88-CD61-CF58-71C59F2B158F}"/>
              </a:ext>
            </a:extLst>
          </p:cNvPr>
          <p:cNvSpPr/>
          <p:nvPr/>
        </p:nvSpPr>
        <p:spPr>
          <a:xfrm>
            <a:off x="1415841" y="4732958"/>
            <a:ext cx="7111519" cy="2898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2714CF6C-D398-9D1C-F403-5A46971B3B28}"/>
              </a:ext>
            </a:extLst>
          </p:cNvPr>
          <p:cNvSpPr/>
          <p:nvPr/>
        </p:nvSpPr>
        <p:spPr>
          <a:xfrm>
            <a:off x="1513797" y="4072289"/>
            <a:ext cx="975258" cy="6182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384BB39D-381E-87BD-2D9B-2C7BA623CA89}"/>
              </a:ext>
            </a:extLst>
          </p:cNvPr>
          <p:cNvCxnSpPr/>
          <p:nvPr/>
        </p:nvCxnSpPr>
        <p:spPr>
          <a:xfrm>
            <a:off x="274872" y="386433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983DFFF2-58DB-815B-7703-02226BF2162E}"/>
              </a:ext>
            </a:extLst>
          </p:cNvPr>
          <p:cNvCxnSpPr>
            <a:cxnSpLocks/>
          </p:cNvCxnSpPr>
          <p:nvPr/>
        </p:nvCxnSpPr>
        <p:spPr>
          <a:xfrm>
            <a:off x="1415841" y="5106845"/>
            <a:ext cx="836818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5CF27D3-D243-2F5F-CB33-938318FD27A9}"/>
              </a:ext>
            </a:extLst>
          </p:cNvPr>
          <p:cNvGrpSpPr/>
          <p:nvPr/>
        </p:nvGrpSpPr>
        <p:grpSpPr>
          <a:xfrm>
            <a:off x="468356" y="5267634"/>
            <a:ext cx="9456684" cy="289883"/>
            <a:chOff x="468356" y="1592998"/>
            <a:chExt cx="9456684" cy="28988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FAEB02D-2471-4A12-C6EA-964BB62B1080}"/>
                </a:ext>
              </a:extLst>
            </p:cNvPr>
            <p:cNvSpPr/>
            <p:nvPr/>
          </p:nvSpPr>
          <p:spPr>
            <a:xfrm>
              <a:off x="1414768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요약설명 내용 영역입니다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요약설명 내용 영역입니다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요약설명 내용 영역입니다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F7439B-99F9-CFB5-9E87-7169E561C3A7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요약설명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F090497-66BD-C4D7-2669-3906A708E298}"/>
              </a:ext>
            </a:extLst>
          </p:cNvPr>
          <p:cNvSpPr txBox="1"/>
          <p:nvPr/>
        </p:nvSpPr>
        <p:spPr>
          <a:xfrm>
            <a:off x="468356" y="574051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AD3D510F-A88C-253B-B3C7-627399346796}"/>
              </a:ext>
            </a:extLst>
          </p:cNvPr>
          <p:cNvSpPr/>
          <p:nvPr/>
        </p:nvSpPr>
        <p:spPr>
          <a:xfrm>
            <a:off x="1513797" y="5736474"/>
            <a:ext cx="7847492" cy="7253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116AE2D-B97D-C383-0490-763FAF28D6FE}"/>
              </a:ext>
            </a:extLst>
          </p:cNvPr>
          <p:cNvSpPr/>
          <p:nvPr/>
        </p:nvSpPr>
        <p:spPr>
          <a:xfrm>
            <a:off x="1257433" y="6461863"/>
            <a:ext cx="8526594" cy="119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388EF5C-47F1-1755-9770-7D1B270B27B0}"/>
              </a:ext>
            </a:extLst>
          </p:cNvPr>
          <p:cNvGrpSpPr/>
          <p:nvPr/>
        </p:nvGrpSpPr>
        <p:grpSpPr>
          <a:xfrm>
            <a:off x="468356" y="3027749"/>
            <a:ext cx="9252973" cy="289883"/>
            <a:chOff x="468356" y="2979009"/>
            <a:chExt cx="9252973" cy="289883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52C10A0-1FE1-2BE8-0CCF-C1096BE75E55}"/>
                </a:ext>
              </a:extLst>
            </p:cNvPr>
            <p:cNvSpPr txBox="1"/>
            <p:nvPr/>
          </p:nvSpPr>
          <p:spPr>
            <a:xfrm>
              <a:off x="468356" y="3016527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ea typeface="맑은 고딕"/>
                </a:rPr>
                <a:t>운영기간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F3C8743-7C23-95DC-6E98-7A70E14DB4EA}"/>
                </a:ext>
              </a:extLst>
            </p:cNvPr>
            <p:cNvSpPr/>
            <p:nvPr/>
          </p:nvSpPr>
          <p:spPr>
            <a:xfrm>
              <a:off x="1211057" y="2979009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2026-07-01 ~ 2026-07-31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15D51A4-B40A-6C23-33C5-79048821F61C}"/>
              </a:ext>
            </a:extLst>
          </p:cNvPr>
          <p:cNvGrpSpPr/>
          <p:nvPr/>
        </p:nvGrpSpPr>
        <p:grpSpPr>
          <a:xfrm>
            <a:off x="468356" y="3379062"/>
            <a:ext cx="9252973" cy="289883"/>
            <a:chOff x="468356" y="2979009"/>
            <a:chExt cx="9252973" cy="28988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6CC421-2A19-9165-6576-4DA9A43C3BD7}"/>
                </a:ext>
              </a:extLst>
            </p:cNvPr>
            <p:cNvSpPr txBox="1"/>
            <p:nvPr/>
          </p:nvSpPr>
          <p:spPr>
            <a:xfrm>
              <a:off x="468356" y="3016527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82D54EE-5739-CC6A-AFED-C786F3684FE7}"/>
                </a:ext>
              </a:extLst>
            </p:cNvPr>
            <p:cNvSpPr/>
            <p:nvPr/>
          </p:nvSpPr>
          <p:spPr>
            <a:xfrm>
              <a:off x="1211057" y="2979009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노출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81A835-699A-2F2C-F2DD-0AB3B7C5D32D}"/>
              </a:ext>
            </a:extLst>
          </p:cNvPr>
          <p:cNvGrpSpPr/>
          <p:nvPr/>
        </p:nvGrpSpPr>
        <p:grpSpPr>
          <a:xfrm>
            <a:off x="468356" y="1973810"/>
            <a:ext cx="1978242" cy="289883"/>
            <a:chOff x="468356" y="1592998"/>
            <a:chExt cx="1978242" cy="289883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2C0A504-DC00-60BA-9C51-8A00B0984A57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evt0000000123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B26B46-B1DC-8A42-15C2-A34AF403A3C4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</a:t>
              </a:r>
              <a:r>
                <a:rPr lang="en-US" altLang="ko-KR" sz="800" b="1" dirty="0">
                  <a:latin typeface="맑은 고딕"/>
                  <a:ea typeface="맑은 고딕"/>
                </a:rPr>
                <a:t>ID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338B6659-0701-6A41-E19B-303722D4030A}"/>
              </a:ext>
            </a:extLst>
          </p:cNvPr>
          <p:cNvSpPr/>
          <p:nvPr/>
        </p:nvSpPr>
        <p:spPr>
          <a:xfrm>
            <a:off x="240020" y="19081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57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4B79-9238-A049-C3FD-1FBFD388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AD5C1B3-ECDF-3AE0-8D38-C4BD8E544DD0}"/>
              </a:ext>
            </a:extLst>
          </p:cNvPr>
          <p:cNvGrpSpPr/>
          <p:nvPr/>
        </p:nvGrpSpPr>
        <p:grpSpPr>
          <a:xfrm>
            <a:off x="10368816" y="5282986"/>
            <a:ext cx="1178355" cy="1257003"/>
            <a:chOff x="10034187" y="2999258"/>
            <a:chExt cx="1178355" cy="125700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2125DC6-5D6A-B00A-91B1-6ECBB98786CF}"/>
                </a:ext>
              </a:extLst>
            </p:cNvPr>
            <p:cNvGrpSpPr/>
            <p:nvPr/>
          </p:nvGrpSpPr>
          <p:grpSpPr>
            <a:xfrm>
              <a:off x="10034188" y="3937473"/>
              <a:ext cx="1178354" cy="318788"/>
              <a:chOff x="7502643" y="5722939"/>
              <a:chExt cx="2447801" cy="318788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6B4D615-0A61-A9D5-EE25-7F66F43D1CE6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Rounded Rectangle 27">
                <a:extLst>
                  <a:ext uri="{FF2B5EF4-FFF2-40B4-BE49-F238E27FC236}">
                    <a16:creationId xmlns:a16="http://schemas.microsoft.com/office/drawing/2014/main" id="{C6BB0B03-409E-F55D-F7A1-465A45766F54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출석체크형</a:t>
                </a: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5FF7161-B2C9-3577-02D6-DC55F6D86811}"/>
                </a:ext>
              </a:extLst>
            </p:cNvPr>
            <p:cNvGrpSpPr/>
            <p:nvPr/>
          </p:nvGrpSpPr>
          <p:grpSpPr>
            <a:xfrm>
              <a:off x="10034187" y="2999258"/>
              <a:ext cx="1178354" cy="318788"/>
              <a:chOff x="577578" y="3686354"/>
              <a:chExt cx="1178354" cy="31878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03B8793A-4CE5-DD75-B00C-B85A7D0DFD80}"/>
                  </a:ext>
                </a:extLst>
              </p:cNvPr>
              <p:cNvSpPr/>
              <p:nvPr/>
            </p:nvSpPr>
            <p:spPr>
              <a:xfrm>
                <a:off x="577578" y="3686354"/>
                <a:ext cx="1178354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FDA0777F-4DCE-2EBE-800F-F60EAD16FDB1}"/>
                  </a:ext>
                </a:extLst>
              </p:cNvPr>
              <p:cNvSpPr/>
              <p:nvPr/>
            </p:nvSpPr>
            <p:spPr>
              <a:xfrm>
                <a:off x="657152" y="3748614"/>
                <a:ext cx="104772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유형선택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9B4F98D-0FE8-1F91-5E14-00D914B318CD}"/>
                </a:ext>
              </a:extLst>
            </p:cNvPr>
            <p:cNvGrpSpPr/>
            <p:nvPr/>
          </p:nvGrpSpPr>
          <p:grpSpPr>
            <a:xfrm>
              <a:off x="10034188" y="3305382"/>
              <a:ext cx="1178354" cy="318788"/>
              <a:chOff x="7502643" y="5722939"/>
              <a:chExt cx="2447801" cy="31878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B213E51-271F-EFC1-81CC-83D61EFBBA5D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B98B20AE-56FB-5DB6-580C-3E512B3899C0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사은품형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074A4F8-F722-7306-B391-96470D5630DF}"/>
                </a:ext>
              </a:extLst>
            </p:cNvPr>
            <p:cNvGrpSpPr/>
            <p:nvPr/>
          </p:nvGrpSpPr>
          <p:grpSpPr>
            <a:xfrm>
              <a:off x="10034188" y="3618803"/>
              <a:ext cx="1178354" cy="318788"/>
              <a:chOff x="7502643" y="5722939"/>
              <a:chExt cx="2447801" cy="31878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78ABA8D-4016-B602-2440-9984FF6F1BB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72A10725-26F6-2F0D-3C43-BF46DF6C59B5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쿠폰발급형</a:t>
                </a:r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A95D4C43-44D2-F72B-CCD9-671019F303DC}"/>
              </a:ext>
            </a:extLst>
          </p:cNvPr>
          <p:cNvSpPr txBox="1"/>
          <p:nvPr/>
        </p:nvSpPr>
        <p:spPr>
          <a:xfrm>
            <a:off x="468356" y="32796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FA978F6-B046-D8C7-A0F9-F3E8FC4FAFC9}"/>
              </a:ext>
            </a:extLst>
          </p:cNvPr>
          <p:cNvSpPr/>
          <p:nvPr/>
        </p:nvSpPr>
        <p:spPr>
          <a:xfrm>
            <a:off x="1513797" y="323925"/>
            <a:ext cx="7847492" cy="20584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3202DA-74DC-C7B9-0BD9-F2FD1168103F}"/>
              </a:ext>
            </a:extLst>
          </p:cNvPr>
          <p:cNvSpPr/>
          <p:nvPr/>
        </p:nvSpPr>
        <p:spPr>
          <a:xfrm>
            <a:off x="1257433" y="6461863"/>
            <a:ext cx="8526594" cy="119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96A650E-4A04-6B02-DF3B-DFD68E82B24D}"/>
              </a:ext>
            </a:extLst>
          </p:cNvPr>
          <p:cNvGrpSpPr/>
          <p:nvPr/>
        </p:nvGrpSpPr>
        <p:grpSpPr>
          <a:xfrm>
            <a:off x="1471729" y="2818845"/>
            <a:ext cx="8280657" cy="1184795"/>
            <a:chOff x="468356" y="1628161"/>
            <a:chExt cx="8280657" cy="118479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992DE4E-F3AF-1E57-F113-FBE5C60F823F}"/>
                </a:ext>
              </a:extLst>
            </p:cNvPr>
            <p:cNvSpPr/>
            <p:nvPr/>
          </p:nvSpPr>
          <p:spPr>
            <a:xfrm>
              <a:off x="542675" y="1874350"/>
              <a:ext cx="8206338" cy="9386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본 이벤트는 회원 </a:t>
              </a:r>
              <a:r>
                <a:rPr lang="ko-KR" altLang="ko-KR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ID당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1회만 참여 가능합니다.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이벤트 기간 및 혜택 내용은 당사 사정에 따라 사전 고지 없이 변경 또는 조기 종료될 수 있습니다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사은품 증정 이벤트의 경우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회원가입 시 기재된 ＇기본 </a:t>
              </a:r>
              <a:r>
                <a:rPr lang="ko-KR" altLang="ko-KR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배송지＇로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ko-KR" altLang="ko-KR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발송되오니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, 결제 전 마이페이지에서 주소지를 꼭 확인해 주세요.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결제 취소 및 반품 시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이벤트 참여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대상에서 제외되며,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이미 지급받은 혜택은 회수되거나 반환 대상이 될 수 있습니다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본 사은품은 당사 사정에 따라 사전 고지 없이 동일 금액대의 유사 상품으로 변경될 수 있습니다.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부정한 방법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허위 주문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다계정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등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으로 참여한 경우 혜택 지급이 취소되며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기지급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혜택은 회수될 수 있습니다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이벤트 관련 문의는 고객센터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(0000-0000,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평일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09:00~18:00)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로 부탁드립니다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99FAFC0-9FAE-9D65-E784-16267DFED14E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유의사항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EAAC1B-F9EC-56D1-2803-4440EDE86175}"/>
              </a:ext>
            </a:extLst>
          </p:cNvPr>
          <p:cNvSpPr/>
          <p:nvPr/>
        </p:nvSpPr>
        <p:spPr>
          <a:xfrm>
            <a:off x="1415841" y="2417542"/>
            <a:ext cx="7111519" cy="2898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내용 영역입니다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42A7E163-D329-F5CB-EE93-62AC26D31E80}"/>
              </a:ext>
            </a:extLst>
          </p:cNvPr>
          <p:cNvGrpSpPr/>
          <p:nvPr/>
        </p:nvGrpSpPr>
        <p:grpSpPr>
          <a:xfrm>
            <a:off x="391103" y="4719586"/>
            <a:ext cx="9330226" cy="2052717"/>
            <a:chOff x="391103" y="4031848"/>
            <a:chExt cx="9330226" cy="205271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99935A7-C7D1-09C3-E606-179CA20DFF9A}"/>
                </a:ext>
              </a:extLst>
            </p:cNvPr>
            <p:cNvSpPr/>
            <p:nvPr/>
          </p:nvSpPr>
          <p:spPr>
            <a:xfrm>
              <a:off x="391103" y="4031848"/>
              <a:ext cx="9330226" cy="20527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E92A23-353B-6FCA-A39F-BCF495C76536}"/>
                </a:ext>
              </a:extLst>
            </p:cNvPr>
            <p:cNvSpPr txBox="1"/>
            <p:nvPr/>
          </p:nvSpPr>
          <p:spPr>
            <a:xfrm>
              <a:off x="468355" y="4214125"/>
              <a:ext cx="90004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사은품형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0F23939-AF83-3A2A-946B-0C711ECC2B8D}"/>
                </a:ext>
              </a:extLst>
            </p:cNvPr>
            <p:cNvGrpSpPr/>
            <p:nvPr/>
          </p:nvGrpSpPr>
          <p:grpSpPr>
            <a:xfrm>
              <a:off x="1415841" y="4181006"/>
              <a:ext cx="5065128" cy="289883"/>
              <a:chOff x="468356" y="1592998"/>
              <a:chExt cx="5065128" cy="289883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0E87A6CA-12A6-BB8E-3A57-3140D1DB3F87}"/>
                  </a:ext>
                </a:extLst>
              </p:cNvPr>
              <p:cNvSpPr/>
              <p:nvPr/>
            </p:nvSpPr>
            <p:spPr>
              <a:xfrm>
                <a:off x="1211057" y="1592998"/>
                <a:ext cx="4322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r>
                  <a:rPr lang="ko-KR" altLang="ko-KR" sz="800" dirty="0">
                    <a:solidFill>
                      <a:schemeClr val="bg1">
                        <a:lumMod val="50000"/>
                      </a:schemeClr>
                    </a:solidFill>
                    <a:ea typeface="맑은 고딕"/>
                  </a:rPr>
                  <a:t>네이처 </a:t>
                </a:r>
                <a:r>
                  <a:rPr lang="ko-KR" altLang="ko-KR" sz="800" dirty="0" err="1">
                    <a:solidFill>
                      <a:schemeClr val="bg1">
                        <a:lumMod val="50000"/>
                      </a:schemeClr>
                    </a:solidFill>
                    <a:ea typeface="맑은 고딕"/>
                  </a:rPr>
                  <a:t>무화학</a:t>
                </a:r>
                <a:r>
                  <a:rPr lang="ko-KR" altLang="ko-KR" sz="800" dirty="0">
                    <a:solidFill>
                      <a:schemeClr val="bg1">
                        <a:lumMod val="50000"/>
                      </a:schemeClr>
                    </a:solidFill>
                    <a:ea typeface="맑은 고딕"/>
                  </a:rPr>
                  <a:t> 순면 아기 물티슈 1박스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1FA245-964C-CD56-72F9-EB288DA76D4B}"/>
                  </a:ext>
                </a:extLst>
              </p:cNvPr>
              <p:cNvSpPr txBox="1"/>
              <p:nvPr/>
            </p:nvSpPr>
            <p:spPr>
              <a:xfrm>
                <a:off x="468356" y="1628161"/>
                <a:ext cx="8199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* </a:t>
                </a:r>
                <a:r>
                  <a:rPr lang="ko-KR" altLang="en-US" sz="800" b="1" dirty="0">
                    <a:latin typeface="맑은 고딕"/>
                    <a:ea typeface="맑은 고딕"/>
                  </a:rPr>
                  <a:t>사은품명</a:t>
                </a:r>
                <a:endParaRPr lang="ko-KR" altLang="en-US" sz="800" dirty="0">
                  <a:solidFill>
                    <a:srgbClr val="8A8A8A"/>
                  </a:solidFill>
                  <a:latin typeface="맑은 고딕"/>
                  <a:ea typeface="맑은 고딕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087C3CD-A2BA-D1BA-6493-1D744A1CB741}"/>
                </a:ext>
              </a:extLst>
            </p:cNvPr>
            <p:cNvGrpSpPr/>
            <p:nvPr/>
          </p:nvGrpSpPr>
          <p:grpSpPr>
            <a:xfrm>
              <a:off x="6624985" y="4181006"/>
              <a:ext cx="2376264" cy="289883"/>
              <a:chOff x="468356" y="1592998"/>
              <a:chExt cx="2376264" cy="289883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B23C503E-D874-3D58-6C41-98DB33DF23DA}"/>
                  </a:ext>
                </a:extLst>
              </p:cNvPr>
              <p:cNvSpPr/>
              <p:nvPr/>
            </p:nvSpPr>
            <p:spPr>
              <a:xfrm>
                <a:off x="1211057" y="1592998"/>
                <a:ext cx="1633563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EA3CDF-BA22-DB29-A0F8-5D72EA916F97}"/>
                  </a:ext>
                </a:extLst>
              </p:cNvPr>
              <p:cNvSpPr txBox="1"/>
              <p:nvPr/>
            </p:nvSpPr>
            <p:spPr>
              <a:xfrm>
                <a:off x="468356" y="1628161"/>
                <a:ext cx="8199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* </a:t>
                </a:r>
                <a:r>
                  <a:rPr lang="ko-KR" altLang="en-US" sz="800" b="1" dirty="0">
                    <a:latin typeface="맑은 고딕"/>
                    <a:ea typeface="맑은 고딕"/>
                  </a:rPr>
                  <a:t>수량</a:t>
                </a:r>
                <a:endParaRPr lang="ko-KR" altLang="en-US" sz="800" dirty="0">
                  <a:solidFill>
                    <a:srgbClr val="8A8A8A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33A3EE8-A384-221D-D87F-60C89E97DCC9}"/>
                </a:ext>
              </a:extLst>
            </p:cNvPr>
            <p:cNvSpPr txBox="1"/>
            <p:nvPr/>
          </p:nvSpPr>
          <p:spPr>
            <a:xfrm>
              <a:off x="1415841" y="4656280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지급조건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BFAFE82-E784-88B4-73DC-AC296AE849A9}"/>
                </a:ext>
              </a:extLst>
            </p:cNvPr>
            <p:cNvGrpSpPr/>
            <p:nvPr/>
          </p:nvGrpSpPr>
          <p:grpSpPr>
            <a:xfrm>
              <a:off x="2053393" y="4674200"/>
              <a:ext cx="4859624" cy="200055"/>
              <a:chOff x="2053393" y="2687476"/>
              <a:chExt cx="4859624" cy="200055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9A2221-5106-003C-12D9-001F8817A5BC}"/>
                  </a:ext>
                </a:extLst>
              </p:cNvPr>
              <p:cNvSpPr txBox="1"/>
              <p:nvPr/>
            </p:nvSpPr>
            <p:spPr>
              <a:xfrm>
                <a:off x="2053393" y="2687476"/>
                <a:ext cx="166458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■ 바우처 사용 무관  </a:t>
                </a:r>
                <a:endParaRPr lang="ko-KR" altLang="en-US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3FFB9C3-8CEF-17E3-21F0-E8DBD540C9ED}"/>
                  </a:ext>
                </a:extLst>
              </p:cNvPr>
              <p:cNvSpPr txBox="1"/>
              <p:nvPr/>
            </p:nvSpPr>
            <p:spPr>
              <a:xfrm>
                <a:off x="3114915" y="2687476"/>
                <a:ext cx="12825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□ 기저귀</a:t>
                </a:r>
                <a:r>
                  <a:rPr lang="en-US" altLang="ko-KR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</a:t>
                </a:r>
                <a:r>
                  <a:rPr lang="ko-KR" altLang="en-US" sz="7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조제분유지원</a:t>
                </a:r>
                <a:endParaRPr lang="ko-KR" altLang="en-US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31E0575-A35B-1C56-FD3E-7503E152B838}"/>
                  </a:ext>
                </a:extLst>
              </p:cNvPr>
              <p:cNvSpPr txBox="1"/>
              <p:nvPr/>
            </p:nvSpPr>
            <p:spPr>
              <a:xfrm>
                <a:off x="4335400" y="2687476"/>
                <a:ext cx="12825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□ </a:t>
                </a:r>
                <a:r>
                  <a:rPr lang="ko-KR" altLang="en-US" sz="7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여성청소년생리대지원</a:t>
                </a:r>
                <a:endParaRPr lang="ko-KR" altLang="en-US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B4BA0D1-6F6B-759E-FF92-00AE23532B24}"/>
                  </a:ext>
                </a:extLst>
              </p:cNvPr>
              <p:cNvSpPr txBox="1"/>
              <p:nvPr/>
            </p:nvSpPr>
            <p:spPr>
              <a:xfrm>
                <a:off x="5630492" y="2687476"/>
                <a:ext cx="128252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□ 첫만남 이용권</a:t>
                </a:r>
                <a:endParaRPr lang="ko-KR" altLang="en-US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42C94EC-0402-C114-9E25-CE5113EC5B01}"/>
                </a:ext>
              </a:extLst>
            </p:cNvPr>
            <p:cNvGrpSpPr/>
            <p:nvPr/>
          </p:nvGrpSpPr>
          <p:grpSpPr>
            <a:xfrm>
              <a:off x="2053393" y="4906887"/>
              <a:ext cx="1795574" cy="209804"/>
              <a:chOff x="2053393" y="2920163"/>
              <a:chExt cx="1795574" cy="209804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AC6DA3B-2EFF-BECF-DE08-7C09B8D39862}"/>
                  </a:ext>
                </a:extLst>
              </p:cNvPr>
              <p:cNvSpPr txBox="1"/>
              <p:nvPr/>
            </p:nvSpPr>
            <p:spPr>
              <a:xfrm>
                <a:off x="2053393" y="2920163"/>
                <a:ext cx="166458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최소결제금액</a:t>
                </a:r>
                <a:endParaRPr lang="ko-KR" altLang="en-US" sz="700" dirty="0">
                  <a:ea typeface="맑은 고딕"/>
                </a:endParaRPr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0B13B7F4-8305-C3F1-CF83-9923C1C5AB3A}"/>
                  </a:ext>
                </a:extLst>
              </p:cNvPr>
              <p:cNvGrpSpPr/>
              <p:nvPr/>
            </p:nvGrpSpPr>
            <p:grpSpPr>
              <a:xfrm>
                <a:off x="2911225" y="2929912"/>
                <a:ext cx="937742" cy="200055"/>
                <a:chOff x="1265674" y="4722893"/>
                <a:chExt cx="937742" cy="200055"/>
              </a:xfrm>
            </p:grpSpPr>
            <p:pic>
              <p:nvPicPr>
                <p:cNvPr id="131" name="Picture 2" descr="on, radio icon">
                  <a:extLst>
                    <a:ext uri="{FF2B5EF4-FFF2-40B4-BE49-F238E27FC236}">
                      <a16:creationId xmlns:a16="http://schemas.microsoft.com/office/drawing/2014/main" id="{0926DFE0-359F-7545-985D-715A0986B5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65674" y="4769944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8B0ABB2D-ECC5-8658-BB7F-3C64796D812E}"/>
                    </a:ext>
                  </a:extLst>
                </p:cNvPr>
                <p:cNvSpPr txBox="1"/>
                <p:nvPr/>
              </p:nvSpPr>
              <p:spPr>
                <a:xfrm>
                  <a:off x="1839214" y="4722893"/>
                  <a:ext cx="36420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적용</a:t>
                  </a:r>
                </a:p>
              </p:txBody>
            </p:sp>
          </p:grpSp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0ABA7CD0-0F38-548A-380F-DDFACD85905E}"/>
                  </a:ext>
                </a:extLst>
              </p:cNvPr>
              <p:cNvGrpSpPr/>
              <p:nvPr/>
            </p:nvGrpSpPr>
            <p:grpSpPr>
              <a:xfrm>
                <a:off x="2964500" y="2929912"/>
                <a:ext cx="572062" cy="200055"/>
                <a:chOff x="2626829" y="4072650"/>
                <a:chExt cx="572062" cy="200055"/>
              </a:xfrm>
            </p:grpSpPr>
            <p:pic>
              <p:nvPicPr>
                <p:cNvPr id="129" name="Picture 4" descr="off, radio icon">
                  <a:extLst>
                    <a:ext uri="{FF2B5EF4-FFF2-40B4-BE49-F238E27FC236}">
                      <a16:creationId xmlns:a16="http://schemas.microsoft.com/office/drawing/2014/main" id="{0786A790-6933-9A1A-8A29-503C388C54E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96593" y="4119701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58DDD33B-F209-3A65-9F4E-9A39F13D4CA7}"/>
                    </a:ext>
                  </a:extLst>
                </p:cNvPr>
                <p:cNvSpPr txBox="1"/>
                <p:nvPr/>
              </p:nvSpPr>
              <p:spPr>
                <a:xfrm>
                  <a:off x="2626829" y="4072650"/>
                  <a:ext cx="4539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미적용</a:t>
                  </a:r>
                </a:p>
              </p:txBody>
            </p:sp>
          </p:grp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549C083C-139C-6D59-1B5F-312209A21680}"/>
                </a:ext>
              </a:extLst>
            </p:cNvPr>
            <p:cNvGrpSpPr/>
            <p:nvPr/>
          </p:nvGrpSpPr>
          <p:grpSpPr>
            <a:xfrm>
              <a:off x="2053393" y="5157581"/>
              <a:ext cx="1795574" cy="209804"/>
              <a:chOff x="2053393" y="2920163"/>
              <a:chExt cx="1795574" cy="209804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7395D64-08A5-4D58-920A-8D0680F6B47D}"/>
                  </a:ext>
                </a:extLst>
              </p:cNvPr>
              <p:cNvSpPr txBox="1"/>
              <p:nvPr/>
            </p:nvSpPr>
            <p:spPr>
              <a:xfrm>
                <a:off x="2053393" y="2920163"/>
                <a:ext cx="166458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첫 결제 여부</a:t>
                </a:r>
                <a:endParaRPr lang="ko-KR" altLang="en-US" sz="700" dirty="0">
                  <a:ea typeface="맑은 고딕"/>
                </a:endParaRPr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46D1DDEE-3494-5822-CCE0-6C773B588354}"/>
                  </a:ext>
                </a:extLst>
              </p:cNvPr>
              <p:cNvGrpSpPr/>
              <p:nvPr/>
            </p:nvGrpSpPr>
            <p:grpSpPr>
              <a:xfrm>
                <a:off x="3434264" y="2929912"/>
                <a:ext cx="414703" cy="200055"/>
                <a:chOff x="1788713" y="4722893"/>
                <a:chExt cx="414703" cy="200055"/>
              </a:xfrm>
            </p:grpSpPr>
            <p:pic>
              <p:nvPicPr>
                <p:cNvPr id="142" name="Picture 2" descr="on, radio icon">
                  <a:extLst>
                    <a:ext uri="{FF2B5EF4-FFF2-40B4-BE49-F238E27FC236}">
                      <a16:creationId xmlns:a16="http://schemas.microsoft.com/office/drawing/2014/main" id="{4A4E0771-3EFB-5B68-2983-5F580D7C58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713" y="4769944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2755F24-0956-FF16-3FF9-B682ED659EDE}"/>
                    </a:ext>
                  </a:extLst>
                </p:cNvPr>
                <p:cNvSpPr txBox="1"/>
                <p:nvPr/>
              </p:nvSpPr>
              <p:spPr>
                <a:xfrm>
                  <a:off x="1839214" y="4722893"/>
                  <a:ext cx="36420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적용</a:t>
                  </a:r>
                </a:p>
              </p:txBody>
            </p:sp>
          </p:grp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0A170479-7213-9687-12BF-B56A4C77FF91}"/>
                  </a:ext>
                </a:extLst>
              </p:cNvPr>
              <p:cNvGrpSpPr/>
              <p:nvPr/>
            </p:nvGrpSpPr>
            <p:grpSpPr>
              <a:xfrm>
                <a:off x="2911225" y="2929912"/>
                <a:ext cx="507245" cy="200055"/>
                <a:chOff x="2573554" y="4072650"/>
                <a:chExt cx="507245" cy="200055"/>
              </a:xfrm>
            </p:grpSpPr>
            <p:pic>
              <p:nvPicPr>
                <p:cNvPr id="139" name="Picture 4" descr="off, radio icon">
                  <a:extLst>
                    <a:ext uri="{FF2B5EF4-FFF2-40B4-BE49-F238E27FC236}">
                      <a16:creationId xmlns:a16="http://schemas.microsoft.com/office/drawing/2014/main" id="{48B80DE3-D23F-0E3C-2395-29ED20A18E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3554" y="4119701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2E72A6D-BFD7-5A61-B213-904FDE2EE3F2}"/>
                    </a:ext>
                  </a:extLst>
                </p:cNvPr>
                <p:cNvSpPr txBox="1"/>
                <p:nvPr/>
              </p:nvSpPr>
              <p:spPr>
                <a:xfrm>
                  <a:off x="2626829" y="4072650"/>
                  <a:ext cx="4539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미적용</a:t>
                  </a:r>
                </a:p>
              </p:txBody>
            </p:sp>
          </p:grp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AAE13109-0D7A-0574-71C7-51597581A0A8}"/>
                </a:ext>
              </a:extLst>
            </p:cNvPr>
            <p:cNvGrpSpPr/>
            <p:nvPr/>
          </p:nvGrpSpPr>
          <p:grpSpPr>
            <a:xfrm>
              <a:off x="2053393" y="5396266"/>
              <a:ext cx="1795574" cy="209804"/>
              <a:chOff x="2053393" y="2920163"/>
              <a:chExt cx="1795574" cy="209804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E3E019B-070B-2708-5FA9-B34B9B4F4670}"/>
                  </a:ext>
                </a:extLst>
              </p:cNvPr>
              <p:cNvSpPr txBox="1"/>
              <p:nvPr/>
            </p:nvSpPr>
            <p:spPr>
              <a:xfrm>
                <a:off x="2053393" y="2920163"/>
                <a:ext cx="166458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중복참여 제한</a:t>
                </a:r>
                <a:endParaRPr lang="ko-KR" altLang="en-US" sz="700" dirty="0">
                  <a:ea typeface="맑은 고딕"/>
                </a:endParaRPr>
              </a:p>
            </p:txBody>
          </p: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A98D3230-24A1-32FA-9681-E47BCEF3B01E}"/>
                  </a:ext>
                </a:extLst>
              </p:cNvPr>
              <p:cNvGrpSpPr/>
              <p:nvPr/>
            </p:nvGrpSpPr>
            <p:grpSpPr>
              <a:xfrm>
                <a:off x="3434264" y="2929912"/>
                <a:ext cx="414703" cy="200055"/>
                <a:chOff x="1788713" y="4722893"/>
                <a:chExt cx="414703" cy="200055"/>
              </a:xfrm>
            </p:grpSpPr>
            <p:pic>
              <p:nvPicPr>
                <p:cNvPr id="150" name="Picture 2" descr="on, radio icon">
                  <a:extLst>
                    <a:ext uri="{FF2B5EF4-FFF2-40B4-BE49-F238E27FC236}">
                      <a16:creationId xmlns:a16="http://schemas.microsoft.com/office/drawing/2014/main" id="{C587735C-E95D-59C9-6774-D3BEF7A0D3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713" y="4769944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0BDBE37-AC51-1F58-E4F6-BFBD77CB8B34}"/>
                    </a:ext>
                  </a:extLst>
                </p:cNvPr>
                <p:cNvSpPr txBox="1"/>
                <p:nvPr/>
              </p:nvSpPr>
              <p:spPr>
                <a:xfrm>
                  <a:off x="1839214" y="4722893"/>
                  <a:ext cx="36420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적용</a:t>
                  </a:r>
                </a:p>
              </p:txBody>
            </p:sp>
          </p:grp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D7C1126C-12F8-0CBA-2CEF-14106586832C}"/>
                  </a:ext>
                </a:extLst>
              </p:cNvPr>
              <p:cNvGrpSpPr/>
              <p:nvPr/>
            </p:nvGrpSpPr>
            <p:grpSpPr>
              <a:xfrm>
                <a:off x="2911225" y="2929912"/>
                <a:ext cx="507245" cy="200055"/>
                <a:chOff x="2573554" y="4072650"/>
                <a:chExt cx="507245" cy="200055"/>
              </a:xfrm>
            </p:grpSpPr>
            <p:pic>
              <p:nvPicPr>
                <p:cNvPr id="148" name="Picture 4" descr="off, radio icon">
                  <a:extLst>
                    <a:ext uri="{FF2B5EF4-FFF2-40B4-BE49-F238E27FC236}">
                      <a16:creationId xmlns:a16="http://schemas.microsoft.com/office/drawing/2014/main" id="{D1797E6E-CF34-53BD-336E-C4E92085D0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alphaModFix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3554" y="4119701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8CF18837-FCF9-1093-31D3-C23326F17413}"/>
                    </a:ext>
                  </a:extLst>
                </p:cNvPr>
                <p:cNvSpPr txBox="1"/>
                <p:nvPr/>
              </p:nvSpPr>
              <p:spPr>
                <a:xfrm>
                  <a:off x="2626829" y="4072650"/>
                  <a:ext cx="4539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미적용</a:t>
                  </a:r>
                </a:p>
              </p:txBody>
            </p:sp>
          </p:grp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89C7A9EA-88D0-4AAB-7E0F-742D13DE164C}"/>
                </a:ext>
              </a:extLst>
            </p:cNvPr>
            <p:cNvGrpSpPr/>
            <p:nvPr/>
          </p:nvGrpSpPr>
          <p:grpSpPr>
            <a:xfrm>
              <a:off x="1415841" y="5764921"/>
              <a:ext cx="1979960" cy="215444"/>
              <a:chOff x="1415841" y="3811462"/>
              <a:chExt cx="1979960" cy="215444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2A0FE54-AB16-9FB0-C1CD-FCB992A028E9}"/>
                  </a:ext>
                </a:extLst>
              </p:cNvPr>
              <p:cNvSpPr txBox="1"/>
              <p:nvPr/>
            </p:nvSpPr>
            <p:spPr>
              <a:xfrm>
                <a:off x="1415841" y="3811462"/>
                <a:ext cx="8199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* </a:t>
                </a:r>
                <a:r>
                  <a:rPr lang="ko-KR" altLang="en-US" sz="800" b="1" dirty="0">
                    <a:latin typeface="맑은 고딕"/>
                    <a:ea typeface="맑은 고딕"/>
                  </a:rPr>
                  <a:t>지급판정</a:t>
                </a:r>
                <a:endParaRPr lang="ko-KR" altLang="en-US" sz="800" dirty="0">
                  <a:solidFill>
                    <a:srgbClr val="8A8A8A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156095D0-64E1-7040-0629-54023A6579DD}"/>
                  </a:ext>
                </a:extLst>
              </p:cNvPr>
              <p:cNvGrpSpPr/>
              <p:nvPr/>
            </p:nvGrpSpPr>
            <p:grpSpPr>
              <a:xfrm>
                <a:off x="2158542" y="3825475"/>
                <a:ext cx="1237259" cy="200055"/>
                <a:chOff x="2270980" y="2929912"/>
                <a:chExt cx="1237259" cy="200055"/>
              </a:xfrm>
            </p:grpSpPr>
            <p:grpSp>
              <p:nvGrpSpPr>
                <p:cNvPr id="155" name="그룹 154">
                  <a:extLst>
                    <a:ext uri="{FF2B5EF4-FFF2-40B4-BE49-F238E27FC236}">
                      <a16:creationId xmlns:a16="http://schemas.microsoft.com/office/drawing/2014/main" id="{A0CBC5B1-0FFF-0EDC-AAC5-F51492D4149B}"/>
                    </a:ext>
                  </a:extLst>
                </p:cNvPr>
                <p:cNvGrpSpPr/>
                <p:nvPr/>
              </p:nvGrpSpPr>
              <p:grpSpPr>
                <a:xfrm>
                  <a:off x="2270980" y="2929912"/>
                  <a:ext cx="594240" cy="200055"/>
                  <a:chOff x="625429" y="4722893"/>
                  <a:chExt cx="594240" cy="200055"/>
                </a:xfrm>
              </p:grpSpPr>
              <p:pic>
                <p:nvPicPr>
                  <p:cNvPr id="159" name="Picture 2" descr="on, radio icon">
                    <a:extLst>
                      <a:ext uri="{FF2B5EF4-FFF2-40B4-BE49-F238E27FC236}">
                        <a16:creationId xmlns:a16="http://schemas.microsoft.com/office/drawing/2014/main" id="{FEB7F4B8-87B2-B21C-A959-812450B34CB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alphaModFix/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25429" y="4769944"/>
                    <a:ext cx="102298" cy="10229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AEAD1E3E-1BEF-DAA9-0AB9-5678B60D642D}"/>
                      </a:ext>
                    </a:extLst>
                  </p:cNvPr>
                  <p:cNvSpPr txBox="1"/>
                  <p:nvPr/>
                </p:nvSpPr>
                <p:spPr>
                  <a:xfrm>
                    <a:off x="675930" y="4722893"/>
                    <a:ext cx="543739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7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구매확정</a:t>
                    </a:r>
                  </a:p>
                </p:txBody>
              </p:sp>
            </p:grpSp>
            <p:grpSp>
              <p:nvGrpSpPr>
                <p:cNvPr id="156" name="그룹 155">
                  <a:extLst>
                    <a:ext uri="{FF2B5EF4-FFF2-40B4-BE49-F238E27FC236}">
                      <a16:creationId xmlns:a16="http://schemas.microsoft.com/office/drawing/2014/main" id="{9CE95ED7-8770-301E-7838-F5BAFB628357}"/>
                    </a:ext>
                  </a:extLst>
                </p:cNvPr>
                <p:cNvGrpSpPr/>
                <p:nvPr/>
              </p:nvGrpSpPr>
              <p:grpSpPr>
                <a:xfrm>
                  <a:off x="2911225" y="2929912"/>
                  <a:ext cx="597014" cy="200055"/>
                  <a:chOff x="2573554" y="4072650"/>
                  <a:chExt cx="597014" cy="200055"/>
                </a:xfrm>
              </p:grpSpPr>
              <p:pic>
                <p:nvPicPr>
                  <p:cNvPr id="157" name="Picture 4" descr="off, radio icon">
                    <a:extLst>
                      <a:ext uri="{FF2B5EF4-FFF2-40B4-BE49-F238E27FC236}">
                        <a16:creationId xmlns:a16="http://schemas.microsoft.com/office/drawing/2014/main" id="{831B6F97-44BD-0ADF-5F9D-55A9283BEA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alphaModFix/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573554" y="4119701"/>
                    <a:ext cx="102298" cy="10229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CA0A0EE1-3912-A09C-4011-F34C51C6A929}"/>
                      </a:ext>
                    </a:extLst>
                  </p:cNvPr>
                  <p:cNvSpPr txBox="1"/>
                  <p:nvPr/>
                </p:nvSpPr>
                <p:spPr>
                  <a:xfrm>
                    <a:off x="2626829" y="4072650"/>
                    <a:ext cx="543739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7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결제완료</a:t>
                    </a:r>
                  </a:p>
                </p:txBody>
              </p:sp>
            </p:grpSp>
          </p:grpSp>
        </p:grpSp>
      </p:grp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DF37ACFD-B4E3-8CF2-03F7-33C0A508D321}"/>
              </a:ext>
            </a:extLst>
          </p:cNvPr>
          <p:cNvCxnSpPr/>
          <p:nvPr/>
        </p:nvCxnSpPr>
        <p:spPr>
          <a:xfrm>
            <a:off x="274872" y="420695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0DDEC0D-DFB2-B53B-79BD-4369B7CA8B58}"/>
              </a:ext>
            </a:extLst>
          </p:cNvPr>
          <p:cNvSpPr txBox="1"/>
          <p:nvPr/>
        </p:nvSpPr>
        <p:spPr>
          <a:xfrm>
            <a:off x="391103" y="4423555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유형별 설정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물결 164">
            <a:extLst>
              <a:ext uri="{FF2B5EF4-FFF2-40B4-BE49-F238E27FC236}">
                <a16:creationId xmlns:a16="http://schemas.microsoft.com/office/drawing/2014/main" id="{BD59D9EF-2CAB-74E5-A750-C8D2C5C985D5}"/>
              </a:ext>
            </a:extLst>
          </p:cNvPr>
          <p:cNvSpPr/>
          <p:nvPr/>
        </p:nvSpPr>
        <p:spPr>
          <a:xfrm>
            <a:off x="1459459" y="1572606"/>
            <a:ext cx="7943275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5810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68B174-535B-9649-7F06-BB2C622A24AE}"/>
              </a:ext>
            </a:extLst>
          </p:cNvPr>
          <p:cNvSpPr/>
          <p:nvPr/>
        </p:nvSpPr>
        <p:spPr>
          <a:xfrm>
            <a:off x="391103" y="558814"/>
            <a:ext cx="9330226" cy="29782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31470-1188-DBF2-ED0A-F6F0454885D7}"/>
              </a:ext>
            </a:extLst>
          </p:cNvPr>
          <p:cNvSpPr txBox="1"/>
          <p:nvPr/>
        </p:nvSpPr>
        <p:spPr>
          <a:xfrm>
            <a:off x="468355" y="70269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쿠폰발급형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37B218F-92CB-1536-7185-9E6FC8F7585B}"/>
              </a:ext>
            </a:extLst>
          </p:cNvPr>
          <p:cNvGrpSpPr/>
          <p:nvPr/>
        </p:nvGrpSpPr>
        <p:grpSpPr>
          <a:xfrm>
            <a:off x="1415841" y="981449"/>
            <a:ext cx="5065128" cy="289883"/>
            <a:chOff x="468356" y="1592998"/>
            <a:chExt cx="5065128" cy="28988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F464C62-F74A-7CF8-D098-6B032FCF87A3}"/>
                </a:ext>
              </a:extLst>
            </p:cNvPr>
            <p:cNvSpPr/>
            <p:nvPr/>
          </p:nvSpPr>
          <p:spPr>
            <a:xfrm>
              <a:off x="1211057" y="1592998"/>
              <a:ext cx="432242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3,000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원 할인 쿠폰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0D07D3-A9CC-1EB7-7D7C-D4923D3A73D0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쿠폰명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F3F281-3656-2C2D-DF01-83C0991CEC06}"/>
              </a:ext>
            </a:extLst>
          </p:cNvPr>
          <p:cNvGrpSpPr/>
          <p:nvPr/>
        </p:nvGrpSpPr>
        <p:grpSpPr>
          <a:xfrm>
            <a:off x="1415841" y="1748993"/>
            <a:ext cx="1869810" cy="289883"/>
            <a:chOff x="468356" y="1592998"/>
            <a:chExt cx="1869810" cy="28988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1A6AEB9-A432-527A-B924-61113B00147D}"/>
                </a:ext>
              </a:extLst>
            </p:cNvPr>
            <p:cNvSpPr/>
            <p:nvPr/>
          </p:nvSpPr>
          <p:spPr>
            <a:xfrm>
              <a:off x="1211057" y="1592998"/>
              <a:ext cx="112710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3,000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28257C-239F-907F-0A39-8447F2226373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할인금액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84DF2ED-7DB6-1B83-1462-F5BDCD94FE9C}"/>
              </a:ext>
            </a:extLst>
          </p:cNvPr>
          <p:cNvSpPr txBox="1"/>
          <p:nvPr/>
        </p:nvSpPr>
        <p:spPr>
          <a:xfrm>
            <a:off x="1415841" y="214458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사용조건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9008479-DC9D-C370-A558-DCBB7037A0A5}"/>
              </a:ext>
            </a:extLst>
          </p:cNvPr>
          <p:cNvGrpSpPr/>
          <p:nvPr/>
        </p:nvGrpSpPr>
        <p:grpSpPr>
          <a:xfrm>
            <a:off x="2053393" y="2162504"/>
            <a:ext cx="4859624" cy="200055"/>
            <a:chOff x="2053393" y="2687476"/>
            <a:chExt cx="4859624" cy="2000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FE8312-FDCF-2601-7B55-0E64334050A3}"/>
                </a:ext>
              </a:extLst>
            </p:cNvPr>
            <p:cNvSpPr txBox="1"/>
            <p:nvPr/>
          </p:nvSpPr>
          <p:spPr>
            <a:xfrm>
              <a:off x="2053393" y="2687476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■ 바우처 사용 무관  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C74FF3-BA6F-3955-58D1-D258733EC556}"/>
                </a:ext>
              </a:extLst>
            </p:cNvPr>
            <p:cNvSpPr txBox="1"/>
            <p:nvPr/>
          </p:nvSpPr>
          <p:spPr>
            <a:xfrm>
              <a:off x="3114915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□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조제분유지원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9F8729-EE56-F030-20AC-0A2D461F1978}"/>
                </a:ext>
              </a:extLst>
            </p:cNvPr>
            <p:cNvSpPr txBox="1"/>
            <p:nvPr/>
          </p:nvSpPr>
          <p:spPr>
            <a:xfrm>
              <a:off x="4335400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□ 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여성청소년생리대지원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D2EAF4-CC2E-3B7C-7D96-58196B94FD52}"/>
                </a:ext>
              </a:extLst>
            </p:cNvPr>
            <p:cNvSpPr txBox="1"/>
            <p:nvPr/>
          </p:nvSpPr>
          <p:spPr>
            <a:xfrm>
              <a:off x="5630492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□ 첫만남 이용권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4D19118-99BF-FB92-65CD-B5638EA40FEA}"/>
              </a:ext>
            </a:extLst>
          </p:cNvPr>
          <p:cNvGrpSpPr/>
          <p:nvPr/>
        </p:nvGrpSpPr>
        <p:grpSpPr>
          <a:xfrm>
            <a:off x="2053393" y="2388538"/>
            <a:ext cx="2998013" cy="219456"/>
            <a:chOff x="2053393" y="2913510"/>
            <a:chExt cx="2998013" cy="21945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25DC10-672C-75B9-7CB5-7CABB52BE69C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최소결제금액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8953085E-EE9A-44E6-014D-3B419AF9EBE1}"/>
                </a:ext>
              </a:extLst>
            </p:cNvPr>
            <p:cNvSpPr/>
            <p:nvPr/>
          </p:nvSpPr>
          <p:spPr>
            <a:xfrm>
              <a:off x="3853555" y="2913510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30,000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6D7263-8CA7-07E7-41E5-BE2C9A04E05B}"/>
                </a:ext>
              </a:extLst>
            </p:cNvPr>
            <p:cNvSpPr txBox="1"/>
            <p:nvPr/>
          </p:nvSpPr>
          <p:spPr>
            <a:xfrm>
              <a:off x="4532062" y="2929760"/>
              <a:ext cx="5193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원 이상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3BAEBEC-69EE-3D99-B637-7B931DDA8F76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24" name="Picture 2" descr="on, radio icon">
                <a:extLst>
                  <a:ext uri="{FF2B5EF4-FFF2-40B4-BE49-F238E27FC236}">
                    <a16:creationId xmlns:a16="http://schemas.microsoft.com/office/drawing/2014/main" id="{0F47B5CD-7C02-DA1C-F643-36F8834346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B2CC27-F075-84F7-26C9-BC7A7AE1FB44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60EB0E3-09BF-2EB8-D4D2-FE15D3379993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22" name="Picture 4" descr="off, radio icon">
                <a:extLst>
                  <a:ext uri="{FF2B5EF4-FFF2-40B4-BE49-F238E27FC236}">
                    <a16:creationId xmlns:a16="http://schemas.microsoft.com/office/drawing/2014/main" id="{EEFF09C9-50E5-B786-CA3B-FD44914433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A6FC57-2BDB-B43E-2F68-32955FCF44E3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30F59F3-FB08-4842-036C-8E91B5E902CC}"/>
              </a:ext>
            </a:extLst>
          </p:cNvPr>
          <p:cNvGrpSpPr/>
          <p:nvPr/>
        </p:nvGrpSpPr>
        <p:grpSpPr>
          <a:xfrm>
            <a:off x="2053393" y="2645885"/>
            <a:ext cx="1795574" cy="209804"/>
            <a:chOff x="2053393" y="2920163"/>
            <a:chExt cx="1795574" cy="20980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153CFFE-D65B-758A-4CFF-606692261DDC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중복사용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C177B85-84AF-EE23-D7AC-027EE8C059C3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32" name="Picture 2" descr="on, radio icon">
                <a:extLst>
                  <a:ext uri="{FF2B5EF4-FFF2-40B4-BE49-F238E27FC236}">
                    <a16:creationId xmlns:a16="http://schemas.microsoft.com/office/drawing/2014/main" id="{1B1C7275-CE43-1FB0-A30A-BD4E02B45E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D4F436-C95F-24EA-8864-AEDFA615D528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D085ACF2-F434-3C8E-7B2A-C497C0B9A67C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30" name="Picture 4" descr="off, radio icon">
                <a:extLst>
                  <a:ext uri="{FF2B5EF4-FFF2-40B4-BE49-F238E27FC236}">
                    <a16:creationId xmlns:a16="http://schemas.microsoft.com/office/drawing/2014/main" id="{F40A6B1C-5D47-0B62-58CE-32B33CC467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E2BCD3-F092-DF00-FE92-BF0B0FE6A57F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10D47DC-5549-CAA0-C388-5A5BF92DEC0A}"/>
              </a:ext>
            </a:extLst>
          </p:cNvPr>
          <p:cNvGrpSpPr/>
          <p:nvPr/>
        </p:nvGrpSpPr>
        <p:grpSpPr>
          <a:xfrm>
            <a:off x="2053393" y="2884570"/>
            <a:ext cx="1795574" cy="209804"/>
            <a:chOff x="2053393" y="2920163"/>
            <a:chExt cx="1795574" cy="20980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FD6989-F3B5-3FD4-11AA-EA41CB504A3D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중복발급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224A661A-7266-6FB8-E035-1301F6540A5A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40" name="Picture 2" descr="on, radio icon">
                <a:extLst>
                  <a:ext uri="{FF2B5EF4-FFF2-40B4-BE49-F238E27FC236}">
                    <a16:creationId xmlns:a16="http://schemas.microsoft.com/office/drawing/2014/main" id="{94B8A7B3-335E-6B8F-BF49-20C19752C7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D7214D-F1D5-CEA6-00FC-FFFA453C1305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BA1D9E8-13FB-261B-265E-B17CADB1F662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38" name="Picture 4" descr="off, radio icon">
                <a:extLst>
                  <a:ext uri="{FF2B5EF4-FFF2-40B4-BE49-F238E27FC236}">
                    <a16:creationId xmlns:a16="http://schemas.microsoft.com/office/drawing/2014/main" id="{382003D9-9CA9-CFAD-3A21-30F809B962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3D90AAC-8709-1642-EDDE-BDADC7C6D8C8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B41F212-6143-4FA0-740C-598B3C01784D}"/>
              </a:ext>
            </a:extLst>
          </p:cNvPr>
          <p:cNvGrpSpPr/>
          <p:nvPr/>
        </p:nvGrpSpPr>
        <p:grpSpPr>
          <a:xfrm>
            <a:off x="1415841" y="3145134"/>
            <a:ext cx="5065128" cy="219456"/>
            <a:chOff x="1415841" y="6330422"/>
            <a:chExt cx="5065128" cy="21945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D931D8E-4DB5-91C4-7AA8-C664AA01BA86}"/>
                </a:ext>
              </a:extLst>
            </p:cNvPr>
            <p:cNvSpPr txBox="1"/>
            <p:nvPr/>
          </p:nvSpPr>
          <p:spPr>
            <a:xfrm>
              <a:off x="1415841" y="63306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발급수량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0712BEAC-169D-EA9E-49F6-2DDB06BE9D74}"/>
                </a:ext>
              </a:extLst>
            </p:cNvPr>
            <p:cNvGrpSpPr/>
            <p:nvPr/>
          </p:nvGrpSpPr>
          <p:grpSpPr>
            <a:xfrm>
              <a:off x="2718377" y="6344638"/>
              <a:ext cx="594240" cy="200055"/>
              <a:chOff x="625429" y="4722893"/>
              <a:chExt cx="594240" cy="200055"/>
            </a:xfrm>
          </p:grpSpPr>
          <p:pic>
            <p:nvPicPr>
              <p:cNvPr id="50" name="Picture 2" descr="on, radio icon">
                <a:extLst>
                  <a:ext uri="{FF2B5EF4-FFF2-40B4-BE49-F238E27FC236}">
                    <a16:creationId xmlns:a16="http://schemas.microsoft.com/office/drawing/2014/main" id="{2E311775-99F1-FCB9-2A88-001A12BCC1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429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CA50F52-0ED1-D7CB-6B28-2E25654960EA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수량설정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BF0395A-FF64-2B6A-6B8A-5F00B5653BB7}"/>
                </a:ext>
              </a:extLst>
            </p:cNvPr>
            <p:cNvGrpSpPr/>
            <p:nvPr/>
          </p:nvGrpSpPr>
          <p:grpSpPr>
            <a:xfrm>
              <a:off x="2158542" y="6344638"/>
              <a:ext cx="507245" cy="200055"/>
              <a:chOff x="2573554" y="4072650"/>
              <a:chExt cx="507245" cy="200055"/>
            </a:xfrm>
          </p:grpSpPr>
          <p:pic>
            <p:nvPicPr>
              <p:cNvPr id="48" name="Picture 4" descr="off, radio icon">
                <a:extLst>
                  <a:ext uri="{FF2B5EF4-FFF2-40B4-BE49-F238E27FC236}">
                    <a16:creationId xmlns:a16="http://schemas.microsoft.com/office/drawing/2014/main" id="{ADE9FD82-3180-1934-83AC-3C74D10365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C4E49AB-D1E0-8D89-6F35-BEAD3CCB342D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무제한</a:t>
                </a:r>
              </a:p>
            </p:txBody>
          </p:sp>
        </p:grpSp>
        <p:sp>
          <p:nvSpPr>
            <p:cNvPr id="46" name="Rounded Rectangle 35">
              <a:extLst>
                <a:ext uri="{FF2B5EF4-FFF2-40B4-BE49-F238E27FC236}">
                  <a16:creationId xmlns:a16="http://schemas.microsoft.com/office/drawing/2014/main" id="{0DB80E1A-34AC-1346-89BA-1A59827770CD}"/>
                </a:ext>
              </a:extLst>
            </p:cNvPr>
            <p:cNvSpPr/>
            <p:nvPr/>
          </p:nvSpPr>
          <p:spPr>
            <a:xfrm>
              <a:off x="3399510" y="6330422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7D1FF6-442C-32A4-8B00-4E26B834726B}"/>
                </a:ext>
              </a:extLst>
            </p:cNvPr>
            <p:cNvSpPr txBox="1"/>
            <p:nvPr/>
          </p:nvSpPr>
          <p:spPr>
            <a:xfrm>
              <a:off x="4078017" y="6346672"/>
              <a:ext cx="240295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매   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※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소진 시 버튼 비활성 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+ 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이벤트 자동 종료 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9C80EB2-2C5F-51F5-B783-FA57F21CF55E}"/>
              </a:ext>
            </a:extLst>
          </p:cNvPr>
          <p:cNvSpPr txBox="1"/>
          <p:nvPr/>
        </p:nvSpPr>
        <p:spPr>
          <a:xfrm>
            <a:off x="1415841" y="140134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유효기간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30A30CC-2502-B098-63DF-9CCF48DED3B2}"/>
              </a:ext>
            </a:extLst>
          </p:cNvPr>
          <p:cNvGrpSpPr/>
          <p:nvPr/>
        </p:nvGrpSpPr>
        <p:grpSpPr>
          <a:xfrm>
            <a:off x="3537145" y="1404336"/>
            <a:ext cx="711576" cy="230832"/>
            <a:chOff x="3045845" y="4819005"/>
            <a:chExt cx="711576" cy="230832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4215752-277B-C85F-06D4-AB479BDB608B}"/>
                </a:ext>
              </a:extLst>
            </p:cNvPr>
            <p:cNvCxnSpPr>
              <a:cxnSpLocks/>
            </p:cNvCxnSpPr>
            <p:nvPr/>
          </p:nvCxnSpPr>
          <p:spPr>
            <a:xfrm>
              <a:off x="3045845" y="5028460"/>
              <a:ext cx="711576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837852-580A-8E10-DF54-C0634EAC7D91}"/>
                </a:ext>
              </a:extLst>
            </p:cNvPr>
            <p:cNvSpPr txBox="1"/>
            <p:nvPr/>
          </p:nvSpPr>
          <p:spPr>
            <a:xfrm>
              <a:off x="3112232" y="4819005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2026. 08. 31</a:t>
              </a:r>
              <a:endPara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1B1E61A-F9B4-CEF8-27B3-DD08D7E1ABB2}"/>
              </a:ext>
            </a:extLst>
          </p:cNvPr>
          <p:cNvGrpSpPr/>
          <p:nvPr/>
        </p:nvGrpSpPr>
        <p:grpSpPr>
          <a:xfrm>
            <a:off x="3348998" y="1782112"/>
            <a:ext cx="440709" cy="219456"/>
            <a:chOff x="7888452" y="4429237"/>
            <a:chExt cx="1116705" cy="219456"/>
          </a:xfrm>
        </p:grpSpPr>
        <p:sp>
          <p:nvSpPr>
            <p:cNvPr id="58" name="Rounded Rectangle 35">
              <a:extLst>
                <a:ext uri="{FF2B5EF4-FFF2-40B4-BE49-F238E27FC236}">
                  <a16:creationId xmlns:a16="http://schemas.microsoft.com/office/drawing/2014/main" id="{2828EC6F-ACE2-F733-BC0E-73A9F6F3DAD6}"/>
                </a:ext>
              </a:extLst>
            </p:cNvPr>
            <p:cNvSpPr/>
            <p:nvPr/>
          </p:nvSpPr>
          <p:spPr>
            <a:xfrm>
              <a:off x="7888452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59" name="Rounded Rectangle 35">
              <a:extLst>
                <a:ext uri="{FF2B5EF4-FFF2-40B4-BE49-F238E27FC236}">
                  <a16:creationId xmlns:a16="http://schemas.microsoft.com/office/drawing/2014/main" id="{FDAE44DC-B522-D181-DCBC-E04E124139D3}"/>
                </a:ext>
              </a:extLst>
            </p:cNvPr>
            <p:cNvSpPr/>
            <p:nvPr/>
          </p:nvSpPr>
          <p:spPr>
            <a:xfrm>
              <a:off x="8459068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%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A39C1D2-5A70-30DF-E2A2-DFDF7FAC84D4}"/>
              </a:ext>
            </a:extLst>
          </p:cNvPr>
          <p:cNvSpPr txBox="1"/>
          <p:nvPr/>
        </p:nvSpPr>
        <p:spPr>
          <a:xfrm>
            <a:off x="4268160" y="1413369"/>
            <a:ext cx="423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까지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40B50DA-6D5E-1C34-8F9C-BB1DDFB117AF}"/>
              </a:ext>
            </a:extLst>
          </p:cNvPr>
          <p:cNvSpPr/>
          <p:nvPr/>
        </p:nvSpPr>
        <p:spPr>
          <a:xfrm>
            <a:off x="2163969" y="1368231"/>
            <a:ext cx="1235541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날짜지정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             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8FD5ECC-0AF9-D157-9387-44864EBF0CC2}"/>
              </a:ext>
            </a:extLst>
          </p:cNvPr>
          <p:cNvSpPr/>
          <p:nvPr/>
        </p:nvSpPr>
        <p:spPr>
          <a:xfrm>
            <a:off x="391103" y="3667856"/>
            <a:ext cx="933022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66D3FF-AD56-1D2A-3828-804B102E6609}"/>
              </a:ext>
            </a:extLst>
          </p:cNvPr>
          <p:cNvSpPr txBox="1"/>
          <p:nvPr/>
        </p:nvSpPr>
        <p:spPr>
          <a:xfrm>
            <a:off x="468355" y="3811736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출석체크형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A580BF-C012-C426-2126-6D883CD6AD1C}"/>
              </a:ext>
            </a:extLst>
          </p:cNvPr>
          <p:cNvSpPr txBox="1"/>
          <p:nvPr/>
        </p:nvSpPr>
        <p:spPr>
          <a:xfrm>
            <a:off x="2053393" y="4589138"/>
            <a:ext cx="16645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rPr>
              <a:t>보너스적립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3231F3-CC98-A97A-C745-F9E0674E8EB2}"/>
              </a:ext>
            </a:extLst>
          </p:cNvPr>
          <p:cNvSpPr txBox="1"/>
          <p:nvPr/>
        </p:nvSpPr>
        <p:spPr>
          <a:xfrm>
            <a:off x="1415841" y="4198510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적립규칙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C8281D9-390F-F984-5306-45CED5AEA670}"/>
              </a:ext>
            </a:extLst>
          </p:cNvPr>
          <p:cNvSpPr/>
          <p:nvPr/>
        </p:nvSpPr>
        <p:spPr>
          <a:xfrm>
            <a:off x="2885685" y="4165399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10p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E4A5412-1A7D-1C08-71CA-8AC5A7927B26}"/>
              </a:ext>
            </a:extLst>
          </p:cNvPr>
          <p:cNvGrpSpPr/>
          <p:nvPr/>
        </p:nvGrpSpPr>
        <p:grpSpPr>
          <a:xfrm>
            <a:off x="1415841" y="3812887"/>
            <a:ext cx="2184808" cy="215444"/>
            <a:chOff x="1415841" y="2984000"/>
            <a:chExt cx="2184808" cy="2154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F43D94D-B25E-1078-B430-7B66772C85A6}"/>
                </a:ext>
              </a:extLst>
            </p:cNvPr>
            <p:cNvSpPr txBox="1"/>
            <p:nvPr/>
          </p:nvSpPr>
          <p:spPr>
            <a:xfrm>
              <a:off x="1415841" y="2984000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회차설정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FE5816A1-260A-74EB-46F1-359E257B0419}"/>
                </a:ext>
              </a:extLst>
            </p:cNvPr>
            <p:cNvGrpSpPr/>
            <p:nvPr/>
          </p:nvGrpSpPr>
          <p:grpSpPr>
            <a:xfrm>
              <a:off x="2158542" y="2998013"/>
              <a:ext cx="1442107" cy="200055"/>
              <a:chOff x="-222438" y="4722893"/>
              <a:chExt cx="1442107" cy="200055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C5099B1-50C8-593B-20E9-0CC1F9EDC97F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단일기간</a:t>
                </a:r>
              </a:p>
            </p:txBody>
          </p:sp>
          <p:pic>
            <p:nvPicPr>
              <p:cNvPr id="92" name="Picture 2" descr="on, radio icon">
                <a:extLst>
                  <a:ext uri="{FF2B5EF4-FFF2-40B4-BE49-F238E27FC236}">
                    <a16:creationId xmlns:a16="http://schemas.microsoft.com/office/drawing/2014/main" id="{3F40FF80-10F9-CF6B-770E-590E395978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2243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B9D60141-4934-A65F-9EDE-6DAC646593FF}"/>
                </a:ext>
              </a:extLst>
            </p:cNvPr>
            <p:cNvGrpSpPr/>
            <p:nvPr/>
          </p:nvGrpSpPr>
          <p:grpSpPr>
            <a:xfrm>
              <a:off x="2211817" y="2998013"/>
              <a:ext cx="896890" cy="200055"/>
              <a:chOff x="2626829" y="4072650"/>
              <a:chExt cx="896890" cy="200055"/>
            </a:xfrm>
          </p:grpSpPr>
          <p:pic>
            <p:nvPicPr>
              <p:cNvPr id="79" name="Picture 4" descr="off, radio icon">
                <a:extLst>
                  <a:ext uri="{FF2B5EF4-FFF2-40B4-BE49-F238E27FC236}">
                    <a16:creationId xmlns:a16="http://schemas.microsoft.com/office/drawing/2014/main" id="{6147098E-90E3-36F3-99E6-8D32BC0D4F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1421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C0CE41C-CF3B-B88D-F2AF-E7FFDF3E5B50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72327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매월자동갱신</a:t>
                </a:r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F80674D-05DC-8F76-4A3F-DCCE6E7394B0}"/>
              </a:ext>
            </a:extLst>
          </p:cNvPr>
          <p:cNvSpPr txBox="1"/>
          <p:nvPr/>
        </p:nvSpPr>
        <p:spPr>
          <a:xfrm>
            <a:off x="2053393" y="4218331"/>
            <a:ext cx="10553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회 출석 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적립량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16B518A-5778-10AF-B6B7-15D04DA6DFB8}"/>
              </a:ext>
            </a:extLst>
          </p:cNvPr>
          <p:cNvSpPr txBox="1"/>
          <p:nvPr/>
        </p:nvSpPr>
        <p:spPr>
          <a:xfrm>
            <a:off x="2813464" y="4589138"/>
            <a:ext cx="12825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■ 한달 만근 시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29263EE-4234-0116-0182-502D7BB7A726}"/>
              </a:ext>
            </a:extLst>
          </p:cNvPr>
          <p:cNvSpPr/>
          <p:nvPr/>
        </p:nvSpPr>
        <p:spPr>
          <a:xfrm>
            <a:off x="3773014" y="4543630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1,000p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3A8252-8A64-FC30-FD27-0EF031ED9FD2}"/>
              </a:ext>
            </a:extLst>
          </p:cNvPr>
          <p:cNvSpPr txBox="1"/>
          <p:nvPr/>
        </p:nvSpPr>
        <p:spPr>
          <a:xfrm>
            <a:off x="1443910" y="704746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34DD3"/>
                </a:solidFill>
                <a:latin typeface="맑은 고딕"/>
                <a:ea typeface="맑은 고딕"/>
              </a:rPr>
              <a:t>쿠폰①</a:t>
            </a:r>
          </a:p>
        </p:txBody>
      </p:sp>
      <p:sp>
        <p:nvSpPr>
          <p:cNvPr id="95" name="Rounded Rectangle 35">
            <a:extLst>
              <a:ext uri="{FF2B5EF4-FFF2-40B4-BE49-F238E27FC236}">
                <a16:creationId xmlns:a16="http://schemas.microsoft.com/office/drawing/2014/main" id="{7E8618F5-B022-2EA3-F587-9BC818B748A5}"/>
              </a:ext>
            </a:extLst>
          </p:cNvPr>
          <p:cNvSpPr/>
          <p:nvPr/>
        </p:nvSpPr>
        <p:spPr>
          <a:xfrm>
            <a:off x="2906691" y="5176254"/>
            <a:ext cx="768098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수정</a:t>
            </a:r>
          </a:p>
        </p:txBody>
      </p:sp>
      <p:sp>
        <p:nvSpPr>
          <p:cNvPr id="97" name="Rounded Rectangle 35">
            <a:extLst>
              <a:ext uri="{FF2B5EF4-FFF2-40B4-BE49-F238E27FC236}">
                <a16:creationId xmlns:a16="http://schemas.microsoft.com/office/drawing/2014/main" id="{B59F8E70-C918-4E74-3F5A-201AC94028DC}"/>
              </a:ext>
            </a:extLst>
          </p:cNvPr>
          <p:cNvSpPr/>
          <p:nvPr/>
        </p:nvSpPr>
        <p:spPr>
          <a:xfrm>
            <a:off x="3734783" y="5176254"/>
            <a:ext cx="768098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삭제</a:t>
            </a:r>
          </a:p>
        </p:txBody>
      </p:sp>
      <p:sp>
        <p:nvSpPr>
          <p:cNvPr id="98" name="Rounded Rectangle 35">
            <a:extLst>
              <a:ext uri="{FF2B5EF4-FFF2-40B4-BE49-F238E27FC236}">
                <a16:creationId xmlns:a16="http://schemas.microsoft.com/office/drawing/2014/main" id="{11322B8D-00A1-87DE-98C4-2458E1CBD430}"/>
              </a:ext>
            </a:extLst>
          </p:cNvPr>
          <p:cNvSpPr/>
          <p:nvPr/>
        </p:nvSpPr>
        <p:spPr>
          <a:xfrm>
            <a:off x="4562875" y="5176254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PC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미리보기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F8D2CBB8-3EB1-3AF3-89FB-185E782003DB}"/>
              </a:ext>
            </a:extLst>
          </p:cNvPr>
          <p:cNvSpPr/>
          <p:nvPr/>
        </p:nvSpPr>
        <p:spPr>
          <a:xfrm>
            <a:off x="5390967" y="5176254"/>
            <a:ext cx="9627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모바일미리보기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0" name="Rounded Rectangle 35">
            <a:extLst>
              <a:ext uri="{FF2B5EF4-FFF2-40B4-BE49-F238E27FC236}">
                <a16:creationId xmlns:a16="http://schemas.microsoft.com/office/drawing/2014/main" id="{436A9790-A225-502E-9E2A-9FB7D418781F}"/>
              </a:ext>
            </a:extLst>
          </p:cNvPr>
          <p:cNvSpPr/>
          <p:nvPr/>
        </p:nvSpPr>
        <p:spPr>
          <a:xfrm>
            <a:off x="6413753" y="5176254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21318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31657</TotalTime>
  <Words>1899</Words>
  <Application>Microsoft Office PowerPoint</Application>
  <PresentationFormat>사용자 지정</PresentationFormat>
  <Paragraphs>599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1501</cp:revision>
  <dcterms:created xsi:type="dcterms:W3CDTF">2020-09-28T12:25:11Z</dcterms:created>
  <dcterms:modified xsi:type="dcterms:W3CDTF">2026-08-03T05:18:27Z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