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5"/>
  </p:notesMasterIdLst>
  <p:sldIdLst>
    <p:sldId id="1803" r:id="rId5"/>
    <p:sldId id="624" r:id="rId6"/>
    <p:sldId id="2009" r:id="rId7"/>
    <p:sldId id="2087" r:id="rId8"/>
    <p:sldId id="2126" r:id="rId9"/>
    <p:sldId id="2101" r:id="rId10"/>
    <p:sldId id="2116" r:id="rId11"/>
    <p:sldId id="2098" r:id="rId12"/>
    <p:sldId id="2099" r:id="rId13"/>
    <p:sldId id="2110" r:id="rId14"/>
    <p:sldId id="2113" r:id="rId15"/>
    <p:sldId id="2102" r:id="rId16"/>
    <p:sldId id="2108" r:id="rId17"/>
    <p:sldId id="2105" r:id="rId18"/>
    <p:sldId id="2106" r:id="rId19"/>
    <p:sldId id="2114" r:id="rId20"/>
    <p:sldId id="2111" r:id="rId21"/>
    <p:sldId id="2112" r:id="rId22"/>
    <p:sldId id="2107" r:id="rId23"/>
    <p:sldId id="2115" r:id="rId24"/>
    <p:sldId id="2104" r:id="rId25"/>
    <p:sldId id="2123" r:id="rId26"/>
    <p:sldId id="2124" r:id="rId27"/>
    <p:sldId id="2122" r:id="rId28"/>
    <p:sldId id="2117" r:id="rId29"/>
    <p:sldId id="2118" r:id="rId30"/>
    <p:sldId id="2119" r:id="rId31"/>
    <p:sldId id="2120" r:id="rId32"/>
    <p:sldId id="2121" r:id="rId33"/>
    <p:sldId id="2125" r:id="rId34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D890279-9BBF-463D-9FA1-283790891CAB}">
          <p14:sldIdLst>
            <p14:sldId id="1803"/>
            <p14:sldId id="624"/>
          </p14:sldIdLst>
        </p14:section>
        <p14:section name="메뉴구조" id="{A9441180-266A-47AB-9A69-6DF569AB1F6B}">
          <p14:sldIdLst>
            <p14:sldId id="2009"/>
          </p14:sldIdLst>
        </p14:section>
        <p14:section name="메세지 정의" id="{DBF4CA68-15B1-4B79-847B-1333CCED06C1}">
          <p14:sldIdLst>
            <p14:sldId id="2087"/>
            <p14:sldId id="2126"/>
          </p14:sldIdLst>
        </p14:section>
        <p14:section name="메인 팝업 유형 정의" id="{FFDEF219-66B2-4FF4-84BE-559258F98A15}">
          <p14:sldIdLst>
            <p14:sldId id="2101"/>
            <p14:sldId id="2116"/>
          </p14:sldIdLst>
        </p14:section>
        <p14:section name="(공통)메인 팝업 관리 목록" id="{F24AB2E9-6639-4469-86C0-71F699EA05D1}">
          <p14:sldIdLst>
            <p14:sldId id="2098"/>
            <p14:sldId id="2099"/>
            <p14:sldId id="2110"/>
          </p14:sldIdLst>
        </p14:section>
        <p14:section name="국민행복몰_메인팝업 정보등록 화면" id="{5E4ECC08-B4D8-498C-85E6-59DE0F7029FC}">
          <p14:sldIdLst>
            <p14:sldId id="2113"/>
            <p14:sldId id="2102"/>
            <p14:sldId id="2108"/>
            <p14:sldId id="2105"/>
            <p14:sldId id="2106"/>
            <p14:sldId id="2114"/>
            <p14:sldId id="2111"/>
            <p14:sldId id="2112"/>
            <p14:sldId id="2107"/>
          </p14:sldIdLst>
        </p14:section>
        <p14:section name="국민행복몰_메인팝업 정보조회/수정 화면" id="{E634DB5A-2457-432A-867B-AB4725179B07}">
          <p14:sldIdLst>
            <p14:sldId id="2115"/>
            <p14:sldId id="2104"/>
            <p14:sldId id="2123"/>
            <p14:sldId id="2124"/>
          </p14:sldIdLst>
        </p14:section>
        <p14:section name="파트너시스템 탭_목록" id="{E24215E3-66AC-4628-959F-957FF715AE54}">
          <p14:sldIdLst>
            <p14:sldId id="2122"/>
            <p14:sldId id="2117"/>
          </p14:sldIdLst>
        </p14:section>
        <p14:section name="파트너시스템 탭_등록" id="{056F54C4-020F-411B-A5A0-8F5D2A7A02F1}">
          <p14:sldIdLst>
            <p14:sldId id="2118"/>
            <p14:sldId id="2119"/>
          </p14:sldIdLst>
        </p14:section>
        <p14:section name="파트너시스템 탭_조회/수정" id="{12F611B2-296F-498B-B99E-19E0D823A71E}">
          <p14:sldIdLst>
            <p14:sldId id="2120"/>
            <p14:sldId id="2121"/>
            <p14:sldId id="21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E46C0A"/>
    <a:srgbClr val="FF9933"/>
    <a:srgbClr val="FFFFFF"/>
    <a:srgbClr val="34A44E"/>
    <a:srgbClr val="EB7A67"/>
    <a:srgbClr val="F28C7A"/>
    <a:srgbClr val="00589A"/>
    <a:srgbClr val="F9B129"/>
    <a:srgbClr val="235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68" autoAdjust="0"/>
    <p:restoredTop sz="96391" autoAdjust="0"/>
  </p:normalViewPr>
  <p:slideViewPr>
    <p:cSldViewPr>
      <p:cViewPr varScale="1">
        <p:scale>
          <a:sx n="160" d="100"/>
          <a:sy n="160" d="100"/>
        </p:scale>
        <p:origin x="210" y="144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선진" userId="2fd7d7e9-5a49-409f-ba72-b2984fb79a4b" providerId="ADAL" clId="{03523254-5EB2-4850-B769-C28839106052}"/>
    <pc:docChg chg="undo redo custSel modSld">
      <pc:chgData name="정선진" userId="2fd7d7e9-5a49-409f-ba72-b2984fb79a4b" providerId="ADAL" clId="{03523254-5EB2-4850-B769-C28839106052}" dt="2020-12-08T15:22:20.982" v="760" actId="20577"/>
      <pc:docMkLst>
        <pc:docMk/>
      </pc:docMkLst>
      <pc:sldChg chg="modSp mod">
        <pc:chgData name="정선진" userId="2fd7d7e9-5a49-409f-ba72-b2984fb79a4b" providerId="ADAL" clId="{03523254-5EB2-4850-B769-C28839106052}" dt="2020-12-08T15:21:58.386" v="756" actId="20577"/>
        <pc:sldMkLst>
          <pc:docMk/>
          <pc:sldMk cId="86950737" sldId="624"/>
        </pc:sldMkLst>
        <pc:graphicFrameChg chg="mod modGraphic">
          <ac:chgData name="정선진" userId="2fd7d7e9-5a49-409f-ba72-b2984fb79a4b" providerId="ADAL" clId="{03523254-5EB2-4850-B769-C28839106052}" dt="2020-12-08T15:21:58.386" v="756" actId="20577"/>
          <ac:graphicFrameMkLst>
            <pc:docMk/>
            <pc:sldMk cId="86950737" sldId="624"/>
            <ac:graphicFrameMk id="5" creationId="{00000000-0000-0000-0000-000000000000}"/>
          </ac:graphicFrameMkLst>
        </pc:graphicFrameChg>
      </pc:sldChg>
      <pc:sldChg chg="modSp mod">
        <pc:chgData name="정선진" userId="2fd7d7e9-5a49-409f-ba72-b2984fb79a4b" providerId="ADAL" clId="{03523254-5EB2-4850-B769-C28839106052}" dt="2020-12-08T15:22:20.982" v="760" actId="20577"/>
        <pc:sldMkLst>
          <pc:docMk/>
          <pc:sldMk cId="531880422" sldId="1803"/>
        </pc:sldMkLst>
        <pc:spChg chg="mod">
          <ac:chgData name="정선진" userId="2fd7d7e9-5a49-409f-ba72-b2984fb79a4b" providerId="ADAL" clId="{03523254-5EB2-4850-B769-C28839106052}" dt="2020-12-08T15:22:18.794" v="758" actId="20577"/>
          <ac:spMkLst>
            <pc:docMk/>
            <pc:sldMk cId="531880422" sldId="1803"/>
            <ac:spMk id="7" creationId="{0D733168-3CE9-4603-B6A6-E5857DF55BB5}"/>
          </ac:spMkLst>
        </pc:spChg>
        <pc:spChg chg="mod">
          <ac:chgData name="정선진" userId="2fd7d7e9-5a49-409f-ba72-b2984fb79a4b" providerId="ADAL" clId="{03523254-5EB2-4850-B769-C28839106052}" dt="2020-12-08T15:22:20.982" v="760" actId="20577"/>
          <ac:spMkLst>
            <pc:docMk/>
            <pc:sldMk cId="531880422" sldId="1803"/>
            <ac:spMk id="9" creationId="{A7F1D930-481B-46EF-BFB3-1BE2E4AD196B}"/>
          </ac:spMkLst>
        </pc:spChg>
      </pc:sldChg>
      <pc:sldChg chg="modSp mod">
        <pc:chgData name="정선진" userId="2fd7d7e9-5a49-409f-ba72-b2984fb79a4b" providerId="ADAL" clId="{03523254-5EB2-4850-B769-C28839106052}" dt="2020-12-08T15:19:14.660" v="454" actId="6549"/>
        <pc:sldMkLst>
          <pc:docMk/>
          <pc:sldMk cId="3370358189" sldId="1840"/>
        </pc:sldMkLst>
        <pc:graphicFrameChg chg="mod modGraphic">
          <ac:chgData name="정선진" userId="2fd7d7e9-5a49-409f-ba72-b2984fb79a4b" providerId="ADAL" clId="{03523254-5EB2-4850-B769-C28839106052}" dt="2020-12-08T15:19:14.660" v="454" actId="6549"/>
          <ac:graphicFrameMkLst>
            <pc:docMk/>
            <pc:sldMk cId="3370358189" sldId="1840"/>
            <ac:graphicFrameMk id="52" creationId="{4A89B116-28CB-2A4B-8FCF-B354CD085752}"/>
          </ac:graphicFrameMkLst>
        </pc:graphicFrameChg>
        <pc:graphicFrameChg chg="mod modGraphic">
          <ac:chgData name="정선진" userId="2fd7d7e9-5a49-409f-ba72-b2984fb79a4b" providerId="ADAL" clId="{03523254-5EB2-4850-B769-C28839106052}" dt="2020-12-08T15:18:58.058" v="447" actId="122"/>
          <ac:graphicFrameMkLst>
            <pc:docMk/>
            <pc:sldMk cId="3370358189" sldId="1840"/>
            <ac:graphicFrameMk id="66" creationId="{5E79D65A-0210-894E-9EF9-B71B338A50FA}"/>
          </ac:graphicFrameMkLst>
        </pc:graphicFrameChg>
      </pc:sldChg>
      <pc:sldChg chg="addSp modSp mod">
        <pc:chgData name="정선진" userId="2fd7d7e9-5a49-409f-ba72-b2984fb79a4b" providerId="ADAL" clId="{03523254-5EB2-4850-B769-C28839106052}" dt="2020-12-08T15:20:00.300" v="463" actId="207"/>
        <pc:sldMkLst>
          <pc:docMk/>
          <pc:sldMk cId="3161967529" sldId="1841"/>
        </pc:sldMkLst>
        <pc:spChg chg="mod">
          <ac:chgData name="정선진" userId="2fd7d7e9-5a49-409f-ba72-b2984fb79a4b" providerId="ADAL" clId="{03523254-5EB2-4850-B769-C28839106052}" dt="2020-12-08T15:16:18.823" v="17" actId="14100"/>
          <ac:spMkLst>
            <pc:docMk/>
            <pc:sldMk cId="3161967529" sldId="1841"/>
            <ac:spMk id="11" creationId="{12318EEE-BF5D-40D8-8409-32ED30671EF6}"/>
          </ac:spMkLst>
        </pc:spChg>
        <pc:spChg chg="mod">
          <ac:chgData name="정선진" userId="2fd7d7e9-5a49-409f-ba72-b2984fb79a4b" providerId="ADAL" clId="{03523254-5EB2-4850-B769-C28839106052}" dt="2020-12-08T15:20:00.300" v="463" actId="207"/>
          <ac:spMkLst>
            <pc:docMk/>
            <pc:sldMk cId="3161967529" sldId="1841"/>
            <ac:spMk id="16" creationId="{2EEF2481-10B4-41A3-B919-3F8D8C750125}"/>
          </ac:spMkLst>
        </pc:spChg>
        <pc:spChg chg="mod">
          <ac:chgData name="정선진" userId="2fd7d7e9-5a49-409f-ba72-b2984fb79a4b" providerId="ADAL" clId="{03523254-5EB2-4850-B769-C28839106052}" dt="2020-12-08T15:16:07.046" v="12" actId="1076"/>
          <ac:spMkLst>
            <pc:docMk/>
            <pc:sldMk cId="3161967529" sldId="1841"/>
            <ac:spMk id="17" creationId="{449E62E7-2759-4631-B4B4-45F423FF55E7}"/>
          </ac:spMkLst>
        </pc:spChg>
        <pc:spChg chg="mod">
          <ac:chgData name="정선진" userId="2fd7d7e9-5a49-409f-ba72-b2984fb79a4b" providerId="ADAL" clId="{03523254-5EB2-4850-B769-C28839106052}" dt="2020-12-08T15:15:36.247" v="5" actId="1076"/>
          <ac:spMkLst>
            <pc:docMk/>
            <pc:sldMk cId="3161967529" sldId="1841"/>
            <ac:spMk id="18" creationId="{39E5D2BD-EF80-4BDE-9B6B-C91F4A8A2B67}"/>
          </ac:spMkLst>
        </pc:spChg>
        <pc:spChg chg="add mod">
          <ac:chgData name="정선진" userId="2fd7d7e9-5a49-409f-ba72-b2984fb79a4b" providerId="ADAL" clId="{03523254-5EB2-4850-B769-C28839106052}" dt="2020-12-08T15:15:38.745" v="7" actId="20577"/>
          <ac:spMkLst>
            <pc:docMk/>
            <pc:sldMk cId="3161967529" sldId="1841"/>
            <ac:spMk id="19" creationId="{BC3F4E6B-32FB-4AC2-AF94-10701466FB2D}"/>
          </ac:spMkLst>
        </pc:spChg>
        <pc:graphicFrameChg chg="modGraphic">
          <ac:chgData name="정선진" userId="2fd7d7e9-5a49-409f-ba72-b2984fb79a4b" providerId="ADAL" clId="{03523254-5EB2-4850-B769-C28839106052}" dt="2020-12-08T15:18:24.019" v="436" actId="6549"/>
          <ac:graphicFrameMkLst>
            <pc:docMk/>
            <pc:sldMk cId="3161967529" sldId="1841"/>
            <ac:graphicFrameMk id="7" creationId="{AE155DCC-1061-4637-998A-8B1F00BF731B}"/>
          </ac:graphicFrameMkLst>
        </pc:graphicFrameChg>
        <pc:graphicFrameChg chg="mod modGraphic">
          <ac:chgData name="정선진" userId="2fd7d7e9-5a49-409f-ba72-b2984fb79a4b" providerId="ADAL" clId="{03523254-5EB2-4850-B769-C28839106052}" dt="2020-12-08T15:17:53.044" v="427" actId="6549"/>
          <ac:graphicFrameMkLst>
            <pc:docMk/>
            <pc:sldMk cId="3161967529" sldId="1841"/>
            <ac:graphicFrameMk id="13" creationId="{421252A2-A094-4A35-8DFE-E06C6C044F47}"/>
          </ac:graphicFrameMkLst>
        </pc:graphicFrameChg>
      </pc:sldChg>
      <pc:sldChg chg="addSp delSp modSp mod">
        <pc:chgData name="정선진" userId="2fd7d7e9-5a49-409f-ba72-b2984fb79a4b" providerId="ADAL" clId="{03523254-5EB2-4850-B769-C28839106052}" dt="2020-12-08T15:20:40.587" v="593" actId="6549"/>
        <pc:sldMkLst>
          <pc:docMk/>
          <pc:sldMk cId="3482821350" sldId="1842"/>
        </pc:sldMkLst>
        <pc:spChg chg="mod">
          <ac:chgData name="정선진" userId="2fd7d7e9-5a49-409f-ba72-b2984fb79a4b" providerId="ADAL" clId="{03523254-5EB2-4850-B769-C28839106052}" dt="2020-12-08T15:18:17.142" v="430"/>
          <ac:spMkLst>
            <pc:docMk/>
            <pc:sldMk cId="3482821350" sldId="1842"/>
            <ac:spMk id="3" creationId="{662107FC-656E-421C-9A3F-BEF5A67F3B9A}"/>
          </ac:spMkLst>
        </pc:spChg>
        <pc:spChg chg="mod">
          <ac:chgData name="정선진" userId="2fd7d7e9-5a49-409f-ba72-b2984fb79a4b" providerId="ADAL" clId="{03523254-5EB2-4850-B769-C28839106052}" dt="2020-12-08T15:18:17.142" v="430"/>
          <ac:spMkLst>
            <pc:docMk/>
            <pc:sldMk cId="3482821350" sldId="1842"/>
            <ac:spMk id="5" creationId="{5763DD32-CD72-4769-B75A-8237C499AAED}"/>
          </ac:spMkLst>
        </pc:spChg>
        <pc:spChg chg="mod">
          <ac:chgData name="정선진" userId="2fd7d7e9-5a49-409f-ba72-b2984fb79a4b" providerId="ADAL" clId="{03523254-5EB2-4850-B769-C28839106052}" dt="2020-12-08T15:18:26.622" v="439" actId="6549"/>
          <ac:spMkLst>
            <pc:docMk/>
            <pc:sldMk cId="3482821350" sldId="1842"/>
            <ac:spMk id="8" creationId="{952E9ED7-76BE-487B-973B-FD265B03CC47}"/>
          </ac:spMkLst>
        </pc:spChg>
        <pc:spChg chg="del">
          <ac:chgData name="정선진" userId="2fd7d7e9-5a49-409f-ba72-b2984fb79a4b" providerId="ADAL" clId="{03523254-5EB2-4850-B769-C28839106052}" dt="2020-12-08T15:19:41.053" v="458" actId="478"/>
          <ac:spMkLst>
            <pc:docMk/>
            <pc:sldMk cId="3482821350" sldId="1842"/>
            <ac:spMk id="11" creationId="{12318EEE-BF5D-40D8-8409-32ED30671EF6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3" creationId="{AEC5564C-28DD-4AFE-94B7-3A213F5FD326}"/>
          </ac:spMkLst>
        </pc:spChg>
        <pc:spChg chg="add mod">
          <ac:chgData name="정선진" userId="2fd7d7e9-5a49-409f-ba72-b2984fb79a4b" providerId="ADAL" clId="{03523254-5EB2-4850-B769-C28839106052}" dt="2020-12-08T15:20:05.442" v="467"/>
          <ac:spMkLst>
            <pc:docMk/>
            <pc:sldMk cId="3482821350" sldId="1842"/>
            <ac:spMk id="14" creationId="{48EBFDB6-C15A-404C-A4D4-5AF4AE1D9620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5" creationId="{A61D8278-D2C8-4110-B7E4-22F0432C5582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6" creationId="{D9301602-4121-4C26-8318-8FFE050C2069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7" creationId="{6F01F824-2049-4418-A5F9-03D7E8DAA1F3}"/>
          </ac:spMkLst>
        </pc:spChg>
        <pc:graphicFrameChg chg="modGraphic">
          <ac:chgData name="정선진" userId="2fd7d7e9-5a49-409f-ba72-b2984fb79a4b" providerId="ADAL" clId="{03523254-5EB2-4850-B769-C28839106052}" dt="2020-12-08T15:18:19.875" v="433" actId="6549"/>
          <ac:graphicFrameMkLst>
            <pc:docMk/>
            <pc:sldMk cId="3482821350" sldId="1842"/>
            <ac:graphicFrameMk id="7" creationId="{AE155DCC-1061-4637-998A-8B1F00BF731B}"/>
          </ac:graphicFrameMkLst>
        </pc:graphicFrameChg>
        <pc:graphicFrameChg chg="modGraphic">
          <ac:chgData name="정선진" userId="2fd7d7e9-5a49-409f-ba72-b2984fb79a4b" providerId="ADAL" clId="{03523254-5EB2-4850-B769-C28839106052}" dt="2020-12-08T15:19:25.334" v="457" actId="6549"/>
          <ac:graphicFrameMkLst>
            <pc:docMk/>
            <pc:sldMk cId="3482821350" sldId="1842"/>
            <ac:graphicFrameMk id="9" creationId="{5FCD5B24-5F02-48D2-A860-6CC2D64CCA47}"/>
          </ac:graphicFrameMkLst>
        </pc:graphicFrameChg>
        <pc:graphicFrameChg chg="del">
          <ac:chgData name="정선진" userId="2fd7d7e9-5a49-409f-ba72-b2984fb79a4b" providerId="ADAL" clId="{03523254-5EB2-4850-B769-C28839106052}" dt="2020-12-08T15:18:01.356" v="428" actId="478"/>
          <ac:graphicFrameMkLst>
            <pc:docMk/>
            <pc:sldMk cId="3482821350" sldId="1842"/>
            <ac:graphicFrameMk id="10" creationId="{2A9B4018-8BA9-4E2F-BBA5-DE79845024B3}"/>
          </ac:graphicFrameMkLst>
        </pc:graphicFrameChg>
        <pc:graphicFrameChg chg="add mod modGraphic">
          <ac:chgData name="정선진" userId="2fd7d7e9-5a49-409f-ba72-b2984fb79a4b" providerId="ADAL" clId="{03523254-5EB2-4850-B769-C28839106052}" dt="2020-12-08T15:20:40.587" v="593" actId="6549"/>
          <ac:graphicFrameMkLst>
            <pc:docMk/>
            <pc:sldMk cId="3482821350" sldId="1842"/>
            <ac:graphicFrameMk id="12" creationId="{38EC2856-D00A-4FCA-BA66-56198E6882E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화면(footer 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308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40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1-0-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098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673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1670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800983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260196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2026-08-04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73" r:id="rId3"/>
    <p:sldLayoutId id="2147483665" r:id="rId4"/>
    <p:sldLayoutId id="2147483666" r:id="rId5"/>
    <p:sldLayoutId id="2147483672" r:id="rId6"/>
    <p:sldLayoutId id="2147483668" r:id="rId7"/>
    <p:sldLayoutId id="2147483669" r:id="rId8"/>
    <p:sldLayoutId id="2147483670" r:id="rId9"/>
    <p:sldLayoutId id="2147483671" r:id="rId10"/>
    <p:sldLayoutId id="2147483663" r:id="rId11"/>
    <p:sldLayoutId id="2147483662" r:id="rId12"/>
    <p:sldLayoutId id="2147483654" r:id="rId13"/>
    <p:sldLayoutId id="2147483664" r:id="rId14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파트너 시스템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_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메인 팝업 관리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010784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2026-07-31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550130"/>
              </p:ext>
            </p:extLst>
          </p:nvPr>
        </p:nvGraphicFramePr>
        <p:xfrm>
          <a:off x="360289" y="1293813"/>
          <a:ext cx="12241360" cy="3644552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2026-07-31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800" b="0" i="0" kern="1200" spc="-1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2679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A2871-619D-AA3A-2C92-D5D467BC0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896AB1D-CCBA-E60A-FCE2-AD87186C3D0F}"/>
              </a:ext>
            </a:extLst>
          </p:cNvPr>
          <p:cNvSpPr/>
          <p:nvPr/>
        </p:nvSpPr>
        <p:spPr>
          <a:xfrm>
            <a:off x="5472857" y="1037386"/>
            <a:ext cx="2016224" cy="288032"/>
          </a:xfrm>
          <a:prstGeom prst="rect">
            <a:avLst/>
          </a:prstGeom>
          <a:solidFill>
            <a:srgbClr val="00206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메인</a:t>
            </a:r>
            <a:r>
              <a:rPr lang="en-US" altLang="ko-KR" sz="1100" dirty="0">
                <a:solidFill>
                  <a:schemeClr val="bg1"/>
                </a:solidFill>
              </a:rPr>
              <a:t>(</a:t>
            </a:r>
            <a:r>
              <a:rPr lang="ko-KR" altLang="en-US" sz="1100" dirty="0">
                <a:solidFill>
                  <a:schemeClr val="bg1"/>
                </a:solidFill>
              </a:rPr>
              <a:t>대시보드</a:t>
            </a:r>
            <a:r>
              <a:rPr lang="en-US" altLang="ko-KR" sz="1100" dirty="0">
                <a:solidFill>
                  <a:schemeClr val="bg1"/>
                </a:solidFill>
              </a:rPr>
              <a:t>)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30726E-9B67-4CC8-9F79-C32AB3673622}"/>
              </a:ext>
            </a:extLst>
          </p:cNvPr>
          <p:cNvSpPr txBox="1"/>
          <p:nvPr/>
        </p:nvSpPr>
        <p:spPr>
          <a:xfrm>
            <a:off x="288281" y="107901"/>
            <a:ext cx="1005532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i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TO-BE</a:t>
            </a:r>
            <a:r>
              <a:rPr lang="en-US" altLang="ko-KR" sz="15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IA</a:t>
            </a:r>
            <a:endParaRPr lang="ko-KR" altLang="en-US" sz="15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E6BF714-8F22-C1E1-7EFC-5CC057602451}"/>
              </a:ext>
            </a:extLst>
          </p:cNvPr>
          <p:cNvSpPr/>
          <p:nvPr/>
        </p:nvSpPr>
        <p:spPr>
          <a:xfrm>
            <a:off x="3960689" y="2016219"/>
            <a:ext cx="115212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주문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배송관리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687F87-3AA4-40F1-3356-B446C8C37A3E}"/>
              </a:ext>
            </a:extLst>
          </p:cNvPr>
          <p:cNvSpPr/>
          <p:nvPr/>
        </p:nvSpPr>
        <p:spPr>
          <a:xfrm>
            <a:off x="5256833" y="2016219"/>
            <a:ext cx="115212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취소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반품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교환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CCD1147-724C-0F8E-3ED9-91AE09048753}"/>
              </a:ext>
            </a:extLst>
          </p:cNvPr>
          <p:cNvSpPr/>
          <p:nvPr/>
        </p:nvSpPr>
        <p:spPr>
          <a:xfrm>
            <a:off x="6552977" y="2016219"/>
            <a:ext cx="1152128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정산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통계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7FED16-A50D-2B12-E731-C7FBB784A0DC}"/>
              </a:ext>
            </a:extLst>
          </p:cNvPr>
          <p:cNvSpPr/>
          <p:nvPr/>
        </p:nvSpPr>
        <p:spPr>
          <a:xfrm>
            <a:off x="2664673" y="2016219"/>
            <a:ext cx="1152000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상품관리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928D6CE-15FB-611D-2166-75A9A86A95A5}"/>
              </a:ext>
            </a:extLst>
          </p:cNvPr>
          <p:cNvSpPr/>
          <p:nvPr/>
        </p:nvSpPr>
        <p:spPr>
          <a:xfrm>
            <a:off x="7819690" y="2016219"/>
            <a:ext cx="1001850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고객센터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A405552-9B3A-EED5-00BC-963A8C6AF759}"/>
              </a:ext>
            </a:extLst>
          </p:cNvPr>
          <p:cNvSpPr/>
          <p:nvPr/>
        </p:nvSpPr>
        <p:spPr>
          <a:xfrm>
            <a:off x="8971200" y="2020461"/>
            <a:ext cx="1001850" cy="28803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시스템 관리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AAF5C7-8159-7459-5AEE-49610CBCF789}"/>
              </a:ext>
            </a:extLst>
          </p:cNvPr>
          <p:cNvSpPr txBox="1"/>
          <p:nvPr/>
        </p:nvSpPr>
        <p:spPr>
          <a:xfrm>
            <a:off x="8878920" y="2351787"/>
            <a:ext cx="803425" cy="27662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회원관리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업체관리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관리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상품정보고시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알림톡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전자정부관리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약관관리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기획전관리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이벤트관리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로고관리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6AAA0F-00E7-933E-26F9-6A74737E7051}"/>
              </a:ext>
            </a:extLst>
          </p:cNvPr>
          <p:cNvSpPr txBox="1"/>
          <p:nvPr/>
        </p:nvSpPr>
        <p:spPr>
          <a:xfrm>
            <a:off x="7756897" y="2387485"/>
            <a:ext cx="857927" cy="896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1:1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</a:t>
            </a:r>
          </a:p>
          <a:p>
            <a:pPr>
              <a:lnSpc>
                <a:spcPct val="150000"/>
              </a:lnSpc>
            </a:pP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 </a:t>
            </a:r>
          </a:p>
          <a:p>
            <a:pPr>
              <a:lnSpc>
                <a:spcPct val="150000"/>
              </a:lnSpc>
            </a:pP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바우처잔액조회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927957-9089-FB6C-13B4-D3EBC0D75BE7}"/>
              </a:ext>
            </a:extLst>
          </p:cNvPr>
          <p:cNvSpPr txBox="1"/>
          <p:nvPr/>
        </p:nvSpPr>
        <p:spPr>
          <a:xfrm>
            <a:off x="2585580" y="2304251"/>
            <a:ext cx="803425" cy="1104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정보 관리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문의 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후기 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추천 순위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상품관련 설정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76E196-C459-428D-DA9F-E53631381CAE}"/>
              </a:ext>
            </a:extLst>
          </p:cNvPr>
          <p:cNvSpPr/>
          <p:nvPr/>
        </p:nvSpPr>
        <p:spPr>
          <a:xfrm>
            <a:off x="8821540" y="1712910"/>
            <a:ext cx="233589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900" u="sng" spc="-150" dirty="0">
                <a:solidFill>
                  <a:schemeClr val="tx1"/>
                </a:solidFill>
              </a:rPr>
              <a:t>인터페이스 설정 ｜ 정보수정 ｜</a:t>
            </a:r>
            <a:r>
              <a:rPr lang="ko-KR" altLang="en-US" sz="900" u="sng" spc="-150" dirty="0" err="1">
                <a:solidFill>
                  <a:schemeClr val="tx1"/>
                </a:solidFill>
              </a:rPr>
              <a:t>사이트맵</a:t>
            </a:r>
            <a:r>
              <a:rPr lang="ko-KR" altLang="en-US" sz="900" u="sng" spc="-150" dirty="0">
                <a:solidFill>
                  <a:schemeClr val="tx1"/>
                </a:solidFill>
              </a:rPr>
              <a:t> ｜로그아웃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A044200-BCE8-2561-852B-D59CBF3D66A5}"/>
              </a:ext>
            </a:extLst>
          </p:cNvPr>
          <p:cNvSpPr/>
          <p:nvPr/>
        </p:nvSpPr>
        <p:spPr>
          <a:xfrm>
            <a:off x="1269052" y="2350329"/>
            <a:ext cx="13502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파트너 가입 안내</a:t>
            </a:r>
            <a:endParaRPr lang="en-US" altLang="ko-KR" sz="900" spc="-15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/>
                </a:solidFill>
                <a:latin typeface="+mn-ea"/>
              </a:rPr>
              <a:t>파트너가입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E78C923-9CEB-3154-4FF7-1F17D0F04873}"/>
              </a:ext>
            </a:extLst>
          </p:cNvPr>
          <p:cNvSpPr/>
          <p:nvPr/>
        </p:nvSpPr>
        <p:spPr>
          <a:xfrm>
            <a:off x="1360019" y="2016219"/>
            <a:ext cx="1152000" cy="28803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로그인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C37725-7E61-2AA4-8802-4F89FAA2D4CE}"/>
              </a:ext>
            </a:extLst>
          </p:cNvPr>
          <p:cNvSpPr txBox="1"/>
          <p:nvPr/>
        </p:nvSpPr>
        <p:spPr>
          <a:xfrm>
            <a:off x="3872356" y="2304251"/>
            <a:ext cx="761747" cy="17275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통합주문내역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결제완료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상품준비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배송준비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배송중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배송완료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구매확정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결제실패목록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C2FB8F-2437-BF7E-A9D8-6517189E736A}"/>
              </a:ext>
            </a:extLst>
          </p:cNvPr>
          <p:cNvSpPr txBox="1"/>
          <p:nvPr/>
        </p:nvSpPr>
        <p:spPr>
          <a:xfrm>
            <a:off x="5201150" y="2304251"/>
            <a:ext cx="569387" cy="688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취소목록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반품목록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교환목록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CBAAF3-F7F5-E61F-152A-CC36CCFC1BEB}"/>
              </a:ext>
            </a:extLst>
          </p:cNvPr>
          <p:cNvSpPr txBox="1"/>
          <p:nvPr/>
        </p:nvSpPr>
        <p:spPr>
          <a:xfrm>
            <a:off x="6486550" y="2304251"/>
            <a:ext cx="954107" cy="1312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모빌리언스정산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정산내역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주문통계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상품통계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통계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바우처미적용통계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8112D10-2471-474E-B6A4-4DA7211FD564}"/>
              </a:ext>
            </a:extLst>
          </p:cNvPr>
          <p:cNvSpPr/>
          <p:nvPr/>
        </p:nvSpPr>
        <p:spPr>
          <a:xfrm>
            <a:off x="9547659" y="6049900"/>
            <a:ext cx="1815293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tx1"/>
                </a:solidFill>
              </a:rPr>
              <a:t>회사소개 ｜ 이용약관 ｜개인정보처리방침 </a:t>
            </a: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8EA4A582-845C-C120-1AE0-8A98C00172F7}"/>
              </a:ext>
            </a:extLst>
          </p:cNvPr>
          <p:cNvSpPr/>
          <p:nvPr/>
        </p:nvSpPr>
        <p:spPr>
          <a:xfrm>
            <a:off x="10110604" y="2015928"/>
            <a:ext cx="1001850" cy="288032"/>
          </a:xfrm>
          <a:prstGeom prst="rect">
            <a:avLst/>
          </a:prstGeom>
          <a:solidFill>
            <a:srgbClr val="2A2678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설정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803D53F1-7952-83B3-1E95-06214A8ABB9B}"/>
              </a:ext>
            </a:extLst>
          </p:cNvPr>
          <p:cNvSpPr txBox="1"/>
          <p:nvPr/>
        </p:nvSpPr>
        <p:spPr>
          <a:xfrm>
            <a:off x="10098209" y="2362022"/>
            <a:ext cx="954107" cy="8965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담당자관리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담당자권한관리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업체정보관리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자동주문접수관리</a:t>
            </a:r>
          </a:p>
        </p:txBody>
      </p: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8B058882-6DBD-8323-85D2-6A04619BF857}"/>
              </a:ext>
            </a:extLst>
          </p:cNvPr>
          <p:cNvCxnSpPr/>
          <p:nvPr/>
        </p:nvCxnSpPr>
        <p:spPr>
          <a:xfrm>
            <a:off x="2560762" y="868434"/>
            <a:ext cx="0" cy="4831155"/>
          </a:xfrm>
          <a:prstGeom prst="line">
            <a:avLst/>
          </a:prstGeom>
          <a:ln w="31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864F76-0952-978A-347C-78F7871F6B2F}"/>
              </a:ext>
            </a:extLst>
          </p:cNvPr>
          <p:cNvSpPr/>
          <p:nvPr/>
        </p:nvSpPr>
        <p:spPr>
          <a:xfrm>
            <a:off x="1290986" y="1695718"/>
            <a:ext cx="13502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lnSpc>
                <a:spcPct val="150000"/>
              </a:lnSpc>
            </a:pPr>
            <a:r>
              <a:rPr lang="ko-KR" altLang="en-US" sz="1200" i="1" dirty="0">
                <a:solidFill>
                  <a:srgbClr val="C00000"/>
                </a:solidFill>
              </a:rPr>
              <a:t>로그인 전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4780EE0-CD9B-859B-85E5-31F9B440C9AD}"/>
              </a:ext>
            </a:extLst>
          </p:cNvPr>
          <p:cNvGrpSpPr/>
          <p:nvPr/>
        </p:nvGrpSpPr>
        <p:grpSpPr>
          <a:xfrm>
            <a:off x="11457275" y="674639"/>
            <a:ext cx="1502832" cy="1301557"/>
            <a:chOff x="11521529" y="537814"/>
            <a:chExt cx="1502832" cy="1301557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705C9A5D-367D-21B3-AA7E-416B0EA3EC21}"/>
                </a:ext>
              </a:extLst>
            </p:cNvPr>
            <p:cNvSpPr/>
            <p:nvPr/>
          </p:nvSpPr>
          <p:spPr>
            <a:xfrm>
              <a:off x="11521529" y="543227"/>
              <a:ext cx="1151243" cy="1296144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3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528257F-58F3-775B-732C-401EFA1A98DD}"/>
                </a:ext>
              </a:extLst>
            </p:cNvPr>
            <p:cNvSpPr txBox="1"/>
            <p:nvPr/>
          </p:nvSpPr>
          <p:spPr>
            <a:xfrm>
              <a:off x="11674091" y="813285"/>
              <a:ext cx="998681" cy="9918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 spc="-150" dirty="0"/>
                <a:t>정산 담당자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 spc="-150" dirty="0"/>
                <a:t>콜센터 담당자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 spc="-150" dirty="0"/>
                <a:t>판매 담당자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 spc="-150" dirty="0"/>
                <a:t>판매업체 담당자</a:t>
              </a:r>
              <a:endParaRPr lang="en-US" altLang="ko-KR" sz="800" spc="-15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 spc="-150" dirty="0"/>
                <a:t>슈퍼 </a:t>
              </a:r>
              <a:r>
                <a:rPr lang="ko-KR" altLang="en-US" sz="800" spc="-150" dirty="0" err="1"/>
                <a:t>어드민</a:t>
              </a:r>
              <a:endParaRPr lang="ko-KR" altLang="en-US" sz="800" spc="-150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D9E727A-51B0-2DBF-4783-BBF2473C467A}"/>
                </a:ext>
              </a:extLst>
            </p:cNvPr>
            <p:cNvSpPr/>
            <p:nvPr/>
          </p:nvSpPr>
          <p:spPr>
            <a:xfrm>
              <a:off x="11674091" y="537814"/>
              <a:ext cx="1350270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900" b="1" spc="-150" dirty="0">
                  <a:solidFill>
                    <a:schemeClr val="tx1"/>
                  </a:solidFill>
                </a:rPr>
                <a:t>메뉴 접근 권한</a:t>
              </a:r>
            </a:p>
          </p:txBody>
        </p:sp>
        <p:sp>
          <p:nvSpPr>
            <p:cNvPr id="19" name="순서도: 연결자 18">
              <a:extLst>
                <a:ext uri="{FF2B5EF4-FFF2-40B4-BE49-F238E27FC236}">
                  <a16:creationId xmlns:a16="http://schemas.microsoft.com/office/drawing/2014/main" id="{C6D47998-CD28-09A2-6B70-96F8DE181FEC}"/>
                </a:ext>
              </a:extLst>
            </p:cNvPr>
            <p:cNvSpPr/>
            <p:nvPr/>
          </p:nvSpPr>
          <p:spPr>
            <a:xfrm>
              <a:off x="11737553" y="1465498"/>
              <a:ext cx="72008" cy="72008"/>
            </a:xfrm>
            <a:prstGeom prst="flowChartConnector">
              <a:avLst/>
            </a:prstGeom>
            <a:solidFill>
              <a:srgbClr val="00B05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" name="순서도: 연결자 21">
              <a:extLst>
                <a:ext uri="{FF2B5EF4-FFF2-40B4-BE49-F238E27FC236}">
                  <a16:creationId xmlns:a16="http://schemas.microsoft.com/office/drawing/2014/main" id="{9A0BED70-C9AA-6491-D3D2-242E161D1525}"/>
                </a:ext>
              </a:extLst>
            </p:cNvPr>
            <p:cNvSpPr/>
            <p:nvPr/>
          </p:nvSpPr>
          <p:spPr>
            <a:xfrm>
              <a:off x="11737553" y="1283651"/>
              <a:ext cx="72008" cy="72008"/>
            </a:xfrm>
            <a:prstGeom prst="flowChartConnector">
              <a:avLst/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" name="순서도: 연결자 22">
              <a:extLst>
                <a:ext uri="{FF2B5EF4-FFF2-40B4-BE49-F238E27FC236}">
                  <a16:creationId xmlns:a16="http://schemas.microsoft.com/office/drawing/2014/main" id="{106BA0EB-4FA6-9904-EC5A-4143AFE1A006}"/>
                </a:ext>
              </a:extLst>
            </p:cNvPr>
            <p:cNvSpPr/>
            <p:nvPr/>
          </p:nvSpPr>
          <p:spPr>
            <a:xfrm>
              <a:off x="11737553" y="923611"/>
              <a:ext cx="72008" cy="72008"/>
            </a:xfrm>
            <a:prstGeom prst="flowChartConnector">
              <a:avLst/>
            </a:prstGeom>
            <a:solidFill>
              <a:srgbClr val="FFFF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순서도: 연결자 23">
              <a:extLst>
                <a:ext uri="{FF2B5EF4-FFF2-40B4-BE49-F238E27FC236}">
                  <a16:creationId xmlns:a16="http://schemas.microsoft.com/office/drawing/2014/main" id="{994F6402-3A16-750D-0F9F-2A600C11D49B}"/>
                </a:ext>
              </a:extLst>
            </p:cNvPr>
            <p:cNvSpPr/>
            <p:nvPr/>
          </p:nvSpPr>
          <p:spPr>
            <a:xfrm>
              <a:off x="11737553" y="1112077"/>
              <a:ext cx="72008" cy="72008"/>
            </a:xfrm>
            <a:prstGeom prst="flowChartConnector">
              <a:avLst/>
            </a:prstGeom>
            <a:solidFill>
              <a:srgbClr val="234DD3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순서도: 연결자 24">
              <a:extLst>
                <a:ext uri="{FF2B5EF4-FFF2-40B4-BE49-F238E27FC236}">
                  <a16:creationId xmlns:a16="http://schemas.microsoft.com/office/drawing/2014/main" id="{76AA8387-CFA8-DD25-5C0D-F3627E2B99BB}"/>
                </a:ext>
              </a:extLst>
            </p:cNvPr>
            <p:cNvSpPr/>
            <p:nvPr/>
          </p:nvSpPr>
          <p:spPr>
            <a:xfrm>
              <a:off x="11737553" y="1647345"/>
              <a:ext cx="72008" cy="72008"/>
            </a:xfrm>
            <a:prstGeom prst="flowChartConnector">
              <a:avLst/>
            </a:prstGeom>
            <a:solidFill>
              <a:srgbClr val="FFC000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4265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E8809E-7299-4003-EBA5-0F8E01D79603}"/>
              </a:ext>
            </a:extLst>
          </p:cNvPr>
          <p:cNvSpPr txBox="1"/>
          <p:nvPr/>
        </p:nvSpPr>
        <p:spPr>
          <a:xfrm>
            <a:off x="307331" y="185242"/>
            <a:ext cx="947311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표 50">
            <a:extLst>
              <a:ext uri="{FF2B5EF4-FFF2-40B4-BE49-F238E27FC236}">
                <a16:creationId xmlns:a16="http://schemas.microsoft.com/office/drawing/2014/main" id="{1DD3D4E5-D425-466F-356D-6046B4124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499158"/>
              </p:ext>
            </p:extLst>
          </p:nvPr>
        </p:nvGraphicFramePr>
        <p:xfrm>
          <a:off x="360289" y="611957"/>
          <a:ext cx="12291193" cy="5410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1850033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관리 목록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국민행복몰 탭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CH-A-SY-05-01-01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기등록된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메인 팝업이 이미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상태에서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 전시순위를 등록하려 하였을 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전시순위 저장 버튼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 팝업은 최대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개까지만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등록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관리 목록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국민행복몰 탭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CH-A-SY-05-01-01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전시 순위 열에 같은 숫자가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번 이상 입력되었을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전시순위 저장 버튼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전시 순위에 중복 값이 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확인해주세요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닫음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536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관리 목록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국민행복몰 탭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ko-KR" altLang="en-US" sz="80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CH-A-SY-05-01-01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전시 순위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 box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숫자 외 문자열 입력 시도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전시순위 저장 버튼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숫자만 입력 가능합니다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닫음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메인 팝업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기획전 유형 선택 시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등록 화면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공지사항  유형 선택  시 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상세 조회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화면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등록 화면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파트너 탭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en-US" altLang="ko-KR" sz="800" spc="-150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CH-A-SY-05-01-03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CH-A-SY-05-01-04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CH-A-SY-05-01-08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팝업명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입력을 누락하였을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팝업명을 입력해주세요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메인 팝업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이벤트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기획전 유형 선택 시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등록 화면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공지사항  유형 선택  시 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등록 화면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파트너 탭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endParaRPr lang="en-US" altLang="ko-KR" sz="800" spc="-150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CH-A-SY-05-01-02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CH-A-SY-05-01-03</a:t>
                      </a:r>
                      <a:endParaRPr lang="en-US" altLang="ko-KR" sz="800" spc="-80" dirty="0"/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CH-A-SY-05-01-08</a:t>
                      </a:r>
                      <a:endParaRPr lang="ko-KR" altLang="en-US" sz="800" spc="-80" dirty="0"/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게시기간 설정을 누락하였을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게시기간을 설정해주세요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30917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메인 팝업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기획전 유형 선택 시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등록 화면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공지사항  유형 선택  시 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상세 조회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CH-A-SY-05-01-03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CH-A-SY-05-01-04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소타이틀 입력을 누락하였을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 타이틀을 입력해주세요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닫음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메인 팝업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기획전 유형 선택 시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등록 화면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공지사항  유형 선택  시 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상세 조회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CH-A-SY-05-01-03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CH-A-SY-05-01-04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대타이틀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입력을 누락하였을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타이틀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닫음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메인 팝업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기획전 유형 선택 시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등록 화면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공지사항  유형 선택  시 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상세 조회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CH-A-SY-05-01-03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CH-A-SY-05-01-04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대타이틀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입력을 누락하였을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타이틀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닫음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메인 팝업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기획전 유형 선택 시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등록 화면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공지사항  유형 선택  시 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상세 조회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CH-A-SY-05-01-03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CH-A-SY-05-01-04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링크 사용 항목에 외부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URL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후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input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경로를 입력하지 않은 상태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팝업에 연결하실  외부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URL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메인 팝업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기획전 유형 선택 시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상세 조회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CH-A-SY-05-01-04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링크 사용 항목에 내부페이지선택 후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이벤트 페이지나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기획전을 검색하여 입력하지 않은 상태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팝업에 연결하실  내부 페이지를 검색 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05720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등록 화면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공지사항  유형 선택  시 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상세 조회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CH-A-SY-05-01-03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CH-A-SY-05-01-04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링크 사용 항목에 내부페이지선택 후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공지사항을 검색하여 입력하지 않은 상태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팝업에 연결하실  공지사항을 검색 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08418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메인 팝업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기획전 유형 선택 시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상세 조회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CH-A-SY-05-01-04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등록을 누락하였을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이미지를 등록해주세요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315841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메인 팝업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기획전 유형 선택 시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상세 조회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화면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CH-A-SY-05-01-04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 이미지 등록을 누락하였을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 이미지를 등록해주세요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109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096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5F4D3C-6924-981B-4524-D6E2C46AA80C}"/>
              </a:ext>
            </a:extLst>
          </p:cNvPr>
          <p:cNvSpPr txBox="1"/>
          <p:nvPr/>
        </p:nvSpPr>
        <p:spPr>
          <a:xfrm>
            <a:off x="307331" y="185242"/>
            <a:ext cx="947311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50">
            <a:extLst>
              <a:ext uri="{FF2B5EF4-FFF2-40B4-BE49-F238E27FC236}">
                <a16:creationId xmlns:a16="http://schemas.microsoft.com/office/drawing/2014/main" id="{08E7C5EA-B364-4CB8-9DFE-25BD7B0F5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317593"/>
              </p:ext>
            </p:extLst>
          </p:nvPr>
        </p:nvGraphicFramePr>
        <p:xfrm>
          <a:off x="360289" y="611957"/>
          <a:ext cx="12291193" cy="5227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1850033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메인 팝업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기획전 유형 선택 시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등록 화면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공지사항  유형 선택  시 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상세 조회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화면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등록 화면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파트너 탭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조회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화면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파트너 탭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CH-A-SY-05-01-08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CH-A-SY-05-01-09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 입력 진행 중에 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취소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입력하신 정보를 삭제하고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취소하시겠습니까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닫고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목록으로 이동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창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메인 팝업 정보 등록 화면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기획전 유형 선택 시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등록 화면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공지사항  유형 선택  시 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상세 조회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화면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등록 화면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파트너 탭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조회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화면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파트너 탭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CH-A-SY-05-01-02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CH-A-SY-05-01-08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CH-A-SY-05-01-09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 입력을 정상 완료 후 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 팝업이 정상 등록되었습니다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536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등록 화면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파트너 탭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조회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화면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파트너 탭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CH-A-SY-05-01-08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CH-A-SY-05-01-09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누락하였을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등록 화면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파트너 탭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조회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수정 화면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파트너 탭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CH-A-SY-05-01-08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80" dirty="0"/>
                        <a:t>CH-A-SY-05-01-09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내용을 누락하였을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저장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내용을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30917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322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07878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05720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08418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315841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109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921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7A6D59-8CA7-7064-9B92-7F979F6AAF8D}"/>
              </a:ext>
            </a:extLst>
          </p:cNvPr>
          <p:cNvSpPr txBox="1"/>
          <p:nvPr/>
        </p:nvSpPr>
        <p:spPr>
          <a:xfrm>
            <a:off x="1296393" y="1024948"/>
            <a:ext cx="18178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spc="-150" dirty="0">
                <a:solidFill>
                  <a:srgbClr val="C00000"/>
                </a:solidFill>
              </a:rPr>
              <a:t>1. </a:t>
            </a:r>
            <a:r>
              <a:rPr lang="ko-KR" altLang="en-US" sz="1200" b="1" spc="-150" dirty="0">
                <a:solidFill>
                  <a:srgbClr val="C00000"/>
                </a:solidFill>
              </a:rPr>
              <a:t>이벤트/기획전 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B55DD6-6F4B-0A63-51DE-796BB1062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401" y="1301947"/>
            <a:ext cx="3096344" cy="272206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EB4D0BF-8DF7-A7D0-3A30-E4D047C59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057" y="1301947"/>
            <a:ext cx="3096344" cy="27220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9409FC2-76A8-8817-B7ED-A0334BA7C9E6}"/>
              </a:ext>
            </a:extLst>
          </p:cNvPr>
          <p:cNvSpPr txBox="1"/>
          <p:nvPr/>
        </p:nvSpPr>
        <p:spPr>
          <a:xfrm>
            <a:off x="8089864" y="2279214"/>
            <a:ext cx="1530000" cy="9548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43C6A-BE19-0718-A541-CE62FD5F39FC}"/>
              </a:ext>
            </a:extLst>
          </p:cNvPr>
          <p:cNvSpPr txBox="1"/>
          <p:nvPr/>
        </p:nvSpPr>
        <p:spPr>
          <a:xfrm>
            <a:off x="8120049" y="2415855"/>
            <a:ext cx="59984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 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</a:t>
            </a:r>
            <a:endParaRPr lang="en-US" altLang="ko-KR" sz="7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26BE2F-9A23-9EFC-5A53-2B31B4F6845F}"/>
              </a:ext>
            </a:extLst>
          </p:cNvPr>
          <p:cNvSpPr txBox="1"/>
          <p:nvPr/>
        </p:nvSpPr>
        <p:spPr>
          <a:xfrm>
            <a:off x="8107125" y="2547211"/>
            <a:ext cx="9989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정기점검 </a:t>
            </a:r>
            <a:endParaRPr lang="en-US" altLang="ko-KR" sz="10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안내 공지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66E7F20-1FEE-216A-DB28-896AD79885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100" y="2515882"/>
            <a:ext cx="462740" cy="46274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2D84A2EA-97D6-B062-6A14-92FAF144B7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05" t="60360" r="60600" b="34611"/>
          <a:stretch>
            <a:fillRect/>
          </a:stretch>
        </p:blipFill>
        <p:spPr>
          <a:xfrm>
            <a:off x="8210971" y="2947321"/>
            <a:ext cx="251277" cy="1355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6B25CB-D2CF-4C8B-A8EB-3186FF556AF7}"/>
              </a:ext>
            </a:extLst>
          </p:cNvPr>
          <p:cNvSpPr txBox="1"/>
          <p:nvPr/>
        </p:nvSpPr>
        <p:spPr>
          <a:xfrm>
            <a:off x="307331" y="185242"/>
            <a:ext cx="1781642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국민행복몰</a:t>
            </a:r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 </a:t>
            </a:r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 유형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C70C57-C153-B9F9-37F5-01257CAC0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869" y="2330895"/>
            <a:ext cx="142875" cy="952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A189A15-6642-B4EC-AD02-CE06EE824FED}"/>
              </a:ext>
            </a:extLst>
          </p:cNvPr>
          <p:cNvSpPr txBox="1"/>
          <p:nvPr/>
        </p:nvSpPr>
        <p:spPr>
          <a:xfrm>
            <a:off x="7165046" y="1031084"/>
            <a:ext cx="18178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spc="-150" dirty="0">
                <a:solidFill>
                  <a:srgbClr val="C00000"/>
                </a:solidFill>
              </a:rPr>
              <a:t>2. </a:t>
            </a:r>
            <a:r>
              <a:rPr lang="ko-KR" altLang="en-US" sz="1200" b="1" spc="-150" dirty="0">
                <a:solidFill>
                  <a:srgbClr val="C00000"/>
                </a:solidFill>
              </a:rPr>
              <a:t>공지사항 형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88561838-4328-CED5-6BC5-22131F9B397A}"/>
              </a:ext>
            </a:extLst>
          </p:cNvPr>
          <p:cNvCxnSpPr>
            <a:cxnSpLocks/>
          </p:cNvCxnSpPr>
          <p:nvPr/>
        </p:nvCxnSpPr>
        <p:spPr>
          <a:xfrm flipV="1">
            <a:off x="8671468" y="2513712"/>
            <a:ext cx="2333585" cy="1"/>
          </a:xfrm>
          <a:prstGeom prst="straightConnector1">
            <a:avLst/>
          </a:prstGeom>
          <a:ln w="3175">
            <a:solidFill>
              <a:srgbClr val="234DD3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26EAB1E-16E4-9B09-8F5F-47CE8D9B3C14}"/>
              </a:ext>
            </a:extLst>
          </p:cNvPr>
          <p:cNvSpPr txBox="1"/>
          <p:nvPr/>
        </p:nvSpPr>
        <p:spPr>
          <a:xfrm>
            <a:off x="10942159" y="2398168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소타이틀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47257070-BCD4-F555-7078-199C6EE5642B}"/>
              </a:ext>
            </a:extLst>
          </p:cNvPr>
          <p:cNvCxnSpPr/>
          <p:nvPr/>
        </p:nvCxnSpPr>
        <p:spPr>
          <a:xfrm flipV="1">
            <a:off x="9020000" y="2660516"/>
            <a:ext cx="2333585" cy="1"/>
          </a:xfrm>
          <a:prstGeom prst="straightConnector1">
            <a:avLst/>
          </a:prstGeom>
          <a:ln w="3175">
            <a:solidFill>
              <a:srgbClr val="234DD3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97148FC-1F04-5C82-E152-7A88914D1AEE}"/>
              </a:ext>
            </a:extLst>
          </p:cNvPr>
          <p:cNvSpPr txBox="1"/>
          <p:nvPr/>
        </p:nvSpPr>
        <p:spPr>
          <a:xfrm>
            <a:off x="11298943" y="2547561"/>
            <a:ext cx="6351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 타이틀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F7011E3F-0EBB-340C-D419-ADC3BDD4D86E}"/>
              </a:ext>
            </a:extLst>
          </p:cNvPr>
          <p:cNvCxnSpPr>
            <a:cxnSpLocks/>
          </p:cNvCxnSpPr>
          <p:nvPr/>
        </p:nvCxnSpPr>
        <p:spPr>
          <a:xfrm>
            <a:off x="8719187" y="2812241"/>
            <a:ext cx="2579756" cy="0"/>
          </a:xfrm>
          <a:prstGeom prst="straightConnector1">
            <a:avLst/>
          </a:prstGeom>
          <a:ln w="3175">
            <a:solidFill>
              <a:srgbClr val="234DD3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13F77CB-2035-97AD-3C78-230AEB746381}"/>
              </a:ext>
            </a:extLst>
          </p:cNvPr>
          <p:cNvSpPr txBox="1"/>
          <p:nvPr/>
        </p:nvSpPr>
        <p:spPr>
          <a:xfrm>
            <a:off x="11226853" y="2694332"/>
            <a:ext cx="6351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 타이틀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450D29F3-6959-1091-75D1-5CFA1A5F6E9E}"/>
              </a:ext>
            </a:extLst>
          </p:cNvPr>
          <p:cNvCxnSpPr>
            <a:cxnSpLocks/>
          </p:cNvCxnSpPr>
          <p:nvPr/>
        </p:nvCxnSpPr>
        <p:spPr>
          <a:xfrm>
            <a:off x="8473722" y="3015097"/>
            <a:ext cx="2579756" cy="0"/>
          </a:xfrm>
          <a:prstGeom prst="straightConnector1">
            <a:avLst/>
          </a:prstGeom>
          <a:ln w="3175">
            <a:solidFill>
              <a:srgbClr val="234DD3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6A5E7A3-28D9-31B8-679A-92AA27C4965B}"/>
              </a:ext>
            </a:extLst>
          </p:cNvPr>
          <p:cNvSpPr txBox="1"/>
          <p:nvPr/>
        </p:nvSpPr>
        <p:spPr>
          <a:xfrm>
            <a:off x="10996925" y="2899809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링크 사용 여부 선택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4159913-A440-FBEF-E79B-7D984B2FF297}"/>
              </a:ext>
            </a:extLst>
          </p:cNvPr>
          <p:cNvSpPr txBox="1"/>
          <p:nvPr/>
        </p:nvSpPr>
        <p:spPr>
          <a:xfrm>
            <a:off x="10930092" y="2133539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컬러 지정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36785C0-4AC0-26A3-8252-6968DEB780E3}"/>
              </a:ext>
            </a:extLst>
          </p:cNvPr>
          <p:cNvSpPr/>
          <p:nvPr/>
        </p:nvSpPr>
        <p:spPr>
          <a:xfrm>
            <a:off x="8120049" y="2426145"/>
            <a:ext cx="887027" cy="475272"/>
          </a:xfrm>
          <a:prstGeom prst="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517211F7-25FF-D0C7-A383-8A1EE70780CE}"/>
              </a:ext>
            </a:extLst>
          </p:cNvPr>
          <p:cNvCxnSpPr>
            <a:cxnSpLocks/>
            <a:stCxn id="61" idx="0"/>
            <a:endCxn id="60" idx="0"/>
          </p:cNvCxnSpPr>
          <p:nvPr/>
        </p:nvCxnSpPr>
        <p:spPr>
          <a:xfrm rot="5400000" flipH="1" flipV="1">
            <a:off x="9825426" y="871676"/>
            <a:ext cx="292606" cy="2816332"/>
          </a:xfrm>
          <a:prstGeom prst="bentConnector3">
            <a:avLst>
              <a:gd name="adj1" fmla="val 178126"/>
            </a:avLst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7936D83-5560-BABA-D18C-020E4F991BCB}"/>
              </a:ext>
            </a:extLst>
          </p:cNvPr>
          <p:cNvSpPr txBox="1"/>
          <p:nvPr/>
        </p:nvSpPr>
        <p:spPr>
          <a:xfrm>
            <a:off x="7273057" y="4251052"/>
            <a:ext cx="3828292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유형 선택 시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디자인은 고정 디자인을 사용한다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latin typeface="맑은 고딕" panose="020B0503020000020004" pitchFamily="50" charset="-127"/>
              </a:rPr>
              <a:t>시스템 폰트를 사용 하며 텍스트 입력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바로가기 링크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,/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텍스트 컬러 지정을 할 수 있다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기획전 팝업과 같이 롤링 될 수 있으며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전시 순서를 지정할 수 있다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오늘 하루 보지 않기 기능을 제공 한다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20DD82-FA33-99D0-E0DA-53782E29D91D}"/>
              </a:ext>
            </a:extLst>
          </p:cNvPr>
          <p:cNvSpPr txBox="1"/>
          <p:nvPr/>
        </p:nvSpPr>
        <p:spPr>
          <a:xfrm>
            <a:off x="1332374" y="4251069"/>
            <a:ext cx="3807453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기획전 유형 선택 시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PC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용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모바일용 이미지를 등록하여 사용한다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폰트를 사용 하며 텍스트 입력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 링크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,/</a:t>
            </a:r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텍스트 컬러 지정을 할 수 있다</a:t>
            </a:r>
            <a:r>
              <a:rPr lang="en-US" altLang="ko-KR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latin typeface="맑은 고딕" panose="020B0503020000020004" pitchFamily="50" charset="-127"/>
              </a:rPr>
              <a:t>공지사항 팝업과 같이 롤링 될 수 있으며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, </a:t>
            </a:r>
            <a:r>
              <a:rPr lang="ko-KR" altLang="en-US" sz="900" spc="-150" dirty="0">
                <a:latin typeface="맑은 고딕" panose="020B0503020000020004" pitchFamily="50" charset="-127"/>
              </a:rPr>
              <a:t>전시 순서를 지정할 수 있다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900" spc="-150" dirty="0">
              <a:latin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latin typeface="맑은 고딕" panose="020B0503020000020004" pitchFamily="50" charset="-127"/>
              </a:rPr>
              <a:t>오늘 하루 보지 않기 기능을 제공 한다</a:t>
            </a:r>
            <a:r>
              <a:rPr lang="en-US" altLang="ko-KR" sz="900" spc="-150" dirty="0"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71" name="오른쪽 대괄호 70">
            <a:extLst>
              <a:ext uri="{FF2B5EF4-FFF2-40B4-BE49-F238E27FC236}">
                <a16:creationId xmlns:a16="http://schemas.microsoft.com/office/drawing/2014/main" id="{AA07DFF6-508B-701D-CA39-A73B35A123A6}"/>
              </a:ext>
            </a:extLst>
          </p:cNvPr>
          <p:cNvSpPr/>
          <p:nvPr/>
        </p:nvSpPr>
        <p:spPr>
          <a:xfrm flipH="1">
            <a:off x="1965649" y="2332334"/>
            <a:ext cx="124056" cy="903159"/>
          </a:xfrm>
          <a:prstGeom prst="rightBracket">
            <a:avLst/>
          </a:prstGeom>
          <a:ln w="3175">
            <a:solidFill>
              <a:srgbClr val="FFFF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29481E8-AAA4-7B23-9433-C3D99EC8F31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70337" y="2816615"/>
            <a:ext cx="900000" cy="1"/>
          </a:xfrm>
          <a:prstGeom prst="straightConnector1">
            <a:avLst/>
          </a:prstGeom>
          <a:ln w="3175">
            <a:solidFill>
              <a:srgbClr val="FFFF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7EBD7179-CB3E-5C5E-3875-6414DEFD7FA4}"/>
              </a:ext>
            </a:extLst>
          </p:cNvPr>
          <p:cNvSpPr txBox="1"/>
          <p:nvPr/>
        </p:nvSpPr>
        <p:spPr>
          <a:xfrm>
            <a:off x="371006" y="2701199"/>
            <a:ext cx="686406" cy="2308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 등록</a:t>
            </a:r>
            <a:endParaRPr lang="en-US" altLang="ko-KR" sz="9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F710CBD-CAFC-5E6D-AF77-155530BD4367}"/>
              </a:ext>
            </a:extLst>
          </p:cNvPr>
          <p:cNvSpPr txBox="1"/>
          <p:nvPr/>
        </p:nvSpPr>
        <p:spPr>
          <a:xfrm>
            <a:off x="4989917" y="2153672"/>
            <a:ext cx="8996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컬러 지정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3C7FE91D-CB8C-90C4-84EF-EBF62B532E31}"/>
              </a:ext>
            </a:extLst>
          </p:cNvPr>
          <p:cNvSpPr/>
          <p:nvPr/>
        </p:nvSpPr>
        <p:spPr>
          <a:xfrm>
            <a:off x="2179874" y="2446278"/>
            <a:ext cx="887027" cy="475272"/>
          </a:xfrm>
          <a:prstGeom prst="rect">
            <a:avLst/>
          </a:prstGeom>
          <a:noFill/>
          <a:ln w="31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77C83D95-E0AA-D9E1-BDA7-5D846073A5F4}"/>
              </a:ext>
            </a:extLst>
          </p:cNvPr>
          <p:cNvCxnSpPr>
            <a:cxnSpLocks/>
            <a:stCxn id="76" idx="0"/>
            <a:endCxn id="75" idx="0"/>
          </p:cNvCxnSpPr>
          <p:nvPr/>
        </p:nvCxnSpPr>
        <p:spPr>
          <a:xfrm rot="5400000" flipH="1" flipV="1">
            <a:off x="3885251" y="891809"/>
            <a:ext cx="292606" cy="2816332"/>
          </a:xfrm>
          <a:prstGeom prst="bentConnector3">
            <a:avLst>
              <a:gd name="adj1" fmla="val 178126"/>
            </a:avLst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E21FBD78-313A-5D68-30AF-1FB1EC2215A5}"/>
              </a:ext>
            </a:extLst>
          </p:cNvPr>
          <p:cNvCxnSpPr>
            <a:cxnSpLocks/>
          </p:cNvCxnSpPr>
          <p:nvPr/>
        </p:nvCxnSpPr>
        <p:spPr>
          <a:xfrm flipV="1">
            <a:off x="2652576" y="2520579"/>
            <a:ext cx="2333585" cy="1"/>
          </a:xfrm>
          <a:prstGeom prst="straightConnector1">
            <a:avLst/>
          </a:prstGeom>
          <a:ln w="3175">
            <a:solidFill>
              <a:srgbClr val="234DD3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EBA5E0A-8722-FA10-B425-236E6AE3E559}"/>
              </a:ext>
            </a:extLst>
          </p:cNvPr>
          <p:cNvSpPr txBox="1"/>
          <p:nvPr/>
        </p:nvSpPr>
        <p:spPr>
          <a:xfrm>
            <a:off x="4923267" y="2405035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소타이틀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12CAA462-2F03-ED44-042F-C603FE0CB6D8}"/>
              </a:ext>
            </a:extLst>
          </p:cNvPr>
          <p:cNvCxnSpPr/>
          <p:nvPr/>
        </p:nvCxnSpPr>
        <p:spPr>
          <a:xfrm flipV="1">
            <a:off x="3001108" y="2667383"/>
            <a:ext cx="2333585" cy="1"/>
          </a:xfrm>
          <a:prstGeom prst="straightConnector1">
            <a:avLst/>
          </a:prstGeom>
          <a:ln w="3175">
            <a:solidFill>
              <a:srgbClr val="234DD3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A286B783-10FB-D6AC-317C-17FF9E213F3B}"/>
              </a:ext>
            </a:extLst>
          </p:cNvPr>
          <p:cNvSpPr txBox="1"/>
          <p:nvPr/>
        </p:nvSpPr>
        <p:spPr>
          <a:xfrm>
            <a:off x="5280051" y="2554428"/>
            <a:ext cx="6351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 타이틀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505C82FF-499A-07D0-70D6-A97E140A9336}"/>
              </a:ext>
            </a:extLst>
          </p:cNvPr>
          <p:cNvCxnSpPr>
            <a:cxnSpLocks/>
          </p:cNvCxnSpPr>
          <p:nvPr/>
        </p:nvCxnSpPr>
        <p:spPr>
          <a:xfrm>
            <a:off x="2700295" y="2819108"/>
            <a:ext cx="2579756" cy="0"/>
          </a:xfrm>
          <a:prstGeom prst="straightConnector1">
            <a:avLst/>
          </a:prstGeom>
          <a:ln w="3175">
            <a:solidFill>
              <a:srgbClr val="234DD3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B5034CCB-F476-23CF-D4B3-C0F8CCF5D85D}"/>
              </a:ext>
            </a:extLst>
          </p:cNvPr>
          <p:cNvSpPr txBox="1"/>
          <p:nvPr/>
        </p:nvSpPr>
        <p:spPr>
          <a:xfrm>
            <a:off x="5207961" y="2701199"/>
            <a:ext cx="6351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 타이틀</a:t>
            </a:r>
            <a:r>
              <a:rPr lang="en-US" altLang="ko-KR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ACA400C0-C7C0-61C4-9725-1AB042C5D76F}"/>
              </a:ext>
            </a:extLst>
          </p:cNvPr>
          <p:cNvCxnSpPr>
            <a:cxnSpLocks/>
          </p:cNvCxnSpPr>
          <p:nvPr/>
        </p:nvCxnSpPr>
        <p:spPr>
          <a:xfrm>
            <a:off x="2454830" y="3021964"/>
            <a:ext cx="2579756" cy="0"/>
          </a:xfrm>
          <a:prstGeom prst="straightConnector1">
            <a:avLst/>
          </a:prstGeom>
          <a:ln w="3175">
            <a:solidFill>
              <a:srgbClr val="234DD3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5CBF7AEF-A4DC-5022-4299-9909E926CA75}"/>
              </a:ext>
            </a:extLst>
          </p:cNvPr>
          <p:cNvSpPr txBox="1"/>
          <p:nvPr/>
        </p:nvSpPr>
        <p:spPr>
          <a:xfrm>
            <a:off x="4978033" y="2906676"/>
            <a:ext cx="10166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링크 사용 여부 선택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1C734849-0E8B-A91B-B66F-77E0B9A4F63B}"/>
              </a:ext>
            </a:extLst>
          </p:cNvPr>
          <p:cNvCxnSpPr/>
          <p:nvPr/>
        </p:nvCxnSpPr>
        <p:spPr>
          <a:xfrm>
            <a:off x="6480969" y="1301947"/>
            <a:ext cx="0" cy="410445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5AA76F1D-233B-69CD-405B-987A4B8882BF}"/>
              </a:ext>
            </a:extLst>
          </p:cNvPr>
          <p:cNvSpPr txBox="1"/>
          <p:nvPr/>
        </p:nvSpPr>
        <p:spPr>
          <a:xfrm>
            <a:off x="2027677" y="199490"/>
            <a:ext cx="6480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https://www.vouchermall.co.kr/main/main.do</a:t>
            </a:r>
          </a:p>
        </p:txBody>
      </p:sp>
    </p:spTree>
    <p:extLst>
      <p:ext uri="{BB962C8B-B14F-4D97-AF65-F5344CB8AC3E}">
        <p14:creationId xmlns:p14="http://schemas.microsoft.com/office/powerpoint/2010/main" val="3096030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69298-D76E-22D8-C99D-B46CC57D1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A4103-58D5-1E7E-F130-DAFB95046420}"/>
              </a:ext>
            </a:extLst>
          </p:cNvPr>
          <p:cNvSpPr txBox="1"/>
          <p:nvPr/>
        </p:nvSpPr>
        <p:spPr>
          <a:xfrm>
            <a:off x="307331" y="185242"/>
            <a:ext cx="2193421" cy="2660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29" b="1" spc="-141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파트너시스템</a:t>
            </a:r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 </a:t>
            </a:r>
            <a:r>
              <a:rPr lang="ko-KR" altLang="en-US" sz="1129" b="1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공지 팝업  유형</a:t>
            </a:r>
            <a:endParaRPr lang="en-US" altLang="ko-KR" sz="1129" b="1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263C988-46EB-142D-C485-2DACE2E91706}"/>
              </a:ext>
            </a:extLst>
          </p:cNvPr>
          <p:cNvSpPr/>
          <p:nvPr/>
        </p:nvSpPr>
        <p:spPr>
          <a:xfrm>
            <a:off x="4572757" y="1116013"/>
            <a:ext cx="3822532" cy="38884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1CA587E-ED9E-D826-5F64-2638240B0555}"/>
              </a:ext>
            </a:extLst>
          </p:cNvPr>
          <p:cNvSpPr/>
          <p:nvPr/>
        </p:nvSpPr>
        <p:spPr>
          <a:xfrm>
            <a:off x="4573323" y="4812662"/>
            <a:ext cx="3816424" cy="1917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85BF41-8FCE-402E-8128-80D6C90CC72A}"/>
              </a:ext>
            </a:extLst>
          </p:cNvPr>
          <p:cNvSpPr txBox="1"/>
          <p:nvPr/>
        </p:nvSpPr>
        <p:spPr>
          <a:xfrm>
            <a:off x="4536753" y="4800831"/>
            <a:ext cx="10678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□</a:t>
            </a:r>
            <a:r>
              <a:rPr lang="en-US" altLang="ko-KR" sz="800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1</a:t>
            </a:r>
            <a:r>
              <a:rPr lang="ko-KR" altLang="en-US" sz="800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동안 보지 않기</a:t>
            </a:r>
            <a:endParaRPr lang="en-US" altLang="ko-KR" sz="800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177A68-920D-0831-55AA-AD9511C96E8D}"/>
              </a:ext>
            </a:extLst>
          </p:cNvPr>
          <p:cNvSpPr txBox="1"/>
          <p:nvPr/>
        </p:nvSpPr>
        <p:spPr>
          <a:xfrm>
            <a:off x="8032440" y="4812662"/>
            <a:ext cx="3536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4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en-US" altLang="ko-KR" sz="800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74A138D-BD36-DE60-D511-B5B34B993F11}"/>
              </a:ext>
            </a:extLst>
          </p:cNvPr>
          <p:cNvSpPr/>
          <p:nvPr/>
        </p:nvSpPr>
        <p:spPr>
          <a:xfrm>
            <a:off x="4569703" y="1116013"/>
            <a:ext cx="382558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A8E23F-046A-5F99-C691-B09935B6FD88}"/>
              </a:ext>
            </a:extLst>
          </p:cNvPr>
          <p:cNvSpPr txBox="1"/>
          <p:nvPr/>
        </p:nvSpPr>
        <p:spPr>
          <a:xfrm>
            <a:off x="4566649" y="1180617"/>
            <a:ext cx="18517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 파트너시스템 점검 안내</a:t>
            </a:r>
            <a:endParaRPr lang="en-US" altLang="ko-KR" sz="1000" b="1" spc="-150" dirty="0">
              <a:latin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3E05BF3-1C5E-77E1-C554-91617EBE49F5}"/>
              </a:ext>
            </a:extLst>
          </p:cNvPr>
          <p:cNvSpPr/>
          <p:nvPr/>
        </p:nvSpPr>
        <p:spPr>
          <a:xfrm>
            <a:off x="4592601" y="4136449"/>
            <a:ext cx="3793526" cy="66438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0381F86C-23EA-66FD-3B5E-ECFD8D552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814" y="4208169"/>
            <a:ext cx="152008" cy="20801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553C217-056F-BB64-D630-74E8F4D37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853" y="4399016"/>
            <a:ext cx="152008" cy="20801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B9C313F-EF94-18D7-0E9B-1E3E929A0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655" y="4580410"/>
            <a:ext cx="152008" cy="20801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8FB9496-D96C-0C47-EB85-233722772C7A}"/>
              </a:ext>
            </a:extLst>
          </p:cNvPr>
          <p:cNvSpPr txBox="1"/>
          <p:nvPr/>
        </p:nvSpPr>
        <p:spPr>
          <a:xfrm>
            <a:off x="4691126" y="4204453"/>
            <a:ext cx="13059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800" u="sng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3314C7-AC5C-E182-E83E-C2537AA6781E}"/>
              </a:ext>
            </a:extLst>
          </p:cNvPr>
          <p:cNvSpPr txBox="1"/>
          <p:nvPr/>
        </p:nvSpPr>
        <p:spPr>
          <a:xfrm>
            <a:off x="4687165" y="4370702"/>
            <a:ext cx="13059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800" u="sng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B64575-0A4C-589D-A9B9-3499BA76F289}"/>
              </a:ext>
            </a:extLst>
          </p:cNvPr>
          <p:cNvSpPr txBox="1"/>
          <p:nvPr/>
        </p:nvSpPr>
        <p:spPr>
          <a:xfrm>
            <a:off x="4687165" y="4572977"/>
            <a:ext cx="13059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800" u="sng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551D08-3241-0C99-D6AC-4BC020BA2065}"/>
              </a:ext>
            </a:extLst>
          </p:cNvPr>
          <p:cNvSpPr txBox="1"/>
          <p:nvPr/>
        </p:nvSpPr>
        <p:spPr>
          <a:xfrm>
            <a:off x="4626289" y="1571173"/>
            <a:ext cx="166103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안녕하세요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파트너시스템 관리자 입니다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endParaRPr lang="en-US" altLang="ko-KR" sz="800" spc="-150" dirty="0"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endParaRPr lang="en-US" altLang="ko-KR" sz="800" spc="-150" dirty="0"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82647F-2E61-0EDB-BB10-715810FE498E}"/>
              </a:ext>
            </a:extLst>
          </p:cNvPr>
          <p:cNvSpPr txBox="1"/>
          <p:nvPr/>
        </p:nvSpPr>
        <p:spPr>
          <a:xfrm>
            <a:off x="8084890" y="1172922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en-US" altLang="ko-KR" sz="1000" b="1" spc="-150" dirty="0">
              <a:latin typeface="맑은 고딕" panose="020B0503020000020004" pitchFamily="50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328B8E08-8743-B657-1059-90110DA28164}"/>
              </a:ext>
            </a:extLst>
          </p:cNvPr>
          <p:cNvCxnSpPr/>
          <p:nvPr/>
        </p:nvCxnSpPr>
        <p:spPr>
          <a:xfrm>
            <a:off x="8395289" y="1587351"/>
            <a:ext cx="0" cy="1256854"/>
          </a:xfrm>
          <a:prstGeom prst="line">
            <a:avLst/>
          </a:prstGeom>
          <a:ln w="539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77DF942-AAC0-6C8A-59CB-7F064BE12257}"/>
              </a:ext>
            </a:extLst>
          </p:cNvPr>
          <p:cNvCxnSpPr>
            <a:cxnSpLocks/>
          </p:cNvCxnSpPr>
          <p:nvPr/>
        </p:nvCxnSpPr>
        <p:spPr>
          <a:xfrm rot="10800000" flipV="1">
            <a:off x="2292704" y="1303727"/>
            <a:ext cx="2333585" cy="1"/>
          </a:xfrm>
          <a:prstGeom prst="straightConnector1">
            <a:avLst/>
          </a:prstGeom>
          <a:ln w="3175">
            <a:solidFill>
              <a:srgbClr val="234DD3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D452155-D548-DDF2-A6D5-E21A0F027C9D}"/>
              </a:ext>
            </a:extLst>
          </p:cNvPr>
          <p:cNvSpPr txBox="1"/>
          <p:nvPr/>
        </p:nvSpPr>
        <p:spPr>
          <a:xfrm>
            <a:off x="1915677" y="1196006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제목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29BF3155-DA2C-286A-096A-2DC81F652466}"/>
              </a:ext>
            </a:extLst>
          </p:cNvPr>
          <p:cNvCxnSpPr>
            <a:cxnSpLocks/>
          </p:cNvCxnSpPr>
          <p:nvPr/>
        </p:nvCxnSpPr>
        <p:spPr>
          <a:xfrm rot="10800000" flipV="1">
            <a:off x="2163468" y="1699916"/>
            <a:ext cx="2333585" cy="1"/>
          </a:xfrm>
          <a:prstGeom prst="straightConnector1">
            <a:avLst/>
          </a:prstGeom>
          <a:ln w="3175">
            <a:solidFill>
              <a:srgbClr val="234DD3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034F215-4B08-CF63-E87E-B213AFD92790}"/>
              </a:ext>
            </a:extLst>
          </p:cNvPr>
          <p:cNvSpPr txBox="1"/>
          <p:nvPr/>
        </p:nvSpPr>
        <p:spPr>
          <a:xfrm>
            <a:off x="1786441" y="1592195"/>
            <a:ext cx="3978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C69937CE-63AA-5B77-ABEF-121F80045006}"/>
              </a:ext>
            </a:extLst>
          </p:cNvPr>
          <p:cNvCxnSpPr>
            <a:cxnSpLocks/>
          </p:cNvCxnSpPr>
          <p:nvPr/>
        </p:nvCxnSpPr>
        <p:spPr>
          <a:xfrm rot="10800000" flipV="1">
            <a:off x="2230010" y="4416180"/>
            <a:ext cx="2333585" cy="1"/>
          </a:xfrm>
          <a:prstGeom prst="straightConnector1">
            <a:avLst/>
          </a:prstGeom>
          <a:ln w="3175">
            <a:solidFill>
              <a:srgbClr val="234DD3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942076D-3971-19E2-3394-B3CFCE549852}"/>
              </a:ext>
            </a:extLst>
          </p:cNvPr>
          <p:cNvSpPr txBox="1"/>
          <p:nvPr/>
        </p:nvSpPr>
        <p:spPr>
          <a:xfrm>
            <a:off x="1686334" y="4300764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첨부파일</a:t>
            </a:r>
            <a:endParaRPr lang="en-US" altLang="ko-KR" sz="9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C7A98B-B100-4DF7-0EA0-2AA5854A0269}"/>
              </a:ext>
            </a:extLst>
          </p:cNvPr>
          <p:cNvSpPr txBox="1"/>
          <p:nvPr/>
        </p:nvSpPr>
        <p:spPr>
          <a:xfrm>
            <a:off x="2364163" y="205119"/>
            <a:ext cx="6480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https://partner.vouchermall.co.kr/main/main.do</a:t>
            </a:r>
          </a:p>
        </p:txBody>
      </p:sp>
    </p:spTree>
    <p:extLst>
      <p:ext uri="{BB962C8B-B14F-4D97-AF65-F5344CB8AC3E}">
        <p14:creationId xmlns:p14="http://schemas.microsoft.com/office/powerpoint/2010/main" val="1061281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ED897-1EF5-59A7-24CE-8AE22912A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C76222-5264-FE67-19A2-E3A1FA8C80BC}"/>
              </a:ext>
            </a:extLst>
          </p:cNvPr>
          <p:cNvSpPr txBox="1"/>
          <p:nvPr/>
        </p:nvSpPr>
        <p:spPr>
          <a:xfrm>
            <a:off x="4043442" y="2628181"/>
            <a:ext cx="487505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b="1" i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메인팝업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관리 목록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국민행복몰 탭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500" b="1" i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3BC6DB-CFFC-04B4-03BB-B31035BFC2C2}"/>
              </a:ext>
            </a:extLst>
          </p:cNvPr>
          <p:cNvSpPr txBox="1"/>
          <p:nvPr/>
        </p:nvSpPr>
        <p:spPr>
          <a:xfrm>
            <a:off x="720329" y="4140349"/>
            <a:ext cx="6481118" cy="688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메인 팝업의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가지 유형에 대하여 관리한다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(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이벤트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기획전형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공지사항 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메인 팝업  롤링 순서는 전시순위로 관리한다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메인 팝업은 최대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7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개까지 등록 가능 하다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463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4CB95-6EFB-CD33-9A72-62421BF95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93587B-AF73-D0FD-3B82-04BDBBAE77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5" t="201" r="-874" b="73172"/>
          <a:stretch>
            <a:fillRect/>
          </a:stretch>
        </p:blipFill>
        <p:spPr>
          <a:xfrm>
            <a:off x="383280" y="673166"/>
            <a:ext cx="7992889" cy="7931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98E722-804A-AF60-D700-F1AA2A068342}"/>
              </a:ext>
            </a:extLst>
          </p:cNvPr>
          <p:cNvSpPr txBox="1"/>
          <p:nvPr/>
        </p:nvSpPr>
        <p:spPr>
          <a:xfrm>
            <a:off x="1307907" y="78285"/>
            <a:ext cx="16674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팝업 관리 목록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국민행복몰 탭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6A25B-DF0A-DE22-7E2C-4BD7FBFFA33C}"/>
              </a:ext>
            </a:extLst>
          </p:cNvPr>
          <p:cNvSpPr txBox="1"/>
          <p:nvPr/>
        </p:nvSpPr>
        <p:spPr>
          <a:xfrm>
            <a:off x="1302717" y="330494"/>
            <a:ext cx="15856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관리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E68D41A-8433-BE8C-EAE4-B724C98B2667}"/>
              </a:ext>
            </a:extLst>
          </p:cNvPr>
          <p:cNvSpPr/>
          <p:nvPr/>
        </p:nvSpPr>
        <p:spPr>
          <a:xfrm>
            <a:off x="7921129" y="58428"/>
            <a:ext cx="11201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CH-A-SY-05-01-01</a:t>
            </a:r>
            <a:endParaRPr lang="ko-KR" altLang="en-US" sz="1000" spc="-8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981F24-1E99-5EF5-21DE-793DBAC281C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2026.07.31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D5EF63-123B-4177-D6CD-957131F218DA}"/>
              </a:ext>
            </a:extLst>
          </p:cNvPr>
          <p:cNvSpPr txBox="1"/>
          <p:nvPr/>
        </p:nvSpPr>
        <p:spPr>
          <a:xfrm>
            <a:off x="332940" y="1392519"/>
            <a:ext cx="9765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관리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19F213A-7B9B-B397-B3E7-6C1108898072}"/>
              </a:ext>
            </a:extLst>
          </p:cNvPr>
          <p:cNvCxnSpPr/>
          <p:nvPr/>
        </p:nvCxnSpPr>
        <p:spPr>
          <a:xfrm>
            <a:off x="447557" y="1654889"/>
            <a:ext cx="900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D757F00-BDAE-F73A-B609-81FB3C733DB1}"/>
              </a:ext>
            </a:extLst>
          </p:cNvPr>
          <p:cNvGrpSpPr/>
          <p:nvPr/>
        </p:nvGrpSpPr>
        <p:grpSpPr>
          <a:xfrm>
            <a:off x="8418028" y="1439935"/>
            <a:ext cx="930186" cy="200055"/>
            <a:chOff x="6709530" y="3016995"/>
            <a:chExt cx="930186" cy="200055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E2EC806-1BF9-D8BA-F834-D815F6719B07}"/>
                </a:ext>
              </a:extLst>
            </p:cNvPr>
            <p:cNvSpPr/>
            <p:nvPr/>
          </p:nvSpPr>
          <p:spPr>
            <a:xfrm>
              <a:off x="6751331" y="3016995"/>
              <a:ext cx="888385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ko-KR" altLang="en-US" sz="700" spc="-150" dirty="0">
                  <a:latin typeface="+mn-ea"/>
                </a:rPr>
                <a:t>시스템관리 </a:t>
              </a:r>
              <a:r>
                <a:rPr lang="en-US" altLang="ko-KR" sz="700" spc="-150" dirty="0">
                  <a:latin typeface="+mn-ea"/>
                </a:rPr>
                <a:t>&gt; </a:t>
              </a:r>
              <a:r>
                <a:rPr lang="ko-KR" altLang="en-US" sz="700" spc="-150" dirty="0">
                  <a:latin typeface="+mn-ea"/>
                </a:rPr>
                <a:t>팝업관리</a:t>
              </a:r>
            </a:p>
          </p:txBody>
        </p:sp>
        <p:sp>
          <p:nvSpPr>
            <p:cNvPr id="18" name="Home">
              <a:extLst>
                <a:ext uri="{FF2B5EF4-FFF2-40B4-BE49-F238E27FC236}">
                  <a16:creationId xmlns:a16="http://schemas.microsoft.com/office/drawing/2014/main" id="{F3713A01-71F0-5AAA-80F8-F859F1012AF8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709530" y="3072723"/>
              <a:ext cx="89656" cy="97128"/>
            </a:xfrm>
            <a:custGeom>
              <a:avLst/>
              <a:gdLst>
                <a:gd name="T0" fmla="*/ 211186 w 396"/>
                <a:gd name="T1" fmla="*/ 0 h 340"/>
                <a:gd name="T2" fmla="*/ 202890 w 396"/>
                <a:gd name="T3" fmla="*/ 8224 h 340"/>
                <a:gd name="T4" fmla="*/ 202890 w 396"/>
                <a:gd name="T5" fmla="*/ 38128 h 340"/>
                <a:gd name="T6" fmla="*/ 156127 w 396"/>
                <a:gd name="T7" fmla="*/ 2243 h 340"/>
                <a:gd name="T8" fmla="*/ 150093 w 396"/>
                <a:gd name="T9" fmla="*/ 0 h 340"/>
                <a:gd name="T10" fmla="*/ 143305 w 396"/>
                <a:gd name="T11" fmla="*/ 2243 h 340"/>
                <a:gd name="T12" fmla="*/ 4525 w 396"/>
                <a:gd name="T13" fmla="*/ 106159 h 340"/>
                <a:gd name="T14" fmla="*/ 754 w 396"/>
                <a:gd name="T15" fmla="*/ 112888 h 340"/>
                <a:gd name="T16" fmla="*/ 2263 w 396"/>
                <a:gd name="T17" fmla="*/ 121111 h 340"/>
                <a:gd name="T18" fmla="*/ 9805 w 396"/>
                <a:gd name="T19" fmla="*/ 124849 h 340"/>
                <a:gd name="T20" fmla="*/ 17347 w 396"/>
                <a:gd name="T21" fmla="*/ 122606 h 340"/>
                <a:gd name="T22" fmla="*/ 39220 w 396"/>
                <a:gd name="T23" fmla="*/ 106159 h 340"/>
                <a:gd name="T24" fmla="*/ 39220 w 396"/>
                <a:gd name="T25" fmla="*/ 247456 h 340"/>
                <a:gd name="T26" fmla="*/ 41483 w 396"/>
                <a:gd name="T27" fmla="*/ 251941 h 340"/>
                <a:gd name="T28" fmla="*/ 46008 w 396"/>
                <a:gd name="T29" fmla="*/ 254184 h 340"/>
                <a:gd name="T30" fmla="*/ 253424 w 396"/>
                <a:gd name="T31" fmla="*/ 254184 h 340"/>
                <a:gd name="T32" fmla="*/ 257949 w 396"/>
                <a:gd name="T33" fmla="*/ 251941 h 340"/>
                <a:gd name="T34" fmla="*/ 260212 w 396"/>
                <a:gd name="T35" fmla="*/ 247456 h 340"/>
                <a:gd name="T36" fmla="*/ 260212 w 396"/>
                <a:gd name="T37" fmla="*/ 106907 h 340"/>
                <a:gd name="T38" fmla="*/ 281331 w 396"/>
                <a:gd name="T39" fmla="*/ 122606 h 340"/>
                <a:gd name="T40" fmla="*/ 288873 w 396"/>
                <a:gd name="T41" fmla="*/ 124849 h 340"/>
                <a:gd name="T42" fmla="*/ 296415 w 396"/>
                <a:gd name="T43" fmla="*/ 121111 h 340"/>
                <a:gd name="T44" fmla="*/ 297924 w 396"/>
                <a:gd name="T45" fmla="*/ 112888 h 340"/>
                <a:gd name="T46" fmla="*/ 294153 w 396"/>
                <a:gd name="T47" fmla="*/ 106159 h 340"/>
                <a:gd name="T48" fmla="*/ 240602 w 396"/>
                <a:gd name="T49" fmla="*/ 66536 h 340"/>
                <a:gd name="T50" fmla="*/ 240602 w 396"/>
                <a:gd name="T51" fmla="*/ 8224 h 340"/>
                <a:gd name="T52" fmla="*/ 232305 w 396"/>
                <a:gd name="T53" fmla="*/ 0 h 340"/>
                <a:gd name="T54" fmla="*/ 211186 w 396"/>
                <a:gd name="T55" fmla="*/ 0 h 340"/>
                <a:gd name="T56" fmla="*/ 149339 w 396"/>
                <a:gd name="T57" fmla="*/ 23923 h 340"/>
                <a:gd name="T58" fmla="*/ 247390 w 396"/>
                <a:gd name="T59" fmla="*/ 97188 h 340"/>
                <a:gd name="T60" fmla="*/ 247390 w 396"/>
                <a:gd name="T61" fmla="*/ 241475 h 340"/>
                <a:gd name="T62" fmla="*/ 191576 w 396"/>
                <a:gd name="T63" fmla="*/ 241475 h 340"/>
                <a:gd name="T64" fmla="*/ 191576 w 396"/>
                <a:gd name="T65" fmla="*/ 161482 h 340"/>
                <a:gd name="T66" fmla="*/ 174229 w 396"/>
                <a:gd name="T67" fmla="*/ 144287 h 340"/>
                <a:gd name="T68" fmla="*/ 118415 w 396"/>
                <a:gd name="T69" fmla="*/ 144287 h 340"/>
                <a:gd name="T70" fmla="*/ 101068 w 396"/>
                <a:gd name="T71" fmla="*/ 161482 h 340"/>
                <a:gd name="T72" fmla="*/ 101068 w 396"/>
                <a:gd name="T73" fmla="*/ 241475 h 340"/>
                <a:gd name="T74" fmla="*/ 52042 w 396"/>
                <a:gd name="T75" fmla="*/ 241475 h 340"/>
                <a:gd name="T76" fmla="*/ 52042 w 396"/>
                <a:gd name="T77" fmla="*/ 97188 h 340"/>
                <a:gd name="T78" fmla="*/ 149339 w 396"/>
                <a:gd name="T79" fmla="*/ 23923 h 340"/>
                <a:gd name="T80" fmla="*/ 118415 w 396"/>
                <a:gd name="T81" fmla="*/ 156996 h 340"/>
                <a:gd name="T82" fmla="*/ 174229 w 396"/>
                <a:gd name="T83" fmla="*/ 156996 h 340"/>
                <a:gd name="T84" fmla="*/ 178754 w 396"/>
                <a:gd name="T85" fmla="*/ 161482 h 340"/>
                <a:gd name="T86" fmla="*/ 178754 w 396"/>
                <a:gd name="T87" fmla="*/ 241475 h 340"/>
                <a:gd name="T88" fmla="*/ 113890 w 396"/>
                <a:gd name="T89" fmla="*/ 241475 h 340"/>
                <a:gd name="T90" fmla="*/ 113890 w 396"/>
                <a:gd name="T91" fmla="*/ 161482 h 340"/>
                <a:gd name="T92" fmla="*/ 118415 w 396"/>
                <a:gd name="T93" fmla="*/ 156996 h 34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396" h="340">
                  <a:moveTo>
                    <a:pt x="280" y="0"/>
                  </a:moveTo>
                  <a:cubicBezTo>
                    <a:pt x="274" y="0"/>
                    <a:pt x="269" y="5"/>
                    <a:pt x="269" y="11"/>
                  </a:cubicBezTo>
                  <a:lnTo>
                    <a:pt x="269" y="51"/>
                  </a:lnTo>
                  <a:lnTo>
                    <a:pt x="207" y="3"/>
                  </a:lnTo>
                  <a:cubicBezTo>
                    <a:pt x="205" y="2"/>
                    <a:pt x="202" y="1"/>
                    <a:pt x="199" y="0"/>
                  </a:cubicBezTo>
                  <a:cubicBezTo>
                    <a:pt x="196" y="0"/>
                    <a:pt x="193" y="1"/>
                    <a:pt x="190" y="3"/>
                  </a:cubicBezTo>
                  <a:lnTo>
                    <a:pt x="6" y="142"/>
                  </a:lnTo>
                  <a:cubicBezTo>
                    <a:pt x="3" y="144"/>
                    <a:pt x="1" y="148"/>
                    <a:pt x="1" y="151"/>
                  </a:cubicBezTo>
                  <a:cubicBezTo>
                    <a:pt x="0" y="155"/>
                    <a:pt x="1" y="159"/>
                    <a:pt x="3" y="162"/>
                  </a:cubicBezTo>
                  <a:cubicBezTo>
                    <a:pt x="6" y="165"/>
                    <a:pt x="9" y="167"/>
                    <a:pt x="13" y="167"/>
                  </a:cubicBezTo>
                  <a:cubicBezTo>
                    <a:pt x="16" y="168"/>
                    <a:pt x="20" y="167"/>
                    <a:pt x="23" y="164"/>
                  </a:cubicBezTo>
                  <a:lnTo>
                    <a:pt x="52" y="142"/>
                  </a:lnTo>
                  <a:lnTo>
                    <a:pt x="52" y="331"/>
                  </a:lnTo>
                  <a:cubicBezTo>
                    <a:pt x="52" y="333"/>
                    <a:pt x="53" y="336"/>
                    <a:pt x="55" y="337"/>
                  </a:cubicBezTo>
                  <a:cubicBezTo>
                    <a:pt x="56" y="339"/>
                    <a:pt x="58" y="340"/>
                    <a:pt x="61" y="340"/>
                  </a:cubicBezTo>
                  <a:lnTo>
                    <a:pt x="336" y="340"/>
                  </a:lnTo>
                  <a:cubicBezTo>
                    <a:pt x="339" y="340"/>
                    <a:pt x="341" y="339"/>
                    <a:pt x="342" y="337"/>
                  </a:cubicBezTo>
                  <a:cubicBezTo>
                    <a:pt x="344" y="336"/>
                    <a:pt x="345" y="333"/>
                    <a:pt x="345" y="331"/>
                  </a:cubicBezTo>
                  <a:lnTo>
                    <a:pt x="345" y="143"/>
                  </a:lnTo>
                  <a:lnTo>
                    <a:pt x="373" y="164"/>
                  </a:lnTo>
                  <a:cubicBezTo>
                    <a:pt x="376" y="167"/>
                    <a:pt x="380" y="168"/>
                    <a:pt x="383" y="167"/>
                  </a:cubicBezTo>
                  <a:cubicBezTo>
                    <a:pt x="387" y="167"/>
                    <a:pt x="390" y="165"/>
                    <a:pt x="393" y="162"/>
                  </a:cubicBezTo>
                  <a:cubicBezTo>
                    <a:pt x="395" y="159"/>
                    <a:pt x="396" y="155"/>
                    <a:pt x="395" y="151"/>
                  </a:cubicBezTo>
                  <a:cubicBezTo>
                    <a:pt x="395" y="148"/>
                    <a:pt x="393" y="144"/>
                    <a:pt x="390" y="142"/>
                  </a:cubicBezTo>
                  <a:lnTo>
                    <a:pt x="319" y="89"/>
                  </a:lnTo>
                  <a:lnTo>
                    <a:pt x="319" y="11"/>
                  </a:lnTo>
                  <a:cubicBezTo>
                    <a:pt x="319" y="5"/>
                    <a:pt x="314" y="0"/>
                    <a:pt x="308" y="0"/>
                  </a:cubicBezTo>
                  <a:lnTo>
                    <a:pt x="280" y="0"/>
                  </a:lnTo>
                  <a:close/>
                  <a:moveTo>
                    <a:pt x="198" y="32"/>
                  </a:moveTo>
                  <a:lnTo>
                    <a:pt x="328" y="130"/>
                  </a:lnTo>
                  <a:lnTo>
                    <a:pt x="328" y="323"/>
                  </a:lnTo>
                  <a:lnTo>
                    <a:pt x="254" y="323"/>
                  </a:lnTo>
                  <a:lnTo>
                    <a:pt x="254" y="216"/>
                  </a:lnTo>
                  <a:cubicBezTo>
                    <a:pt x="254" y="204"/>
                    <a:pt x="244" y="193"/>
                    <a:pt x="231" y="193"/>
                  </a:cubicBezTo>
                  <a:lnTo>
                    <a:pt x="157" y="193"/>
                  </a:lnTo>
                  <a:cubicBezTo>
                    <a:pt x="144" y="193"/>
                    <a:pt x="134" y="204"/>
                    <a:pt x="134" y="216"/>
                  </a:cubicBezTo>
                  <a:lnTo>
                    <a:pt x="134" y="323"/>
                  </a:lnTo>
                  <a:lnTo>
                    <a:pt x="69" y="323"/>
                  </a:lnTo>
                  <a:lnTo>
                    <a:pt x="69" y="130"/>
                  </a:lnTo>
                  <a:lnTo>
                    <a:pt x="198" y="32"/>
                  </a:lnTo>
                  <a:close/>
                  <a:moveTo>
                    <a:pt x="157" y="210"/>
                  </a:moveTo>
                  <a:lnTo>
                    <a:pt x="231" y="210"/>
                  </a:lnTo>
                  <a:cubicBezTo>
                    <a:pt x="234" y="210"/>
                    <a:pt x="237" y="212"/>
                    <a:pt x="237" y="216"/>
                  </a:cubicBezTo>
                  <a:lnTo>
                    <a:pt x="237" y="323"/>
                  </a:lnTo>
                  <a:lnTo>
                    <a:pt x="151" y="323"/>
                  </a:lnTo>
                  <a:lnTo>
                    <a:pt x="151" y="216"/>
                  </a:lnTo>
                  <a:cubicBezTo>
                    <a:pt x="151" y="212"/>
                    <a:pt x="153" y="210"/>
                    <a:pt x="157" y="21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="ctr"/>
            <a:lstStyle/>
            <a:p>
              <a:endParaRPr lang="ko-KR" altLang="en-US"/>
            </a:p>
          </p:txBody>
        </p:sp>
      </p:grpSp>
      <p:graphicFrame>
        <p:nvGraphicFramePr>
          <p:cNvPr id="19" name="표 25">
            <a:extLst>
              <a:ext uri="{FF2B5EF4-FFF2-40B4-BE49-F238E27FC236}">
                <a16:creationId xmlns:a16="http://schemas.microsoft.com/office/drawing/2014/main" id="{133C6FC7-0F48-119D-E4AF-7C97DF455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075800"/>
              </p:ext>
            </p:extLst>
          </p:nvPr>
        </p:nvGraphicFramePr>
        <p:xfrm>
          <a:off x="438757" y="2077791"/>
          <a:ext cx="8856983" cy="596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213">
                  <a:extLst>
                    <a:ext uri="{9D8B030D-6E8A-4147-A177-3AD203B41FA5}">
                      <a16:colId xmlns:a16="http://schemas.microsoft.com/office/drawing/2014/main" val="3260934204"/>
                    </a:ext>
                  </a:extLst>
                </a:gridCol>
                <a:gridCol w="8331770">
                  <a:extLst>
                    <a:ext uri="{9D8B030D-6E8A-4147-A177-3AD203B41FA5}">
                      <a16:colId xmlns:a16="http://schemas.microsoft.com/office/drawing/2014/main" val="4016317486"/>
                    </a:ext>
                  </a:extLst>
                </a:gridCol>
              </a:tblGrid>
              <a:tr h="2498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기간</a:t>
                      </a: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57270"/>
                  </a:ext>
                </a:extLst>
              </a:tr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팝업정보</a:t>
                      </a: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880841"/>
                  </a:ext>
                </a:extLst>
              </a:tr>
            </a:tbl>
          </a:graphicData>
        </a:graphic>
      </p:graphicFrame>
      <p:sp>
        <p:nvSpPr>
          <p:cNvPr id="20" name="모서리가 둥근 직사각형 52">
            <a:extLst>
              <a:ext uri="{FF2B5EF4-FFF2-40B4-BE49-F238E27FC236}">
                <a16:creationId xmlns:a16="http://schemas.microsoft.com/office/drawing/2014/main" id="{ED3E7C29-C8FC-3DFD-E1E7-F34D4E76ED13}"/>
              </a:ext>
            </a:extLst>
          </p:cNvPr>
          <p:cNvSpPr/>
          <p:nvPr/>
        </p:nvSpPr>
        <p:spPr>
          <a:xfrm>
            <a:off x="1637606" y="2116227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2026-07-01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B5C5EB4-B301-BD57-70B4-5E2112CD41BA}"/>
              </a:ext>
            </a:extLst>
          </p:cNvPr>
          <p:cNvGrpSpPr/>
          <p:nvPr/>
        </p:nvGrpSpPr>
        <p:grpSpPr>
          <a:xfrm>
            <a:off x="3234194" y="2116230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22" name="모서리가 둥근 직사각형 54">
              <a:extLst>
                <a:ext uri="{FF2B5EF4-FFF2-40B4-BE49-F238E27FC236}">
                  <a16:creationId xmlns:a16="http://schemas.microsoft.com/office/drawing/2014/main" id="{11752EA3-A0DA-C444-DC93-EC5397C4637E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3" name="Picture 4" descr="calendar, date, event, month icon">
              <a:extLst>
                <a:ext uri="{FF2B5EF4-FFF2-40B4-BE49-F238E27FC236}">
                  <a16:creationId xmlns:a16="http://schemas.microsoft.com/office/drawing/2014/main" id="{1490375B-A880-4916-1BC9-C796A656B4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24" name="모서리가 둥근 직사각형 56">
            <a:extLst>
              <a:ext uri="{FF2B5EF4-FFF2-40B4-BE49-F238E27FC236}">
                <a16:creationId xmlns:a16="http://schemas.microsoft.com/office/drawing/2014/main" id="{6B1678D6-78FE-25AE-2A8D-09EBF0C4BFF8}"/>
              </a:ext>
            </a:extLst>
          </p:cNvPr>
          <p:cNvSpPr/>
          <p:nvPr/>
        </p:nvSpPr>
        <p:spPr>
          <a:xfrm>
            <a:off x="2590654" y="2116227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2026-10-31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F6BDBC1-C70A-5C24-38E7-649101445078}"/>
              </a:ext>
            </a:extLst>
          </p:cNvPr>
          <p:cNvSpPr/>
          <p:nvPr/>
        </p:nvSpPr>
        <p:spPr>
          <a:xfrm>
            <a:off x="2387589" y="2047994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모서리가 둥근 직사각형 84">
            <a:extLst>
              <a:ext uri="{FF2B5EF4-FFF2-40B4-BE49-F238E27FC236}">
                <a16:creationId xmlns:a16="http://schemas.microsoft.com/office/drawing/2014/main" id="{A6CCD082-7027-CA00-901E-DC4976F158DA}"/>
              </a:ext>
            </a:extLst>
          </p:cNvPr>
          <p:cNvSpPr/>
          <p:nvPr/>
        </p:nvSpPr>
        <p:spPr>
          <a:xfrm>
            <a:off x="1061987" y="2115762"/>
            <a:ext cx="447014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등록일</a:t>
            </a:r>
          </a:p>
        </p:txBody>
      </p:sp>
      <p:sp>
        <p:nvSpPr>
          <p:cNvPr id="35" name="모서리가 둥근 직사각형 86">
            <a:extLst>
              <a:ext uri="{FF2B5EF4-FFF2-40B4-BE49-F238E27FC236}">
                <a16:creationId xmlns:a16="http://schemas.microsoft.com/office/drawing/2014/main" id="{F7B1110E-B2B2-F44E-D671-406F6CFAA617}"/>
              </a:ext>
            </a:extLst>
          </p:cNvPr>
          <p:cNvSpPr/>
          <p:nvPr/>
        </p:nvSpPr>
        <p:spPr>
          <a:xfrm>
            <a:off x="1446298" y="2115762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FDE0D12-C8EE-5D7E-7CDF-A5251B6CF92E}"/>
              </a:ext>
            </a:extLst>
          </p:cNvPr>
          <p:cNvGrpSpPr/>
          <p:nvPr/>
        </p:nvGrpSpPr>
        <p:grpSpPr>
          <a:xfrm>
            <a:off x="2269076" y="2115763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7" name="모서리가 둥근 직사각형 54">
              <a:extLst>
                <a:ext uri="{FF2B5EF4-FFF2-40B4-BE49-F238E27FC236}">
                  <a16:creationId xmlns:a16="http://schemas.microsoft.com/office/drawing/2014/main" id="{35D4A376-2C01-539D-0598-533110FC3447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8" name="Picture 4" descr="calendar, date, event, month icon">
              <a:extLst>
                <a:ext uri="{FF2B5EF4-FFF2-40B4-BE49-F238E27FC236}">
                  <a16:creationId xmlns:a16="http://schemas.microsoft.com/office/drawing/2014/main" id="{C32A9DBF-555E-08BA-DB25-FC94A871D6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24DCFAE-9CE7-CD01-E8A3-543C309A9191}"/>
              </a:ext>
            </a:extLst>
          </p:cNvPr>
          <p:cNvSpPr/>
          <p:nvPr/>
        </p:nvSpPr>
        <p:spPr>
          <a:xfrm>
            <a:off x="3431834" y="2109487"/>
            <a:ext cx="377524" cy="165481"/>
          </a:xfrm>
          <a:prstGeom prst="rect">
            <a:avLst/>
          </a:prstGeom>
          <a:solidFill>
            <a:srgbClr val="234DD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D033923-9601-3262-BF9C-1006C4E3DEC5}"/>
              </a:ext>
            </a:extLst>
          </p:cNvPr>
          <p:cNvSpPr/>
          <p:nvPr/>
        </p:nvSpPr>
        <p:spPr>
          <a:xfrm>
            <a:off x="3831785" y="2109487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472A419-ADDF-85F0-A864-FA4FB6D8B640}"/>
              </a:ext>
            </a:extLst>
          </p:cNvPr>
          <p:cNvSpPr/>
          <p:nvPr/>
        </p:nvSpPr>
        <p:spPr>
          <a:xfrm>
            <a:off x="4236823" y="2109487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94" name="모서리가 둥근 직사각형 84">
            <a:extLst>
              <a:ext uri="{FF2B5EF4-FFF2-40B4-BE49-F238E27FC236}">
                <a16:creationId xmlns:a16="http://schemas.microsoft.com/office/drawing/2014/main" id="{37289F5F-9A48-F5C3-9C3A-142BF9E6AAD9}"/>
              </a:ext>
            </a:extLst>
          </p:cNvPr>
          <p:cNvSpPr/>
          <p:nvPr/>
        </p:nvSpPr>
        <p:spPr>
          <a:xfrm>
            <a:off x="1067701" y="2430392"/>
            <a:ext cx="2919081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팝업 명</a:t>
            </a:r>
          </a:p>
        </p:txBody>
      </p:sp>
      <p:sp>
        <p:nvSpPr>
          <p:cNvPr id="120" name="모서리가 둥근 직사각형 86">
            <a:extLst>
              <a:ext uri="{FF2B5EF4-FFF2-40B4-BE49-F238E27FC236}">
                <a16:creationId xmlns:a16="http://schemas.microsoft.com/office/drawing/2014/main" id="{47846833-CDDC-96D9-E2BE-3FAA1C978A49}"/>
              </a:ext>
            </a:extLst>
          </p:cNvPr>
          <p:cNvSpPr/>
          <p:nvPr/>
        </p:nvSpPr>
        <p:spPr>
          <a:xfrm>
            <a:off x="3968402" y="2428421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04D31A3E-D3FB-B271-01B3-CF0B9E1952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676172"/>
              </p:ext>
            </p:extLst>
          </p:nvPr>
        </p:nvGraphicFramePr>
        <p:xfrm>
          <a:off x="418804" y="3019065"/>
          <a:ext cx="8876936" cy="24947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650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700955">
                  <a:extLst>
                    <a:ext uri="{9D8B030D-6E8A-4147-A177-3AD203B41FA5}">
                      <a16:colId xmlns:a16="http://schemas.microsoft.com/office/drawing/2014/main" val="387988354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440606558"/>
                    </a:ext>
                  </a:extLst>
                </a:gridCol>
                <a:gridCol w="4680520">
                  <a:extLst>
                    <a:ext uri="{9D8B030D-6E8A-4147-A177-3AD203B41FA5}">
                      <a16:colId xmlns:a16="http://schemas.microsoft.com/office/drawing/2014/main" val="361050542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30571513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472991490"/>
                    </a:ext>
                  </a:extLst>
                </a:gridCol>
                <a:gridCol w="654531">
                  <a:extLst>
                    <a:ext uri="{9D8B030D-6E8A-4147-A177-3AD203B41FA5}">
                      <a16:colId xmlns:a16="http://schemas.microsoft.com/office/drawing/2014/main" val="2209694919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전시 순위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유형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팝업 명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게시 기간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등록일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333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이벤트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26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상품 후기 마일리지 적립 이벤트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2026-08-19~2026-08-30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예약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2026-07-31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332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공지사항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26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서비스 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정기정검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안내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2026-08-01~2026-08-07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게시중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2026-07-30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813446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331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기획전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깨끗한나라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&amp;</a:t>
                      </a:r>
                      <a:r>
                        <a:rPr lang="ko-KR" altLang="en-US" sz="800" b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쏘피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기획전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2026-08-03~2026-08-30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게시중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2026-07-22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831092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330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이벤트명 입니다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 1234567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2026-08-03~2026-08-30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게시중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2026-07-22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89669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329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u="none" spc="-150" dirty="0">
                        <a:solidFill>
                          <a:srgbClr val="234DD3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이벤트명 입니다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1234567..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길어지면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….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처리합니다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2026-08-03~2026-08-30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게시중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2026-07-20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066104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328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234DD3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이벤트명 입니다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1234567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2026-07-03~2026-07-30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미사용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2026-07-20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4683518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327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이벤트명 입니다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1234567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2026-07-03~2026-07-30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종료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2026-07-20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36490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326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이벤트명 입니다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1234567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2026-05-03~2026-05-30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종료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2026-07-17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771993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325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이벤트명 입니다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1234567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2026-05-03~2026-05-30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게시중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2026-07-15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88175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324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이벤트명 입니다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1234567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2026-05-03~2026-05-30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게시중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2026-07-14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295379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D0C63C6E-72AF-F4E2-3AE2-AD6415F7CAD8}"/>
              </a:ext>
            </a:extLst>
          </p:cNvPr>
          <p:cNvSpPr txBox="1"/>
          <p:nvPr/>
        </p:nvSpPr>
        <p:spPr>
          <a:xfrm>
            <a:off x="3744665" y="5724525"/>
            <a:ext cx="194925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&lt;&lt;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&lt;  </a:t>
            </a:r>
            <a:r>
              <a:rPr lang="en-US" altLang="ko-KR" sz="7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  3   4   5   6   7   8   9   10  &gt; </a:t>
            </a:r>
            <a:r>
              <a:rPr lang="en-US" altLang="ko-KR" sz="7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&gt;&gt; </a:t>
            </a: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83806AE4-7ABD-ECD4-DB6E-2E6D89C93105}"/>
              </a:ext>
            </a:extLst>
          </p:cNvPr>
          <p:cNvGraphicFramePr>
            <a:graphicFrameLocks noGrp="1"/>
          </p:cNvGraphicFramePr>
          <p:nvPr/>
        </p:nvGraphicFramePr>
        <p:xfrm>
          <a:off x="392886" y="6135867"/>
          <a:ext cx="8896395" cy="707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6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96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검색 결과가 없습니다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데이터가 없습니다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91189"/>
                  </a:ext>
                </a:extLst>
              </a:tr>
            </a:tbl>
          </a:graphicData>
        </a:graphic>
      </p:graphicFrame>
      <p:sp>
        <p:nvSpPr>
          <p:cNvPr id="34" name="모서리가 둥근 직사각형 84">
            <a:extLst>
              <a:ext uri="{FF2B5EF4-FFF2-40B4-BE49-F238E27FC236}">
                <a16:creationId xmlns:a16="http://schemas.microsoft.com/office/drawing/2014/main" id="{4D1ABFDC-EF36-BD0A-B4BD-60E3AA827AE1}"/>
              </a:ext>
            </a:extLst>
          </p:cNvPr>
          <p:cNvSpPr/>
          <p:nvPr/>
        </p:nvSpPr>
        <p:spPr>
          <a:xfrm>
            <a:off x="418804" y="5562892"/>
            <a:ext cx="103238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1" name="모서리가 둥근 직사각형 86">
            <a:extLst>
              <a:ext uri="{FF2B5EF4-FFF2-40B4-BE49-F238E27FC236}">
                <a16:creationId xmlns:a16="http://schemas.microsoft.com/office/drawing/2014/main" id="{BDA08868-0FB0-9233-43DE-8B4EA4652BF9}"/>
              </a:ext>
            </a:extLst>
          </p:cNvPr>
          <p:cNvSpPr/>
          <p:nvPr/>
        </p:nvSpPr>
        <p:spPr>
          <a:xfrm>
            <a:off x="1451188" y="5562892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4DAD1D8-775B-7EB5-69CC-64A0CC8FD1E2}"/>
              </a:ext>
            </a:extLst>
          </p:cNvPr>
          <p:cNvSpPr txBox="1"/>
          <p:nvPr/>
        </p:nvSpPr>
        <p:spPr>
          <a:xfrm>
            <a:off x="309085" y="2788529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2727819-6FAC-A619-208A-6E4A638739C3}"/>
              </a:ext>
            </a:extLst>
          </p:cNvPr>
          <p:cNvSpPr/>
          <p:nvPr/>
        </p:nvSpPr>
        <p:spPr>
          <a:xfrm>
            <a:off x="8692017" y="2758337"/>
            <a:ext cx="592716" cy="19751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7001FA-4879-9F8C-CA78-8017A068A773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모서리가 둥근 직사각형 84">
            <a:extLst>
              <a:ext uri="{FF2B5EF4-FFF2-40B4-BE49-F238E27FC236}">
                <a16:creationId xmlns:a16="http://schemas.microsoft.com/office/drawing/2014/main" id="{FCEEB5D4-C0D2-17E2-2A2A-E3855506BE93}"/>
              </a:ext>
            </a:extLst>
          </p:cNvPr>
          <p:cNvSpPr/>
          <p:nvPr/>
        </p:nvSpPr>
        <p:spPr>
          <a:xfrm>
            <a:off x="4177224" y="2428421"/>
            <a:ext cx="12801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상태</a:t>
            </a:r>
          </a:p>
        </p:txBody>
      </p:sp>
      <p:sp>
        <p:nvSpPr>
          <p:cNvPr id="12" name="모서리가 둥근 직사각형 86">
            <a:extLst>
              <a:ext uri="{FF2B5EF4-FFF2-40B4-BE49-F238E27FC236}">
                <a16:creationId xmlns:a16="http://schemas.microsoft.com/office/drawing/2014/main" id="{F47F40EF-B254-D65E-8C14-7DBC68BA2606}"/>
              </a:ext>
            </a:extLst>
          </p:cNvPr>
          <p:cNvSpPr/>
          <p:nvPr/>
        </p:nvSpPr>
        <p:spPr>
          <a:xfrm>
            <a:off x="5454921" y="2428421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3381EF6-F700-D6DF-4E22-40A0821D1478}"/>
              </a:ext>
            </a:extLst>
          </p:cNvPr>
          <p:cNvSpPr/>
          <p:nvPr/>
        </p:nvSpPr>
        <p:spPr>
          <a:xfrm>
            <a:off x="8692018" y="2373988"/>
            <a:ext cx="583338" cy="23647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graphicFrame>
        <p:nvGraphicFramePr>
          <p:cNvPr id="65" name="Group 59">
            <a:extLst>
              <a:ext uri="{FF2B5EF4-FFF2-40B4-BE49-F238E27FC236}">
                <a16:creationId xmlns:a16="http://schemas.microsoft.com/office/drawing/2014/main" id="{5EF0D516-C4A9-1520-B620-76C276DDC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415523"/>
              </p:ext>
            </p:extLst>
          </p:nvPr>
        </p:nvGraphicFramePr>
        <p:xfrm>
          <a:off x="10086305" y="636529"/>
          <a:ext cx="2850436" cy="673328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 gridSpan="2"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</a:rPr>
                        <a:t>전시 순위를 </a:t>
                      </a:r>
                      <a:r>
                        <a:rPr lang="ko-KR" altLang="en-US" sz="800" spc="-150" dirty="0" err="1">
                          <a:solidFill>
                            <a:srgbClr val="C00000"/>
                          </a:solidFill>
                        </a:rPr>
                        <a:t>게시중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</a:rPr>
                        <a:t> 상태인 팝업 기준으로 관리</a:t>
                      </a:r>
                      <a:endParaRPr lang="en-US" altLang="ko-KR" sz="80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</a:rPr>
                        <a:t>예약 상태도 전시순위를 선점하는 개념  </a:t>
                      </a:r>
                      <a:endParaRPr lang="en-US" altLang="ko-KR" sz="80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</a:rPr>
                        <a:t>( 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</a:rPr>
                        <a:t>예약 상태가 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</a:rPr>
                        <a:t>2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</a:rPr>
                        <a:t>번 선점 시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</a:rPr>
                        <a:t>실제 </a:t>
                      </a:r>
                      <a:r>
                        <a:rPr lang="ko-KR" altLang="en-US" sz="800" spc="-150" dirty="0" err="1">
                          <a:solidFill>
                            <a:srgbClr val="C00000"/>
                          </a:solidFill>
                        </a:rPr>
                        <a:t>게시중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</a:rPr>
                        <a:t> 팝업에는 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</a:rPr>
                        <a:t>3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</a:rPr>
                        <a:t>번이 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</a:rPr>
                        <a:t>2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</a:rPr>
                        <a:t>번자리에 보이게 됨 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</a:rPr>
                        <a:t>)</a:t>
                      </a: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</a:rPr>
                        <a:t>예약 게시기간 자정에 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</a:rPr>
                        <a:t>2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</a:rPr>
                        <a:t>번으로 자동 노출  처리</a:t>
                      </a:r>
                      <a:endParaRPr lang="en-US" altLang="ko-KR" sz="80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</a:rPr>
                        <a:t>게시기간이 종료되면  자동으로</a:t>
                      </a:r>
                      <a:endParaRPr lang="en-US" altLang="ko-KR" sz="800" spc="-150" dirty="0">
                        <a:solidFill>
                          <a:srgbClr val="C00000"/>
                        </a:solidFill>
                      </a:endParaRPr>
                    </a:p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</a:rPr>
                        <a:t>          </a:t>
                      </a:r>
                      <a:r>
                        <a:rPr lang="en-US" altLang="ko-KR" sz="80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전시순위 </a:t>
                      </a:r>
                      <a:r>
                        <a:rPr lang="en-US" altLang="ko-KR" sz="80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: Null </a:t>
                      </a:r>
                      <a:r>
                        <a:rPr lang="ko-KR" altLang="en-US" sz="80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처리</a:t>
                      </a:r>
                      <a:r>
                        <a:rPr lang="en-US" altLang="ko-KR" sz="80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및 </a:t>
                      </a:r>
                      <a:r>
                        <a:rPr lang="en-US" altLang="ko-KR" sz="80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input </a:t>
                      </a:r>
                      <a:r>
                        <a:rPr lang="ko-KR" altLang="en-US" sz="80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바활성화 처리</a:t>
                      </a:r>
                      <a:endParaRPr lang="en-US" altLang="ko-KR" sz="800" spc="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미사용</a:t>
                      </a:r>
                      <a:r>
                        <a:rPr lang="en-US" altLang="ko-KR" sz="80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spc="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종료 상태는 전시순위 입력 불가</a:t>
                      </a:r>
                      <a:endParaRPr lang="en-US" altLang="ko-KR" sz="800" spc="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967155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메인팝업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 대상 탭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국민행복몰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 /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파트너 시스템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하단에 관련 데이터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기간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값 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게시기간</a:t>
                      </a: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기간 설정  달력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또는 달력 컴포넌트 선택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기간 자동 설정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값 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개월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기간에 맞게  달력 기간이  자동설정됨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044215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팝업명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 box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상태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게시중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미사용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선택 시  설정한 내용으로 검색 결과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4-1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전체  건수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건수 </a:t>
                      </a:r>
                      <a:r>
                        <a:rPr lang="ko-KR" altLang="en-US" sz="800" b="0" kern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카운팅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4-2 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전시 순위 관리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게시중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예약 상태의 팝업만 전시순위 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input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 활성화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7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개 전시 순위 입력 가능 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그 이상 입력 시도 시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 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불가 </a:t>
                      </a:r>
                      <a:r>
                        <a:rPr lang="ko-KR" altLang="en-US" sz="800" b="0" kern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4-3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팝업 유형 데이터 출력</a:t>
                      </a: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</a:p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4-4 </a:t>
                      </a:r>
                      <a:r>
                        <a:rPr lang="ko-KR" altLang="en-US" sz="800" b="1" u="sng" kern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팝업명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데이터 출력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상세 조회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수정 화면 이동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</a:p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4-5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등록 버튼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메인 팝업 정보 등록 화면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디폴트</a:t>
                      </a:r>
                      <a:r>
                        <a:rPr lang="en-US" altLang="ko-KR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으로 이동</a:t>
                      </a:r>
                      <a:endParaRPr lang="en-US" altLang="ko-KR" sz="80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 panose="020B0503020000020004" pitchFamily="50" charset="-127"/>
                      </a:endParaRPr>
                    </a:p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4-6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전시순위 저장 버튼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유효성 체크 후 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전시 순위 열에 있는 순위 값을 저장처리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93971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CF7FB798-5BEF-BD15-4EF1-0752F5FB1D58}"/>
              </a:ext>
            </a:extLst>
          </p:cNvPr>
          <p:cNvSpPr/>
          <p:nvPr/>
        </p:nvSpPr>
        <p:spPr>
          <a:xfrm>
            <a:off x="5792139" y="741969"/>
            <a:ext cx="2505694" cy="298831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5F7A8C9-B824-0A39-8A0B-B26B1C066DD0}"/>
              </a:ext>
            </a:extLst>
          </p:cNvPr>
          <p:cNvSpPr/>
          <p:nvPr/>
        </p:nvSpPr>
        <p:spPr>
          <a:xfrm>
            <a:off x="821213" y="3287982"/>
            <a:ext cx="547187" cy="14259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8D304618-F7E3-E2BA-E6EC-70E29BF6F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543552"/>
              </p:ext>
            </p:extLst>
          </p:nvPr>
        </p:nvGraphicFramePr>
        <p:xfrm>
          <a:off x="447555" y="1764008"/>
          <a:ext cx="2294084" cy="217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7042">
                  <a:extLst>
                    <a:ext uri="{9D8B030D-6E8A-4147-A177-3AD203B41FA5}">
                      <a16:colId xmlns:a16="http://schemas.microsoft.com/office/drawing/2014/main" val="4074462795"/>
                    </a:ext>
                  </a:extLst>
                </a:gridCol>
                <a:gridCol w="1147042">
                  <a:extLst>
                    <a:ext uri="{9D8B030D-6E8A-4147-A177-3AD203B41FA5}">
                      <a16:colId xmlns:a16="http://schemas.microsoft.com/office/drawing/2014/main" val="3277206436"/>
                    </a:ext>
                  </a:extLst>
                </a:gridCol>
              </a:tblGrid>
              <a:tr h="217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bg1"/>
                          </a:solidFill>
                        </a:rPr>
                        <a:t>국민행복몰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/>
                        <a:t>파트너 시스템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847639"/>
                  </a:ext>
                </a:extLst>
              </a:tr>
            </a:tbl>
          </a:graphicData>
        </a:graphic>
      </p:graphicFrame>
      <p:sp>
        <p:nvSpPr>
          <p:cNvPr id="76" name="직사각형 75">
            <a:extLst>
              <a:ext uri="{FF2B5EF4-FFF2-40B4-BE49-F238E27FC236}">
                <a16:creationId xmlns:a16="http://schemas.microsoft.com/office/drawing/2014/main" id="{202B6F6E-0B02-0079-8CF1-CDA8187D9359}"/>
              </a:ext>
            </a:extLst>
          </p:cNvPr>
          <p:cNvSpPr/>
          <p:nvPr/>
        </p:nvSpPr>
        <p:spPr>
          <a:xfrm>
            <a:off x="821213" y="3518295"/>
            <a:ext cx="547187" cy="14259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507A01A1-1A3F-320C-528F-BEC6E7A81F91}"/>
              </a:ext>
            </a:extLst>
          </p:cNvPr>
          <p:cNvSpPr/>
          <p:nvPr/>
        </p:nvSpPr>
        <p:spPr>
          <a:xfrm>
            <a:off x="821213" y="3746620"/>
            <a:ext cx="547187" cy="14259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3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6FD9949-7915-3711-98CE-6FDDF171F6F0}"/>
              </a:ext>
            </a:extLst>
          </p:cNvPr>
          <p:cNvSpPr/>
          <p:nvPr/>
        </p:nvSpPr>
        <p:spPr>
          <a:xfrm>
            <a:off x="821213" y="3967323"/>
            <a:ext cx="547187" cy="14259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4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986B66C7-2474-3BA4-D76A-DE4459A98AE3}"/>
              </a:ext>
            </a:extLst>
          </p:cNvPr>
          <p:cNvSpPr/>
          <p:nvPr/>
        </p:nvSpPr>
        <p:spPr>
          <a:xfrm>
            <a:off x="821212" y="4195648"/>
            <a:ext cx="547187" cy="14259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5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DE8B5CA-B68F-6730-2A23-4E49B977247D}"/>
              </a:ext>
            </a:extLst>
          </p:cNvPr>
          <p:cNvSpPr/>
          <p:nvPr/>
        </p:nvSpPr>
        <p:spPr>
          <a:xfrm>
            <a:off x="821212" y="4402773"/>
            <a:ext cx="547187" cy="14259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E3B7C824-707B-2352-C17B-7A3FE062351F}"/>
              </a:ext>
            </a:extLst>
          </p:cNvPr>
          <p:cNvSpPr/>
          <p:nvPr/>
        </p:nvSpPr>
        <p:spPr>
          <a:xfrm>
            <a:off x="821212" y="4633086"/>
            <a:ext cx="547187" cy="14259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2E47FAC6-B4AB-1454-C162-5070D7E01A2A}"/>
              </a:ext>
            </a:extLst>
          </p:cNvPr>
          <p:cNvSpPr/>
          <p:nvPr/>
        </p:nvSpPr>
        <p:spPr>
          <a:xfrm>
            <a:off x="821212" y="4861411"/>
            <a:ext cx="547187" cy="14259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575D2F79-6472-0B91-3732-98F6F7A314AE}"/>
              </a:ext>
            </a:extLst>
          </p:cNvPr>
          <p:cNvSpPr/>
          <p:nvPr/>
        </p:nvSpPr>
        <p:spPr>
          <a:xfrm>
            <a:off x="821212" y="5082114"/>
            <a:ext cx="547187" cy="14259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6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70B41139-E450-59A2-EE00-DC2D80914F7F}"/>
              </a:ext>
            </a:extLst>
          </p:cNvPr>
          <p:cNvSpPr/>
          <p:nvPr/>
        </p:nvSpPr>
        <p:spPr>
          <a:xfrm>
            <a:off x="821211" y="5310439"/>
            <a:ext cx="547187" cy="14259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7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125" name="표 124">
            <a:extLst>
              <a:ext uri="{FF2B5EF4-FFF2-40B4-BE49-F238E27FC236}">
                <a16:creationId xmlns:a16="http://schemas.microsoft.com/office/drawing/2014/main" id="{A5ED98D2-90A6-0374-4844-814755BE7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181756"/>
              </p:ext>
            </p:extLst>
          </p:nvPr>
        </p:nvGraphicFramePr>
        <p:xfrm>
          <a:off x="393931" y="5899669"/>
          <a:ext cx="8876936" cy="2267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650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700955">
                  <a:extLst>
                    <a:ext uri="{9D8B030D-6E8A-4147-A177-3AD203B41FA5}">
                      <a16:colId xmlns:a16="http://schemas.microsoft.com/office/drawing/2014/main" val="387988354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440606558"/>
                    </a:ext>
                  </a:extLst>
                </a:gridCol>
                <a:gridCol w="4680520">
                  <a:extLst>
                    <a:ext uri="{9D8B030D-6E8A-4147-A177-3AD203B41FA5}">
                      <a16:colId xmlns:a16="http://schemas.microsoft.com/office/drawing/2014/main" val="361050542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305715139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472991490"/>
                    </a:ext>
                  </a:extLst>
                </a:gridCol>
                <a:gridCol w="654531">
                  <a:extLst>
                    <a:ext uri="{9D8B030D-6E8A-4147-A177-3AD203B41FA5}">
                      <a16:colId xmlns:a16="http://schemas.microsoft.com/office/drawing/2014/main" val="2209694919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전시 순위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유형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팝업 명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게시 기간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등록일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</a:tbl>
          </a:graphicData>
        </a:graphic>
      </p:graphicFrame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73CF2029-3EF3-68E5-6597-FECE335123BD}"/>
              </a:ext>
            </a:extLst>
          </p:cNvPr>
          <p:cNvSpPr/>
          <p:nvPr/>
        </p:nvSpPr>
        <p:spPr>
          <a:xfrm>
            <a:off x="1288827" y="16491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9" name="모서리가 둥근 직사각형 114">
            <a:extLst>
              <a:ext uri="{FF2B5EF4-FFF2-40B4-BE49-F238E27FC236}">
                <a16:creationId xmlns:a16="http://schemas.microsoft.com/office/drawing/2014/main" id="{0DCFC8D7-67DD-A4CB-7C7E-46E7C4CB91CA}"/>
              </a:ext>
            </a:extLst>
          </p:cNvPr>
          <p:cNvSpPr/>
          <p:nvPr/>
        </p:nvSpPr>
        <p:spPr>
          <a:xfrm>
            <a:off x="1987624" y="19670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6" name="모서리가 둥근 직사각형 114">
            <a:extLst>
              <a:ext uri="{FF2B5EF4-FFF2-40B4-BE49-F238E27FC236}">
                <a16:creationId xmlns:a16="http://schemas.microsoft.com/office/drawing/2014/main" id="{39DF72D7-D667-0D44-9B22-DAB3840CF88F}"/>
              </a:ext>
            </a:extLst>
          </p:cNvPr>
          <p:cNvSpPr/>
          <p:nvPr/>
        </p:nvSpPr>
        <p:spPr>
          <a:xfrm>
            <a:off x="3295863" y="194662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9" name="모서리가 둥근 직사각형 114">
            <a:extLst>
              <a:ext uri="{FF2B5EF4-FFF2-40B4-BE49-F238E27FC236}">
                <a16:creationId xmlns:a16="http://schemas.microsoft.com/office/drawing/2014/main" id="{089E315A-ECA9-CE30-496B-1164487DC4F8}"/>
              </a:ext>
            </a:extLst>
          </p:cNvPr>
          <p:cNvSpPr/>
          <p:nvPr/>
        </p:nvSpPr>
        <p:spPr>
          <a:xfrm>
            <a:off x="9125277" y="224518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1" name="모서리가 둥근 직사각형 114">
            <a:extLst>
              <a:ext uri="{FF2B5EF4-FFF2-40B4-BE49-F238E27FC236}">
                <a16:creationId xmlns:a16="http://schemas.microsoft.com/office/drawing/2014/main" id="{6911C26C-259E-41D8-1948-55123439F166}"/>
              </a:ext>
            </a:extLst>
          </p:cNvPr>
          <p:cNvSpPr/>
          <p:nvPr/>
        </p:nvSpPr>
        <p:spPr>
          <a:xfrm>
            <a:off x="5445036" y="231719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7" name="모서리가 둥근 직사각형 114">
            <a:extLst>
              <a:ext uri="{FF2B5EF4-FFF2-40B4-BE49-F238E27FC236}">
                <a16:creationId xmlns:a16="http://schemas.microsoft.com/office/drawing/2014/main" id="{983C19E2-3A97-BB35-F0DF-453FEB0C2BE4}"/>
              </a:ext>
            </a:extLst>
          </p:cNvPr>
          <p:cNvSpPr/>
          <p:nvPr/>
        </p:nvSpPr>
        <p:spPr>
          <a:xfrm>
            <a:off x="1608895" y="55346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1" name="모서리가 둥근 직사각형 114">
            <a:extLst>
              <a:ext uri="{FF2B5EF4-FFF2-40B4-BE49-F238E27FC236}">
                <a16:creationId xmlns:a16="http://schemas.microsoft.com/office/drawing/2014/main" id="{84EF4562-868F-AF13-6E40-225E6320280B}"/>
              </a:ext>
            </a:extLst>
          </p:cNvPr>
          <p:cNvSpPr/>
          <p:nvPr/>
        </p:nvSpPr>
        <p:spPr>
          <a:xfrm>
            <a:off x="5515036" y="55762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3" name="모서리가 둥근 직사각형 114">
            <a:extLst>
              <a:ext uri="{FF2B5EF4-FFF2-40B4-BE49-F238E27FC236}">
                <a16:creationId xmlns:a16="http://schemas.microsoft.com/office/drawing/2014/main" id="{2777C9AB-176C-6CEE-2788-60F299FDEB8D}"/>
              </a:ext>
            </a:extLst>
          </p:cNvPr>
          <p:cNvSpPr/>
          <p:nvPr/>
        </p:nvSpPr>
        <p:spPr>
          <a:xfrm>
            <a:off x="5282346" y="628610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6" name="모서리가 둥근 직사각형 114">
            <a:extLst>
              <a:ext uri="{FF2B5EF4-FFF2-40B4-BE49-F238E27FC236}">
                <a16:creationId xmlns:a16="http://schemas.microsoft.com/office/drawing/2014/main" id="{81781ABD-291D-E139-6070-81227417DA5E}"/>
              </a:ext>
            </a:extLst>
          </p:cNvPr>
          <p:cNvSpPr/>
          <p:nvPr/>
        </p:nvSpPr>
        <p:spPr>
          <a:xfrm>
            <a:off x="5286916" y="651814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8" name="모서리가 둥근 직사각형 114">
            <a:extLst>
              <a:ext uri="{FF2B5EF4-FFF2-40B4-BE49-F238E27FC236}">
                <a16:creationId xmlns:a16="http://schemas.microsoft.com/office/drawing/2014/main" id="{E68C2BFE-1512-FB21-789F-12C3B5F90242}"/>
              </a:ext>
            </a:extLst>
          </p:cNvPr>
          <p:cNvSpPr/>
          <p:nvPr/>
        </p:nvSpPr>
        <p:spPr>
          <a:xfrm>
            <a:off x="1416548" y="19626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2A0836F5-1691-FC94-45EA-9F114CD50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298" y="2314136"/>
            <a:ext cx="1032191" cy="1168956"/>
          </a:xfrm>
          <a:prstGeom prst="rect">
            <a:avLst/>
          </a:prstGeom>
          <a:ln w="3175">
            <a:solidFill>
              <a:schemeClr val="bg1">
                <a:lumMod val="50000"/>
              </a:schemeClr>
            </a:solidFill>
          </a:ln>
        </p:spPr>
      </p:pic>
      <p:sp>
        <p:nvSpPr>
          <p:cNvPr id="72" name="모서리가 둥근 직사각형 114">
            <a:extLst>
              <a:ext uri="{FF2B5EF4-FFF2-40B4-BE49-F238E27FC236}">
                <a16:creationId xmlns:a16="http://schemas.microsoft.com/office/drawing/2014/main" id="{BD347E82-91A4-CFF1-83B2-4222569777A9}"/>
              </a:ext>
            </a:extLst>
          </p:cNvPr>
          <p:cNvSpPr/>
          <p:nvPr/>
        </p:nvSpPr>
        <p:spPr>
          <a:xfrm>
            <a:off x="3758242" y="231719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모서리가 둥근 직사각형 114">
            <a:extLst>
              <a:ext uri="{FF2B5EF4-FFF2-40B4-BE49-F238E27FC236}">
                <a16:creationId xmlns:a16="http://schemas.microsoft.com/office/drawing/2014/main" id="{FDB6E471-C26D-FE8D-5021-04853FC2DCFF}"/>
              </a:ext>
            </a:extLst>
          </p:cNvPr>
          <p:cNvSpPr/>
          <p:nvPr/>
        </p:nvSpPr>
        <p:spPr>
          <a:xfrm>
            <a:off x="789372" y="272348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D92D40A5-13EF-463C-08E0-85FC10137FCB}"/>
              </a:ext>
            </a:extLst>
          </p:cNvPr>
          <p:cNvSpPr/>
          <p:nvPr/>
        </p:nvSpPr>
        <p:spPr>
          <a:xfrm>
            <a:off x="9148876" y="272348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0" name="모서리가 둥근 직사각형 114">
            <a:extLst>
              <a:ext uri="{FF2B5EF4-FFF2-40B4-BE49-F238E27FC236}">
                <a16:creationId xmlns:a16="http://schemas.microsoft.com/office/drawing/2014/main" id="{3FC7A0DE-70D5-F5D5-5ABC-9BF9592A7B04}"/>
              </a:ext>
            </a:extLst>
          </p:cNvPr>
          <p:cNvSpPr/>
          <p:nvPr/>
        </p:nvSpPr>
        <p:spPr>
          <a:xfrm>
            <a:off x="1234007" y="321925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4" name="모서리가 둥근 직사각형 114">
            <a:extLst>
              <a:ext uri="{FF2B5EF4-FFF2-40B4-BE49-F238E27FC236}">
                <a16:creationId xmlns:a16="http://schemas.microsoft.com/office/drawing/2014/main" id="{FFF94B0C-278D-93C7-4160-2D672B35B5DA}"/>
              </a:ext>
            </a:extLst>
          </p:cNvPr>
          <p:cNvSpPr/>
          <p:nvPr/>
        </p:nvSpPr>
        <p:spPr>
          <a:xfrm>
            <a:off x="1804593" y="30598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8665EFD4-5574-B08E-F324-64F1E4DF833D}"/>
              </a:ext>
            </a:extLst>
          </p:cNvPr>
          <p:cNvSpPr/>
          <p:nvPr/>
        </p:nvSpPr>
        <p:spPr>
          <a:xfrm>
            <a:off x="3758242" y="32414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A0D565-5D7D-E46B-D446-99D9E8E37CCE}"/>
              </a:ext>
            </a:extLst>
          </p:cNvPr>
          <p:cNvSpPr/>
          <p:nvPr/>
        </p:nvSpPr>
        <p:spPr>
          <a:xfrm>
            <a:off x="8076285" y="2754588"/>
            <a:ext cx="592716" cy="19751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전시순위 저장</a:t>
            </a:r>
            <a:endParaRPr lang="ko-KR" altLang="en-US" sz="8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114">
            <a:extLst>
              <a:ext uri="{FF2B5EF4-FFF2-40B4-BE49-F238E27FC236}">
                <a16:creationId xmlns:a16="http://schemas.microsoft.com/office/drawing/2014/main" id="{46CF2BAB-0877-AF76-0D43-05780BF9B9A8}"/>
              </a:ext>
            </a:extLst>
          </p:cNvPr>
          <p:cNvSpPr/>
          <p:nvPr/>
        </p:nvSpPr>
        <p:spPr>
          <a:xfrm>
            <a:off x="8422069" y="264886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468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59">
            <a:extLst>
              <a:ext uri="{FF2B5EF4-FFF2-40B4-BE49-F238E27FC236}">
                <a16:creationId xmlns:a16="http://schemas.microsoft.com/office/drawing/2014/main" id="{15CEF09B-5BA6-75A8-A561-0FCE4D494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283844"/>
              </p:ext>
            </p:extLst>
          </p:nvPr>
        </p:nvGraphicFramePr>
        <p:xfrm>
          <a:off x="10083517" y="28838"/>
          <a:ext cx="2850436" cy="1447102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5-1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데이터 조회 건수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건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5-2 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페이징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기능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1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페이지당 </a:t>
                      </a:r>
                      <a:r>
                        <a:rPr lang="en-US" altLang="ko-KR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5-1</a:t>
                      </a:r>
                      <a:r>
                        <a:rPr lang="ko-KR" altLang="en-US" sz="800" b="0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에서 설정된 건수로 출력</a:t>
                      </a:r>
                      <a:endParaRPr lang="en-US" altLang="ko-KR" sz="800" b="0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6-1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검색결과가 없을 경우 출력되는 안내문구</a:t>
                      </a:r>
                      <a:endParaRPr lang="en-US" altLang="ko-KR" sz="800" b="1" u="sng" kern="0" spc="-15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6-2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등록된 데이터가 </a:t>
                      </a:r>
                      <a:r>
                        <a:rPr lang="ko-KR" altLang="en-US" sz="800" b="1" u="sng" kern="0" spc="-15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없을경우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 출력되는 안내문구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370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7310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8E863-F279-3D8D-4D21-94B98501B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4203CC-BFD8-CB50-951E-9F6E900FFE4C}"/>
              </a:ext>
            </a:extLst>
          </p:cNvPr>
          <p:cNvSpPr txBox="1"/>
          <p:nvPr/>
        </p:nvSpPr>
        <p:spPr>
          <a:xfrm>
            <a:off x="4115502" y="3181742"/>
            <a:ext cx="473078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500" b="1" i="1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  <a:r>
              <a:rPr lang="en-US" altLang="ko-KR" sz="2500" b="1" i="1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2500" b="1" i="1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 유형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선택 시 화면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3A555F-4FB9-C1ED-59B0-A8F55C04DA4A}"/>
              </a:ext>
            </a:extLst>
          </p:cNvPr>
          <p:cNvSpPr txBox="1"/>
          <p:nvPr/>
        </p:nvSpPr>
        <p:spPr>
          <a:xfrm>
            <a:off x="3649104" y="2704688"/>
            <a:ext cx="566373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정보 등록 화면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국민행복몰 탭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500" b="1" i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6142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FF069-2576-2929-DC9D-EBFCC27E4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0E533642-B2F4-4623-22A0-0A33226E9B5E}"/>
              </a:ext>
            </a:extLst>
          </p:cNvPr>
          <p:cNvSpPr txBox="1"/>
          <p:nvPr/>
        </p:nvSpPr>
        <p:spPr>
          <a:xfrm>
            <a:off x="144265" y="971997"/>
            <a:ext cx="1326820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정보</a:t>
            </a:r>
            <a:endParaRPr lang="ko-KR" altLang="en-US" sz="1200" b="1" spc="-150" dirty="0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2DFCCBF7-5B69-1B4A-3B6E-31F83A64D7C1}"/>
              </a:ext>
            </a:extLst>
          </p:cNvPr>
          <p:cNvCxnSpPr/>
          <p:nvPr/>
        </p:nvCxnSpPr>
        <p:spPr>
          <a:xfrm>
            <a:off x="144265" y="1229366"/>
            <a:ext cx="9793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3496C79A-F75A-9E56-A3B7-22BA0AA99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751745"/>
              </p:ext>
            </p:extLst>
          </p:nvPr>
        </p:nvGraphicFramePr>
        <p:xfrm>
          <a:off x="145946" y="1527938"/>
          <a:ext cx="6191007" cy="397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6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68587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984315">
                  <a:extLst>
                    <a:ext uri="{9D8B030D-6E8A-4147-A177-3AD203B41FA5}">
                      <a16:colId xmlns:a16="http://schemas.microsoft.com/office/drawing/2014/main" val="1015786767"/>
                    </a:ext>
                  </a:extLst>
                </a:gridCol>
                <a:gridCol w="225604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2026-07-16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담당자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Hello338(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미사용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유형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</a:tbl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55EE4CCD-4A22-82CF-7668-1C9F30E28B4D}"/>
              </a:ext>
            </a:extLst>
          </p:cNvPr>
          <p:cNvSpPr txBox="1"/>
          <p:nvPr/>
        </p:nvSpPr>
        <p:spPr>
          <a:xfrm>
            <a:off x="133381" y="1980109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spc="-15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5C2E343-3641-69C1-CCB3-7E531D5FE96C}"/>
              </a:ext>
            </a:extLst>
          </p:cNvPr>
          <p:cNvSpPr txBox="1"/>
          <p:nvPr/>
        </p:nvSpPr>
        <p:spPr>
          <a:xfrm>
            <a:off x="133381" y="1310023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 정보</a:t>
            </a:r>
            <a:endParaRPr lang="ko-KR" altLang="en-US" sz="900" b="1" spc="-150" dirty="0"/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C5A8067D-E72C-24A1-72C8-7CFFF4DC3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134636"/>
              </p:ext>
            </p:extLst>
          </p:nvPr>
        </p:nvGraphicFramePr>
        <p:xfrm>
          <a:off x="145946" y="2202375"/>
          <a:ext cx="6263014" cy="896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pop000000123</a:t>
                      </a: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b="0" spc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팝업명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게시 기간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즉시            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예약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923399"/>
                  </a:ext>
                </a:extLst>
              </a:tr>
            </a:tbl>
          </a:graphicData>
        </a:graphic>
      </p:graphicFrame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6E872F46-3542-B1B3-D32D-773C17A78F48}"/>
              </a:ext>
            </a:extLst>
          </p:cNvPr>
          <p:cNvCxnSpPr/>
          <p:nvPr/>
        </p:nvCxnSpPr>
        <p:spPr>
          <a:xfrm>
            <a:off x="6520866" y="1521225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6" name="표 225">
            <a:extLst>
              <a:ext uri="{FF2B5EF4-FFF2-40B4-BE49-F238E27FC236}">
                <a16:creationId xmlns:a16="http://schemas.microsoft.com/office/drawing/2014/main" id="{84E19199-4AFF-E237-6917-2C03BE1174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969989"/>
              </p:ext>
            </p:extLst>
          </p:nvPr>
        </p:nvGraphicFramePr>
        <p:xfrm>
          <a:off x="143268" y="3343440"/>
          <a:ext cx="6263014" cy="123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077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41937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436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 타이틀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타이틀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942508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타이틀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065140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텍스트 컬러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44245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링크 사용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2C2A4F26-F3D6-04AD-8E04-F4C46684CF9A}"/>
              </a:ext>
            </a:extLst>
          </p:cNvPr>
          <p:cNvSpPr txBox="1"/>
          <p:nvPr/>
        </p:nvSpPr>
        <p:spPr>
          <a:xfrm>
            <a:off x="1307907" y="78285"/>
            <a:ext cx="240963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팝업 정보 등록 화면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이벤트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,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기획전 유형 선택 시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691AAA-4F9E-791E-5321-19BABAEFB104}"/>
              </a:ext>
            </a:extLst>
          </p:cNvPr>
          <p:cNvSpPr txBox="1"/>
          <p:nvPr/>
        </p:nvSpPr>
        <p:spPr>
          <a:xfrm>
            <a:off x="1302717" y="330494"/>
            <a:ext cx="14077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관리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3C5FED7-25DE-615F-C601-57B5FE43BCB1}"/>
              </a:ext>
            </a:extLst>
          </p:cNvPr>
          <p:cNvSpPr/>
          <p:nvPr/>
        </p:nvSpPr>
        <p:spPr>
          <a:xfrm>
            <a:off x="7921129" y="58428"/>
            <a:ext cx="11201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CH-A-SY-05-01-02</a:t>
            </a:r>
            <a:endParaRPr lang="ko-KR" altLang="en-US" sz="1000" spc="-8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1BF03F8-5496-2901-A36F-634CD0F3007E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2026.07.31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E1CF795-7931-AAD2-72CD-DFEBEB2558C9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모서리가 둥근 직사각형 84">
            <a:extLst>
              <a:ext uri="{FF2B5EF4-FFF2-40B4-BE49-F238E27FC236}">
                <a16:creationId xmlns:a16="http://schemas.microsoft.com/office/drawing/2014/main" id="{F6794B4D-3F0B-9BC7-E242-90EDE1DEC586}"/>
              </a:ext>
            </a:extLst>
          </p:cNvPr>
          <p:cNvSpPr/>
          <p:nvPr/>
        </p:nvSpPr>
        <p:spPr>
          <a:xfrm>
            <a:off x="4170533" y="1755103"/>
            <a:ext cx="103238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27" name="모서리가 둥근 직사각형 86">
            <a:extLst>
              <a:ext uri="{FF2B5EF4-FFF2-40B4-BE49-F238E27FC236}">
                <a16:creationId xmlns:a16="http://schemas.microsoft.com/office/drawing/2014/main" id="{B0F12775-86AF-5E11-53BB-87008169B5AB}"/>
              </a:ext>
            </a:extLst>
          </p:cNvPr>
          <p:cNvSpPr/>
          <p:nvPr/>
        </p:nvSpPr>
        <p:spPr>
          <a:xfrm>
            <a:off x="5202917" y="1755103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0" name="모서리가 둥근 직사각형 61">
            <a:extLst>
              <a:ext uri="{FF2B5EF4-FFF2-40B4-BE49-F238E27FC236}">
                <a16:creationId xmlns:a16="http://schemas.microsoft.com/office/drawing/2014/main" id="{4A632F81-A12A-AC7D-8E37-F4FC5C5ECA98}"/>
              </a:ext>
            </a:extLst>
          </p:cNvPr>
          <p:cNvSpPr/>
          <p:nvPr/>
        </p:nvSpPr>
        <p:spPr>
          <a:xfrm>
            <a:off x="908111" y="2433273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팝업명을 입력해주세요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.. </a:t>
            </a:r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화면에는 노출되지 않습니다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8" name="Picture 2" descr="on, radio icon">
            <a:extLst>
              <a:ext uri="{FF2B5EF4-FFF2-40B4-BE49-F238E27FC236}">
                <a16:creationId xmlns:a16="http://schemas.microsoft.com/office/drawing/2014/main" id="{2BC69956-ACCD-93F1-C0E3-84AB716B2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11" y="272276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4" descr="off, radio icon">
            <a:extLst>
              <a:ext uri="{FF2B5EF4-FFF2-40B4-BE49-F238E27FC236}">
                <a16:creationId xmlns:a16="http://schemas.microsoft.com/office/drawing/2014/main" id="{3E9489F8-2B34-47F1-0256-56F82A676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11" y="2945209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모서리가 둥근 직사각형 65">
            <a:extLst>
              <a:ext uri="{FF2B5EF4-FFF2-40B4-BE49-F238E27FC236}">
                <a16:creationId xmlns:a16="http://schemas.microsoft.com/office/drawing/2014/main" id="{732CC5E5-AE76-AB39-3969-793889E44C84}"/>
              </a:ext>
            </a:extLst>
          </p:cNvPr>
          <p:cNvSpPr/>
          <p:nvPr/>
        </p:nvSpPr>
        <p:spPr>
          <a:xfrm>
            <a:off x="1281581" y="2696532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9F7E2460-D069-4B80-4492-7CBF7FC9D877}"/>
              </a:ext>
            </a:extLst>
          </p:cNvPr>
          <p:cNvGrpSpPr/>
          <p:nvPr/>
        </p:nvGrpSpPr>
        <p:grpSpPr>
          <a:xfrm>
            <a:off x="2897859" y="2695833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87" name="모서리가 둥근 직사각형 67">
              <a:extLst>
                <a:ext uri="{FF2B5EF4-FFF2-40B4-BE49-F238E27FC236}">
                  <a16:creationId xmlns:a16="http://schemas.microsoft.com/office/drawing/2014/main" id="{0131C12A-F792-ED89-A58A-0E3009E17D3F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88" name="Picture 4" descr="calendar, date, event, month icon">
              <a:extLst>
                <a:ext uri="{FF2B5EF4-FFF2-40B4-BE49-F238E27FC236}">
                  <a16:creationId xmlns:a16="http://schemas.microsoft.com/office/drawing/2014/main" id="{FF53CCE9-1F28-EB9D-B239-EE5784010D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89" name="모서리가 둥근 직사각형 69">
            <a:extLst>
              <a:ext uri="{FF2B5EF4-FFF2-40B4-BE49-F238E27FC236}">
                <a16:creationId xmlns:a16="http://schemas.microsoft.com/office/drawing/2014/main" id="{62C3AD85-F996-4E8E-3EC7-91EBAC633BF5}"/>
              </a:ext>
            </a:extLst>
          </p:cNvPr>
          <p:cNvSpPr/>
          <p:nvPr/>
        </p:nvSpPr>
        <p:spPr>
          <a:xfrm>
            <a:off x="2258853" y="2695834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53DC856D-12E9-FBAA-6154-CDCD73EDB408}"/>
              </a:ext>
            </a:extLst>
          </p:cNvPr>
          <p:cNvSpPr/>
          <p:nvPr/>
        </p:nvSpPr>
        <p:spPr>
          <a:xfrm>
            <a:off x="2033738" y="2617850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3CCA4D0E-10DB-8AE6-D179-631EDA63F8FF}"/>
              </a:ext>
            </a:extLst>
          </p:cNvPr>
          <p:cNvGrpSpPr/>
          <p:nvPr/>
        </p:nvGrpSpPr>
        <p:grpSpPr>
          <a:xfrm>
            <a:off x="1920587" y="2696532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92" name="모서리가 둥근 직사각형 67">
              <a:extLst>
                <a:ext uri="{FF2B5EF4-FFF2-40B4-BE49-F238E27FC236}">
                  <a16:creationId xmlns:a16="http://schemas.microsoft.com/office/drawing/2014/main" id="{A2C7CDFD-540B-6D7F-9673-9CE26A877177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93" name="Picture 4" descr="calendar, date, event, month icon">
              <a:extLst>
                <a:ext uri="{FF2B5EF4-FFF2-40B4-BE49-F238E27FC236}">
                  <a16:creationId xmlns:a16="http://schemas.microsoft.com/office/drawing/2014/main" id="{EB938914-B7F0-8F40-B853-05E827F7F0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838DBFF0-3A6A-5978-55EB-F1CD5676FC0D}"/>
              </a:ext>
            </a:extLst>
          </p:cNvPr>
          <p:cNvSpPr txBox="1"/>
          <p:nvPr/>
        </p:nvSpPr>
        <p:spPr>
          <a:xfrm>
            <a:off x="132775" y="3132237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spc="-150" dirty="0"/>
          </a:p>
        </p:txBody>
      </p:sp>
      <p:sp>
        <p:nvSpPr>
          <p:cNvPr id="97" name="모서리가 둥근 직사각형 65">
            <a:extLst>
              <a:ext uri="{FF2B5EF4-FFF2-40B4-BE49-F238E27FC236}">
                <a16:creationId xmlns:a16="http://schemas.microsoft.com/office/drawing/2014/main" id="{4B4C01DB-83C8-96EE-A910-ABFBFDD86E6D}"/>
              </a:ext>
            </a:extLst>
          </p:cNvPr>
          <p:cNvSpPr/>
          <p:nvPr/>
        </p:nvSpPr>
        <p:spPr>
          <a:xfrm>
            <a:off x="1281581" y="2907735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4937BA2B-6F84-6549-9D79-04F3B138EEA2}"/>
              </a:ext>
            </a:extLst>
          </p:cNvPr>
          <p:cNvGrpSpPr/>
          <p:nvPr/>
        </p:nvGrpSpPr>
        <p:grpSpPr>
          <a:xfrm>
            <a:off x="2897859" y="2907036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99" name="모서리가 둥근 직사각형 67">
              <a:extLst>
                <a:ext uri="{FF2B5EF4-FFF2-40B4-BE49-F238E27FC236}">
                  <a16:creationId xmlns:a16="http://schemas.microsoft.com/office/drawing/2014/main" id="{5268B135-A921-EF60-43C8-B7D9E5D5CCEF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0" name="Picture 4" descr="calendar, date, event, month icon">
              <a:extLst>
                <a:ext uri="{FF2B5EF4-FFF2-40B4-BE49-F238E27FC236}">
                  <a16:creationId xmlns:a16="http://schemas.microsoft.com/office/drawing/2014/main" id="{F18BB74A-29D7-D766-FDCD-08604A6630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101" name="모서리가 둥근 직사각형 69">
            <a:extLst>
              <a:ext uri="{FF2B5EF4-FFF2-40B4-BE49-F238E27FC236}">
                <a16:creationId xmlns:a16="http://schemas.microsoft.com/office/drawing/2014/main" id="{006D791E-BFF7-38E6-2852-85E3656B36A8}"/>
              </a:ext>
            </a:extLst>
          </p:cNvPr>
          <p:cNvSpPr/>
          <p:nvPr/>
        </p:nvSpPr>
        <p:spPr>
          <a:xfrm>
            <a:off x="2258853" y="2907037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56C4DAB-C204-4EA3-5333-49EEA66F7A64}"/>
              </a:ext>
            </a:extLst>
          </p:cNvPr>
          <p:cNvSpPr/>
          <p:nvPr/>
        </p:nvSpPr>
        <p:spPr>
          <a:xfrm>
            <a:off x="2033738" y="2829053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97AE746F-5B47-415A-634F-D1E766A0315E}"/>
              </a:ext>
            </a:extLst>
          </p:cNvPr>
          <p:cNvGrpSpPr/>
          <p:nvPr/>
        </p:nvGrpSpPr>
        <p:grpSpPr>
          <a:xfrm>
            <a:off x="1920587" y="2907735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104" name="모서리가 둥근 직사각형 67">
              <a:extLst>
                <a:ext uri="{FF2B5EF4-FFF2-40B4-BE49-F238E27FC236}">
                  <a16:creationId xmlns:a16="http://schemas.microsoft.com/office/drawing/2014/main" id="{E4390C3F-493E-BD30-5D91-592B5F49F826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5" name="Picture 4" descr="calendar, date, event, month icon">
              <a:extLst>
                <a:ext uri="{FF2B5EF4-FFF2-40B4-BE49-F238E27FC236}">
                  <a16:creationId xmlns:a16="http://schemas.microsoft.com/office/drawing/2014/main" id="{B4B90D2B-58FB-7382-91C0-982299321F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D8C12658-63C3-60BA-CF07-D6F32EF4387B}"/>
              </a:ext>
            </a:extLst>
          </p:cNvPr>
          <p:cNvSpPr txBox="1"/>
          <p:nvPr/>
        </p:nvSpPr>
        <p:spPr>
          <a:xfrm>
            <a:off x="3072532" y="2872907"/>
            <a:ext cx="2169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 게시는 해당일자 자정에 팝업이 자동 반영됩니다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모서리가 둥근 직사각형 84">
            <a:extLst>
              <a:ext uri="{FF2B5EF4-FFF2-40B4-BE49-F238E27FC236}">
                <a16:creationId xmlns:a16="http://schemas.microsoft.com/office/drawing/2014/main" id="{1D7187EA-D222-851B-8C68-0C061D92FAD0}"/>
              </a:ext>
            </a:extLst>
          </p:cNvPr>
          <p:cNvSpPr/>
          <p:nvPr/>
        </p:nvSpPr>
        <p:spPr>
          <a:xfrm>
            <a:off x="908112" y="4363933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미사용</a:t>
            </a:r>
          </a:p>
        </p:txBody>
      </p:sp>
      <p:sp>
        <p:nvSpPr>
          <p:cNvPr id="113" name="모서리가 둥근 직사각형 86">
            <a:extLst>
              <a:ext uri="{FF2B5EF4-FFF2-40B4-BE49-F238E27FC236}">
                <a16:creationId xmlns:a16="http://schemas.microsoft.com/office/drawing/2014/main" id="{0ACF595C-E7B4-38D8-9ED9-1D6A84E230BE}"/>
              </a:ext>
            </a:extLst>
          </p:cNvPr>
          <p:cNvSpPr/>
          <p:nvPr/>
        </p:nvSpPr>
        <p:spPr>
          <a:xfrm>
            <a:off x="1471085" y="4363933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149" name="표 148">
            <a:extLst>
              <a:ext uri="{FF2B5EF4-FFF2-40B4-BE49-F238E27FC236}">
                <a16:creationId xmlns:a16="http://schemas.microsoft.com/office/drawing/2014/main" id="{0942CE4E-A165-AFEA-126B-2B0F651BF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854800"/>
              </p:ext>
            </p:extLst>
          </p:nvPr>
        </p:nvGraphicFramePr>
        <p:xfrm>
          <a:off x="139523" y="5564885"/>
          <a:ext cx="6263014" cy="8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9C9A4291-93E1-4F97-699E-1DFA62E86431}"/>
              </a:ext>
            </a:extLst>
          </p:cNvPr>
          <p:cNvSpPr/>
          <p:nvPr/>
        </p:nvSpPr>
        <p:spPr>
          <a:xfrm>
            <a:off x="870757" y="5655538"/>
            <a:ext cx="681081" cy="16548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맑은 고딕" panose="020B0503020000020004" pitchFamily="50" charset="-127"/>
              </a:rPr>
              <a:t>이미지 등록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80285AD9-B051-3344-6891-5BD589889783}"/>
              </a:ext>
            </a:extLst>
          </p:cNvPr>
          <p:cNvSpPr txBox="1"/>
          <p:nvPr/>
        </p:nvSpPr>
        <p:spPr>
          <a:xfrm>
            <a:off x="5991936" y="5649330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(0MB)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5FC0A009-6FF3-2D55-7C78-AE946953D69B}"/>
              </a:ext>
            </a:extLst>
          </p:cNvPr>
          <p:cNvSpPr txBox="1"/>
          <p:nvPr/>
        </p:nvSpPr>
        <p:spPr>
          <a:xfrm>
            <a:off x="132017" y="4664035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 등록</a:t>
            </a:r>
            <a:endParaRPr lang="ko-KR" altLang="en-US" sz="900" b="1" spc="-150" dirty="0"/>
          </a:p>
        </p:txBody>
      </p:sp>
      <p:graphicFrame>
        <p:nvGraphicFramePr>
          <p:cNvPr id="155" name="표 154">
            <a:extLst>
              <a:ext uri="{FF2B5EF4-FFF2-40B4-BE49-F238E27FC236}">
                <a16:creationId xmlns:a16="http://schemas.microsoft.com/office/drawing/2014/main" id="{9923887E-4E86-012C-6071-6A7B11F22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474043"/>
              </p:ext>
            </p:extLst>
          </p:nvPr>
        </p:nvGraphicFramePr>
        <p:xfrm>
          <a:off x="139523" y="4876191"/>
          <a:ext cx="6263014" cy="6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이미지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1B4E9F0A-0F09-9776-0995-63DDC3D64329}"/>
              </a:ext>
            </a:extLst>
          </p:cNvPr>
          <p:cNvSpPr/>
          <p:nvPr/>
        </p:nvSpPr>
        <p:spPr>
          <a:xfrm>
            <a:off x="870757" y="4896446"/>
            <a:ext cx="681081" cy="16548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등록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68BBA82-C95E-D62F-55F2-AA545B4743EB}"/>
              </a:ext>
            </a:extLst>
          </p:cNvPr>
          <p:cNvSpPr txBox="1"/>
          <p:nvPr/>
        </p:nvSpPr>
        <p:spPr>
          <a:xfrm>
            <a:off x="1542912" y="4889813"/>
            <a:ext cx="17716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권장 사이즈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1000 x 1000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7DC8044-4CB9-44C2-6B9D-6818818DCF5A}"/>
              </a:ext>
            </a:extLst>
          </p:cNvPr>
          <p:cNvSpPr txBox="1"/>
          <p:nvPr/>
        </p:nvSpPr>
        <p:spPr>
          <a:xfrm>
            <a:off x="5985320" y="4888290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(0MB)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32CD8AB-0374-EA91-CA42-6510A0D63BE2}"/>
              </a:ext>
            </a:extLst>
          </p:cNvPr>
          <p:cNvSpPr txBox="1"/>
          <p:nvPr/>
        </p:nvSpPr>
        <p:spPr>
          <a:xfrm>
            <a:off x="1542912" y="5599938"/>
            <a:ext cx="17716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권장 사이즈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1000 x 1000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</a:p>
        </p:txBody>
      </p:sp>
      <p:sp>
        <p:nvSpPr>
          <p:cNvPr id="171" name="모서리가 둥근 직사각형 84">
            <a:extLst>
              <a:ext uri="{FF2B5EF4-FFF2-40B4-BE49-F238E27FC236}">
                <a16:creationId xmlns:a16="http://schemas.microsoft.com/office/drawing/2014/main" id="{2AD9A268-76FC-8111-3150-72DA5953A85F}"/>
              </a:ext>
            </a:extLst>
          </p:cNvPr>
          <p:cNvSpPr/>
          <p:nvPr/>
        </p:nvSpPr>
        <p:spPr>
          <a:xfrm>
            <a:off x="908112" y="4066511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블랙</a:t>
            </a:r>
          </a:p>
        </p:txBody>
      </p:sp>
      <p:sp>
        <p:nvSpPr>
          <p:cNvPr id="173" name="모서리가 둥근 직사각형 86">
            <a:extLst>
              <a:ext uri="{FF2B5EF4-FFF2-40B4-BE49-F238E27FC236}">
                <a16:creationId xmlns:a16="http://schemas.microsoft.com/office/drawing/2014/main" id="{9423565E-F321-F22F-02FC-0C137E2835D7}"/>
              </a:ext>
            </a:extLst>
          </p:cNvPr>
          <p:cNvSpPr/>
          <p:nvPr/>
        </p:nvSpPr>
        <p:spPr>
          <a:xfrm>
            <a:off x="1471085" y="4066511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75" name="모서리가 둥근 직사각형 61">
            <a:extLst>
              <a:ext uri="{FF2B5EF4-FFF2-40B4-BE49-F238E27FC236}">
                <a16:creationId xmlns:a16="http://schemas.microsoft.com/office/drawing/2014/main" id="{9ECC6607-7DB9-43FF-5066-8614963D4EE0}"/>
              </a:ext>
            </a:extLst>
          </p:cNvPr>
          <p:cNvSpPr/>
          <p:nvPr/>
        </p:nvSpPr>
        <p:spPr>
          <a:xfrm>
            <a:off x="1870517" y="4066511"/>
            <a:ext cx="2148490" cy="15608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입력의 경우 컬러코드 값을 입력해주세요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모서리가 둥근 직사각형 84">
            <a:extLst>
              <a:ext uri="{FF2B5EF4-FFF2-40B4-BE49-F238E27FC236}">
                <a16:creationId xmlns:a16="http://schemas.microsoft.com/office/drawing/2014/main" id="{6A451BE0-D8B4-277E-5D79-3481EF25F582}"/>
              </a:ext>
            </a:extLst>
          </p:cNvPr>
          <p:cNvSpPr/>
          <p:nvPr/>
        </p:nvSpPr>
        <p:spPr>
          <a:xfrm>
            <a:off x="1669542" y="4066511"/>
            <a:ext cx="153239" cy="15608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BB5A61F4-DDF7-C587-3E5C-B06C851B1D2C}"/>
              </a:ext>
            </a:extLst>
          </p:cNvPr>
          <p:cNvSpPr txBox="1"/>
          <p:nvPr/>
        </p:nvSpPr>
        <p:spPr>
          <a:xfrm>
            <a:off x="4360080" y="3134716"/>
            <a:ext cx="21275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PC/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모바일 미리보기는 정보 저장 후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확인 가능 합니다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3" name="모서리가 둥근 직사각형 77">
            <a:extLst>
              <a:ext uri="{FF2B5EF4-FFF2-40B4-BE49-F238E27FC236}">
                <a16:creationId xmlns:a16="http://schemas.microsoft.com/office/drawing/2014/main" id="{AEE4FEF3-2C95-EE14-4473-13189C219BD7}"/>
              </a:ext>
            </a:extLst>
          </p:cNvPr>
          <p:cNvSpPr/>
          <p:nvPr/>
        </p:nvSpPr>
        <p:spPr>
          <a:xfrm>
            <a:off x="9233823" y="6534802"/>
            <a:ext cx="778461" cy="26984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185" name="모서리가 둥근 직사각형 78">
            <a:extLst>
              <a:ext uri="{FF2B5EF4-FFF2-40B4-BE49-F238E27FC236}">
                <a16:creationId xmlns:a16="http://schemas.microsoft.com/office/drawing/2014/main" id="{0B2BA8FA-E306-C909-7F02-8A24868AC952}"/>
              </a:ext>
            </a:extLst>
          </p:cNvPr>
          <p:cNvSpPr/>
          <p:nvPr/>
        </p:nvSpPr>
        <p:spPr>
          <a:xfrm>
            <a:off x="8441664" y="6534802"/>
            <a:ext cx="778461" cy="26984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187" name="모서리가 둥근 직사각형 78">
            <a:extLst>
              <a:ext uri="{FF2B5EF4-FFF2-40B4-BE49-F238E27FC236}">
                <a16:creationId xmlns:a16="http://schemas.microsoft.com/office/drawing/2014/main" id="{5FCAC12D-1ADF-7629-38B4-7B0CDDEAC4FA}"/>
              </a:ext>
            </a:extLst>
          </p:cNvPr>
          <p:cNvSpPr/>
          <p:nvPr/>
        </p:nvSpPr>
        <p:spPr>
          <a:xfrm>
            <a:off x="139011" y="6528770"/>
            <a:ext cx="778461" cy="26984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DDFB9054-E364-E820-B141-E89AF3712791}"/>
              </a:ext>
            </a:extLst>
          </p:cNvPr>
          <p:cNvSpPr/>
          <p:nvPr/>
        </p:nvSpPr>
        <p:spPr>
          <a:xfrm>
            <a:off x="6568987" y="1535684"/>
            <a:ext cx="3380919" cy="49089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좌측 화면 상세 정보를 설정합니다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.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FDC875F4-5483-F7E5-DD1B-927865D76411}"/>
              </a:ext>
            </a:extLst>
          </p:cNvPr>
          <p:cNvSpPr txBox="1"/>
          <p:nvPr/>
        </p:nvSpPr>
        <p:spPr>
          <a:xfrm>
            <a:off x="6588539" y="1316735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상세 정보 설정</a:t>
            </a:r>
          </a:p>
        </p:txBody>
      </p:sp>
      <p:sp>
        <p:nvSpPr>
          <p:cNvPr id="200" name="모서리가 둥근 직사각형 61">
            <a:extLst>
              <a:ext uri="{FF2B5EF4-FFF2-40B4-BE49-F238E27FC236}">
                <a16:creationId xmlns:a16="http://schemas.microsoft.com/office/drawing/2014/main" id="{8E851C7C-23F2-0CD8-F735-E8F7536C1818}"/>
              </a:ext>
            </a:extLst>
          </p:cNvPr>
          <p:cNvSpPr/>
          <p:nvPr/>
        </p:nvSpPr>
        <p:spPr>
          <a:xfrm>
            <a:off x="916169" y="3379892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2" name="모서리가 둥근 직사각형 61">
            <a:extLst>
              <a:ext uri="{FF2B5EF4-FFF2-40B4-BE49-F238E27FC236}">
                <a16:creationId xmlns:a16="http://schemas.microsoft.com/office/drawing/2014/main" id="{099119E2-1371-503D-60C7-853EE4DF18E6}"/>
              </a:ext>
            </a:extLst>
          </p:cNvPr>
          <p:cNvSpPr/>
          <p:nvPr/>
        </p:nvSpPr>
        <p:spPr>
          <a:xfrm>
            <a:off x="916169" y="3590647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4" name="모서리가 둥근 직사각형 61">
            <a:extLst>
              <a:ext uri="{FF2B5EF4-FFF2-40B4-BE49-F238E27FC236}">
                <a16:creationId xmlns:a16="http://schemas.microsoft.com/office/drawing/2014/main" id="{47D5B6C2-9BDE-717B-4EC0-503280C52C72}"/>
              </a:ext>
            </a:extLst>
          </p:cNvPr>
          <p:cNvSpPr/>
          <p:nvPr/>
        </p:nvSpPr>
        <p:spPr>
          <a:xfrm>
            <a:off x="908111" y="3827615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모서리가 둥근 직사각형 114">
            <a:extLst>
              <a:ext uri="{FF2B5EF4-FFF2-40B4-BE49-F238E27FC236}">
                <a16:creationId xmlns:a16="http://schemas.microsoft.com/office/drawing/2014/main" id="{318CEE79-E140-C3A2-F39E-0E11E129B43E}"/>
              </a:ext>
            </a:extLst>
          </p:cNvPr>
          <p:cNvSpPr/>
          <p:nvPr/>
        </p:nvSpPr>
        <p:spPr>
          <a:xfrm>
            <a:off x="5160434" y="164925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" name="모서리가 둥근 직사각형 114">
            <a:extLst>
              <a:ext uri="{FF2B5EF4-FFF2-40B4-BE49-F238E27FC236}">
                <a16:creationId xmlns:a16="http://schemas.microsoft.com/office/drawing/2014/main" id="{8D70C5A6-AF51-45A1-75D5-0CE1F2783C5A}"/>
              </a:ext>
            </a:extLst>
          </p:cNvPr>
          <p:cNvSpPr/>
          <p:nvPr/>
        </p:nvSpPr>
        <p:spPr>
          <a:xfrm>
            <a:off x="6047016" y="234303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" name="모서리가 둥근 직사각형 114">
            <a:extLst>
              <a:ext uri="{FF2B5EF4-FFF2-40B4-BE49-F238E27FC236}">
                <a16:creationId xmlns:a16="http://schemas.microsoft.com/office/drawing/2014/main" id="{91901CB2-E796-205F-1FB9-BEEEBE27866A}"/>
              </a:ext>
            </a:extLst>
          </p:cNvPr>
          <p:cNvSpPr/>
          <p:nvPr/>
        </p:nvSpPr>
        <p:spPr>
          <a:xfrm>
            <a:off x="5926931" y="33019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6A8E082C-52D4-8F7E-8FFE-3E40B8902DAF}"/>
              </a:ext>
            </a:extLst>
          </p:cNvPr>
          <p:cNvSpPr/>
          <p:nvPr/>
        </p:nvSpPr>
        <p:spPr>
          <a:xfrm>
            <a:off x="5926931" y="361390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734C8577-76C0-5886-B4C7-20FD56A8508E}"/>
              </a:ext>
            </a:extLst>
          </p:cNvPr>
          <p:cNvSpPr/>
          <p:nvPr/>
        </p:nvSpPr>
        <p:spPr>
          <a:xfrm>
            <a:off x="5925059" y="387322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E77352D6-A998-1EA9-C745-0EE2C22A00F3}"/>
              </a:ext>
            </a:extLst>
          </p:cNvPr>
          <p:cNvSpPr/>
          <p:nvPr/>
        </p:nvSpPr>
        <p:spPr>
          <a:xfrm>
            <a:off x="1330524" y="39510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" name="모서리가 둥근 직사각형 114">
            <a:extLst>
              <a:ext uri="{FF2B5EF4-FFF2-40B4-BE49-F238E27FC236}">
                <a16:creationId xmlns:a16="http://schemas.microsoft.com/office/drawing/2014/main" id="{09741BA8-553F-8DFD-104B-68B02227A394}"/>
              </a:ext>
            </a:extLst>
          </p:cNvPr>
          <p:cNvSpPr/>
          <p:nvPr/>
        </p:nvSpPr>
        <p:spPr>
          <a:xfrm>
            <a:off x="1522911" y="42898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B6D0B8FE-6C0D-2A6C-5870-A9FB9F752D35}"/>
              </a:ext>
            </a:extLst>
          </p:cNvPr>
          <p:cNvSpPr/>
          <p:nvPr/>
        </p:nvSpPr>
        <p:spPr>
          <a:xfrm>
            <a:off x="1368383" y="48173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9444381A-A5CF-D53B-5724-9CE6A9E72312}"/>
              </a:ext>
            </a:extLst>
          </p:cNvPr>
          <p:cNvSpPr/>
          <p:nvPr/>
        </p:nvSpPr>
        <p:spPr>
          <a:xfrm>
            <a:off x="1368383" y="552083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C6C2B941-0ACB-E2C3-AD0C-EC02E357B1B8}"/>
              </a:ext>
            </a:extLst>
          </p:cNvPr>
          <p:cNvSpPr/>
          <p:nvPr/>
        </p:nvSpPr>
        <p:spPr>
          <a:xfrm>
            <a:off x="763306" y="651967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A00E112B-4440-8435-0BF7-A2676956F3D3}"/>
              </a:ext>
            </a:extLst>
          </p:cNvPr>
          <p:cNvSpPr/>
          <p:nvPr/>
        </p:nvSpPr>
        <p:spPr>
          <a:xfrm>
            <a:off x="8876061" y="641769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D1D7901D-20F4-1FA8-5D48-3F85404378C5}"/>
              </a:ext>
            </a:extLst>
          </p:cNvPr>
          <p:cNvSpPr/>
          <p:nvPr/>
        </p:nvSpPr>
        <p:spPr>
          <a:xfrm>
            <a:off x="9728543" y="64311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31" name="Group 59">
            <a:extLst>
              <a:ext uri="{FF2B5EF4-FFF2-40B4-BE49-F238E27FC236}">
                <a16:creationId xmlns:a16="http://schemas.microsoft.com/office/drawing/2014/main" id="{4F1BAEAD-45BC-89C8-9D81-2860DF7AD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351541"/>
              </p:ext>
            </p:extLst>
          </p:nvPr>
        </p:nvGraphicFramePr>
        <p:xfrm>
          <a:off x="10086305" y="636529"/>
          <a:ext cx="2850436" cy="614724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유형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이벤트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기획전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공지사항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팝업명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</a:t>
                      </a: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게시 기간 설정 라디오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즉시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선택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달력 컴포넌트 클릭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달력 아이콘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달력 아이콘에서 설정한 날짜가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read only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box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 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달력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 box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영역 활성화  처리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직접 입력하거나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달력 컴포넌트 통해서 입력 가능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기간 자동 설정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값 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개월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기간에 맞게  달력 기간이  자동설정됨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044215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 타이틀 입력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타이틀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입력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타이틀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입력 영역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팝업 내 텍스트 컬러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값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블랙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화이트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직접 입력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관련 내용 다음 슬라이드 참고 </a:t>
                      </a:r>
                      <a:endParaRPr lang="en-US" altLang="ko-KR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3-5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링크 사용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값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미사용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외부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URL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내부 페이지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관련 내용 다음 슬라이드 참고 </a:t>
                      </a:r>
                      <a:endParaRPr lang="en-US" altLang="ko-KR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4-1  PC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이미지 등록 버튼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선택 시 이미지 파일 첨부 기능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포맷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용량 제한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4-2  MO </a:t>
                      </a: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이미지 등록 버튼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선택 시 이미지 파일 첨부 기능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포맷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용량 제한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401290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5-1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목록 버튼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목록 화면으로 이동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5-2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컨펌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5-3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저장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유효성 체크 후 확인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 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정상 저장 시</a:t>
                      </a:r>
                      <a:r>
                        <a:rPr lang="en-US" altLang="ko-KR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해당 화면 내에서 등록 된 값 저장 후 목록으로 이동</a:t>
                      </a:r>
                      <a:endParaRPr lang="en-US" altLang="ko-KR" sz="800" b="0" kern="0" spc="-150" baseline="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93971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F43D3F79-B004-820E-0423-7F58C8EE19D8}"/>
              </a:ext>
            </a:extLst>
          </p:cNvPr>
          <p:cNvSpPr/>
          <p:nvPr/>
        </p:nvSpPr>
        <p:spPr>
          <a:xfrm>
            <a:off x="3110887" y="2688746"/>
            <a:ext cx="377524" cy="165481"/>
          </a:xfrm>
          <a:prstGeom prst="rect">
            <a:avLst/>
          </a:prstGeom>
          <a:solidFill>
            <a:srgbClr val="234DD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5D74D72-896D-CEEC-CEB4-4B8FC17C656E}"/>
              </a:ext>
            </a:extLst>
          </p:cNvPr>
          <p:cNvSpPr/>
          <p:nvPr/>
        </p:nvSpPr>
        <p:spPr>
          <a:xfrm>
            <a:off x="3512059" y="2684952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A17FFA2-DC74-67D4-CD38-4F8D3096CB88}"/>
              </a:ext>
            </a:extLst>
          </p:cNvPr>
          <p:cNvSpPr/>
          <p:nvPr/>
        </p:nvSpPr>
        <p:spPr>
          <a:xfrm>
            <a:off x="3917097" y="2684952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44" name="모서리가 둥근 직사각형 114">
            <a:extLst>
              <a:ext uri="{FF2B5EF4-FFF2-40B4-BE49-F238E27FC236}">
                <a16:creationId xmlns:a16="http://schemas.microsoft.com/office/drawing/2014/main" id="{AB03B74B-C86B-21F3-782F-893EC4B29B70}"/>
              </a:ext>
            </a:extLst>
          </p:cNvPr>
          <p:cNvSpPr/>
          <p:nvPr/>
        </p:nvSpPr>
        <p:spPr>
          <a:xfrm>
            <a:off x="537077" y="26625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" name="모서리가 둥근 직사각형 114">
            <a:extLst>
              <a:ext uri="{FF2B5EF4-FFF2-40B4-BE49-F238E27FC236}">
                <a16:creationId xmlns:a16="http://schemas.microsoft.com/office/drawing/2014/main" id="{D8FAE6C1-4519-9E51-F526-EDFAC469FFE7}"/>
              </a:ext>
            </a:extLst>
          </p:cNvPr>
          <p:cNvSpPr/>
          <p:nvPr/>
        </p:nvSpPr>
        <p:spPr>
          <a:xfrm>
            <a:off x="4342741" y="2622166"/>
            <a:ext cx="297963" cy="112438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6071F44-AAC6-6A98-8D7C-3A6C666D569C}"/>
              </a:ext>
            </a:extLst>
          </p:cNvPr>
          <p:cNvSpPr/>
          <p:nvPr/>
        </p:nvSpPr>
        <p:spPr>
          <a:xfrm>
            <a:off x="2033738" y="4888290"/>
            <a:ext cx="558799" cy="173637"/>
          </a:xfrm>
          <a:prstGeom prst="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59BA2C6-9CD4-F0FD-0C83-17594EDDC088}"/>
              </a:ext>
            </a:extLst>
          </p:cNvPr>
          <p:cNvSpPr/>
          <p:nvPr/>
        </p:nvSpPr>
        <p:spPr>
          <a:xfrm>
            <a:off x="2010372" y="5630562"/>
            <a:ext cx="558799" cy="173637"/>
          </a:xfrm>
          <a:prstGeom prst="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F16050-54CD-7FA6-7CC4-E8C46A600D93}"/>
              </a:ext>
            </a:extLst>
          </p:cNvPr>
          <p:cNvSpPr txBox="1"/>
          <p:nvPr/>
        </p:nvSpPr>
        <p:spPr>
          <a:xfrm>
            <a:off x="2027755" y="4724921"/>
            <a:ext cx="14606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 가이드 확정 후</a:t>
            </a:r>
            <a:r>
              <a:rPr lang="en-US" altLang="ko-KR" sz="7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안내문구 수정 필요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6F9F9A-4CB7-5E38-89A9-AA1F4D45AE4B}"/>
              </a:ext>
            </a:extLst>
          </p:cNvPr>
          <p:cNvSpPr txBox="1"/>
          <p:nvPr/>
        </p:nvSpPr>
        <p:spPr>
          <a:xfrm>
            <a:off x="1980147" y="5411117"/>
            <a:ext cx="14606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 가이드 확정 후</a:t>
            </a:r>
            <a:r>
              <a:rPr lang="en-US" altLang="ko-KR" sz="7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안내문구 수정 필요</a:t>
            </a:r>
          </a:p>
        </p:txBody>
      </p:sp>
    </p:spTree>
    <p:extLst>
      <p:ext uri="{BB962C8B-B14F-4D97-AF65-F5344CB8AC3E}">
        <p14:creationId xmlns:p14="http://schemas.microsoft.com/office/powerpoint/2010/main" val="917662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88743AE-30B8-AFA5-3C26-EA88EAB0D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122936"/>
              </p:ext>
            </p:extLst>
          </p:nvPr>
        </p:nvGraphicFramePr>
        <p:xfrm>
          <a:off x="360289" y="827981"/>
          <a:ext cx="4216812" cy="123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3640748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436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 타이틀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타이틀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942508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타이틀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065140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텍스트 컬러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44245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링크 사용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8D6524A-6975-6AFA-B6A7-03019A436DA3}"/>
              </a:ext>
            </a:extLst>
          </p:cNvPr>
          <p:cNvSpPr txBox="1"/>
          <p:nvPr/>
        </p:nvSpPr>
        <p:spPr>
          <a:xfrm>
            <a:off x="349796" y="616778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spc="-150" dirty="0"/>
          </a:p>
        </p:txBody>
      </p:sp>
      <p:sp>
        <p:nvSpPr>
          <p:cNvPr id="7" name="모서리가 둥근 직사각형 84">
            <a:extLst>
              <a:ext uri="{FF2B5EF4-FFF2-40B4-BE49-F238E27FC236}">
                <a16:creationId xmlns:a16="http://schemas.microsoft.com/office/drawing/2014/main" id="{8B7FA620-C4D2-8728-46FA-F4DDB71F8B5C}"/>
              </a:ext>
            </a:extLst>
          </p:cNvPr>
          <p:cNvSpPr/>
          <p:nvPr/>
        </p:nvSpPr>
        <p:spPr>
          <a:xfrm>
            <a:off x="989810" y="1848022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외부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URL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모서리가 둥근 직사각형 86">
            <a:extLst>
              <a:ext uri="{FF2B5EF4-FFF2-40B4-BE49-F238E27FC236}">
                <a16:creationId xmlns:a16="http://schemas.microsoft.com/office/drawing/2014/main" id="{60AF2B3C-15AF-C353-7027-07F1A59ACAB9}"/>
              </a:ext>
            </a:extLst>
          </p:cNvPr>
          <p:cNvSpPr/>
          <p:nvPr/>
        </p:nvSpPr>
        <p:spPr>
          <a:xfrm>
            <a:off x="1552783" y="1848022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5" name="모서리가 둥근 직사각형 61">
            <a:extLst>
              <a:ext uri="{FF2B5EF4-FFF2-40B4-BE49-F238E27FC236}">
                <a16:creationId xmlns:a16="http://schemas.microsoft.com/office/drawing/2014/main" id="{F5699009-A290-A099-ACA2-294587D19C49}"/>
              </a:ext>
            </a:extLst>
          </p:cNvPr>
          <p:cNvSpPr/>
          <p:nvPr/>
        </p:nvSpPr>
        <p:spPr>
          <a:xfrm>
            <a:off x="1777488" y="1847778"/>
            <a:ext cx="268725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모서리가 둥근 직사각형 84">
            <a:extLst>
              <a:ext uri="{FF2B5EF4-FFF2-40B4-BE49-F238E27FC236}">
                <a16:creationId xmlns:a16="http://schemas.microsoft.com/office/drawing/2014/main" id="{D0C8394C-EB0B-062E-2CD0-F29D2D52A3F7}"/>
              </a:ext>
            </a:extLst>
          </p:cNvPr>
          <p:cNvSpPr/>
          <p:nvPr/>
        </p:nvSpPr>
        <p:spPr>
          <a:xfrm>
            <a:off x="989810" y="1550600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블랙</a:t>
            </a:r>
          </a:p>
        </p:txBody>
      </p:sp>
      <p:sp>
        <p:nvSpPr>
          <p:cNvPr id="19" name="모서리가 둥근 직사각형 86">
            <a:extLst>
              <a:ext uri="{FF2B5EF4-FFF2-40B4-BE49-F238E27FC236}">
                <a16:creationId xmlns:a16="http://schemas.microsoft.com/office/drawing/2014/main" id="{545628E4-307E-C5E8-E69F-16533363056D}"/>
              </a:ext>
            </a:extLst>
          </p:cNvPr>
          <p:cNvSpPr/>
          <p:nvPr/>
        </p:nvSpPr>
        <p:spPr>
          <a:xfrm>
            <a:off x="1552783" y="1550600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1" name="모서리가 둥근 직사각형 61">
            <a:extLst>
              <a:ext uri="{FF2B5EF4-FFF2-40B4-BE49-F238E27FC236}">
                <a16:creationId xmlns:a16="http://schemas.microsoft.com/office/drawing/2014/main" id="{0F6AE975-8CE8-CBD3-1EE8-5F957E50FBF5}"/>
              </a:ext>
            </a:extLst>
          </p:cNvPr>
          <p:cNvSpPr/>
          <p:nvPr/>
        </p:nvSpPr>
        <p:spPr>
          <a:xfrm>
            <a:off x="1964909" y="1545281"/>
            <a:ext cx="2499835" cy="18806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입력의 경우 컬러코드 값을 입력해주세요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모서리가 둥근 직사각형 84">
            <a:extLst>
              <a:ext uri="{FF2B5EF4-FFF2-40B4-BE49-F238E27FC236}">
                <a16:creationId xmlns:a16="http://schemas.microsoft.com/office/drawing/2014/main" id="{3DCD3577-4502-31B9-4D3A-068F2C3C8114}"/>
              </a:ext>
            </a:extLst>
          </p:cNvPr>
          <p:cNvSpPr/>
          <p:nvPr/>
        </p:nvSpPr>
        <p:spPr>
          <a:xfrm>
            <a:off x="1763935" y="1545281"/>
            <a:ext cx="153239" cy="15608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41EBC8-2B4A-5B2F-2A24-C55D25765E6B}"/>
              </a:ext>
            </a:extLst>
          </p:cNvPr>
          <p:cNvSpPr txBox="1"/>
          <p:nvPr/>
        </p:nvSpPr>
        <p:spPr>
          <a:xfrm>
            <a:off x="2468695" y="572253"/>
            <a:ext cx="21275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PC/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모바일 미리보기는 정보 저장 후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확인 가능 합니다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모서리가 둥근 직사각형 61">
            <a:extLst>
              <a:ext uri="{FF2B5EF4-FFF2-40B4-BE49-F238E27FC236}">
                <a16:creationId xmlns:a16="http://schemas.microsoft.com/office/drawing/2014/main" id="{2467EA33-D21C-CD92-D446-6CB657F8098D}"/>
              </a:ext>
            </a:extLst>
          </p:cNvPr>
          <p:cNvSpPr/>
          <p:nvPr/>
        </p:nvSpPr>
        <p:spPr>
          <a:xfrm>
            <a:off x="989810" y="845530"/>
            <a:ext cx="346687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모서리가 둥근 직사각형 61">
            <a:extLst>
              <a:ext uri="{FF2B5EF4-FFF2-40B4-BE49-F238E27FC236}">
                <a16:creationId xmlns:a16="http://schemas.microsoft.com/office/drawing/2014/main" id="{11EB0968-82CF-0E54-875F-6D74214C92D1}"/>
              </a:ext>
            </a:extLst>
          </p:cNvPr>
          <p:cNvSpPr/>
          <p:nvPr/>
        </p:nvSpPr>
        <p:spPr>
          <a:xfrm>
            <a:off x="989810" y="1075188"/>
            <a:ext cx="3474935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7E522170-2E3A-053E-3240-A3E5302EB5DA}"/>
              </a:ext>
            </a:extLst>
          </p:cNvPr>
          <p:cNvSpPr/>
          <p:nvPr/>
        </p:nvSpPr>
        <p:spPr>
          <a:xfrm>
            <a:off x="989810" y="1312156"/>
            <a:ext cx="346687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모서리가 둥근 직사각형 84">
            <a:extLst>
              <a:ext uri="{FF2B5EF4-FFF2-40B4-BE49-F238E27FC236}">
                <a16:creationId xmlns:a16="http://schemas.microsoft.com/office/drawing/2014/main" id="{C66D178F-F66F-805B-B07D-A9E44F371B7D}"/>
              </a:ext>
            </a:extLst>
          </p:cNvPr>
          <p:cNvSpPr/>
          <p:nvPr/>
        </p:nvSpPr>
        <p:spPr>
          <a:xfrm>
            <a:off x="6478603" y="4054181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외부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URL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모서리가 둥근 직사각형 86">
            <a:extLst>
              <a:ext uri="{FF2B5EF4-FFF2-40B4-BE49-F238E27FC236}">
                <a16:creationId xmlns:a16="http://schemas.microsoft.com/office/drawing/2014/main" id="{F376362F-5A8A-DFC9-F44E-89BD4905E8A6}"/>
              </a:ext>
            </a:extLst>
          </p:cNvPr>
          <p:cNvSpPr/>
          <p:nvPr/>
        </p:nvSpPr>
        <p:spPr>
          <a:xfrm>
            <a:off x="7041576" y="4054181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5" name="모서리가 둥근 직사각형 61">
            <a:extLst>
              <a:ext uri="{FF2B5EF4-FFF2-40B4-BE49-F238E27FC236}">
                <a16:creationId xmlns:a16="http://schemas.microsoft.com/office/drawing/2014/main" id="{F55E6193-B281-1807-FD4F-2B83454978F5}"/>
              </a:ext>
            </a:extLst>
          </p:cNvPr>
          <p:cNvSpPr/>
          <p:nvPr/>
        </p:nvSpPr>
        <p:spPr>
          <a:xfrm>
            <a:off x="7273057" y="4045920"/>
            <a:ext cx="3322607" cy="16434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모서리가 둥근 직사각형 84">
            <a:extLst>
              <a:ext uri="{FF2B5EF4-FFF2-40B4-BE49-F238E27FC236}">
                <a16:creationId xmlns:a16="http://schemas.microsoft.com/office/drawing/2014/main" id="{2E836399-B76F-2592-6AD2-4E878613DEE8}"/>
              </a:ext>
            </a:extLst>
          </p:cNvPr>
          <p:cNvSpPr/>
          <p:nvPr/>
        </p:nvSpPr>
        <p:spPr>
          <a:xfrm>
            <a:off x="6478603" y="1332617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블랙</a:t>
            </a:r>
          </a:p>
        </p:txBody>
      </p:sp>
      <p:sp>
        <p:nvSpPr>
          <p:cNvPr id="49" name="모서리가 둥근 직사각형 86">
            <a:extLst>
              <a:ext uri="{FF2B5EF4-FFF2-40B4-BE49-F238E27FC236}">
                <a16:creationId xmlns:a16="http://schemas.microsoft.com/office/drawing/2014/main" id="{ADACF855-5A95-B18E-BA23-E6EA63A9DFF5}"/>
              </a:ext>
            </a:extLst>
          </p:cNvPr>
          <p:cNvSpPr/>
          <p:nvPr/>
        </p:nvSpPr>
        <p:spPr>
          <a:xfrm>
            <a:off x="7041576" y="1332617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1" name="모서리가 둥근 직사각형 61">
            <a:extLst>
              <a:ext uri="{FF2B5EF4-FFF2-40B4-BE49-F238E27FC236}">
                <a16:creationId xmlns:a16="http://schemas.microsoft.com/office/drawing/2014/main" id="{4DE1BC19-9FA7-F8ED-862A-987618AACA95}"/>
              </a:ext>
            </a:extLst>
          </p:cNvPr>
          <p:cNvSpPr/>
          <p:nvPr/>
        </p:nvSpPr>
        <p:spPr>
          <a:xfrm>
            <a:off x="7441008" y="1332617"/>
            <a:ext cx="2148490" cy="15608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입력의 경우 컬러코드 값을 입력해주세요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모서리가 둥근 직사각형 84">
            <a:extLst>
              <a:ext uri="{FF2B5EF4-FFF2-40B4-BE49-F238E27FC236}">
                <a16:creationId xmlns:a16="http://schemas.microsoft.com/office/drawing/2014/main" id="{CA45041B-DA50-0844-1177-F0165C36BB37}"/>
              </a:ext>
            </a:extLst>
          </p:cNvPr>
          <p:cNvSpPr/>
          <p:nvPr/>
        </p:nvSpPr>
        <p:spPr>
          <a:xfrm>
            <a:off x="7240033" y="1332617"/>
            <a:ext cx="153239" cy="15608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모서리가 둥근 직사각형 84">
            <a:extLst>
              <a:ext uri="{FF2B5EF4-FFF2-40B4-BE49-F238E27FC236}">
                <a16:creationId xmlns:a16="http://schemas.microsoft.com/office/drawing/2014/main" id="{38B93832-4AA3-F8DA-962A-14A7F7366AC9}"/>
              </a:ext>
            </a:extLst>
          </p:cNvPr>
          <p:cNvSpPr/>
          <p:nvPr/>
        </p:nvSpPr>
        <p:spPr>
          <a:xfrm>
            <a:off x="6478603" y="1863610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직접입력</a:t>
            </a:r>
          </a:p>
        </p:txBody>
      </p:sp>
      <p:sp>
        <p:nvSpPr>
          <p:cNvPr id="65" name="모서리가 둥근 직사각형 86">
            <a:extLst>
              <a:ext uri="{FF2B5EF4-FFF2-40B4-BE49-F238E27FC236}">
                <a16:creationId xmlns:a16="http://schemas.microsoft.com/office/drawing/2014/main" id="{529AD534-A049-338F-C648-4F2FFE7D4CAB}"/>
              </a:ext>
            </a:extLst>
          </p:cNvPr>
          <p:cNvSpPr/>
          <p:nvPr/>
        </p:nvSpPr>
        <p:spPr>
          <a:xfrm>
            <a:off x="7041576" y="1863610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" name="모서리가 둥근 직사각형 61">
            <a:extLst>
              <a:ext uri="{FF2B5EF4-FFF2-40B4-BE49-F238E27FC236}">
                <a16:creationId xmlns:a16="http://schemas.microsoft.com/office/drawing/2014/main" id="{C0E05751-5026-36FD-3982-A4412F650AF3}"/>
              </a:ext>
            </a:extLst>
          </p:cNvPr>
          <p:cNvSpPr/>
          <p:nvPr/>
        </p:nvSpPr>
        <p:spPr>
          <a:xfrm>
            <a:off x="7441008" y="1863610"/>
            <a:ext cx="2148490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모서리가 둥근 직사각형 84">
            <a:extLst>
              <a:ext uri="{FF2B5EF4-FFF2-40B4-BE49-F238E27FC236}">
                <a16:creationId xmlns:a16="http://schemas.microsoft.com/office/drawing/2014/main" id="{63501908-6C63-327E-D42B-B97B0A4A6C70}"/>
              </a:ext>
            </a:extLst>
          </p:cNvPr>
          <p:cNvSpPr/>
          <p:nvPr/>
        </p:nvSpPr>
        <p:spPr>
          <a:xfrm>
            <a:off x="7240033" y="1863610"/>
            <a:ext cx="153239" cy="156085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모서리가 둥근 직사각형 84">
            <a:extLst>
              <a:ext uri="{FF2B5EF4-FFF2-40B4-BE49-F238E27FC236}">
                <a16:creationId xmlns:a16="http://schemas.microsoft.com/office/drawing/2014/main" id="{F0CFDE69-9EAD-8CA5-BF58-D27AEF285998}"/>
              </a:ext>
            </a:extLst>
          </p:cNvPr>
          <p:cNvSpPr/>
          <p:nvPr/>
        </p:nvSpPr>
        <p:spPr>
          <a:xfrm>
            <a:off x="6478603" y="1599650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화이트</a:t>
            </a:r>
          </a:p>
        </p:txBody>
      </p:sp>
      <p:sp>
        <p:nvSpPr>
          <p:cNvPr id="73" name="모서리가 둥근 직사각형 86">
            <a:extLst>
              <a:ext uri="{FF2B5EF4-FFF2-40B4-BE49-F238E27FC236}">
                <a16:creationId xmlns:a16="http://schemas.microsoft.com/office/drawing/2014/main" id="{7F961C34-103E-F2C2-4BDD-FFFCF914DEB0}"/>
              </a:ext>
            </a:extLst>
          </p:cNvPr>
          <p:cNvSpPr/>
          <p:nvPr/>
        </p:nvSpPr>
        <p:spPr>
          <a:xfrm>
            <a:off x="7041576" y="1599650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5" name="모서리가 둥근 직사각형 61">
            <a:extLst>
              <a:ext uri="{FF2B5EF4-FFF2-40B4-BE49-F238E27FC236}">
                <a16:creationId xmlns:a16="http://schemas.microsoft.com/office/drawing/2014/main" id="{6727DA05-119A-4B97-B397-30C978FD084B}"/>
              </a:ext>
            </a:extLst>
          </p:cNvPr>
          <p:cNvSpPr/>
          <p:nvPr/>
        </p:nvSpPr>
        <p:spPr>
          <a:xfrm>
            <a:off x="7441008" y="1599650"/>
            <a:ext cx="2148490" cy="15608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입력의 경우 컬러코드 값을 입력해주세요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모서리가 둥근 직사각형 84">
            <a:extLst>
              <a:ext uri="{FF2B5EF4-FFF2-40B4-BE49-F238E27FC236}">
                <a16:creationId xmlns:a16="http://schemas.microsoft.com/office/drawing/2014/main" id="{D6CE7D4E-82D1-924F-DE67-4EAEDC7BD82C}"/>
              </a:ext>
            </a:extLst>
          </p:cNvPr>
          <p:cNvSpPr/>
          <p:nvPr/>
        </p:nvSpPr>
        <p:spPr>
          <a:xfrm>
            <a:off x="7240033" y="1599650"/>
            <a:ext cx="153239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E7A2696-8A9D-B3E6-471D-2EB5A27F83AA}"/>
              </a:ext>
            </a:extLst>
          </p:cNvPr>
          <p:cNvSpPr txBox="1"/>
          <p:nvPr/>
        </p:nvSpPr>
        <p:spPr>
          <a:xfrm>
            <a:off x="7393272" y="1836673"/>
            <a:ext cx="7202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#C00000</a:t>
            </a:r>
          </a:p>
        </p:txBody>
      </p:sp>
      <p:sp>
        <p:nvSpPr>
          <p:cNvPr id="87" name="모서리가 둥근 직사각형 84">
            <a:extLst>
              <a:ext uri="{FF2B5EF4-FFF2-40B4-BE49-F238E27FC236}">
                <a16:creationId xmlns:a16="http://schemas.microsoft.com/office/drawing/2014/main" id="{22F66DEA-4C61-C3BF-E882-7F81AF1FF675}"/>
              </a:ext>
            </a:extLst>
          </p:cNvPr>
          <p:cNvSpPr/>
          <p:nvPr/>
        </p:nvSpPr>
        <p:spPr>
          <a:xfrm>
            <a:off x="7284960" y="4338591"/>
            <a:ext cx="771281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89" name="모서리가 둥근 직사각형 86">
            <a:extLst>
              <a:ext uri="{FF2B5EF4-FFF2-40B4-BE49-F238E27FC236}">
                <a16:creationId xmlns:a16="http://schemas.microsoft.com/office/drawing/2014/main" id="{342083A7-9CE1-CDA9-796C-A5B366692485}"/>
              </a:ext>
            </a:extLst>
          </p:cNvPr>
          <p:cNvSpPr/>
          <p:nvPr/>
        </p:nvSpPr>
        <p:spPr>
          <a:xfrm>
            <a:off x="8036033" y="4338591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93" name="모서리가 둥근 직사각형 84">
            <a:extLst>
              <a:ext uri="{FF2B5EF4-FFF2-40B4-BE49-F238E27FC236}">
                <a16:creationId xmlns:a16="http://schemas.microsoft.com/office/drawing/2014/main" id="{CCBED2B4-B29B-02D5-F0F4-A4D37CEEA2C0}"/>
              </a:ext>
            </a:extLst>
          </p:cNvPr>
          <p:cNvSpPr/>
          <p:nvPr/>
        </p:nvSpPr>
        <p:spPr>
          <a:xfrm>
            <a:off x="6478603" y="4333894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내부페이지</a:t>
            </a:r>
          </a:p>
        </p:txBody>
      </p:sp>
      <p:sp>
        <p:nvSpPr>
          <p:cNvPr id="95" name="모서리가 둥근 직사각형 86">
            <a:extLst>
              <a:ext uri="{FF2B5EF4-FFF2-40B4-BE49-F238E27FC236}">
                <a16:creationId xmlns:a16="http://schemas.microsoft.com/office/drawing/2014/main" id="{8EE91F00-6B43-D0E3-59C9-A9EF9521B227}"/>
              </a:ext>
            </a:extLst>
          </p:cNvPr>
          <p:cNvSpPr/>
          <p:nvPr/>
        </p:nvSpPr>
        <p:spPr>
          <a:xfrm>
            <a:off x="7041576" y="4333894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97" name="모서리가 둥근 직사각형 61">
            <a:extLst>
              <a:ext uri="{FF2B5EF4-FFF2-40B4-BE49-F238E27FC236}">
                <a16:creationId xmlns:a16="http://schemas.microsoft.com/office/drawing/2014/main" id="{01C247E4-68B9-CA59-0064-3351BB64E691}"/>
              </a:ext>
            </a:extLst>
          </p:cNvPr>
          <p:cNvSpPr/>
          <p:nvPr/>
        </p:nvSpPr>
        <p:spPr>
          <a:xfrm>
            <a:off x="8222381" y="4340777"/>
            <a:ext cx="1930676" cy="149202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FDA247C3-0532-7837-80D3-70D95C2296DD}"/>
              </a:ext>
            </a:extLst>
          </p:cNvPr>
          <p:cNvSpPr/>
          <p:nvPr/>
        </p:nvSpPr>
        <p:spPr>
          <a:xfrm>
            <a:off x="10218140" y="4340777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101" name="모서리가 둥근 직사각형 84">
            <a:extLst>
              <a:ext uri="{FF2B5EF4-FFF2-40B4-BE49-F238E27FC236}">
                <a16:creationId xmlns:a16="http://schemas.microsoft.com/office/drawing/2014/main" id="{E1329268-398D-A48F-0365-18FD49D8FCF6}"/>
              </a:ext>
            </a:extLst>
          </p:cNvPr>
          <p:cNvSpPr/>
          <p:nvPr/>
        </p:nvSpPr>
        <p:spPr>
          <a:xfrm>
            <a:off x="7284960" y="4558727"/>
            <a:ext cx="771281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03" name="모서리가 둥근 직사각형 86">
            <a:extLst>
              <a:ext uri="{FF2B5EF4-FFF2-40B4-BE49-F238E27FC236}">
                <a16:creationId xmlns:a16="http://schemas.microsoft.com/office/drawing/2014/main" id="{47F7E946-A7BC-D724-2190-2F992A2369E3}"/>
              </a:ext>
            </a:extLst>
          </p:cNvPr>
          <p:cNvSpPr/>
          <p:nvPr/>
        </p:nvSpPr>
        <p:spPr>
          <a:xfrm>
            <a:off x="8036033" y="4558727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5" name="모서리가 둥근 직사각형 61">
            <a:extLst>
              <a:ext uri="{FF2B5EF4-FFF2-40B4-BE49-F238E27FC236}">
                <a16:creationId xmlns:a16="http://schemas.microsoft.com/office/drawing/2014/main" id="{5C620AC2-1019-AAF0-A449-A85456611C44}"/>
              </a:ext>
            </a:extLst>
          </p:cNvPr>
          <p:cNvSpPr/>
          <p:nvPr/>
        </p:nvSpPr>
        <p:spPr>
          <a:xfrm>
            <a:off x="8222381" y="4560913"/>
            <a:ext cx="1930676" cy="149202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191CE5EA-2C80-84B8-3273-3F921861024F}"/>
              </a:ext>
            </a:extLst>
          </p:cNvPr>
          <p:cNvSpPr/>
          <p:nvPr/>
        </p:nvSpPr>
        <p:spPr>
          <a:xfrm>
            <a:off x="10218140" y="4560913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E8D53DB6-464B-A3AF-6325-46399A6667A6}"/>
              </a:ext>
            </a:extLst>
          </p:cNvPr>
          <p:cNvSpPr/>
          <p:nvPr/>
        </p:nvSpPr>
        <p:spPr>
          <a:xfrm>
            <a:off x="989810" y="1515059"/>
            <a:ext cx="3546944" cy="269833"/>
          </a:xfrm>
          <a:prstGeom prst="rect">
            <a:avLst/>
          </a:prstGeom>
          <a:noFill/>
          <a:ln w="31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3BA14E8E-1A04-50C7-80C3-7D765BCFEED1}"/>
              </a:ext>
            </a:extLst>
          </p:cNvPr>
          <p:cNvCxnSpPr/>
          <p:nvPr/>
        </p:nvCxnSpPr>
        <p:spPr>
          <a:xfrm>
            <a:off x="5739125" y="3348261"/>
            <a:ext cx="648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E514777C-ACD7-E922-8086-D935538930A9}"/>
              </a:ext>
            </a:extLst>
          </p:cNvPr>
          <p:cNvSpPr txBox="1"/>
          <p:nvPr/>
        </p:nvSpPr>
        <p:spPr>
          <a:xfrm>
            <a:off x="6439871" y="2212704"/>
            <a:ext cx="4968552" cy="481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컬러는 블랙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화이트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직접입력 중 선택 할 수 있으며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입력의 경우 컬러코드 값을 입력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코드를 반영해주며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Input box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좌측 컬러판에도 컬러를 적용해 준다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6FD7C5F-7A5C-B53B-A2C0-14C365C98A08}"/>
              </a:ext>
            </a:extLst>
          </p:cNvPr>
          <p:cNvSpPr txBox="1"/>
          <p:nvPr/>
        </p:nvSpPr>
        <p:spPr>
          <a:xfrm>
            <a:off x="6494849" y="5523253"/>
            <a:ext cx="4968552" cy="688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링크 사용은  미사용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URL,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내부페이지를 선택 할 수 있으며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미사용을 디폴트로 한다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우측에 직접 입력 가능한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input box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제공한다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내부페이지 선택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중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개를 선택하여 내부 페이지를 연계할 수 있다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8F3FF784-D304-A14C-FCF0-7AE2C082C2AD}"/>
              </a:ext>
            </a:extLst>
          </p:cNvPr>
          <p:cNvSpPr/>
          <p:nvPr/>
        </p:nvSpPr>
        <p:spPr>
          <a:xfrm>
            <a:off x="989810" y="1827626"/>
            <a:ext cx="3546944" cy="224492"/>
          </a:xfrm>
          <a:prstGeom prst="rect">
            <a:avLst/>
          </a:prstGeom>
          <a:noFill/>
          <a:ln w="31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모서리가 둥근 직사각형 84">
            <a:extLst>
              <a:ext uri="{FF2B5EF4-FFF2-40B4-BE49-F238E27FC236}">
                <a16:creationId xmlns:a16="http://schemas.microsoft.com/office/drawing/2014/main" id="{11EC14E2-9F33-0F81-DF07-5ABE6D564FEF}"/>
              </a:ext>
            </a:extLst>
          </p:cNvPr>
          <p:cNvSpPr/>
          <p:nvPr/>
        </p:nvSpPr>
        <p:spPr>
          <a:xfrm>
            <a:off x="6488824" y="3793721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미사용</a:t>
            </a:r>
          </a:p>
        </p:txBody>
      </p:sp>
      <p:sp>
        <p:nvSpPr>
          <p:cNvPr id="127" name="모서리가 둥근 직사각형 86">
            <a:extLst>
              <a:ext uri="{FF2B5EF4-FFF2-40B4-BE49-F238E27FC236}">
                <a16:creationId xmlns:a16="http://schemas.microsoft.com/office/drawing/2014/main" id="{545AA601-D33C-6A78-D78D-E9E6A29381D8}"/>
              </a:ext>
            </a:extLst>
          </p:cNvPr>
          <p:cNvSpPr/>
          <p:nvPr/>
        </p:nvSpPr>
        <p:spPr>
          <a:xfrm>
            <a:off x="7051797" y="3793721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cxnSp>
        <p:nvCxnSpPr>
          <p:cNvPr id="135" name="연결선: 꺾임 134">
            <a:extLst>
              <a:ext uri="{FF2B5EF4-FFF2-40B4-BE49-F238E27FC236}">
                <a16:creationId xmlns:a16="http://schemas.microsoft.com/office/drawing/2014/main" id="{27F5F085-D29C-518A-83D2-AE2FF6DA7898}"/>
              </a:ext>
            </a:extLst>
          </p:cNvPr>
          <p:cNvCxnSpPr>
            <a:cxnSpLocks/>
            <a:stCxn id="116" idx="3"/>
          </p:cNvCxnSpPr>
          <p:nvPr/>
        </p:nvCxnSpPr>
        <p:spPr>
          <a:xfrm flipV="1">
            <a:off x="4536754" y="1488702"/>
            <a:ext cx="1903117" cy="161274"/>
          </a:xfrm>
          <a:prstGeom prst="bentConnector3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BF4595E5-BB78-59D1-DF47-31D0540B538E}"/>
              </a:ext>
            </a:extLst>
          </p:cNvPr>
          <p:cNvCxnSpPr>
            <a:cxnSpLocks/>
            <a:stCxn id="3" idx="2"/>
          </p:cNvCxnSpPr>
          <p:nvPr/>
        </p:nvCxnSpPr>
        <p:spPr>
          <a:xfrm rot="16200000" flipH="1">
            <a:off x="2749872" y="1777404"/>
            <a:ext cx="3017872" cy="3580226"/>
          </a:xfrm>
          <a:prstGeom prst="bentConnector2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7B127D1A-F24F-E6D0-43B6-ECB4697CE9A3}"/>
              </a:ext>
            </a:extLst>
          </p:cNvPr>
          <p:cNvSpPr txBox="1"/>
          <p:nvPr/>
        </p:nvSpPr>
        <p:spPr>
          <a:xfrm>
            <a:off x="288281" y="190942"/>
            <a:ext cx="28408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컬러</a:t>
            </a:r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링크 사용 </a:t>
            </a:r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값 정의</a:t>
            </a:r>
            <a:endParaRPr lang="en-US" altLang="ko-KR" sz="12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1342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D39488A5-591C-8024-060B-9462A67A8A56}"/>
              </a:ext>
            </a:extLst>
          </p:cNvPr>
          <p:cNvSpPr/>
          <p:nvPr/>
        </p:nvSpPr>
        <p:spPr>
          <a:xfrm>
            <a:off x="5706387" y="891172"/>
            <a:ext cx="3380919" cy="49089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B6A289-26D2-E7FD-3815-41BA78DF17F1}"/>
              </a:ext>
            </a:extLst>
          </p:cNvPr>
          <p:cNvSpPr txBox="1"/>
          <p:nvPr/>
        </p:nvSpPr>
        <p:spPr>
          <a:xfrm>
            <a:off x="5688881" y="643002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이벤트 검색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2D9084-E006-9909-5E08-EFF9CD6C88E9}"/>
              </a:ext>
            </a:extLst>
          </p:cNvPr>
          <p:cNvSpPr txBox="1"/>
          <p:nvPr/>
        </p:nvSpPr>
        <p:spPr>
          <a:xfrm>
            <a:off x="6226493" y="674519"/>
            <a:ext cx="19223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링크로 연결하실 이벤트 페이지를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A6E7AA4-5435-5A38-2C58-0EA3F8FAC7CB}"/>
              </a:ext>
            </a:extLst>
          </p:cNvPr>
          <p:cNvSpPr/>
          <p:nvPr/>
        </p:nvSpPr>
        <p:spPr>
          <a:xfrm>
            <a:off x="8571852" y="946439"/>
            <a:ext cx="432048" cy="1836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55" name="모서리가 둥근 직사각형 84">
            <a:extLst>
              <a:ext uri="{FF2B5EF4-FFF2-40B4-BE49-F238E27FC236}">
                <a16:creationId xmlns:a16="http://schemas.microsoft.com/office/drawing/2014/main" id="{700F590B-D6F4-6729-9D85-72233C204E2A}"/>
              </a:ext>
            </a:extLst>
          </p:cNvPr>
          <p:cNvSpPr/>
          <p:nvPr/>
        </p:nvSpPr>
        <p:spPr>
          <a:xfrm>
            <a:off x="5758906" y="962168"/>
            <a:ext cx="900000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모서리가 둥근 직사각형 84">
            <a:extLst>
              <a:ext uri="{FF2B5EF4-FFF2-40B4-BE49-F238E27FC236}">
                <a16:creationId xmlns:a16="http://schemas.microsoft.com/office/drawing/2014/main" id="{707B4A10-DF1C-87C4-DBCA-49FF6955C576}"/>
              </a:ext>
            </a:extLst>
          </p:cNvPr>
          <p:cNvSpPr/>
          <p:nvPr/>
        </p:nvSpPr>
        <p:spPr>
          <a:xfrm>
            <a:off x="6715379" y="960197"/>
            <a:ext cx="1800000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명</a:t>
            </a: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C9D405B8-51A3-2B22-F61A-63F46D27B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193988"/>
              </p:ext>
            </p:extLst>
          </p:nvPr>
        </p:nvGraphicFramePr>
        <p:xfrm>
          <a:off x="5740467" y="1249145"/>
          <a:ext cx="3263432" cy="24947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176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773906">
                  <a:extLst>
                    <a:ext uri="{9D8B030D-6E8A-4147-A177-3AD203B41FA5}">
                      <a16:colId xmlns:a16="http://schemas.microsoft.com/office/drawing/2014/main" val="275004424"/>
                    </a:ext>
                  </a:extLst>
                </a:gridCol>
                <a:gridCol w="2273350">
                  <a:extLst>
                    <a:ext uri="{9D8B030D-6E8A-4147-A177-3AD203B41FA5}">
                      <a16:colId xmlns:a16="http://schemas.microsoft.com/office/drawing/2014/main" val="3610505422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명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0"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사용하실 이벤트를 검색해 주세요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</a:tbl>
          </a:graphicData>
        </a:graphic>
      </p:graphicFrame>
      <p:pic>
        <p:nvPicPr>
          <p:cNvPr id="65" name="그림 64">
            <a:extLst>
              <a:ext uri="{FF2B5EF4-FFF2-40B4-BE49-F238E27FC236}">
                <a16:creationId xmlns:a16="http://schemas.microsoft.com/office/drawing/2014/main" id="{4CD61DEC-AACC-B28D-270E-C2ACCF3E2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17" y="719202"/>
            <a:ext cx="5194871" cy="1327920"/>
          </a:xfrm>
          <a:prstGeom prst="rect">
            <a:avLst/>
          </a:prstGeom>
        </p:spPr>
      </p:pic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1A0EBFEB-8C50-492A-7EDB-152B1B762B23}"/>
              </a:ext>
            </a:extLst>
          </p:cNvPr>
          <p:cNvCxnSpPr/>
          <p:nvPr/>
        </p:nvCxnSpPr>
        <p:spPr>
          <a:xfrm>
            <a:off x="5535336" y="889963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그림 89">
            <a:extLst>
              <a:ext uri="{FF2B5EF4-FFF2-40B4-BE49-F238E27FC236}">
                <a16:creationId xmlns:a16="http://schemas.microsoft.com/office/drawing/2014/main" id="{70364898-DA1E-8873-AAC1-E691737202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404" t="68151" r="-393"/>
          <a:stretch>
            <a:fillRect/>
          </a:stretch>
        </p:blipFill>
        <p:spPr>
          <a:xfrm>
            <a:off x="1892876" y="5462545"/>
            <a:ext cx="3656106" cy="48803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B2BF0B92-C0F8-D2C0-F028-4DB198300527}"/>
              </a:ext>
            </a:extLst>
          </p:cNvPr>
          <p:cNvSpPr txBox="1"/>
          <p:nvPr/>
        </p:nvSpPr>
        <p:spPr>
          <a:xfrm>
            <a:off x="2747795" y="5512624"/>
            <a:ext cx="2000084" cy="23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ct val="150000"/>
              </a:lnSpc>
            </a:pPr>
            <a:r>
              <a:rPr lang="ko-KR" altLang="en-US" sz="700" b="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매일매일 도장 꾹</a:t>
            </a:r>
            <a:r>
              <a:rPr lang="en-US" altLang="ko-KR" sz="700" b="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! </a:t>
            </a:r>
            <a:r>
              <a:rPr lang="ko-KR" altLang="en-US" sz="700" b="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출석체크하고 마일리지 받아가세요</a:t>
            </a:r>
            <a:r>
              <a:rPr lang="en-US" altLang="ko-KR" sz="700" b="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…</a:t>
            </a:r>
            <a:endParaRPr lang="ko-KR" altLang="en-US" sz="700" b="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B7877EB-4BD7-854E-8873-9D1BD492F26B}"/>
              </a:ext>
            </a:extLst>
          </p:cNvPr>
          <p:cNvSpPr txBox="1"/>
          <p:nvPr/>
        </p:nvSpPr>
        <p:spPr>
          <a:xfrm>
            <a:off x="4176878" y="1847067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2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313C6F3-6044-8D90-7D75-3BAB79B68F3B}"/>
              </a:ext>
            </a:extLst>
          </p:cNvPr>
          <p:cNvSpPr txBox="1"/>
          <p:nvPr/>
        </p:nvSpPr>
        <p:spPr>
          <a:xfrm>
            <a:off x="3307335" y="511638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2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E816EEBD-F7A6-A759-5C15-39C855F99428}"/>
              </a:ext>
            </a:extLst>
          </p:cNvPr>
          <p:cNvSpPr/>
          <p:nvPr/>
        </p:nvSpPr>
        <p:spPr>
          <a:xfrm>
            <a:off x="9226385" y="906364"/>
            <a:ext cx="3380919" cy="49089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DE06416-A16E-1B20-95ED-B0B72A933CCE}"/>
              </a:ext>
            </a:extLst>
          </p:cNvPr>
          <p:cNvSpPr txBox="1"/>
          <p:nvPr/>
        </p:nvSpPr>
        <p:spPr>
          <a:xfrm>
            <a:off x="9208879" y="658194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이벤트 검색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B9275C5-3D02-794D-3739-193DDD32C44F}"/>
              </a:ext>
            </a:extLst>
          </p:cNvPr>
          <p:cNvSpPr txBox="1"/>
          <p:nvPr/>
        </p:nvSpPr>
        <p:spPr>
          <a:xfrm>
            <a:off x="9746491" y="689711"/>
            <a:ext cx="19223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링크로 연결하실 이벤트 페이지를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D2051B4C-BBD4-5A1F-5046-BC1E2F6E752A}"/>
              </a:ext>
            </a:extLst>
          </p:cNvPr>
          <p:cNvSpPr/>
          <p:nvPr/>
        </p:nvSpPr>
        <p:spPr>
          <a:xfrm>
            <a:off x="12091850" y="961631"/>
            <a:ext cx="432048" cy="1836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127" name="모서리가 둥근 직사각형 84">
            <a:extLst>
              <a:ext uri="{FF2B5EF4-FFF2-40B4-BE49-F238E27FC236}">
                <a16:creationId xmlns:a16="http://schemas.microsoft.com/office/drawing/2014/main" id="{80061EE1-0571-F6D6-01BE-3FA8BEF9D927}"/>
              </a:ext>
            </a:extLst>
          </p:cNvPr>
          <p:cNvSpPr/>
          <p:nvPr/>
        </p:nvSpPr>
        <p:spPr>
          <a:xfrm>
            <a:off x="9278904" y="977360"/>
            <a:ext cx="900000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모서리가 둥근 직사각형 84">
            <a:extLst>
              <a:ext uri="{FF2B5EF4-FFF2-40B4-BE49-F238E27FC236}">
                <a16:creationId xmlns:a16="http://schemas.microsoft.com/office/drawing/2014/main" id="{42622201-BEF2-4C44-601D-9631BC878C42}"/>
              </a:ext>
            </a:extLst>
          </p:cNvPr>
          <p:cNvSpPr/>
          <p:nvPr/>
        </p:nvSpPr>
        <p:spPr>
          <a:xfrm>
            <a:off x="10235377" y="975389"/>
            <a:ext cx="1800000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</a:t>
            </a:r>
          </a:p>
        </p:txBody>
      </p:sp>
      <p:graphicFrame>
        <p:nvGraphicFramePr>
          <p:cNvPr id="131" name="표 130">
            <a:extLst>
              <a:ext uri="{FF2B5EF4-FFF2-40B4-BE49-F238E27FC236}">
                <a16:creationId xmlns:a16="http://schemas.microsoft.com/office/drawing/2014/main" id="{25F71FA5-94C3-3CC0-F83E-315B19B35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542517"/>
              </p:ext>
            </p:extLst>
          </p:nvPr>
        </p:nvGraphicFramePr>
        <p:xfrm>
          <a:off x="9260465" y="1264337"/>
          <a:ext cx="3263432" cy="24947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176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773906">
                  <a:extLst>
                    <a:ext uri="{9D8B030D-6E8A-4147-A177-3AD203B41FA5}">
                      <a16:colId xmlns:a16="http://schemas.microsoft.com/office/drawing/2014/main" val="275004424"/>
                    </a:ext>
                  </a:extLst>
                </a:gridCol>
                <a:gridCol w="2273350">
                  <a:extLst>
                    <a:ext uri="{9D8B030D-6E8A-4147-A177-3AD203B41FA5}">
                      <a16:colId xmlns:a16="http://schemas.microsoft.com/office/drawing/2014/main" val="3610505422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명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evt000000123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매일매일 도장 꾹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! 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출석체크하고 마일리지 받아가세요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…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evt000000124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이벤트 명 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813446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evt000000125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831092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evt000000126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89669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evt000000127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066104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evt000000128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4683518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evt000000129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36490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evt000000130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771993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evt000000131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88175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evt000000132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295379"/>
                  </a:ext>
                </a:extLst>
              </a:tr>
            </a:tbl>
          </a:graphicData>
        </a:graphic>
      </p:graphicFrame>
      <p:sp>
        <p:nvSpPr>
          <p:cNvPr id="133" name="TextBox 132">
            <a:extLst>
              <a:ext uri="{FF2B5EF4-FFF2-40B4-BE49-F238E27FC236}">
                <a16:creationId xmlns:a16="http://schemas.microsoft.com/office/drawing/2014/main" id="{794DF558-D94A-1FEA-7AC2-AE0755604FD1}"/>
              </a:ext>
            </a:extLst>
          </p:cNvPr>
          <p:cNvSpPr txBox="1"/>
          <p:nvPr/>
        </p:nvSpPr>
        <p:spPr>
          <a:xfrm>
            <a:off x="10607464" y="3991837"/>
            <a:ext cx="61875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&lt;&lt;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&lt;  </a:t>
            </a:r>
            <a:r>
              <a:rPr lang="en-US" altLang="ko-KR" sz="7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7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&gt;&gt; </a:t>
            </a:r>
          </a:p>
        </p:txBody>
      </p:sp>
      <p:pic>
        <p:nvPicPr>
          <p:cNvPr id="135" name="Picture 4" descr="off, radio icon">
            <a:extLst>
              <a:ext uri="{FF2B5EF4-FFF2-40B4-BE49-F238E27FC236}">
                <a16:creationId xmlns:a16="http://schemas.microsoft.com/office/drawing/2014/main" id="{C6773A23-F982-0E2D-936D-B94ECDDEB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089" y="153190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Picture 4" descr="off, radio icon">
            <a:extLst>
              <a:ext uri="{FF2B5EF4-FFF2-40B4-BE49-F238E27FC236}">
                <a16:creationId xmlns:a16="http://schemas.microsoft.com/office/drawing/2014/main" id="{CBD898FA-0CB8-F6AB-5CBE-45C8E222D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089" y="175815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Picture 4" descr="off, radio icon">
            <a:extLst>
              <a:ext uri="{FF2B5EF4-FFF2-40B4-BE49-F238E27FC236}">
                <a16:creationId xmlns:a16="http://schemas.microsoft.com/office/drawing/2014/main" id="{1D2D25A5-1416-6110-8071-56698E861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089" y="1984401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Picture 4" descr="off, radio icon">
            <a:extLst>
              <a:ext uri="{FF2B5EF4-FFF2-40B4-BE49-F238E27FC236}">
                <a16:creationId xmlns:a16="http://schemas.microsoft.com/office/drawing/2014/main" id="{C73E4502-114E-4851-9036-0396761D7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436" y="223438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Picture 4" descr="off, radio icon">
            <a:extLst>
              <a:ext uri="{FF2B5EF4-FFF2-40B4-BE49-F238E27FC236}">
                <a16:creationId xmlns:a16="http://schemas.microsoft.com/office/drawing/2014/main" id="{866FD202-FF99-D515-C9DB-C33367BA7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498" y="2458336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Picture 4" descr="off, radio icon">
            <a:extLst>
              <a:ext uri="{FF2B5EF4-FFF2-40B4-BE49-F238E27FC236}">
                <a16:creationId xmlns:a16="http://schemas.microsoft.com/office/drawing/2014/main" id="{1E3F3197-9723-291E-5E8E-D2D2C2003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089" y="2891785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4" descr="off, radio icon">
            <a:extLst>
              <a:ext uri="{FF2B5EF4-FFF2-40B4-BE49-F238E27FC236}">
                <a16:creationId xmlns:a16="http://schemas.microsoft.com/office/drawing/2014/main" id="{E989EC52-B840-4B9C-6CB3-72C3989F0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089" y="3118034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Picture 4" descr="off, radio icon">
            <a:extLst>
              <a:ext uri="{FF2B5EF4-FFF2-40B4-BE49-F238E27FC236}">
                <a16:creationId xmlns:a16="http://schemas.microsoft.com/office/drawing/2014/main" id="{387EE8D4-B71B-BC10-E541-DDF5DD4A1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436" y="336082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Picture 4" descr="off, radio icon">
            <a:extLst>
              <a:ext uri="{FF2B5EF4-FFF2-40B4-BE49-F238E27FC236}">
                <a16:creationId xmlns:a16="http://schemas.microsoft.com/office/drawing/2014/main" id="{7A2D4B1E-3BB5-0681-07ED-36C8CC458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436" y="357948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Picture 2" descr="on, radio icon">
            <a:extLst>
              <a:ext uri="{FF2B5EF4-FFF2-40B4-BE49-F238E27FC236}">
                <a16:creationId xmlns:a16="http://schemas.microsoft.com/office/drawing/2014/main" id="{6B2DF8B2-E612-7DB3-B15E-26E311BCC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498" y="2694628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그림 154">
            <a:extLst>
              <a:ext uri="{FF2B5EF4-FFF2-40B4-BE49-F238E27FC236}">
                <a16:creationId xmlns:a16="http://schemas.microsoft.com/office/drawing/2014/main" id="{260C72E3-3E6B-38C2-7AFF-8BBDA9D474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0572" y="2689450"/>
            <a:ext cx="388248" cy="582371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759D4D0E-DF68-A76C-A016-AB389FCD8374}"/>
              </a:ext>
            </a:extLst>
          </p:cNvPr>
          <p:cNvSpPr txBox="1"/>
          <p:nvPr/>
        </p:nvSpPr>
        <p:spPr>
          <a:xfrm>
            <a:off x="10774427" y="258005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2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527504B-45DD-BA4C-6D3C-24ABC732F255}"/>
              </a:ext>
            </a:extLst>
          </p:cNvPr>
          <p:cNvSpPr txBox="1"/>
          <p:nvPr/>
        </p:nvSpPr>
        <p:spPr>
          <a:xfrm>
            <a:off x="7612387" y="153190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2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B46BFFB-30AB-D05F-FB6B-587B3EF7BA6E}"/>
              </a:ext>
            </a:extLst>
          </p:cNvPr>
          <p:cNvSpPr txBox="1"/>
          <p:nvPr/>
        </p:nvSpPr>
        <p:spPr>
          <a:xfrm>
            <a:off x="3917985" y="2178932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버튼 클릭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9090193-EAAA-0059-2F11-D26048C5BD94}"/>
              </a:ext>
            </a:extLst>
          </p:cNvPr>
          <p:cNvSpPr txBox="1"/>
          <p:nvPr/>
        </p:nvSpPr>
        <p:spPr>
          <a:xfrm>
            <a:off x="7839181" y="1631845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검색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71FB412-64C1-B821-4288-F89EB3AB7E10}"/>
              </a:ext>
            </a:extLst>
          </p:cNvPr>
          <p:cNvSpPr txBox="1"/>
          <p:nvPr/>
        </p:nvSpPr>
        <p:spPr>
          <a:xfrm>
            <a:off x="10982406" y="2712102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선택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2E4CC0C-91DA-07D5-2441-573606E79762}"/>
              </a:ext>
            </a:extLst>
          </p:cNvPr>
          <p:cNvSpPr txBox="1"/>
          <p:nvPr/>
        </p:nvSpPr>
        <p:spPr>
          <a:xfrm>
            <a:off x="3550115" y="5231713"/>
            <a:ext cx="11977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read only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반영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6900B6D-7AD3-7301-931D-4EDE7198164B}"/>
              </a:ext>
            </a:extLst>
          </p:cNvPr>
          <p:cNvSpPr txBox="1"/>
          <p:nvPr/>
        </p:nvSpPr>
        <p:spPr>
          <a:xfrm>
            <a:off x="288281" y="190942"/>
            <a:ext cx="2986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링크사용 </a:t>
            </a:r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내부페이지 </a:t>
            </a:r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</a:t>
            </a:r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반영</a:t>
            </a:r>
            <a:endParaRPr lang="en-US" altLang="ko-KR" sz="12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6EE266-B00F-C36C-6C9A-3426C68A8365}"/>
              </a:ext>
            </a:extLst>
          </p:cNvPr>
          <p:cNvSpPr/>
          <p:nvPr/>
        </p:nvSpPr>
        <p:spPr>
          <a:xfrm>
            <a:off x="1008361" y="1692077"/>
            <a:ext cx="4443568" cy="1683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D6C73C-232A-AEEC-6859-9C69D08410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22" b="15731"/>
          <a:stretch>
            <a:fillRect/>
          </a:stretch>
        </p:blipFill>
        <p:spPr>
          <a:xfrm>
            <a:off x="977209" y="1656939"/>
            <a:ext cx="3700162" cy="2113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2A6D50-6C6B-0144-8E6A-C64FC907BE0B}"/>
              </a:ext>
            </a:extLst>
          </p:cNvPr>
          <p:cNvSpPr txBox="1"/>
          <p:nvPr/>
        </p:nvSpPr>
        <p:spPr>
          <a:xfrm>
            <a:off x="1066049" y="180251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2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D48F1C-0FAE-242F-DB0C-5B5ADC683489}"/>
              </a:ext>
            </a:extLst>
          </p:cNvPr>
          <p:cNvSpPr txBox="1"/>
          <p:nvPr/>
        </p:nvSpPr>
        <p:spPr>
          <a:xfrm>
            <a:off x="919487" y="2105849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링크 유형 선택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B100-97AD-E5F7-3AEC-BAF64DF3A24A}"/>
              </a:ext>
            </a:extLst>
          </p:cNvPr>
          <p:cNvSpPr txBox="1"/>
          <p:nvPr/>
        </p:nvSpPr>
        <p:spPr>
          <a:xfrm>
            <a:off x="2082316" y="181505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2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2FB836-53D6-EA97-C385-176E6B742AE9}"/>
              </a:ext>
            </a:extLst>
          </p:cNvPr>
          <p:cNvSpPr txBox="1"/>
          <p:nvPr/>
        </p:nvSpPr>
        <p:spPr>
          <a:xfrm>
            <a:off x="1972333" y="2149826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 선택</a:t>
            </a:r>
          </a:p>
        </p:txBody>
      </p:sp>
    </p:spTree>
    <p:extLst>
      <p:ext uri="{BB962C8B-B14F-4D97-AF65-F5344CB8AC3E}">
        <p14:creationId xmlns:p14="http://schemas.microsoft.com/office/powerpoint/2010/main" val="4135402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21284-49A8-DED0-B45C-5030AF6FE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그림 64">
            <a:extLst>
              <a:ext uri="{FF2B5EF4-FFF2-40B4-BE49-F238E27FC236}">
                <a16:creationId xmlns:a16="http://schemas.microsoft.com/office/drawing/2014/main" id="{342CF5AA-CD37-42F5-518F-C21B13F9C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17" y="719202"/>
            <a:ext cx="5194871" cy="1327920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41939E0C-7567-DFA8-0214-1AA06976970F}"/>
              </a:ext>
            </a:extLst>
          </p:cNvPr>
          <p:cNvSpPr/>
          <p:nvPr/>
        </p:nvSpPr>
        <p:spPr>
          <a:xfrm>
            <a:off x="5706387" y="891172"/>
            <a:ext cx="3380919" cy="49089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D5309D-CBAA-9565-3CFA-7B526600A80A}"/>
              </a:ext>
            </a:extLst>
          </p:cNvPr>
          <p:cNvSpPr txBox="1"/>
          <p:nvPr/>
        </p:nvSpPr>
        <p:spPr>
          <a:xfrm>
            <a:off x="5688881" y="643002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기획전 검색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EF6D0A-7F3E-0278-02F1-7FBCE92C7EFC}"/>
              </a:ext>
            </a:extLst>
          </p:cNvPr>
          <p:cNvSpPr txBox="1"/>
          <p:nvPr/>
        </p:nvSpPr>
        <p:spPr>
          <a:xfrm>
            <a:off x="6226493" y="674519"/>
            <a:ext cx="19255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링크로 연결하실 기획전 페이지를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E4E2D20-6716-C03E-8F1B-F3C773FF37D3}"/>
              </a:ext>
            </a:extLst>
          </p:cNvPr>
          <p:cNvSpPr/>
          <p:nvPr/>
        </p:nvSpPr>
        <p:spPr>
          <a:xfrm>
            <a:off x="8571852" y="946439"/>
            <a:ext cx="432048" cy="1836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55" name="모서리가 둥근 직사각형 84">
            <a:extLst>
              <a:ext uri="{FF2B5EF4-FFF2-40B4-BE49-F238E27FC236}">
                <a16:creationId xmlns:a16="http://schemas.microsoft.com/office/drawing/2014/main" id="{F4B7393B-3880-F7DB-61C6-1839086AD2D6}"/>
              </a:ext>
            </a:extLst>
          </p:cNvPr>
          <p:cNvSpPr/>
          <p:nvPr/>
        </p:nvSpPr>
        <p:spPr>
          <a:xfrm>
            <a:off x="5758906" y="962168"/>
            <a:ext cx="900000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모서리가 둥근 직사각형 84">
            <a:extLst>
              <a:ext uri="{FF2B5EF4-FFF2-40B4-BE49-F238E27FC236}">
                <a16:creationId xmlns:a16="http://schemas.microsoft.com/office/drawing/2014/main" id="{09DA91E1-B160-8509-61B8-4D7DFCDC8BFC}"/>
              </a:ext>
            </a:extLst>
          </p:cNvPr>
          <p:cNvSpPr/>
          <p:nvPr/>
        </p:nvSpPr>
        <p:spPr>
          <a:xfrm>
            <a:off x="6715379" y="960197"/>
            <a:ext cx="1800000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 명</a:t>
            </a: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CE2D6676-AC4A-DC3C-F61D-5A0C096BE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32012"/>
              </p:ext>
            </p:extLst>
          </p:nvPr>
        </p:nvGraphicFramePr>
        <p:xfrm>
          <a:off x="5740467" y="1249145"/>
          <a:ext cx="3263432" cy="24947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176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773906">
                  <a:extLst>
                    <a:ext uri="{9D8B030D-6E8A-4147-A177-3AD203B41FA5}">
                      <a16:colId xmlns:a16="http://schemas.microsoft.com/office/drawing/2014/main" val="275004424"/>
                    </a:ext>
                  </a:extLst>
                </a:gridCol>
                <a:gridCol w="2273350">
                  <a:extLst>
                    <a:ext uri="{9D8B030D-6E8A-4147-A177-3AD203B41FA5}">
                      <a16:colId xmlns:a16="http://schemas.microsoft.com/office/drawing/2014/main" val="3610505422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기획전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기획전 명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0"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사용하실 기획전을 검색해 주세요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</a:tbl>
          </a:graphicData>
        </a:graphic>
      </p:graphicFrame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92F38709-3AB9-F98D-B5F8-14EDEC0032ED}"/>
              </a:ext>
            </a:extLst>
          </p:cNvPr>
          <p:cNvCxnSpPr/>
          <p:nvPr/>
        </p:nvCxnSpPr>
        <p:spPr>
          <a:xfrm>
            <a:off x="5535336" y="889963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그림 89">
            <a:extLst>
              <a:ext uri="{FF2B5EF4-FFF2-40B4-BE49-F238E27FC236}">
                <a16:creationId xmlns:a16="http://schemas.microsoft.com/office/drawing/2014/main" id="{FA4485E4-C9FC-7BA5-E67A-967143D83A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404" t="68151" r="-393"/>
          <a:stretch>
            <a:fillRect/>
          </a:stretch>
        </p:blipFill>
        <p:spPr>
          <a:xfrm>
            <a:off x="1892876" y="5462545"/>
            <a:ext cx="3656106" cy="48803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03381C43-1849-ED15-2E13-1CEBEF06928B}"/>
              </a:ext>
            </a:extLst>
          </p:cNvPr>
          <p:cNvSpPr txBox="1"/>
          <p:nvPr/>
        </p:nvSpPr>
        <p:spPr>
          <a:xfrm>
            <a:off x="2747795" y="5512624"/>
            <a:ext cx="2000084" cy="23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ct val="150000"/>
              </a:lnSpc>
            </a:pPr>
            <a:r>
              <a:rPr lang="ko-KR" altLang="en-US" sz="700" b="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매일매일 도장 꾹</a:t>
            </a:r>
            <a:r>
              <a:rPr lang="en-US" altLang="ko-KR" sz="700" b="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! </a:t>
            </a:r>
            <a:r>
              <a:rPr lang="ko-KR" altLang="en-US" sz="700" b="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출석체크하고 마일리지 받아가세요</a:t>
            </a:r>
            <a:r>
              <a:rPr lang="en-US" altLang="ko-KR" sz="700" b="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…</a:t>
            </a:r>
            <a:endParaRPr lang="ko-KR" altLang="en-US" sz="700" b="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FD75484-1473-22CD-701D-CCCBDA8D75FE}"/>
              </a:ext>
            </a:extLst>
          </p:cNvPr>
          <p:cNvSpPr txBox="1"/>
          <p:nvPr/>
        </p:nvSpPr>
        <p:spPr>
          <a:xfrm>
            <a:off x="1066049" y="180251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2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87EC507-6ACC-9DDB-A9D2-B596CC563C7E}"/>
              </a:ext>
            </a:extLst>
          </p:cNvPr>
          <p:cNvSpPr txBox="1"/>
          <p:nvPr/>
        </p:nvSpPr>
        <p:spPr>
          <a:xfrm>
            <a:off x="4412953" y="181141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2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8169195-78EF-0BA2-E387-437CC2A42680}"/>
              </a:ext>
            </a:extLst>
          </p:cNvPr>
          <p:cNvSpPr txBox="1"/>
          <p:nvPr/>
        </p:nvSpPr>
        <p:spPr>
          <a:xfrm>
            <a:off x="3307335" y="511638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2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22BF20AC-F83D-8565-E667-8B51EE3B235C}"/>
              </a:ext>
            </a:extLst>
          </p:cNvPr>
          <p:cNvSpPr txBox="1"/>
          <p:nvPr/>
        </p:nvSpPr>
        <p:spPr>
          <a:xfrm>
            <a:off x="919487" y="2105849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링크 유형 선택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FC7CBE6-B1A3-B6B9-2C77-FAFCD250471A}"/>
              </a:ext>
            </a:extLst>
          </p:cNvPr>
          <p:cNvSpPr txBox="1"/>
          <p:nvPr/>
        </p:nvSpPr>
        <p:spPr>
          <a:xfrm>
            <a:off x="2082316" y="181505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2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5C82A50-E448-7B1B-B872-825870DD7672}"/>
              </a:ext>
            </a:extLst>
          </p:cNvPr>
          <p:cNvSpPr txBox="1"/>
          <p:nvPr/>
        </p:nvSpPr>
        <p:spPr>
          <a:xfrm>
            <a:off x="1972333" y="2149826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 선택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4B814773-230D-15AC-8AD5-05F344908ABE}"/>
              </a:ext>
            </a:extLst>
          </p:cNvPr>
          <p:cNvSpPr/>
          <p:nvPr/>
        </p:nvSpPr>
        <p:spPr>
          <a:xfrm>
            <a:off x="9226385" y="906364"/>
            <a:ext cx="3380919" cy="49089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63CD468-C869-041D-9BC9-5B0CB34AAF78}"/>
              </a:ext>
            </a:extLst>
          </p:cNvPr>
          <p:cNvSpPr txBox="1"/>
          <p:nvPr/>
        </p:nvSpPr>
        <p:spPr>
          <a:xfrm>
            <a:off x="9208879" y="658194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기획전 검색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D5C9CF0-1555-58F8-5C76-B338B4472224}"/>
              </a:ext>
            </a:extLst>
          </p:cNvPr>
          <p:cNvSpPr txBox="1"/>
          <p:nvPr/>
        </p:nvSpPr>
        <p:spPr>
          <a:xfrm>
            <a:off x="9746491" y="689711"/>
            <a:ext cx="19223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링크로 연결하실 기획전 페이지를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5B74D425-3F91-DF44-52B6-5B899230914E}"/>
              </a:ext>
            </a:extLst>
          </p:cNvPr>
          <p:cNvSpPr/>
          <p:nvPr/>
        </p:nvSpPr>
        <p:spPr>
          <a:xfrm>
            <a:off x="12091850" y="961631"/>
            <a:ext cx="432048" cy="1836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127" name="모서리가 둥근 직사각형 84">
            <a:extLst>
              <a:ext uri="{FF2B5EF4-FFF2-40B4-BE49-F238E27FC236}">
                <a16:creationId xmlns:a16="http://schemas.microsoft.com/office/drawing/2014/main" id="{BA25A2EF-0B32-5D85-84A7-5761CA4B7DE2}"/>
              </a:ext>
            </a:extLst>
          </p:cNvPr>
          <p:cNvSpPr/>
          <p:nvPr/>
        </p:nvSpPr>
        <p:spPr>
          <a:xfrm>
            <a:off x="9278904" y="977360"/>
            <a:ext cx="900000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모서리가 둥근 직사각형 84">
            <a:extLst>
              <a:ext uri="{FF2B5EF4-FFF2-40B4-BE49-F238E27FC236}">
                <a16:creationId xmlns:a16="http://schemas.microsoft.com/office/drawing/2014/main" id="{17779EE0-BAE2-7CCE-6DE3-84BA39EED78C}"/>
              </a:ext>
            </a:extLst>
          </p:cNvPr>
          <p:cNvSpPr/>
          <p:nvPr/>
        </p:nvSpPr>
        <p:spPr>
          <a:xfrm>
            <a:off x="10235377" y="975389"/>
            <a:ext cx="1800000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</a:t>
            </a:r>
          </a:p>
        </p:txBody>
      </p:sp>
      <p:graphicFrame>
        <p:nvGraphicFramePr>
          <p:cNvPr id="131" name="표 130">
            <a:extLst>
              <a:ext uri="{FF2B5EF4-FFF2-40B4-BE49-F238E27FC236}">
                <a16:creationId xmlns:a16="http://schemas.microsoft.com/office/drawing/2014/main" id="{CB091C94-27DE-7E83-B5C7-244F055B1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239787"/>
              </p:ext>
            </p:extLst>
          </p:nvPr>
        </p:nvGraphicFramePr>
        <p:xfrm>
          <a:off x="9260465" y="1264337"/>
          <a:ext cx="3263432" cy="24947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176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773906">
                  <a:extLst>
                    <a:ext uri="{9D8B030D-6E8A-4147-A177-3AD203B41FA5}">
                      <a16:colId xmlns:a16="http://schemas.microsoft.com/office/drawing/2014/main" val="275004424"/>
                    </a:ext>
                  </a:extLst>
                </a:gridCol>
                <a:gridCol w="2273350">
                  <a:extLst>
                    <a:ext uri="{9D8B030D-6E8A-4147-A177-3AD203B41FA5}">
                      <a16:colId xmlns:a16="http://schemas.microsoft.com/office/drawing/2014/main" val="3610505422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이벤트 명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Exh000000123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매일매일 도장 꾹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! 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출석체크하고 마일리지 받아가세요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…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Exh000000124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이벤트 명 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813446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Exh000000125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831092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Exh000000126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89669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Exh000000127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066104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Exh000000128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4683518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Exh000000129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36490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Exh000000130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771993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Exh000000131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88175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exh000000132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이벤트 명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295379"/>
                  </a:ext>
                </a:extLst>
              </a:tr>
            </a:tbl>
          </a:graphicData>
        </a:graphic>
      </p:graphicFrame>
      <p:sp>
        <p:nvSpPr>
          <p:cNvPr id="133" name="TextBox 132">
            <a:extLst>
              <a:ext uri="{FF2B5EF4-FFF2-40B4-BE49-F238E27FC236}">
                <a16:creationId xmlns:a16="http://schemas.microsoft.com/office/drawing/2014/main" id="{0F20EB64-5A01-C2B7-289C-1AD9AFDD2ED6}"/>
              </a:ext>
            </a:extLst>
          </p:cNvPr>
          <p:cNvSpPr txBox="1"/>
          <p:nvPr/>
        </p:nvSpPr>
        <p:spPr>
          <a:xfrm>
            <a:off x="10607464" y="3991837"/>
            <a:ext cx="61875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&lt;&lt;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&lt;  </a:t>
            </a:r>
            <a:r>
              <a:rPr lang="en-US" altLang="ko-KR" sz="7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7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&gt;&gt; </a:t>
            </a:r>
          </a:p>
        </p:txBody>
      </p:sp>
      <p:pic>
        <p:nvPicPr>
          <p:cNvPr id="135" name="Picture 4" descr="off, radio icon">
            <a:extLst>
              <a:ext uri="{FF2B5EF4-FFF2-40B4-BE49-F238E27FC236}">
                <a16:creationId xmlns:a16="http://schemas.microsoft.com/office/drawing/2014/main" id="{8959CDC1-F9F3-FCF5-6C0E-AD762C33C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089" y="153190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Picture 4" descr="off, radio icon">
            <a:extLst>
              <a:ext uri="{FF2B5EF4-FFF2-40B4-BE49-F238E27FC236}">
                <a16:creationId xmlns:a16="http://schemas.microsoft.com/office/drawing/2014/main" id="{F601BDFF-B29E-4940-62CD-B62CD67D1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089" y="175815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Picture 4" descr="off, radio icon">
            <a:extLst>
              <a:ext uri="{FF2B5EF4-FFF2-40B4-BE49-F238E27FC236}">
                <a16:creationId xmlns:a16="http://schemas.microsoft.com/office/drawing/2014/main" id="{EC6162A9-44D7-AA41-9648-5F537728D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089" y="1984401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Picture 4" descr="off, radio icon">
            <a:extLst>
              <a:ext uri="{FF2B5EF4-FFF2-40B4-BE49-F238E27FC236}">
                <a16:creationId xmlns:a16="http://schemas.microsoft.com/office/drawing/2014/main" id="{2A141552-2DC6-6BDF-EBA6-10C828E13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436" y="223438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Picture 4" descr="off, radio icon">
            <a:extLst>
              <a:ext uri="{FF2B5EF4-FFF2-40B4-BE49-F238E27FC236}">
                <a16:creationId xmlns:a16="http://schemas.microsoft.com/office/drawing/2014/main" id="{08CA467A-0C67-FBAA-D68C-6D9CB4712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498" y="2458336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Picture 4" descr="off, radio icon">
            <a:extLst>
              <a:ext uri="{FF2B5EF4-FFF2-40B4-BE49-F238E27FC236}">
                <a16:creationId xmlns:a16="http://schemas.microsoft.com/office/drawing/2014/main" id="{3C91B9F8-55FD-7507-23FC-14EC084CA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089" y="2891785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4" descr="off, radio icon">
            <a:extLst>
              <a:ext uri="{FF2B5EF4-FFF2-40B4-BE49-F238E27FC236}">
                <a16:creationId xmlns:a16="http://schemas.microsoft.com/office/drawing/2014/main" id="{59A05822-DAE0-B6E7-EF39-EB904F83A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089" y="3118034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Picture 4" descr="off, radio icon">
            <a:extLst>
              <a:ext uri="{FF2B5EF4-FFF2-40B4-BE49-F238E27FC236}">
                <a16:creationId xmlns:a16="http://schemas.microsoft.com/office/drawing/2014/main" id="{40BCDD02-9CA5-B840-0963-D118E07DD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436" y="336082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Picture 4" descr="off, radio icon">
            <a:extLst>
              <a:ext uri="{FF2B5EF4-FFF2-40B4-BE49-F238E27FC236}">
                <a16:creationId xmlns:a16="http://schemas.microsoft.com/office/drawing/2014/main" id="{4DDE251F-5BA9-1E43-3ADA-F2076FB57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436" y="357948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Picture 2" descr="on, radio icon">
            <a:extLst>
              <a:ext uri="{FF2B5EF4-FFF2-40B4-BE49-F238E27FC236}">
                <a16:creationId xmlns:a16="http://schemas.microsoft.com/office/drawing/2014/main" id="{A3828FE9-B684-76D4-01FB-E97DC9FBE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498" y="2694628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그림 154">
            <a:extLst>
              <a:ext uri="{FF2B5EF4-FFF2-40B4-BE49-F238E27FC236}">
                <a16:creationId xmlns:a16="http://schemas.microsoft.com/office/drawing/2014/main" id="{2D5FB06A-C9CA-A8BE-346E-DAA7AF813A6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0572" y="2689450"/>
            <a:ext cx="388248" cy="582371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855936C2-7726-954A-782C-C886B7C5DA9D}"/>
              </a:ext>
            </a:extLst>
          </p:cNvPr>
          <p:cNvSpPr txBox="1"/>
          <p:nvPr/>
        </p:nvSpPr>
        <p:spPr>
          <a:xfrm>
            <a:off x="10774427" y="258005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2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2B13FDE-9E8D-C6DB-84EC-607453C6A726}"/>
              </a:ext>
            </a:extLst>
          </p:cNvPr>
          <p:cNvSpPr txBox="1"/>
          <p:nvPr/>
        </p:nvSpPr>
        <p:spPr>
          <a:xfrm>
            <a:off x="7612387" y="153190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2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3EE1D6C-6479-09A6-E6AB-FDCD724366E4}"/>
              </a:ext>
            </a:extLst>
          </p:cNvPr>
          <p:cNvSpPr txBox="1"/>
          <p:nvPr/>
        </p:nvSpPr>
        <p:spPr>
          <a:xfrm>
            <a:off x="4154060" y="2143283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버튼 클릭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18A75F7-15B1-66B2-7B97-ED8B27F0D49D}"/>
              </a:ext>
            </a:extLst>
          </p:cNvPr>
          <p:cNvSpPr txBox="1"/>
          <p:nvPr/>
        </p:nvSpPr>
        <p:spPr>
          <a:xfrm>
            <a:off x="7839181" y="1631845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기획전검색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AC1514A-CC91-A37E-F3D6-05F9834B17B8}"/>
              </a:ext>
            </a:extLst>
          </p:cNvPr>
          <p:cNvSpPr txBox="1"/>
          <p:nvPr/>
        </p:nvSpPr>
        <p:spPr>
          <a:xfrm>
            <a:off x="10982406" y="2712102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선택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5D047D1-5AB1-E854-ECA3-86F57AD6CAE8}"/>
              </a:ext>
            </a:extLst>
          </p:cNvPr>
          <p:cNvSpPr txBox="1"/>
          <p:nvPr/>
        </p:nvSpPr>
        <p:spPr>
          <a:xfrm>
            <a:off x="3550115" y="5231713"/>
            <a:ext cx="11977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read only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8D8C2-ED81-349E-C8D8-8806A61131BA}"/>
              </a:ext>
            </a:extLst>
          </p:cNvPr>
          <p:cNvSpPr txBox="1"/>
          <p:nvPr/>
        </p:nvSpPr>
        <p:spPr>
          <a:xfrm>
            <a:off x="288281" y="190942"/>
            <a:ext cx="29867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링크사용 </a:t>
            </a:r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내부페이지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 </a:t>
            </a:r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반영</a:t>
            </a:r>
            <a:endParaRPr lang="en-US" altLang="ko-KR" sz="12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8707A8A-B050-6C68-D760-3FDC192A5A84}"/>
              </a:ext>
            </a:extLst>
          </p:cNvPr>
          <p:cNvSpPr/>
          <p:nvPr/>
        </p:nvSpPr>
        <p:spPr>
          <a:xfrm>
            <a:off x="2406525" y="1721545"/>
            <a:ext cx="264444" cy="9137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6C94D9-FBFE-FCF3-7163-B1688999156E}"/>
              </a:ext>
            </a:extLst>
          </p:cNvPr>
          <p:cNvSpPr/>
          <p:nvPr/>
        </p:nvSpPr>
        <p:spPr>
          <a:xfrm>
            <a:off x="1939947" y="5583474"/>
            <a:ext cx="264444" cy="9137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761417-35BE-F96A-8395-1EF5A673F279}"/>
              </a:ext>
            </a:extLst>
          </p:cNvPr>
          <p:cNvSpPr txBox="1"/>
          <p:nvPr/>
        </p:nvSpPr>
        <p:spPr>
          <a:xfrm>
            <a:off x="2318419" y="1667205"/>
            <a:ext cx="3577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2275ED-4FD2-E376-7F8C-BD86F895EEAB}"/>
              </a:ext>
            </a:extLst>
          </p:cNvPr>
          <p:cNvSpPr txBox="1"/>
          <p:nvPr/>
        </p:nvSpPr>
        <p:spPr>
          <a:xfrm>
            <a:off x="1843478" y="5529134"/>
            <a:ext cx="35779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3A53A2F-A526-2860-169C-4117D4041616}"/>
              </a:ext>
            </a:extLst>
          </p:cNvPr>
          <p:cNvSpPr/>
          <p:nvPr/>
        </p:nvSpPr>
        <p:spPr>
          <a:xfrm>
            <a:off x="1008361" y="1692077"/>
            <a:ext cx="4443568" cy="1683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BBBE287-1781-7AC0-B6F2-AFC02864DD3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22" b="15731"/>
          <a:stretch>
            <a:fillRect/>
          </a:stretch>
        </p:blipFill>
        <p:spPr>
          <a:xfrm>
            <a:off x="977209" y="1659263"/>
            <a:ext cx="3700162" cy="21139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D45926C-A142-44E1-9CC5-F35E88E4EEF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72017" b="17694"/>
          <a:stretch>
            <a:fillRect/>
          </a:stretch>
        </p:blipFill>
        <p:spPr>
          <a:xfrm>
            <a:off x="1666775" y="1681865"/>
            <a:ext cx="825908" cy="17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37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D5945-FB49-61E2-4086-2629681C3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F07569-1784-2B97-933F-5ECCA194068A}"/>
              </a:ext>
            </a:extLst>
          </p:cNvPr>
          <p:cNvSpPr txBox="1"/>
          <p:nvPr/>
        </p:nvSpPr>
        <p:spPr>
          <a:xfrm>
            <a:off x="4448926" y="3181742"/>
            <a:ext cx="406393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500" b="1" i="1" spc="-15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유형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선택 시 화면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ED7146-7F03-DD4E-AEBC-6D7BC3A20ADA}"/>
              </a:ext>
            </a:extLst>
          </p:cNvPr>
          <p:cNvSpPr txBox="1"/>
          <p:nvPr/>
        </p:nvSpPr>
        <p:spPr>
          <a:xfrm>
            <a:off x="3649104" y="2704688"/>
            <a:ext cx="566373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정보 등록 화면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국민행복몰 탭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500" b="1" i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6843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5BDAA-4CCB-531F-2307-0B29BFA23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2693A629-6BB5-644D-19D5-5F69A028039D}"/>
              </a:ext>
            </a:extLst>
          </p:cNvPr>
          <p:cNvSpPr txBox="1"/>
          <p:nvPr/>
        </p:nvSpPr>
        <p:spPr>
          <a:xfrm>
            <a:off x="144265" y="971997"/>
            <a:ext cx="1326820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정보</a:t>
            </a:r>
            <a:endParaRPr lang="ko-KR" altLang="en-US" sz="1200" b="1" spc="-150" dirty="0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CF52A64E-B5E4-EECA-FCC0-2682173BB7CA}"/>
              </a:ext>
            </a:extLst>
          </p:cNvPr>
          <p:cNvCxnSpPr/>
          <p:nvPr/>
        </p:nvCxnSpPr>
        <p:spPr>
          <a:xfrm>
            <a:off x="144265" y="1229366"/>
            <a:ext cx="9793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9327A4C1-D116-74DE-ED41-D6490C2FF91F}"/>
              </a:ext>
            </a:extLst>
          </p:cNvPr>
          <p:cNvGraphicFramePr>
            <a:graphicFrameLocks noGrp="1"/>
          </p:cNvGraphicFramePr>
          <p:nvPr/>
        </p:nvGraphicFramePr>
        <p:xfrm>
          <a:off x="145946" y="1527938"/>
          <a:ext cx="6191007" cy="397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6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68587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984315">
                  <a:extLst>
                    <a:ext uri="{9D8B030D-6E8A-4147-A177-3AD203B41FA5}">
                      <a16:colId xmlns:a16="http://schemas.microsoft.com/office/drawing/2014/main" val="1015786767"/>
                    </a:ext>
                  </a:extLst>
                </a:gridCol>
                <a:gridCol w="225604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2026-07-16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담당자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Hello338(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미사용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유형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</a:tbl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ED3E3F87-E0A0-CEB0-0BDC-6DA2E124FD7E}"/>
              </a:ext>
            </a:extLst>
          </p:cNvPr>
          <p:cNvSpPr txBox="1"/>
          <p:nvPr/>
        </p:nvSpPr>
        <p:spPr>
          <a:xfrm>
            <a:off x="133381" y="1980109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spc="-15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2C3940F-B006-E7FE-4516-739D91D37572}"/>
              </a:ext>
            </a:extLst>
          </p:cNvPr>
          <p:cNvSpPr txBox="1"/>
          <p:nvPr/>
        </p:nvSpPr>
        <p:spPr>
          <a:xfrm>
            <a:off x="133381" y="1310023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 정보</a:t>
            </a:r>
            <a:endParaRPr lang="ko-KR" altLang="en-US" sz="900" b="1" spc="-150" dirty="0"/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84B93DA0-DACC-8EC6-7F4C-B1D63DCAA8E6}"/>
              </a:ext>
            </a:extLst>
          </p:cNvPr>
          <p:cNvGraphicFramePr>
            <a:graphicFrameLocks noGrp="1"/>
          </p:cNvGraphicFramePr>
          <p:nvPr/>
        </p:nvGraphicFramePr>
        <p:xfrm>
          <a:off x="145946" y="2202375"/>
          <a:ext cx="6263014" cy="896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pop000000123</a:t>
                      </a: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b="0" spc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팝업명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게시 기간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즉시            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예약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923399"/>
                  </a:ext>
                </a:extLst>
              </a:tr>
            </a:tbl>
          </a:graphicData>
        </a:graphic>
      </p:graphicFrame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20B69482-20F5-3126-B10C-A7D4F3FDE6EE}"/>
              </a:ext>
            </a:extLst>
          </p:cNvPr>
          <p:cNvCxnSpPr/>
          <p:nvPr/>
        </p:nvCxnSpPr>
        <p:spPr>
          <a:xfrm>
            <a:off x="6520866" y="1521225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6" name="표 225">
            <a:extLst>
              <a:ext uri="{FF2B5EF4-FFF2-40B4-BE49-F238E27FC236}">
                <a16:creationId xmlns:a16="http://schemas.microsoft.com/office/drawing/2014/main" id="{49537C8A-980A-3E7A-4C84-AB78743DA298}"/>
              </a:ext>
            </a:extLst>
          </p:cNvPr>
          <p:cNvGraphicFramePr>
            <a:graphicFrameLocks noGrp="1"/>
          </p:cNvGraphicFramePr>
          <p:nvPr/>
        </p:nvGraphicFramePr>
        <p:xfrm>
          <a:off x="143268" y="3343440"/>
          <a:ext cx="6263014" cy="123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077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41937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436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 타이틀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타이틀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942508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타이틀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065140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텍스트 컬러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44245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링크 사용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EE0FD540-11F4-ABD9-7F13-B8D5A0A9EFFA}"/>
              </a:ext>
            </a:extLst>
          </p:cNvPr>
          <p:cNvSpPr txBox="1"/>
          <p:nvPr/>
        </p:nvSpPr>
        <p:spPr>
          <a:xfrm>
            <a:off x="1307907" y="78285"/>
            <a:ext cx="22525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팝업 정보 등록 화면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공지사항  유형 선택  시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4643E55-4C82-FDD7-F72B-A92FE33E0482}"/>
              </a:ext>
            </a:extLst>
          </p:cNvPr>
          <p:cNvSpPr txBox="1"/>
          <p:nvPr/>
        </p:nvSpPr>
        <p:spPr>
          <a:xfrm>
            <a:off x="1302717" y="330494"/>
            <a:ext cx="14077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관리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1044AD97-BC16-94C5-BAF8-E23699F4F519}"/>
              </a:ext>
            </a:extLst>
          </p:cNvPr>
          <p:cNvSpPr/>
          <p:nvPr/>
        </p:nvSpPr>
        <p:spPr>
          <a:xfrm>
            <a:off x="7921129" y="58428"/>
            <a:ext cx="11201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CH-A-SY-05-01-03</a:t>
            </a:r>
            <a:endParaRPr lang="ko-KR" altLang="en-US" sz="1000" spc="-8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A218E9-E39D-7823-193C-22AFD687CCF3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2026.07.31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9F9661A-C243-2D37-783C-36897DEFFDF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모서리가 둥근 직사각형 84">
            <a:extLst>
              <a:ext uri="{FF2B5EF4-FFF2-40B4-BE49-F238E27FC236}">
                <a16:creationId xmlns:a16="http://schemas.microsoft.com/office/drawing/2014/main" id="{A61632E5-E18D-3154-C5D6-E56C6DFF5399}"/>
              </a:ext>
            </a:extLst>
          </p:cNvPr>
          <p:cNvSpPr/>
          <p:nvPr/>
        </p:nvSpPr>
        <p:spPr>
          <a:xfrm>
            <a:off x="4170533" y="1755103"/>
            <a:ext cx="103238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27" name="모서리가 둥근 직사각형 86">
            <a:extLst>
              <a:ext uri="{FF2B5EF4-FFF2-40B4-BE49-F238E27FC236}">
                <a16:creationId xmlns:a16="http://schemas.microsoft.com/office/drawing/2014/main" id="{3028D5BE-CA70-0DD2-C087-D6090E5F90F3}"/>
              </a:ext>
            </a:extLst>
          </p:cNvPr>
          <p:cNvSpPr/>
          <p:nvPr/>
        </p:nvSpPr>
        <p:spPr>
          <a:xfrm>
            <a:off x="5202917" y="1755103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0" name="모서리가 둥근 직사각형 61">
            <a:extLst>
              <a:ext uri="{FF2B5EF4-FFF2-40B4-BE49-F238E27FC236}">
                <a16:creationId xmlns:a16="http://schemas.microsoft.com/office/drawing/2014/main" id="{47C3841B-83BB-2D3F-70CC-6722957F5653}"/>
              </a:ext>
            </a:extLst>
          </p:cNvPr>
          <p:cNvSpPr/>
          <p:nvPr/>
        </p:nvSpPr>
        <p:spPr>
          <a:xfrm>
            <a:off x="908111" y="2433273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팝업명을 입력해주세요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.. </a:t>
            </a:r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화면에는 노출되지 않습니다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8" name="Picture 2" descr="on, radio icon">
            <a:extLst>
              <a:ext uri="{FF2B5EF4-FFF2-40B4-BE49-F238E27FC236}">
                <a16:creationId xmlns:a16="http://schemas.microsoft.com/office/drawing/2014/main" id="{E9EA14C0-6107-EBD0-CC00-52A00D334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11" y="272276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4" descr="off, radio icon">
            <a:extLst>
              <a:ext uri="{FF2B5EF4-FFF2-40B4-BE49-F238E27FC236}">
                <a16:creationId xmlns:a16="http://schemas.microsoft.com/office/drawing/2014/main" id="{2D67A88D-0F53-C160-842F-2FCECA765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11" y="2945209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모서리가 둥근 직사각형 65">
            <a:extLst>
              <a:ext uri="{FF2B5EF4-FFF2-40B4-BE49-F238E27FC236}">
                <a16:creationId xmlns:a16="http://schemas.microsoft.com/office/drawing/2014/main" id="{61D7CDD0-C8C3-79F6-E754-CDA882466BF2}"/>
              </a:ext>
            </a:extLst>
          </p:cNvPr>
          <p:cNvSpPr/>
          <p:nvPr/>
        </p:nvSpPr>
        <p:spPr>
          <a:xfrm>
            <a:off x="1281581" y="2696532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55E4427-7DBA-CF00-941E-3E90BC269CE9}"/>
              </a:ext>
            </a:extLst>
          </p:cNvPr>
          <p:cNvGrpSpPr/>
          <p:nvPr/>
        </p:nvGrpSpPr>
        <p:grpSpPr>
          <a:xfrm>
            <a:off x="2897859" y="2695833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87" name="모서리가 둥근 직사각형 67">
              <a:extLst>
                <a:ext uri="{FF2B5EF4-FFF2-40B4-BE49-F238E27FC236}">
                  <a16:creationId xmlns:a16="http://schemas.microsoft.com/office/drawing/2014/main" id="{84716BD6-D078-F999-4E13-B398509FE96B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88" name="Picture 4" descr="calendar, date, event, month icon">
              <a:extLst>
                <a:ext uri="{FF2B5EF4-FFF2-40B4-BE49-F238E27FC236}">
                  <a16:creationId xmlns:a16="http://schemas.microsoft.com/office/drawing/2014/main" id="{8A6C174D-C6CC-0340-03FD-12F1214BA9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89" name="모서리가 둥근 직사각형 69">
            <a:extLst>
              <a:ext uri="{FF2B5EF4-FFF2-40B4-BE49-F238E27FC236}">
                <a16:creationId xmlns:a16="http://schemas.microsoft.com/office/drawing/2014/main" id="{374692D0-3FA2-C547-BA98-DFD6269E44C4}"/>
              </a:ext>
            </a:extLst>
          </p:cNvPr>
          <p:cNvSpPr/>
          <p:nvPr/>
        </p:nvSpPr>
        <p:spPr>
          <a:xfrm>
            <a:off x="2258853" y="2695834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E6422634-DA60-9A18-5FDD-BD69E13CCB2A}"/>
              </a:ext>
            </a:extLst>
          </p:cNvPr>
          <p:cNvSpPr/>
          <p:nvPr/>
        </p:nvSpPr>
        <p:spPr>
          <a:xfrm>
            <a:off x="2033738" y="2617850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ABBF5CE1-F856-F23B-AC69-6A854F2EC5F5}"/>
              </a:ext>
            </a:extLst>
          </p:cNvPr>
          <p:cNvGrpSpPr/>
          <p:nvPr/>
        </p:nvGrpSpPr>
        <p:grpSpPr>
          <a:xfrm>
            <a:off x="1920587" y="2696532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92" name="모서리가 둥근 직사각형 67">
              <a:extLst>
                <a:ext uri="{FF2B5EF4-FFF2-40B4-BE49-F238E27FC236}">
                  <a16:creationId xmlns:a16="http://schemas.microsoft.com/office/drawing/2014/main" id="{65723002-0F1F-A9CD-7062-62FE5A19B4B0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93" name="Picture 4" descr="calendar, date, event, month icon">
              <a:extLst>
                <a:ext uri="{FF2B5EF4-FFF2-40B4-BE49-F238E27FC236}">
                  <a16:creationId xmlns:a16="http://schemas.microsoft.com/office/drawing/2014/main" id="{8F87BFE6-7432-A0DE-ABCE-EB5D8ED406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07BD020A-20AF-65A9-4856-00E29DC52A4D}"/>
              </a:ext>
            </a:extLst>
          </p:cNvPr>
          <p:cNvSpPr txBox="1"/>
          <p:nvPr/>
        </p:nvSpPr>
        <p:spPr>
          <a:xfrm>
            <a:off x="132775" y="3132237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spc="-150" dirty="0"/>
          </a:p>
        </p:txBody>
      </p:sp>
      <p:sp>
        <p:nvSpPr>
          <p:cNvPr id="97" name="모서리가 둥근 직사각형 65">
            <a:extLst>
              <a:ext uri="{FF2B5EF4-FFF2-40B4-BE49-F238E27FC236}">
                <a16:creationId xmlns:a16="http://schemas.microsoft.com/office/drawing/2014/main" id="{A28C8120-B325-05A9-5D6C-841EF8E535F5}"/>
              </a:ext>
            </a:extLst>
          </p:cNvPr>
          <p:cNvSpPr/>
          <p:nvPr/>
        </p:nvSpPr>
        <p:spPr>
          <a:xfrm>
            <a:off x="1281581" y="2907735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BB727EFB-94B9-884B-9985-D9B9406F838D}"/>
              </a:ext>
            </a:extLst>
          </p:cNvPr>
          <p:cNvGrpSpPr/>
          <p:nvPr/>
        </p:nvGrpSpPr>
        <p:grpSpPr>
          <a:xfrm>
            <a:off x="2897859" y="2907036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99" name="모서리가 둥근 직사각형 67">
              <a:extLst>
                <a:ext uri="{FF2B5EF4-FFF2-40B4-BE49-F238E27FC236}">
                  <a16:creationId xmlns:a16="http://schemas.microsoft.com/office/drawing/2014/main" id="{7876083D-533C-00AE-709F-770F19844FA1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0" name="Picture 4" descr="calendar, date, event, month icon">
              <a:extLst>
                <a:ext uri="{FF2B5EF4-FFF2-40B4-BE49-F238E27FC236}">
                  <a16:creationId xmlns:a16="http://schemas.microsoft.com/office/drawing/2014/main" id="{8C3E0EE8-2160-C886-12EE-11BD86555E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101" name="모서리가 둥근 직사각형 69">
            <a:extLst>
              <a:ext uri="{FF2B5EF4-FFF2-40B4-BE49-F238E27FC236}">
                <a16:creationId xmlns:a16="http://schemas.microsoft.com/office/drawing/2014/main" id="{3160D401-841C-72E5-FBBF-1692912D1C61}"/>
              </a:ext>
            </a:extLst>
          </p:cNvPr>
          <p:cNvSpPr/>
          <p:nvPr/>
        </p:nvSpPr>
        <p:spPr>
          <a:xfrm>
            <a:off x="2258853" y="2907037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5AFD4787-9F39-1CFC-E818-AE718D2071AD}"/>
              </a:ext>
            </a:extLst>
          </p:cNvPr>
          <p:cNvSpPr/>
          <p:nvPr/>
        </p:nvSpPr>
        <p:spPr>
          <a:xfrm>
            <a:off x="2033738" y="2829053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EC9B7CBD-30ED-1E3D-461A-E7E0FFD59615}"/>
              </a:ext>
            </a:extLst>
          </p:cNvPr>
          <p:cNvGrpSpPr/>
          <p:nvPr/>
        </p:nvGrpSpPr>
        <p:grpSpPr>
          <a:xfrm>
            <a:off x="1920587" y="2907735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104" name="모서리가 둥근 직사각형 67">
              <a:extLst>
                <a:ext uri="{FF2B5EF4-FFF2-40B4-BE49-F238E27FC236}">
                  <a16:creationId xmlns:a16="http://schemas.microsoft.com/office/drawing/2014/main" id="{8E1B7770-8FC7-A1C7-0F78-0946FDA38035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5" name="Picture 4" descr="calendar, date, event, month icon">
              <a:extLst>
                <a:ext uri="{FF2B5EF4-FFF2-40B4-BE49-F238E27FC236}">
                  <a16:creationId xmlns:a16="http://schemas.microsoft.com/office/drawing/2014/main" id="{74587A9D-6D73-63FA-27A8-9F783D08AB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AF1788B7-CA92-6CA3-2473-2757AC014DAC}"/>
              </a:ext>
            </a:extLst>
          </p:cNvPr>
          <p:cNvSpPr txBox="1"/>
          <p:nvPr/>
        </p:nvSpPr>
        <p:spPr>
          <a:xfrm>
            <a:off x="3072532" y="2872907"/>
            <a:ext cx="2169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 게시는 해당일자 자정에 팝업이 자동 반영됩니다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모서리가 둥근 직사각형 84">
            <a:extLst>
              <a:ext uri="{FF2B5EF4-FFF2-40B4-BE49-F238E27FC236}">
                <a16:creationId xmlns:a16="http://schemas.microsoft.com/office/drawing/2014/main" id="{1343A0CE-911F-479C-53C9-EAE2B14550CA}"/>
              </a:ext>
            </a:extLst>
          </p:cNvPr>
          <p:cNvSpPr/>
          <p:nvPr/>
        </p:nvSpPr>
        <p:spPr>
          <a:xfrm>
            <a:off x="908112" y="4363933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미사용</a:t>
            </a:r>
          </a:p>
        </p:txBody>
      </p:sp>
      <p:sp>
        <p:nvSpPr>
          <p:cNvPr id="113" name="모서리가 둥근 직사각형 86">
            <a:extLst>
              <a:ext uri="{FF2B5EF4-FFF2-40B4-BE49-F238E27FC236}">
                <a16:creationId xmlns:a16="http://schemas.microsoft.com/office/drawing/2014/main" id="{2F872B45-5A12-A376-EAB7-6B7E9A11969A}"/>
              </a:ext>
            </a:extLst>
          </p:cNvPr>
          <p:cNvSpPr/>
          <p:nvPr/>
        </p:nvSpPr>
        <p:spPr>
          <a:xfrm>
            <a:off x="1471085" y="4363933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71" name="모서리가 둥근 직사각형 84">
            <a:extLst>
              <a:ext uri="{FF2B5EF4-FFF2-40B4-BE49-F238E27FC236}">
                <a16:creationId xmlns:a16="http://schemas.microsoft.com/office/drawing/2014/main" id="{60A0F095-3469-65F4-2B50-87368BDC07AC}"/>
              </a:ext>
            </a:extLst>
          </p:cNvPr>
          <p:cNvSpPr/>
          <p:nvPr/>
        </p:nvSpPr>
        <p:spPr>
          <a:xfrm>
            <a:off x="908112" y="4066511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블랙</a:t>
            </a:r>
          </a:p>
        </p:txBody>
      </p:sp>
      <p:sp>
        <p:nvSpPr>
          <p:cNvPr id="173" name="모서리가 둥근 직사각형 86">
            <a:extLst>
              <a:ext uri="{FF2B5EF4-FFF2-40B4-BE49-F238E27FC236}">
                <a16:creationId xmlns:a16="http://schemas.microsoft.com/office/drawing/2014/main" id="{6226AF83-43BC-FD66-C21B-4E4B1BE534CB}"/>
              </a:ext>
            </a:extLst>
          </p:cNvPr>
          <p:cNvSpPr/>
          <p:nvPr/>
        </p:nvSpPr>
        <p:spPr>
          <a:xfrm>
            <a:off x="1471085" y="4066511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75" name="모서리가 둥근 직사각형 61">
            <a:extLst>
              <a:ext uri="{FF2B5EF4-FFF2-40B4-BE49-F238E27FC236}">
                <a16:creationId xmlns:a16="http://schemas.microsoft.com/office/drawing/2014/main" id="{182A3398-169E-C536-0701-82D6B835AA97}"/>
              </a:ext>
            </a:extLst>
          </p:cNvPr>
          <p:cNvSpPr/>
          <p:nvPr/>
        </p:nvSpPr>
        <p:spPr>
          <a:xfrm>
            <a:off x="1870517" y="4066511"/>
            <a:ext cx="2148490" cy="15608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입력의 경우 컬러코드 값을 입력해주세요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모서리가 둥근 직사각형 84">
            <a:extLst>
              <a:ext uri="{FF2B5EF4-FFF2-40B4-BE49-F238E27FC236}">
                <a16:creationId xmlns:a16="http://schemas.microsoft.com/office/drawing/2014/main" id="{9DC1DB8A-D431-ABA1-3A52-19692240A8EB}"/>
              </a:ext>
            </a:extLst>
          </p:cNvPr>
          <p:cNvSpPr/>
          <p:nvPr/>
        </p:nvSpPr>
        <p:spPr>
          <a:xfrm>
            <a:off x="1669542" y="4066511"/>
            <a:ext cx="153239" cy="15608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84FBC4B4-1D8B-A1F6-C410-C826BAB4D757}"/>
              </a:ext>
            </a:extLst>
          </p:cNvPr>
          <p:cNvSpPr txBox="1"/>
          <p:nvPr/>
        </p:nvSpPr>
        <p:spPr>
          <a:xfrm>
            <a:off x="4360080" y="3134716"/>
            <a:ext cx="21275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PC/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모바일 미리보기는 정보 저장 후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확인 가능 합니다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3" name="모서리가 둥근 직사각형 77">
            <a:extLst>
              <a:ext uri="{FF2B5EF4-FFF2-40B4-BE49-F238E27FC236}">
                <a16:creationId xmlns:a16="http://schemas.microsoft.com/office/drawing/2014/main" id="{FA77E641-E4AB-B46F-C30C-7823E65F0AD6}"/>
              </a:ext>
            </a:extLst>
          </p:cNvPr>
          <p:cNvSpPr/>
          <p:nvPr/>
        </p:nvSpPr>
        <p:spPr>
          <a:xfrm>
            <a:off x="9233823" y="6534802"/>
            <a:ext cx="778461" cy="26984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185" name="모서리가 둥근 직사각형 78">
            <a:extLst>
              <a:ext uri="{FF2B5EF4-FFF2-40B4-BE49-F238E27FC236}">
                <a16:creationId xmlns:a16="http://schemas.microsoft.com/office/drawing/2014/main" id="{F8455320-FBE7-7B9A-DD93-4F268F21F7C4}"/>
              </a:ext>
            </a:extLst>
          </p:cNvPr>
          <p:cNvSpPr/>
          <p:nvPr/>
        </p:nvSpPr>
        <p:spPr>
          <a:xfrm>
            <a:off x="8441664" y="6534802"/>
            <a:ext cx="778461" cy="26984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187" name="모서리가 둥근 직사각형 78">
            <a:extLst>
              <a:ext uri="{FF2B5EF4-FFF2-40B4-BE49-F238E27FC236}">
                <a16:creationId xmlns:a16="http://schemas.microsoft.com/office/drawing/2014/main" id="{02A84BC7-A838-4611-59B0-72B3A6656157}"/>
              </a:ext>
            </a:extLst>
          </p:cNvPr>
          <p:cNvSpPr/>
          <p:nvPr/>
        </p:nvSpPr>
        <p:spPr>
          <a:xfrm>
            <a:off x="139011" y="6528770"/>
            <a:ext cx="778461" cy="26984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569F5711-601E-1A19-7658-FCC38E095470}"/>
              </a:ext>
            </a:extLst>
          </p:cNvPr>
          <p:cNvSpPr/>
          <p:nvPr/>
        </p:nvSpPr>
        <p:spPr>
          <a:xfrm>
            <a:off x="6568987" y="1535684"/>
            <a:ext cx="3380919" cy="49089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좌측 화면 상세 정보를 설정합니다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.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F45BA405-99D7-24E7-B60B-CED561701112}"/>
              </a:ext>
            </a:extLst>
          </p:cNvPr>
          <p:cNvSpPr txBox="1"/>
          <p:nvPr/>
        </p:nvSpPr>
        <p:spPr>
          <a:xfrm>
            <a:off x="6588539" y="1316735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상세 정보 설정</a:t>
            </a:r>
          </a:p>
        </p:txBody>
      </p:sp>
      <p:sp>
        <p:nvSpPr>
          <p:cNvPr id="200" name="모서리가 둥근 직사각형 61">
            <a:extLst>
              <a:ext uri="{FF2B5EF4-FFF2-40B4-BE49-F238E27FC236}">
                <a16:creationId xmlns:a16="http://schemas.microsoft.com/office/drawing/2014/main" id="{1FBAFECA-1BFD-8683-9293-82AE16DE93F8}"/>
              </a:ext>
            </a:extLst>
          </p:cNvPr>
          <p:cNvSpPr/>
          <p:nvPr/>
        </p:nvSpPr>
        <p:spPr>
          <a:xfrm>
            <a:off x="916169" y="3379892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2" name="모서리가 둥근 직사각형 61">
            <a:extLst>
              <a:ext uri="{FF2B5EF4-FFF2-40B4-BE49-F238E27FC236}">
                <a16:creationId xmlns:a16="http://schemas.microsoft.com/office/drawing/2014/main" id="{E5975CE1-ECAA-C900-6A7D-CCCD4E6E525C}"/>
              </a:ext>
            </a:extLst>
          </p:cNvPr>
          <p:cNvSpPr/>
          <p:nvPr/>
        </p:nvSpPr>
        <p:spPr>
          <a:xfrm>
            <a:off x="916169" y="3588834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4" name="모서리가 둥근 직사각형 61">
            <a:extLst>
              <a:ext uri="{FF2B5EF4-FFF2-40B4-BE49-F238E27FC236}">
                <a16:creationId xmlns:a16="http://schemas.microsoft.com/office/drawing/2014/main" id="{2C8A2403-1051-A25C-1466-F083FF8820CE}"/>
              </a:ext>
            </a:extLst>
          </p:cNvPr>
          <p:cNvSpPr/>
          <p:nvPr/>
        </p:nvSpPr>
        <p:spPr>
          <a:xfrm>
            <a:off x="916169" y="3827615"/>
            <a:ext cx="5464549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모서리가 둥근 직사각형 114">
            <a:extLst>
              <a:ext uri="{FF2B5EF4-FFF2-40B4-BE49-F238E27FC236}">
                <a16:creationId xmlns:a16="http://schemas.microsoft.com/office/drawing/2014/main" id="{EC70A579-2A05-26CB-337F-734B9ABAE1C0}"/>
              </a:ext>
            </a:extLst>
          </p:cNvPr>
          <p:cNvSpPr/>
          <p:nvPr/>
        </p:nvSpPr>
        <p:spPr>
          <a:xfrm>
            <a:off x="5160434" y="164925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" name="모서리가 둥근 직사각형 114">
            <a:extLst>
              <a:ext uri="{FF2B5EF4-FFF2-40B4-BE49-F238E27FC236}">
                <a16:creationId xmlns:a16="http://schemas.microsoft.com/office/drawing/2014/main" id="{39AFED9A-C88C-03CD-0594-9BFE7ABC42CD}"/>
              </a:ext>
            </a:extLst>
          </p:cNvPr>
          <p:cNvSpPr/>
          <p:nvPr/>
        </p:nvSpPr>
        <p:spPr>
          <a:xfrm>
            <a:off x="6047016" y="234303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" name="모서리가 둥근 직사각형 114">
            <a:extLst>
              <a:ext uri="{FF2B5EF4-FFF2-40B4-BE49-F238E27FC236}">
                <a16:creationId xmlns:a16="http://schemas.microsoft.com/office/drawing/2014/main" id="{75C982BD-8136-7460-9AF7-7830AFAAA036}"/>
              </a:ext>
            </a:extLst>
          </p:cNvPr>
          <p:cNvSpPr/>
          <p:nvPr/>
        </p:nvSpPr>
        <p:spPr>
          <a:xfrm>
            <a:off x="5926931" y="33019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모서리가 둥근 직사각형 114">
            <a:extLst>
              <a:ext uri="{FF2B5EF4-FFF2-40B4-BE49-F238E27FC236}">
                <a16:creationId xmlns:a16="http://schemas.microsoft.com/office/drawing/2014/main" id="{DDF5E9C9-00A1-EE69-2737-16BE6125356F}"/>
              </a:ext>
            </a:extLst>
          </p:cNvPr>
          <p:cNvSpPr/>
          <p:nvPr/>
        </p:nvSpPr>
        <p:spPr>
          <a:xfrm>
            <a:off x="5926931" y="361390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0133DADC-5E1C-3F57-1163-357443AD5E13}"/>
              </a:ext>
            </a:extLst>
          </p:cNvPr>
          <p:cNvSpPr/>
          <p:nvPr/>
        </p:nvSpPr>
        <p:spPr>
          <a:xfrm>
            <a:off x="5925059" y="387322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모서리가 둥근 직사각형 114">
            <a:extLst>
              <a:ext uri="{FF2B5EF4-FFF2-40B4-BE49-F238E27FC236}">
                <a16:creationId xmlns:a16="http://schemas.microsoft.com/office/drawing/2014/main" id="{8C265AD6-AE6C-83B1-72EA-78F6F07F4FC6}"/>
              </a:ext>
            </a:extLst>
          </p:cNvPr>
          <p:cNvSpPr/>
          <p:nvPr/>
        </p:nvSpPr>
        <p:spPr>
          <a:xfrm>
            <a:off x="1330524" y="395106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" name="모서리가 둥근 직사각형 114">
            <a:extLst>
              <a:ext uri="{FF2B5EF4-FFF2-40B4-BE49-F238E27FC236}">
                <a16:creationId xmlns:a16="http://schemas.microsoft.com/office/drawing/2014/main" id="{6FC5D2AD-32D3-BFAA-C6CB-075103F24084}"/>
              </a:ext>
            </a:extLst>
          </p:cNvPr>
          <p:cNvSpPr/>
          <p:nvPr/>
        </p:nvSpPr>
        <p:spPr>
          <a:xfrm>
            <a:off x="1522911" y="42898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24A2911E-79E3-F0CC-E895-96F1EF7A41C8}"/>
              </a:ext>
            </a:extLst>
          </p:cNvPr>
          <p:cNvSpPr/>
          <p:nvPr/>
        </p:nvSpPr>
        <p:spPr>
          <a:xfrm>
            <a:off x="763306" y="651967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0ED520D0-0C0A-BA3D-0C9E-F1F605DC0404}"/>
              </a:ext>
            </a:extLst>
          </p:cNvPr>
          <p:cNvSpPr/>
          <p:nvPr/>
        </p:nvSpPr>
        <p:spPr>
          <a:xfrm>
            <a:off x="8876061" y="641769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1B918EE0-458D-AC51-0B79-C425D6072C3C}"/>
              </a:ext>
            </a:extLst>
          </p:cNvPr>
          <p:cNvSpPr/>
          <p:nvPr/>
        </p:nvSpPr>
        <p:spPr>
          <a:xfrm>
            <a:off x="9728543" y="64311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31" name="Group 59">
            <a:extLst>
              <a:ext uri="{FF2B5EF4-FFF2-40B4-BE49-F238E27FC236}">
                <a16:creationId xmlns:a16="http://schemas.microsoft.com/office/drawing/2014/main" id="{5D4E1C5D-A5B5-2814-77DE-B4353A02E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710923"/>
              </p:ext>
            </p:extLst>
          </p:nvPr>
        </p:nvGraphicFramePr>
        <p:xfrm>
          <a:off x="10086305" y="636529"/>
          <a:ext cx="2850436" cy="556812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유형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이벤트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기획전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공지사항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2-1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팝업명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플레이스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홀더 제공</a:t>
                      </a: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2-2  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게시 기간 설정 라디오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즉시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선택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달력 컴포넌트 클릭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달력 아이콘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달력 아이콘에서 설정한 날짜가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read only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box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출력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예약 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달력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input box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영역 활성화  처리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직접 입력하거나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달력 컴포넌트 통해서 입력 가능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기간 자동 설정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값 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개월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기간에 맞게  달력 기간이  자동설정됨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044215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 타이틀 입력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타이틀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입력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타이틀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입력 영역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3-4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팝업 내 텍스트 컬러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값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블랙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화이트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직접 입력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관련 내용 다음 슬라이드 참고 </a:t>
                      </a:r>
                      <a:endParaRPr lang="en-US" altLang="ko-KR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3-5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링크 사용 </a:t>
                      </a:r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셀렉트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박스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값 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미사용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외부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URL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내부 페이지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 </a:t>
                      </a:r>
                      <a:r>
                        <a:rPr lang="ko-KR" altLang="en-US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관련 내용 다음 슬라이드 참고 </a:t>
                      </a:r>
                      <a:endParaRPr lang="en-US" altLang="ko-KR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4-1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목록 버튼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목록 화면으로 이동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컨펌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저장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유효성 체크 후 확인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 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정상 저장 시</a:t>
                      </a:r>
                      <a:r>
                        <a:rPr lang="en-US" altLang="ko-KR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해당 화면 내에서 등록 된 값 저장 후 목록으로 이동</a:t>
                      </a:r>
                      <a:endParaRPr lang="en-US" altLang="ko-KR" sz="800" b="0" kern="0" spc="-150" baseline="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93971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3E0699B8-28B2-7615-4D95-9D144F891AA7}"/>
              </a:ext>
            </a:extLst>
          </p:cNvPr>
          <p:cNvSpPr/>
          <p:nvPr/>
        </p:nvSpPr>
        <p:spPr>
          <a:xfrm>
            <a:off x="3110887" y="2688746"/>
            <a:ext cx="377524" cy="165481"/>
          </a:xfrm>
          <a:prstGeom prst="rect">
            <a:avLst/>
          </a:prstGeom>
          <a:solidFill>
            <a:srgbClr val="234DD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A7B5A47-10E7-FCE3-2E6E-233A8FCB14F7}"/>
              </a:ext>
            </a:extLst>
          </p:cNvPr>
          <p:cNvSpPr/>
          <p:nvPr/>
        </p:nvSpPr>
        <p:spPr>
          <a:xfrm>
            <a:off x="3512059" y="2684952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6AC4EAF-EC20-9BDE-5336-8167721CA51D}"/>
              </a:ext>
            </a:extLst>
          </p:cNvPr>
          <p:cNvSpPr/>
          <p:nvPr/>
        </p:nvSpPr>
        <p:spPr>
          <a:xfrm>
            <a:off x="3917097" y="2684952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44" name="모서리가 둥근 직사각형 114">
            <a:extLst>
              <a:ext uri="{FF2B5EF4-FFF2-40B4-BE49-F238E27FC236}">
                <a16:creationId xmlns:a16="http://schemas.microsoft.com/office/drawing/2014/main" id="{5C79C20C-719F-5C24-5398-17A85BEE0C1E}"/>
              </a:ext>
            </a:extLst>
          </p:cNvPr>
          <p:cNvSpPr/>
          <p:nvPr/>
        </p:nvSpPr>
        <p:spPr>
          <a:xfrm>
            <a:off x="537077" y="26625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" name="모서리가 둥근 직사각형 114">
            <a:extLst>
              <a:ext uri="{FF2B5EF4-FFF2-40B4-BE49-F238E27FC236}">
                <a16:creationId xmlns:a16="http://schemas.microsoft.com/office/drawing/2014/main" id="{B901D995-4660-10E6-4F0C-2711998F9916}"/>
              </a:ext>
            </a:extLst>
          </p:cNvPr>
          <p:cNvSpPr/>
          <p:nvPr/>
        </p:nvSpPr>
        <p:spPr>
          <a:xfrm>
            <a:off x="4342741" y="2622166"/>
            <a:ext cx="297963" cy="112438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99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E9517-A854-FFB4-2CFF-D5692C126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D8CDF83-0356-F45B-1B78-D5F882290952}"/>
              </a:ext>
            </a:extLst>
          </p:cNvPr>
          <p:cNvGraphicFramePr>
            <a:graphicFrameLocks noGrp="1"/>
          </p:cNvGraphicFramePr>
          <p:nvPr/>
        </p:nvGraphicFramePr>
        <p:xfrm>
          <a:off x="360289" y="827981"/>
          <a:ext cx="4216812" cy="123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3640748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436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 타이틀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타이틀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942508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타이틀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065140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텍스트 컬러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44245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링크 사용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D76A664-A7B2-EC47-7EC2-5FFE2A48C93C}"/>
              </a:ext>
            </a:extLst>
          </p:cNvPr>
          <p:cNvSpPr txBox="1"/>
          <p:nvPr/>
        </p:nvSpPr>
        <p:spPr>
          <a:xfrm>
            <a:off x="349796" y="616778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spc="-150" dirty="0"/>
          </a:p>
        </p:txBody>
      </p:sp>
      <p:sp>
        <p:nvSpPr>
          <p:cNvPr id="7" name="모서리가 둥근 직사각형 84">
            <a:extLst>
              <a:ext uri="{FF2B5EF4-FFF2-40B4-BE49-F238E27FC236}">
                <a16:creationId xmlns:a16="http://schemas.microsoft.com/office/drawing/2014/main" id="{4651CEDA-808F-E1B6-C3B1-93F18D82A7DE}"/>
              </a:ext>
            </a:extLst>
          </p:cNvPr>
          <p:cNvSpPr/>
          <p:nvPr/>
        </p:nvSpPr>
        <p:spPr>
          <a:xfrm>
            <a:off x="989810" y="1848022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외부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URL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모서리가 둥근 직사각형 86">
            <a:extLst>
              <a:ext uri="{FF2B5EF4-FFF2-40B4-BE49-F238E27FC236}">
                <a16:creationId xmlns:a16="http://schemas.microsoft.com/office/drawing/2014/main" id="{7FE3C49E-AF67-7717-981D-88CFB571210B}"/>
              </a:ext>
            </a:extLst>
          </p:cNvPr>
          <p:cNvSpPr/>
          <p:nvPr/>
        </p:nvSpPr>
        <p:spPr>
          <a:xfrm>
            <a:off x="1552783" y="1848022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5" name="모서리가 둥근 직사각형 61">
            <a:extLst>
              <a:ext uri="{FF2B5EF4-FFF2-40B4-BE49-F238E27FC236}">
                <a16:creationId xmlns:a16="http://schemas.microsoft.com/office/drawing/2014/main" id="{9AA5EE06-F643-F881-5EAB-CE48ADCF5BF5}"/>
              </a:ext>
            </a:extLst>
          </p:cNvPr>
          <p:cNvSpPr/>
          <p:nvPr/>
        </p:nvSpPr>
        <p:spPr>
          <a:xfrm>
            <a:off x="1777488" y="1847778"/>
            <a:ext cx="268725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모서리가 둥근 직사각형 84">
            <a:extLst>
              <a:ext uri="{FF2B5EF4-FFF2-40B4-BE49-F238E27FC236}">
                <a16:creationId xmlns:a16="http://schemas.microsoft.com/office/drawing/2014/main" id="{72DB0613-4C18-BAA9-81F6-B24B4B1791B6}"/>
              </a:ext>
            </a:extLst>
          </p:cNvPr>
          <p:cNvSpPr/>
          <p:nvPr/>
        </p:nvSpPr>
        <p:spPr>
          <a:xfrm>
            <a:off x="989810" y="1550600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블랙</a:t>
            </a:r>
          </a:p>
        </p:txBody>
      </p:sp>
      <p:sp>
        <p:nvSpPr>
          <p:cNvPr id="19" name="모서리가 둥근 직사각형 86">
            <a:extLst>
              <a:ext uri="{FF2B5EF4-FFF2-40B4-BE49-F238E27FC236}">
                <a16:creationId xmlns:a16="http://schemas.microsoft.com/office/drawing/2014/main" id="{80252DAA-C2D3-9ABE-C74A-64F1FE25FCE5}"/>
              </a:ext>
            </a:extLst>
          </p:cNvPr>
          <p:cNvSpPr/>
          <p:nvPr/>
        </p:nvSpPr>
        <p:spPr>
          <a:xfrm>
            <a:off x="1552783" y="1550600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1" name="모서리가 둥근 직사각형 61">
            <a:extLst>
              <a:ext uri="{FF2B5EF4-FFF2-40B4-BE49-F238E27FC236}">
                <a16:creationId xmlns:a16="http://schemas.microsoft.com/office/drawing/2014/main" id="{5EB45178-6A53-2167-E7DC-A80147D0281D}"/>
              </a:ext>
            </a:extLst>
          </p:cNvPr>
          <p:cNvSpPr/>
          <p:nvPr/>
        </p:nvSpPr>
        <p:spPr>
          <a:xfrm>
            <a:off x="1964909" y="1545281"/>
            <a:ext cx="2499835" cy="18806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입력의 경우 컬러코드 값을 입력해주세요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모서리가 둥근 직사각형 84">
            <a:extLst>
              <a:ext uri="{FF2B5EF4-FFF2-40B4-BE49-F238E27FC236}">
                <a16:creationId xmlns:a16="http://schemas.microsoft.com/office/drawing/2014/main" id="{1F6CAF81-CDF5-D909-9128-F71A5C124070}"/>
              </a:ext>
            </a:extLst>
          </p:cNvPr>
          <p:cNvSpPr/>
          <p:nvPr/>
        </p:nvSpPr>
        <p:spPr>
          <a:xfrm>
            <a:off x="1763935" y="1545281"/>
            <a:ext cx="153239" cy="15608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A26A76-8EE6-4D4D-EE29-53A00FD8078B}"/>
              </a:ext>
            </a:extLst>
          </p:cNvPr>
          <p:cNvSpPr txBox="1"/>
          <p:nvPr/>
        </p:nvSpPr>
        <p:spPr>
          <a:xfrm>
            <a:off x="2468695" y="572253"/>
            <a:ext cx="21275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PC/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모바일 미리보기는 정보 저장 후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확인 가능 합니다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모서리가 둥근 직사각형 61">
            <a:extLst>
              <a:ext uri="{FF2B5EF4-FFF2-40B4-BE49-F238E27FC236}">
                <a16:creationId xmlns:a16="http://schemas.microsoft.com/office/drawing/2014/main" id="{414C6430-4652-920C-AEE4-0EF6522229DD}"/>
              </a:ext>
            </a:extLst>
          </p:cNvPr>
          <p:cNvSpPr/>
          <p:nvPr/>
        </p:nvSpPr>
        <p:spPr>
          <a:xfrm>
            <a:off x="989810" y="845530"/>
            <a:ext cx="346687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모서리가 둥근 직사각형 61">
            <a:extLst>
              <a:ext uri="{FF2B5EF4-FFF2-40B4-BE49-F238E27FC236}">
                <a16:creationId xmlns:a16="http://schemas.microsoft.com/office/drawing/2014/main" id="{097CA608-2544-9880-C643-5378DC7023CD}"/>
              </a:ext>
            </a:extLst>
          </p:cNvPr>
          <p:cNvSpPr/>
          <p:nvPr/>
        </p:nvSpPr>
        <p:spPr>
          <a:xfrm>
            <a:off x="989810" y="1075188"/>
            <a:ext cx="3474935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61">
            <a:extLst>
              <a:ext uri="{FF2B5EF4-FFF2-40B4-BE49-F238E27FC236}">
                <a16:creationId xmlns:a16="http://schemas.microsoft.com/office/drawing/2014/main" id="{94FEE659-0C80-5FC7-F0B2-9FA4BE442749}"/>
              </a:ext>
            </a:extLst>
          </p:cNvPr>
          <p:cNvSpPr/>
          <p:nvPr/>
        </p:nvSpPr>
        <p:spPr>
          <a:xfrm>
            <a:off x="989810" y="1312156"/>
            <a:ext cx="346687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모서리가 둥근 직사각형 84">
            <a:extLst>
              <a:ext uri="{FF2B5EF4-FFF2-40B4-BE49-F238E27FC236}">
                <a16:creationId xmlns:a16="http://schemas.microsoft.com/office/drawing/2014/main" id="{A320B3E5-1F62-D205-7D4F-A3B48C76921A}"/>
              </a:ext>
            </a:extLst>
          </p:cNvPr>
          <p:cNvSpPr/>
          <p:nvPr/>
        </p:nvSpPr>
        <p:spPr>
          <a:xfrm>
            <a:off x="6478603" y="4054181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외부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URL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모서리가 둥근 직사각형 86">
            <a:extLst>
              <a:ext uri="{FF2B5EF4-FFF2-40B4-BE49-F238E27FC236}">
                <a16:creationId xmlns:a16="http://schemas.microsoft.com/office/drawing/2014/main" id="{1A835E38-C16B-5850-502B-97A574DB1E2A}"/>
              </a:ext>
            </a:extLst>
          </p:cNvPr>
          <p:cNvSpPr/>
          <p:nvPr/>
        </p:nvSpPr>
        <p:spPr>
          <a:xfrm>
            <a:off x="7041576" y="4054181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5" name="모서리가 둥근 직사각형 61">
            <a:extLst>
              <a:ext uri="{FF2B5EF4-FFF2-40B4-BE49-F238E27FC236}">
                <a16:creationId xmlns:a16="http://schemas.microsoft.com/office/drawing/2014/main" id="{7B3E08A5-6307-348E-A4D2-8AC34479C207}"/>
              </a:ext>
            </a:extLst>
          </p:cNvPr>
          <p:cNvSpPr/>
          <p:nvPr/>
        </p:nvSpPr>
        <p:spPr>
          <a:xfrm>
            <a:off x="7273057" y="4045920"/>
            <a:ext cx="3322607" cy="16434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모서리가 둥근 직사각형 84">
            <a:extLst>
              <a:ext uri="{FF2B5EF4-FFF2-40B4-BE49-F238E27FC236}">
                <a16:creationId xmlns:a16="http://schemas.microsoft.com/office/drawing/2014/main" id="{7AA9CD16-B22B-E02F-7278-AC42048AD5C2}"/>
              </a:ext>
            </a:extLst>
          </p:cNvPr>
          <p:cNvSpPr/>
          <p:nvPr/>
        </p:nvSpPr>
        <p:spPr>
          <a:xfrm>
            <a:off x="6478603" y="1332617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블랙</a:t>
            </a:r>
          </a:p>
        </p:txBody>
      </p:sp>
      <p:sp>
        <p:nvSpPr>
          <p:cNvPr id="49" name="모서리가 둥근 직사각형 86">
            <a:extLst>
              <a:ext uri="{FF2B5EF4-FFF2-40B4-BE49-F238E27FC236}">
                <a16:creationId xmlns:a16="http://schemas.microsoft.com/office/drawing/2014/main" id="{42BF6DCB-24A4-2B4A-C1B2-C370E53382BD}"/>
              </a:ext>
            </a:extLst>
          </p:cNvPr>
          <p:cNvSpPr/>
          <p:nvPr/>
        </p:nvSpPr>
        <p:spPr>
          <a:xfrm>
            <a:off x="7041576" y="1332617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51" name="모서리가 둥근 직사각형 61">
            <a:extLst>
              <a:ext uri="{FF2B5EF4-FFF2-40B4-BE49-F238E27FC236}">
                <a16:creationId xmlns:a16="http://schemas.microsoft.com/office/drawing/2014/main" id="{2485D1F9-2166-A6B8-C656-888DBF2ED5E3}"/>
              </a:ext>
            </a:extLst>
          </p:cNvPr>
          <p:cNvSpPr/>
          <p:nvPr/>
        </p:nvSpPr>
        <p:spPr>
          <a:xfrm>
            <a:off x="7441008" y="1332617"/>
            <a:ext cx="2148490" cy="15608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입력의 경우 컬러코드 값을 입력해주세요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모서리가 둥근 직사각형 84">
            <a:extLst>
              <a:ext uri="{FF2B5EF4-FFF2-40B4-BE49-F238E27FC236}">
                <a16:creationId xmlns:a16="http://schemas.microsoft.com/office/drawing/2014/main" id="{9BEACD0E-D231-A355-9226-1EA732A0EA8C}"/>
              </a:ext>
            </a:extLst>
          </p:cNvPr>
          <p:cNvSpPr/>
          <p:nvPr/>
        </p:nvSpPr>
        <p:spPr>
          <a:xfrm>
            <a:off x="7240033" y="1332617"/>
            <a:ext cx="153239" cy="15608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모서리가 둥근 직사각형 84">
            <a:extLst>
              <a:ext uri="{FF2B5EF4-FFF2-40B4-BE49-F238E27FC236}">
                <a16:creationId xmlns:a16="http://schemas.microsoft.com/office/drawing/2014/main" id="{C985A33D-DDB4-8108-BB64-2913522EF6A3}"/>
              </a:ext>
            </a:extLst>
          </p:cNvPr>
          <p:cNvSpPr/>
          <p:nvPr/>
        </p:nvSpPr>
        <p:spPr>
          <a:xfrm>
            <a:off x="6478603" y="1863610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직접입력</a:t>
            </a:r>
          </a:p>
        </p:txBody>
      </p:sp>
      <p:sp>
        <p:nvSpPr>
          <p:cNvPr id="65" name="모서리가 둥근 직사각형 86">
            <a:extLst>
              <a:ext uri="{FF2B5EF4-FFF2-40B4-BE49-F238E27FC236}">
                <a16:creationId xmlns:a16="http://schemas.microsoft.com/office/drawing/2014/main" id="{CAFD7F7E-D007-0BAF-15D9-F84358449EBF}"/>
              </a:ext>
            </a:extLst>
          </p:cNvPr>
          <p:cNvSpPr/>
          <p:nvPr/>
        </p:nvSpPr>
        <p:spPr>
          <a:xfrm>
            <a:off x="7041576" y="1863610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67" name="모서리가 둥근 직사각형 61">
            <a:extLst>
              <a:ext uri="{FF2B5EF4-FFF2-40B4-BE49-F238E27FC236}">
                <a16:creationId xmlns:a16="http://schemas.microsoft.com/office/drawing/2014/main" id="{6C821B32-F9B9-0E45-A557-97F8C1ED804F}"/>
              </a:ext>
            </a:extLst>
          </p:cNvPr>
          <p:cNvSpPr/>
          <p:nvPr/>
        </p:nvSpPr>
        <p:spPr>
          <a:xfrm>
            <a:off x="7441008" y="1863610"/>
            <a:ext cx="2148490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모서리가 둥근 직사각형 84">
            <a:extLst>
              <a:ext uri="{FF2B5EF4-FFF2-40B4-BE49-F238E27FC236}">
                <a16:creationId xmlns:a16="http://schemas.microsoft.com/office/drawing/2014/main" id="{3B696AD4-EF78-0BAC-B6BA-81F3CE74D486}"/>
              </a:ext>
            </a:extLst>
          </p:cNvPr>
          <p:cNvSpPr/>
          <p:nvPr/>
        </p:nvSpPr>
        <p:spPr>
          <a:xfrm>
            <a:off x="7240033" y="1863610"/>
            <a:ext cx="153239" cy="156085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모서리가 둥근 직사각형 84">
            <a:extLst>
              <a:ext uri="{FF2B5EF4-FFF2-40B4-BE49-F238E27FC236}">
                <a16:creationId xmlns:a16="http://schemas.microsoft.com/office/drawing/2014/main" id="{10B4470E-56C2-BC7E-D17D-D5FB620A20EB}"/>
              </a:ext>
            </a:extLst>
          </p:cNvPr>
          <p:cNvSpPr/>
          <p:nvPr/>
        </p:nvSpPr>
        <p:spPr>
          <a:xfrm>
            <a:off x="6478603" y="1599650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화이트</a:t>
            </a:r>
          </a:p>
        </p:txBody>
      </p:sp>
      <p:sp>
        <p:nvSpPr>
          <p:cNvPr id="73" name="모서리가 둥근 직사각형 86">
            <a:extLst>
              <a:ext uri="{FF2B5EF4-FFF2-40B4-BE49-F238E27FC236}">
                <a16:creationId xmlns:a16="http://schemas.microsoft.com/office/drawing/2014/main" id="{D017DE6D-E674-A458-CD0B-4DD832F35B38}"/>
              </a:ext>
            </a:extLst>
          </p:cNvPr>
          <p:cNvSpPr/>
          <p:nvPr/>
        </p:nvSpPr>
        <p:spPr>
          <a:xfrm>
            <a:off x="7041576" y="1599650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75" name="모서리가 둥근 직사각형 61">
            <a:extLst>
              <a:ext uri="{FF2B5EF4-FFF2-40B4-BE49-F238E27FC236}">
                <a16:creationId xmlns:a16="http://schemas.microsoft.com/office/drawing/2014/main" id="{3511E677-DFB6-271F-010C-421350809C03}"/>
              </a:ext>
            </a:extLst>
          </p:cNvPr>
          <p:cNvSpPr/>
          <p:nvPr/>
        </p:nvSpPr>
        <p:spPr>
          <a:xfrm>
            <a:off x="7441008" y="1599650"/>
            <a:ext cx="2148490" cy="15608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입력의 경우 컬러코드 값을 입력해주세요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모서리가 둥근 직사각형 84">
            <a:extLst>
              <a:ext uri="{FF2B5EF4-FFF2-40B4-BE49-F238E27FC236}">
                <a16:creationId xmlns:a16="http://schemas.microsoft.com/office/drawing/2014/main" id="{8FCDBF3C-715F-8B1D-590D-15B529DC8529}"/>
              </a:ext>
            </a:extLst>
          </p:cNvPr>
          <p:cNvSpPr/>
          <p:nvPr/>
        </p:nvSpPr>
        <p:spPr>
          <a:xfrm>
            <a:off x="7240033" y="1599650"/>
            <a:ext cx="153239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16908DB-95AB-50DE-21AB-368D52192147}"/>
              </a:ext>
            </a:extLst>
          </p:cNvPr>
          <p:cNvSpPr txBox="1"/>
          <p:nvPr/>
        </p:nvSpPr>
        <p:spPr>
          <a:xfrm>
            <a:off x="7393272" y="1836673"/>
            <a:ext cx="7202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#C00000</a:t>
            </a:r>
          </a:p>
        </p:txBody>
      </p:sp>
      <p:sp>
        <p:nvSpPr>
          <p:cNvPr id="93" name="모서리가 둥근 직사각형 84">
            <a:extLst>
              <a:ext uri="{FF2B5EF4-FFF2-40B4-BE49-F238E27FC236}">
                <a16:creationId xmlns:a16="http://schemas.microsoft.com/office/drawing/2014/main" id="{275BAD94-6A19-C0B2-5A60-23990341CA93}"/>
              </a:ext>
            </a:extLst>
          </p:cNvPr>
          <p:cNvSpPr/>
          <p:nvPr/>
        </p:nvSpPr>
        <p:spPr>
          <a:xfrm>
            <a:off x="6478603" y="4333894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내부페이지</a:t>
            </a:r>
          </a:p>
        </p:txBody>
      </p:sp>
      <p:sp>
        <p:nvSpPr>
          <p:cNvPr id="95" name="모서리가 둥근 직사각형 86">
            <a:extLst>
              <a:ext uri="{FF2B5EF4-FFF2-40B4-BE49-F238E27FC236}">
                <a16:creationId xmlns:a16="http://schemas.microsoft.com/office/drawing/2014/main" id="{3C1AF649-07D7-D852-1249-27200E8701D9}"/>
              </a:ext>
            </a:extLst>
          </p:cNvPr>
          <p:cNvSpPr/>
          <p:nvPr/>
        </p:nvSpPr>
        <p:spPr>
          <a:xfrm>
            <a:off x="7041576" y="4333894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09" name="모서리가 둥근 직사각형 84">
            <a:extLst>
              <a:ext uri="{FF2B5EF4-FFF2-40B4-BE49-F238E27FC236}">
                <a16:creationId xmlns:a16="http://schemas.microsoft.com/office/drawing/2014/main" id="{528DE451-422C-A275-E1D3-9621F46B7E38}"/>
              </a:ext>
            </a:extLst>
          </p:cNvPr>
          <p:cNvSpPr/>
          <p:nvPr/>
        </p:nvSpPr>
        <p:spPr>
          <a:xfrm>
            <a:off x="7273057" y="4333894"/>
            <a:ext cx="761180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111" name="모서리가 둥근 직사각형 86">
            <a:extLst>
              <a:ext uri="{FF2B5EF4-FFF2-40B4-BE49-F238E27FC236}">
                <a16:creationId xmlns:a16="http://schemas.microsoft.com/office/drawing/2014/main" id="{F32BE318-6EC5-F79A-8177-4448AE7C2E1F}"/>
              </a:ext>
            </a:extLst>
          </p:cNvPr>
          <p:cNvSpPr/>
          <p:nvPr/>
        </p:nvSpPr>
        <p:spPr>
          <a:xfrm>
            <a:off x="8014029" y="4333894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13" name="모서리가 둥근 직사각형 61">
            <a:extLst>
              <a:ext uri="{FF2B5EF4-FFF2-40B4-BE49-F238E27FC236}">
                <a16:creationId xmlns:a16="http://schemas.microsoft.com/office/drawing/2014/main" id="{14522889-72BC-645B-E5EF-C36D6D7EC028}"/>
              </a:ext>
            </a:extLst>
          </p:cNvPr>
          <p:cNvSpPr/>
          <p:nvPr/>
        </p:nvSpPr>
        <p:spPr>
          <a:xfrm>
            <a:off x="8200377" y="4336080"/>
            <a:ext cx="1930676" cy="149202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F2173922-4213-FD21-D489-3D90549E2BF3}"/>
              </a:ext>
            </a:extLst>
          </p:cNvPr>
          <p:cNvSpPr/>
          <p:nvPr/>
        </p:nvSpPr>
        <p:spPr>
          <a:xfrm>
            <a:off x="10206236" y="4336080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50782E4B-95EF-E1D7-9BDF-DA5D69E449F2}"/>
              </a:ext>
            </a:extLst>
          </p:cNvPr>
          <p:cNvSpPr/>
          <p:nvPr/>
        </p:nvSpPr>
        <p:spPr>
          <a:xfrm>
            <a:off x="989810" y="1515059"/>
            <a:ext cx="3546944" cy="269833"/>
          </a:xfrm>
          <a:prstGeom prst="rect">
            <a:avLst/>
          </a:prstGeom>
          <a:noFill/>
          <a:ln w="31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F46B3C4A-03FA-89B1-F2B3-424ACCEBBB44}"/>
              </a:ext>
            </a:extLst>
          </p:cNvPr>
          <p:cNvCxnSpPr/>
          <p:nvPr/>
        </p:nvCxnSpPr>
        <p:spPr>
          <a:xfrm>
            <a:off x="5739125" y="3348261"/>
            <a:ext cx="6480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5D1662DD-3D15-C66E-CDA9-94ED93B35ED2}"/>
              </a:ext>
            </a:extLst>
          </p:cNvPr>
          <p:cNvSpPr txBox="1"/>
          <p:nvPr/>
        </p:nvSpPr>
        <p:spPr>
          <a:xfrm>
            <a:off x="6439871" y="2212704"/>
            <a:ext cx="4968552" cy="481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컬러는 블랙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화이트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직접입력 중 선택 할 수 있으며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입력의 경우 컬러코드 값을 입력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코드를 반영해주며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Input box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좌측 컬러판에도 컬러를 적용해 준다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9622276-FE27-5826-6891-98385049792E}"/>
              </a:ext>
            </a:extLst>
          </p:cNvPr>
          <p:cNvSpPr txBox="1"/>
          <p:nvPr/>
        </p:nvSpPr>
        <p:spPr>
          <a:xfrm>
            <a:off x="6416343" y="4806032"/>
            <a:ext cx="4968552" cy="688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우측에 직접 입력 가능한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input box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제공한다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내부페이지 선택 시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값 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only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내부 페이지를 연계할 수 있다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공지사항은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미사용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”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값을 제공하지 않는다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3DA48E46-E462-8C70-5F1A-849CEC5D149A}"/>
              </a:ext>
            </a:extLst>
          </p:cNvPr>
          <p:cNvSpPr/>
          <p:nvPr/>
        </p:nvSpPr>
        <p:spPr>
          <a:xfrm>
            <a:off x="989810" y="1827626"/>
            <a:ext cx="3546944" cy="224492"/>
          </a:xfrm>
          <a:prstGeom prst="rect">
            <a:avLst/>
          </a:prstGeom>
          <a:noFill/>
          <a:ln w="31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35" name="연결선: 꺾임 134">
            <a:extLst>
              <a:ext uri="{FF2B5EF4-FFF2-40B4-BE49-F238E27FC236}">
                <a16:creationId xmlns:a16="http://schemas.microsoft.com/office/drawing/2014/main" id="{B0C32C39-880A-571A-8EBC-A173F45DB7E6}"/>
              </a:ext>
            </a:extLst>
          </p:cNvPr>
          <p:cNvCxnSpPr>
            <a:cxnSpLocks/>
            <a:stCxn id="116" idx="3"/>
          </p:cNvCxnSpPr>
          <p:nvPr/>
        </p:nvCxnSpPr>
        <p:spPr>
          <a:xfrm flipV="1">
            <a:off x="4536754" y="1488702"/>
            <a:ext cx="1903117" cy="161274"/>
          </a:xfrm>
          <a:prstGeom prst="bentConnector3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4359C886-D699-7621-C9DA-EF7551E33E9A}"/>
              </a:ext>
            </a:extLst>
          </p:cNvPr>
          <p:cNvCxnSpPr>
            <a:cxnSpLocks/>
            <a:stCxn id="3" idx="2"/>
          </p:cNvCxnSpPr>
          <p:nvPr/>
        </p:nvCxnSpPr>
        <p:spPr>
          <a:xfrm rot="16200000" flipH="1">
            <a:off x="2749872" y="1777404"/>
            <a:ext cx="3017872" cy="3580226"/>
          </a:xfrm>
          <a:prstGeom prst="bentConnector2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025137FF-D5AF-5C1F-0F5B-7F8214050A7E}"/>
              </a:ext>
            </a:extLst>
          </p:cNvPr>
          <p:cNvSpPr txBox="1"/>
          <p:nvPr/>
        </p:nvSpPr>
        <p:spPr>
          <a:xfrm>
            <a:off x="288281" y="190942"/>
            <a:ext cx="28408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컬러</a:t>
            </a:r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링크 사용 </a:t>
            </a:r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값 정의</a:t>
            </a:r>
            <a:endParaRPr lang="en-US" altLang="ko-KR" sz="12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21550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A727C-B5CB-EAA8-79F8-E7FCAE414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0CD4ED03-6EEC-3AE9-DEA6-25B8E5B2B808}"/>
              </a:ext>
            </a:extLst>
          </p:cNvPr>
          <p:cNvSpPr/>
          <p:nvPr/>
        </p:nvSpPr>
        <p:spPr>
          <a:xfrm>
            <a:off x="5706387" y="891172"/>
            <a:ext cx="3380919" cy="49089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277382-D1A8-BDB3-001A-6F121C427B43}"/>
              </a:ext>
            </a:extLst>
          </p:cNvPr>
          <p:cNvSpPr txBox="1"/>
          <p:nvPr/>
        </p:nvSpPr>
        <p:spPr>
          <a:xfrm>
            <a:off x="5693215" y="668047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공지사항 검색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D9B484-65F8-3D7D-7FB0-13DAB9FAA7C8}"/>
              </a:ext>
            </a:extLst>
          </p:cNvPr>
          <p:cNvSpPr txBox="1"/>
          <p:nvPr/>
        </p:nvSpPr>
        <p:spPr>
          <a:xfrm>
            <a:off x="6385819" y="674519"/>
            <a:ext cx="20088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링크로 연결하실 공지사항 페이지를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EA06B62-D14D-7B49-875A-993EFBA882A9}"/>
              </a:ext>
            </a:extLst>
          </p:cNvPr>
          <p:cNvSpPr/>
          <p:nvPr/>
        </p:nvSpPr>
        <p:spPr>
          <a:xfrm>
            <a:off x="8571852" y="946439"/>
            <a:ext cx="432048" cy="1836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55" name="모서리가 둥근 직사각형 84">
            <a:extLst>
              <a:ext uri="{FF2B5EF4-FFF2-40B4-BE49-F238E27FC236}">
                <a16:creationId xmlns:a16="http://schemas.microsoft.com/office/drawing/2014/main" id="{0CDECA6C-5D7C-8F80-BEDD-416228E3D409}"/>
              </a:ext>
            </a:extLst>
          </p:cNvPr>
          <p:cNvSpPr/>
          <p:nvPr/>
        </p:nvSpPr>
        <p:spPr>
          <a:xfrm>
            <a:off x="5758906" y="962168"/>
            <a:ext cx="900000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모서리가 둥근 직사각형 84">
            <a:extLst>
              <a:ext uri="{FF2B5EF4-FFF2-40B4-BE49-F238E27FC236}">
                <a16:creationId xmlns:a16="http://schemas.microsoft.com/office/drawing/2014/main" id="{A7EDDC48-37C8-A7FB-60DE-08099FCF1CF8}"/>
              </a:ext>
            </a:extLst>
          </p:cNvPr>
          <p:cNvSpPr/>
          <p:nvPr/>
        </p:nvSpPr>
        <p:spPr>
          <a:xfrm>
            <a:off x="6715379" y="960197"/>
            <a:ext cx="1800000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명</a:t>
            </a:r>
          </a:p>
        </p:txBody>
      </p:sp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A37BB05D-A8E5-BE30-8352-72562891A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966894"/>
              </p:ext>
            </p:extLst>
          </p:nvPr>
        </p:nvGraphicFramePr>
        <p:xfrm>
          <a:off x="5740467" y="1249145"/>
          <a:ext cx="3263432" cy="24947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176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773906">
                  <a:extLst>
                    <a:ext uri="{9D8B030D-6E8A-4147-A177-3AD203B41FA5}">
                      <a16:colId xmlns:a16="http://schemas.microsoft.com/office/drawing/2014/main" val="275004424"/>
                    </a:ext>
                  </a:extLst>
                </a:gridCol>
                <a:gridCol w="2273350">
                  <a:extLst>
                    <a:ext uri="{9D8B030D-6E8A-4147-A177-3AD203B41FA5}">
                      <a16:colId xmlns:a16="http://schemas.microsoft.com/office/drawing/2014/main" val="3610505422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공지사항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0"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사용하실 공지사항을 검색해 주세요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</a:tbl>
          </a:graphicData>
        </a:graphic>
      </p:graphicFrame>
      <p:pic>
        <p:nvPicPr>
          <p:cNvPr id="65" name="그림 64">
            <a:extLst>
              <a:ext uri="{FF2B5EF4-FFF2-40B4-BE49-F238E27FC236}">
                <a16:creationId xmlns:a16="http://schemas.microsoft.com/office/drawing/2014/main" id="{0AA0B162-4871-E9DC-4A80-60F4A23AD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17" y="719202"/>
            <a:ext cx="5194871" cy="1327920"/>
          </a:xfrm>
          <a:prstGeom prst="rect">
            <a:avLst/>
          </a:prstGeom>
        </p:spPr>
      </p:pic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EF6447D6-16EA-B831-E7AF-19F283865DF6}"/>
              </a:ext>
            </a:extLst>
          </p:cNvPr>
          <p:cNvCxnSpPr/>
          <p:nvPr/>
        </p:nvCxnSpPr>
        <p:spPr>
          <a:xfrm>
            <a:off x="5535336" y="889963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그림 89">
            <a:extLst>
              <a:ext uri="{FF2B5EF4-FFF2-40B4-BE49-F238E27FC236}">
                <a16:creationId xmlns:a16="http://schemas.microsoft.com/office/drawing/2014/main" id="{D3BBF98D-D7D5-F8A3-7646-6C0185AA21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404" t="68151" r="-393"/>
          <a:stretch>
            <a:fillRect/>
          </a:stretch>
        </p:blipFill>
        <p:spPr>
          <a:xfrm>
            <a:off x="1892876" y="5462545"/>
            <a:ext cx="3656106" cy="488030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8059DCE2-48A6-D0F3-C422-FB40B2DF3D07}"/>
              </a:ext>
            </a:extLst>
          </p:cNvPr>
          <p:cNvSpPr txBox="1"/>
          <p:nvPr/>
        </p:nvSpPr>
        <p:spPr>
          <a:xfrm>
            <a:off x="2747795" y="5512624"/>
            <a:ext cx="2000084" cy="23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ct val="150000"/>
              </a:lnSpc>
            </a:pPr>
            <a:r>
              <a:rPr lang="en-US" altLang="ko-KR" sz="7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2026</a:t>
            </a:r>
            <a:r>
              <a:rPr lang="ko-KR" altLang="en-US" sz="7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년 </a:t>
            </a:r>
            <a:r>
              <a:rPr lang="en-US" altLang="ko-KR" sz="7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9</a:t>
            </a:r>
            <a:r>
              <a:rPr lang="ko-KR" altLang="en-US" sz="7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월 시스템 점검 안내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E1F1DEB-21E8-C0FD-65A7-58CDF9EA19A3}"/>
              </a:ext>
            </a:extLst>
          </p:cNvPr>
          <p:cNvSpPr txBox="1"/>
          <p:nvPr/>
        </p:nvSpPr>
        <p:spPr>
          <a:xfrm>
            <a:off x="1206733" y="184315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2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A3B3EBB-AD27-EF5B-0492-8D4DF2C1A5E1}"/>
              </a:ext>
            </a:extLst>
          </p:cNvPr>
          <p:cNvSpPr txBox="1"/>
          <p:nvPr/>
        </p:nvSpPr>
        <p:spPr>
          <a:xfrm>
            <a:off x="4401527" y="184279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2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80FBDA0-0B77-E3CF-0822-708009279B4B}"/>
              </a:ext>
            </a:extLst>
          </p:cNvPr>
          <p:cNvSpPr txBox="1"/>
          <p:nvPr/>
        </p:nvSpPr>
        <p:spPr>
          <a:xfrm>
            <a:off x="3307335" y="511638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2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842634D-48BD-5FBF-B298-8EB27C042742}"/>
              </a:ext>
            </a:extLst>
          </p:cNvPr>
          <p:cNvSpPr txBox="1"/>
          <p:nvPr/>
        </p:nvSpPr>
        <p:spPr>
          <a:xfrm>
            <a:off x="1006030" y="2175310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링크 유형 선택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E7CD6C5C-1E7B-F5A9-319A-F064A717888E}"/>
              </a:ext>
            </a:extLst>
          </p:cNvPr>
          <p:cNvSpPr/>
          <p:nvPr/>
        </p:nvSpPr>
        <p:spPr>
          <a:xfrm>
            <a:off x="9226385" y="906364"/>
            <a:ext cx="3380919" cy="49089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1C69D74-CE1F-97ED-4530-4E991DDA817A}"/>
              </a:ext>
            </a:extLst>
          </p:cNvPr>
          <p:cNvSpPr txBox="1"/>
          <p:nvPr/>
        </p:nvSpPr>
        <p:spPr>
          <a:xfrm>
            <a:off x="9192920" y="695742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공지사항 검색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031AD60-08B9-C2AE-F1B0-294A3D710470}"/>
              </a:ext>
            </a:extLst>
          </p:cNvPr>
          <p:cNvSpPr txBox="1"/>
          <p:nvPr/>
        </p:nvSpPr>
        <p:spPr>
          <a:xfrm>
            <a:off x="9890564" y="702473"/>
            <a:ext cx="20088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링크로 연결하실 공지사항 페이지를 선택해주세요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3FDB92A4-4701-2F31-FC31-E02B7BFF4350}"/>
              </a:ext>
            </a:extLst>
          </p:cNvPr>
          <p:cNvSpPr/>
          <p:nvPr/>
        </p:nvSpPr>
        <p:spPr>
          <a:xfrm>
            <a:off x="12091850" y="961631"/>
            <a:ext cx="432048" cy="1836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sp>
        <p:nvSpPr>
          <p:cNvPr id="127" name="모서리가 둥근 직사각형 84">
            <a:extLst>
              <a:ext uri="{FF2B5EF4-FFF2-40B4-BE49-F238E27FC236}">
                <a16:creationId xmlns:a16="http://schemas.microsoft.com/office/drawing/2014/main" id="{EC8C63CF-5C11-494C-99D3-0BAC857A4E75}"/>
              </a:ext>
            </a:extLst>
          </p:cNvPr>
          <p:cNvSpPr/>
          <p:nvPr/>
        </p:nvSpPr>
        <p:spPr>
          <a:xfrm>
            <a:off x="9278904" y="977360"/>
            <a:ext cx="900000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모서리가 둥근 직사각형 84">
            <a:extLst>
              <a:ext uri="{FF2B5EF4-FFF2-40B4-BE49-F238E27FC236}">
                <a16:creationId xmlns:a16="http://schemas.microsoft.com/office/drawing/2014/main" id="{7173B364-4F85-6CD5-1C3E-268896226BF3}"/>
              </a:ext>
            </a:extLst>
          </p:cNvPr>
          <p:cNvSpPr/>
          <p:nvPr/>
        </p:nvSpPr>
        <p:spPr>
          <a:xfrm>
            <a:off x="10235377" y="975389"/>
            <a:ext cx="1800000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마일리지 적립</a:t>
            </a:r>
          </a:p>
        </p:txBody>
      </p:sp>
      <p:graphicFrame>
        <p:nvGraphicFramePr>
          <p:cNvPr id="131" name="표 130">
            <a:extLst>
              <a:ext uri="{FF2B5EF4-FFF2-40B4-BE49-F238E27FC236}">
                <a16:creationId xmlns:a16="http://schemas.microsoft.com/office/drawing/2014/main" id="{FEC1638C-5D10-3919-D81F-F489615D8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654137"/>
              </p:ext>
            </p:extLst>
          </p:nvPr>
        </p:nvGraphicFramePr>
        <p:xfrm>
          <a:off x="9260465" y="1264337"/>
          <a:ext cx="3263432" cy="24947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176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773906">
                  <a:extLst>
                    <a:ext uri="{9D8B030D-6E8A-4147-A177-3AD203B41FA5}">
                      <a16:colId xmlns:a16="http://schemas.microsoft.com/office/drawing/2014/main" val="275004424"/>
                    </a:ext>
                  </a:extLst>
                </a:gridCol>
                <a:gridCol w="2273350">
                  <a:extLst>
                    <a:ext uri="{9D8B030D-6E8A-4147-A177-3AD203B41FA5}">
                      <a16:colId xmlns:a16="http://schemas.microsoft.com/office/drawing/2014/main" val="3610505422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공지사항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ntc000000123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2026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시스템 점검 안내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Ntc000000124</a:t>
                      </a:r>
                      <a:endParaRPr lang="ko-KR" altLang="en-US" sz="800" b="0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공지사항 제목 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813446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Ntc000000125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공지사항 제목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831092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Ntc000000126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공지사항 제목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89669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Ntc000000127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공지사항 제목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066104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Ntc000000128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공지사항 제목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4683518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Ntc000000129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공지사항 제목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36490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Ntc000000130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공지사항 제목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771993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Ntc000000131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공지사항 제목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88175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ntc000000132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공지사항 제목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295379"/>
                  </a:ext>
                </a:extLst>
              </a:tr>
            </a:tbl>
          </a:graphicData>
        </a:graphic>
      </p:graphicFrame>
      <p:sp>
        <p:nvSpPr>
          <p:cNvPr id="133" name="TextBox 132">
            <a:extLst>
              <a:ext uri="{FF2B5EF4-FFF2-40B4-BE49-F238E27FC236}">
                <a16:creationId xmlns:a16="http://schemas.microsoft.com/office/drawing/2014/main" id="{1487B735-1DA4-1956-167D-CB86A0C2B184}"/>
              </a:ext>
            </a:extLst>
          </p:cNvPr>
          <p:cNvSpPr txBox="1"/>
          <p:nvPr/>
        </p:nvSpPr>
        <p:spPr>
          <a:xfrm>
            <a:off x="10607464" y="3991837"/>
            <a:ext cx="61875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&lt;&lt;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&lt;  </a:t>
            </a:r>
            <a:r>
              <a:rPr lang="en-US" altLang="ko-KR" sz="7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en-US" altLang="ko-KR" sz="7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&gt;&gt; </a:t>
            </a:r>
          </a:p>
        </p:txBody>
      </p:sp>
      <p:pic>
        <p:nvPicPr>
          <p:cNvPr id="135" name="Picture 4" descr="off, radio icon">
            <a:extLst>
              <a:ext uri="{FF2B5EF4-FFF2-40B4-BE49-F238E27FC236}">
                <a16:creationId xmlns:a16="http://schemas.microsoft.com/office/drawing/2014/main" id="{8E3B4811-C918-FB08-3960-3BBCC8D187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089" y="153190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Picture 4" descr="off, radio icon">
            <a:extLst>
              <a:ext uri="{FF2B5EF4-FFF2-40B4-BE49-F238E27FC236}">
                <a16:creationId xmlns:a16="http://schemas.microsoft.com/office/drawing/2014/main" id="{6115FF13-FA77-FCF5-EFD0-E01DAD958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089" y="175815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Picture 4" descr="off, radio icon">
            <a:extLst>
              <a:ext uri="{FF2B5EF4-FFF2-40B4-BE49-F238E27FC236}">
                <a16:creationId xmlns:a16="http://schemas.microsoft.com/office/drawing/2014/main" id="{FBB6A3FD-6415-228B-D847-FDBAB85C4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089" y="1984401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Picture 4" descr="off, radio icon">
            <a:extLst>
              <a:ext uri="{FF2B5EF4-FFF2-40B4-BE49-F238E27FC236}">
                <a16:creationId xmlns:a16="http://schemas.microsoft.com/office/drawing/2014/main" id="{2BAC2D51-4ABC-147A-E2E7-18CEE5020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436" y="223438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Picture 4" descr="off, radio icon">
            <a:extLst>
              <a:ext uri="{FF2B5EF4-FFF2-40B4-BE49-F238E27FC236}">
                <a16:creationId xmlns:a16="http://schemas.microsoft.com/office/drawing/2014/main" id="{5CC7A838-CEFF-1185-A556-B97D2B621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498" y="2458336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Picture 4" descr="off, radio icon">
            <a:extLst>
              <a:ext uri="{FF2B5EF4-FFF2-40B4-BE49-F238E27FC236}">
                <a16:creationId xmlns:a16="http://schemas.microsoft.com/office/drawing/2014/main" id="{364DFA53-EF17-23C7-4B81-30ED47DD2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089" y="2891785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4" descr="off, radio icon">
            <a:extLst>
              <a:ext uri="{FF2B5EF4-FFF2-40B4-BE49-F238E27FC236}">
                <a16:creationId xmlns:a16="http://schemas.microsoft.com/office/drawing/2014/main" id="{316C2AF0-43BF-343E-E897-72B63FF7C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2089" y="3118034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Picture 4" descr="off, radio icon">
            <a:extLst>
              <a:ext uri="{FF2B5EF4-FFF2-40B4-BE49-F238E27FC236}">
                <a16:creationId xmlns:a16="http://schemas.microsoft.com/office/drawing/2014/main" id="{1490B80F-9060-0E93-31E3-842DEACAF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436" y="3360823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Picture 4" descr="off, radio icon">
            <a:extLst>
              <a:ext uri="{FF2B5EF4-FFF2-40B4-BE49-F238E27FC236}">
                <a16:creationId xmlns:a16="http://schemas.microsoft.com/office/drawing/2014/main" id="{F7008A63-380A-0CE3-F13D-E06473367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436" y="357948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Picture 2" descr="on, radio icon">
            <a:extLst>
              <a:ext uri="{FF2B5EF4-FFF2-40B4-BE49-F238E27FC236}">
                <a16:creationId xmlns:a16="http://schemas.microsoft.com/office/drawing/2014/main" id="{10BAB0E7-128F-0A87-06BC-EB00C7EE6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498" y="2694628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그림 154">
            <a:extLst>
              <a:ext uri="{FF2B5EF4-FFF2-40B4-BE49-F238E27FC236}">
                <a16:creationId xmlns:a16="http://schemas.microsoft.com/office/drawing/2014/main" id="{4CEAC808-8679-9D3B-A667-264EE040FA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0572" y="2689450"/>
            <a:ext cx="388248" cy="582371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AE16E93E-F1C7-8809-700F-CC18595108E5}"/>
              </a:ext>
            </a:extLst>
          </p:cNvPr>
          <p:cNvSpPr txBox="1"/>
          <p:nvPr/>
        </p:nvSpPr>
        <p:spPr>
          <a:xfrm>
            <a:off x="10774427" y="258005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2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3F4A08C-3A9F-D33B-95F9-97D397E57329}"/>
              </a:ext>
            </a:extLst>
          </p:cNvPr>
          <p:cNvSpPr txBox="1"/>
          <p:nvPr/>
        </p:nvSpPr>
        <p:spPr>
          <a:xfrm>
            <a:off x="7612387" y="153190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20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1221F54-530D-2375-42E1-866E434E13C2}"/>
              </a:ext>
            </a:extLst>
          </p:cNvPr>
          <p:cNvSpPr txBox="1"/>
          <p:nvPr/>
        </p:nvSpPr>
        <p:spPr>
          <a:xfrm>
            <a:off x="4226248" y="2171762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버튼 클릭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F000C5E-6061-8595-A6F3-D9C9ECD985CC}"/>
              </a:ext>
            </a:extLst>
          </p:cNvPr>
          <p:cNvSpPr txBox="1"/>
          <p:nvPr/>
        </p:nvSpPr>
        <p:spPr>
          <a:xfrm>
            <a:off x="7839181" y="1631845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검색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4B8F41C-FE0A-4BDF-8A61-48A1048EF242}"/>
              </a:ext>
            </a:extLst>
          </p:cNvPr>
          <p:cNvSpPr txBox="1"/>
          <p:nvPr/>
        </p:nvSpPr>
        <p:spPr>
          <a:xfrm>
            <a:off x="10982406" y="2712102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선택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91E279A2-C8B3-0595-9314-0364997CAA2D}"/>
              </a:ext>
            </a:extLst>
          </p:cNvPr>
          <p:cNvSpPr txBox="1"/>
          <p:nvPr/>
        </p:nvSpPr>
        <p:spPr>
          <a:xfrm>
            <a:off x="3550115" y="5231713"/>
            <a:ext cx="11977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ko-KR" altLang="en-US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read only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F72916-3283-4A64-9DA1-E7169886582E}"/>
              </a:ext>
            </a:extLst>
          </p:cNvPr>
          <p:cNvSpPr txBox="1"/>
          <p:nvPr/>
        </p:nvSpPr>
        <p:spPr>
          <a:xfrm>
            <a:off x="288281" y="190942"/>
            <a:ext cx="31213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링크사용 </a:t>
            </a:r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- 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내부페이지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 </a:t>
            </a:r>
            <a:r>
              <a:rPr lang="en-US" altLang="ko-KR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12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반영</a:t>
            </a:r>
            <a:endParaRPr lang="en-US" altLang="ko-KR" sz="1200" b="1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4206EC9-13D1-1C61-9FE9-598E9B094831}"/>
              </a:ext>
            </a:extLst>
          </p:cNvPr>
          <p:cNvSpPr/>
          <p:nvPr/>
        </p:nvSpPr>
        <p:spPr>
          <a:xfrm>
            <a:off x="2406525" y="1721545"/>
            <a:ext cx="264444" cy="9137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D47A1A-8E6F-7F7C-5F1E-E49FC959CB78}"/>
              </a:ext>
            </a:extLst>
          </p:cNvPr>
          <p:cNvSpPr/>
          <p:nvPr/>
        </p:nvSpPr>
        <p:spPr>
          <a:xfrm>
            <a:off x="1939947" y="5583474"/>
            <a:ext cx="264444" cy="9137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8294FD-D784-FBB0-B326-57F3F9DE4015}"/>
              </a:ext>
            </a:extLst>
          </p:cNvPr>
          <p:cNvSpPr txBox="1"/>
          <p:nvPr/>
        </p:nvSpPr>
        <p:spPr>
          <a:xfrm>
            <a:off x="2318419" y="1667205"/>
            <a:ext cx="41549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893416-8088-1654-45D0-7565B93A5078}"/>
              </a:ext>
            </a:extLst>
          </p:cNvPr>
          <p:cNvSpPr txBox="1"/>
          <p:nvPr/>
        </p:nvSpPr>
        <p:spPr>
          <a:xfrm>
            <a:off x="1843478" y="5529134"/>
            <a:ext cx="41549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1E7464-5BC4-DC77-C96E-2E5F7E592BDC}"/>
              </a:ext>
            </a:extLst>
          </p:cNvPr>
          <p:cNvSpPr/>
          <p:nvPr/>
        </p:nvSpPr>
        <p:spPr>
          <a:xfrm>
            <a:off x="1008361" y="1692077"/>
            <a:ext cx="4443568" cy="1683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805C362-87C5-EE10-B6EF-4F274314473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22" b="15731"/>
          <a:stretch>
            <a:fillRect/>
          </a:stretch>
        </p:blipFill>
        <p:spPr>
          <a:xfrm>
            <a:off x="977209" y="1659263"/>
            <a:ext cx="3700162" cy="21139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F20E3DD9-A1E7-B183-AF7D-0B5023FAE96D}"/>
              </a:ext>
            </a:extLst>
          </p:cNvPr>
          <p:cNvSpPr/>
          <p:nvPr/>
        </p:nvSpPr>
        <p:spPr>
          <a:xfrm>
            <a:off x="1716765" y="1730124"/>
            <a:ext cx="264444" cy="9137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B1A517-BB18-C39C-05A4-9F20725988B5}"/>
              </a:ext>
            </a:extLst>
          </p:cNvPr>
          <p:cNvSpPr txBox="1"/>
          <p:nvPr/>
        </p:nvSpPr>
        <p:spPr>
          <a:xfrm>
            <a:off x="1620296" y="1675784"/>
            <a:ext cx="41549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</p:spTree>
    <p:extLst>
      <p:ext uri="{BB962C8B-B14F-4D97-AF65-F5344CB8AC3E}">
        <p14:creationId xmlns:p14="http://schemas.microsoft.com/office/powerpoint/2010/main" val="1694233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985C1-B14B-B1C2-1E01-5D2E3CF10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A438AF3-5EFC-7EC8-1120-B4144936FA3E}"/>
              </a:ext>
            </a:extLst>
          </p:cNvPr>
          <p:cNvSpPr txBox="1"/>
          <p:nvPr/>
        </p:nvSpPr>
        <p:spPr>
          <a:xfrm>
            <a:off x="3286825" y="2772197"/>
            <a:ext cx="638828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정보 </a:t>
            </a:r>
            <a:r>
              <a:rPr lang="ko-KR" altLang="en-US" sz="2500" b="1" i="1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 화면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국민행복몰 탭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500" b="1" i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3430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27D0A-8661-73C9-A5FC-A0A25C9B4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6B9A2C02-9C0B-FF78-4FB2-5BFB94534BF6}"/>
              </a:ext>
            </a:extLst>
          </p:cNvPr>
          <p:cNvSpPr txBox="1"/>
          <p:nvPr/>
        </p:nvSpPr>
        <p:spPr>
          <a:xfrm>
            <a:off x="144265" y="971997"/>
            <a:ext cx="1296144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</a:rPr>
              <a:t>메인 팝업 정보</a:t>
            </a:r>
            <a:endParaRPr lang="ko-KR" altLang="en-US" sz="1200" b="1" spc="-150" dirty="0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C527EFDD-1645-16AB-FB22-0B5B733DD1F3}"/>
              </a:ext>
            </a:extLst>
          </p:cNvPr>
          <p:cNvCxnSpPr/>
          <p:nvPr/>
        </p:nvCxnSpPr>
        <p:spPr>
          <a:xfrm>
            <a:off x="144265" y="1229366"/>
            <a:ext cx="9793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072D826A-DBC6-244B-285E-724BBA294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250333"/>
              </p:ext>
            </p:extLst>
          </p:nvPr>
        </p:nvGraphicFramePr>
        <p:xfrm>
          <a:off x="145946" y="1527938"/>
          <a:ext cx="6191007" cy="397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6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68587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984315">
                  <a:extLst>
                    <a:ext uri="{9D8B030D-6E8A-4147-A177-3AD203B41FA5}">
                      <a16:colId xmlns:a16="http://schemas.microsoft.com/office/drawing/2014/main" val="1015786767"/>
                    </a:ext>
                  </a:extLst>
                </a:gridCol>
                <a:gridCol w="225604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2026-07-16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담당자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Hello338(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미사용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유형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</a:tbl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D383672C-CA17-AE8C-3B5F-B73AAC924538}"/>
              </a:ext>
            </a:extLst>
          </p:cNvPr>
          <p:cNvSpPr txBox="1"/>
          <p:nvPr/>
        </p:nvSpPr>
        <p:spPr>
          <a:xfrm>
            <a:off x="133381" y="1980109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spc="-15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64A545A-E2D7-7312-0C3F-556B09EEBB21}"/>
              </a:ext>
            </a:extLst>
          </p:cNvPr>
          <p:cNvSpPr txBox="1"/>
          <p:nvPr/>
        </p:nvSpPr>
        <p:spPr>
          <a:xfrm>
            <a:off x="133381" y="1310023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 정보</a:t>
            </a:r>
            <a:endParaRPr lang="ko-KR" altLang="en-US" sz="900" b="1" spc="-150" dirty="0"/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FE87C8C3-DEFD-330D-2811-2918CDE2A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38780"/>
              </p:ext>
            </p:extLst>
          </p:nvPr>
        </p:nvGraphicFramePr>
        <p:xfrm>
          <a:off x="145946" y="2202375"/>
          <a:ext cx="6263014" cy="896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pop000000123</a:t>
                      </a:r>
                      <a:endParaRPr lang="ko-KR" altLang="en-US" sz="800" b="0" spc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팝업명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게시 기간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즉시            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예약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923399"/>
                  </a:ext>
                </a:extLst>
              </a:tr>
            </a:tbl>
          </a:graphicData>
        </a:graphic>
      </p:graphicFrame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21529AA2-47AB-D989-3D82-1B77CF748B6B}"/>
              </a:ext>
            </a:extLst>
          </p:cNvPr>
          <p:cNvCxnSpPr/>
          <p:nvPr/>
        </p:nvCxnSpPr>
        <p:spPr>
          <a:xfrm>
            <a:off x="6520866" y="1521225"/>
            <a:ext cx="0" cy="50400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6" name="표 225">
            <a:extLst>
              <a:ext uri="{FF2B5EF4-FFF2-40B4-BE49-F238E27FC236}">
                <a16:creationId xmlns:a16="http://schemas.microsoft.com/office/drawing/2014/main" id="{5D871350-EF4E-EA85-34DE-D36D8B609C36}"/>
              </a:ext>
            </a:extLst>
          </p:cNvPr>
          <p:cNvGraphicFramePr>
            <a:graphicFrameLocks noGrp="1"/>
          </p:cNvGraphicFramePr>
          <p:nvPr/>
        </p:nvGraphicFramePr>
        <p:xfrm>
          <a:off x="143268" y="3343440"/>
          <a:ext cx="6263014" cy="123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077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41937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436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 타이틀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타이틀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942508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 타이틀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065140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텍스트 컬러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244245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링크 사용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97722227-3B8C-898F-DCDA-4C23E39A2925}"/>
              </a:ext>
            </a:extLst>
          </p:cNvPr>
          <p:cNvSpPr txBox="1"/>
          <p:nvPr/>
        </p:nvSpPr>
        <p:spPr>
          <a:xfrm>
            <a:off x="1307907" y="78285"/>
            <a:ext cx="16626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팝업 정보 상세 조회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수정 화면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CA4565F-953D-2115-4FD8-0F9E2D662956}"/>
              </a:ext>
            </a:extLst>
          </p:cNvPr>
          <p:cNvSpPr txBox="1"/>
          <p:nvPr/>
        </p:nvSpPr>
        <p:spPr>
          <a:xfrm>
            <a:off x="1302717" y="330494"/>
            <a:ext cx="15856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시스템관리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팝업 관리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D66A948A-224E-AF04-95B7-C886C26AEBC6}"/>
              </a:ext>
            </a:extLst>
          </p:cNvPr>
          <p:cNvSpPr/>
          <p:nvPr/>
        </p:nvSpPr>
        <p:spPr>
          <a:xfrm>
            <a:off x="7921129" y="58428"/>
            <a:ext cx="11201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CH-A-SY-05-01-04</a:t>
            </a:r>
            <a:endParaRPr lang="ko-KR" altLang="en-US" sz="1000" spc="-8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1E6BFD-CD08-77E9-2167-69D1B54A516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2026.07.31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127A9EB-E67D-4471-AB1E-4AD4E002B1F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3" name="Group 59">
            <a:extLst>
              <a:ext uri="{FF2B5EF4-FFF2-40B4-BE49-F238E27FC236}">
                <a16:creationId xmlns:a16="http://schemas.microsoft.com/office/drawing/2014/main" id="{899864D2-AF32-6C74-6DC7-87813E415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296053"/>
              </p:ext>
            </p:extLst>
          </p:nvPr>
        </p:nvGraphicFramePr>
        <p:xfrm>
          <a:off x="10086305" y="636529"/>
          <a:ext cx="2850436" cy="265658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공지사항 유형의 경우</a:t>
                      </a:r>
                      <a:r>
                        <a:rPr kumimoji="0" lang="en-US" altLang="ko-KR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이미지 등록 영역 </a:t>
                      </a:r>
                      <a:r>
                        <a:rPr kumimoji="0" lang="ko-KR" altLang="en-US" sz="800" b="1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비출력</a:t>
                      </a:r>
                      <a:endParaRPr kumimoji="0" lang="en-US" altLang="ko-KR" sz="800" b="1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목록 버튼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목록 화면으로 이동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컨펌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2-3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 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 유효성 체크 후 저장처리 및 목록으로 이동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미리보기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 PC 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미리보기 팝업 출력</a:t>
                      </a:r>
                      <a:endParaRPr lang="en-US" altLang="ko-KR" sz="800" b="1" u="sng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 미리 보기 버튼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선택 시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모바일 미리보기 팝업 출력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36689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유형 수정 불가 처리</a:t>
                      </a:r>
                      <a:endParaRPr kumimoji="0" lang="en-US" altLang="ko-KR" sz="800" b="1" i="0" u="sng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기설정된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유형은 변경 불가하도록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read only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처리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01108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073440"/>
                  </a:ext>
                </a:extLst>
              </a:tr>
            </a:tbl>
          </a:graphicData>
        </a:graphic>
      </p:graphicFrame>
      <p:sp>
        <p:nvSpPr>
          <p:cNvPr id="7" name="모서리가 둥근 직사각형 84">
            <a:extLst>
              <a:ext uri="{FF2B5EF4-FFF2-40B4-BE49-F238E27FC236}">
                <a16:creationId xmlns:a16="http://schemas.microsoft.com/office/drawing/2014/main" id="{4E06E156-C469-E02D-226C-F1F20A0566C7}"/>
              </a:ext>
            </a:extLst>
          </p:cNvPr>
          <p:cNvSpPr/>
          <p:nvPr/>
        </p:nvSpPr>
        <p:spPr>
          <a:xfrm>
            <a:off x="4170533" y="1755103"/>
            <a:ext cx="1032383" cy="15608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27" name="모서리가 둥근 직사각형 86">
            <a:extLst>
              <a:ext uri="{FF2B5EF4-FFF2-40B4-BE49-F238E27FC236}">
                <a16:creationId xmlns:a16="http://schemas.microsoft.com/office/drawing/2014/main" id="{0125E1AF-6CCE-4567-7E25-080B8472A10F}"/>
              </a:ext>
            </a:extLst>
          </p:cNvPr>
          <p:cNvSpPr/>
          <p:nvPr/>
        </p:nvSpPr>
        <p:spPr>
          <a:xfrm>
            <a:off x="5202917" y="1755103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0" name="모서리가 둥근 직사각형 61">
            <a:extLst>
              <a:ext uri="{FF2B5EF4-FFF2-40B4-BE49-F238E27FC236}">
                <a16:creationId xmlns:a16="http://schemas.microsoft.com/office/drawing/2014/main" id="{D8C39915-E001-0D28-9CC9-DA9150D050D1}"/>
              </a:ext>
            </a:extLst>
          </p:cNvPr>
          <p:cNvSpPr/>
          <p:nvPr/>
        </p:nvSpPr>
        <p:spPr>
          <a:xfrm>
            <a:off x="908111" y="2433273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리베로 기획전 </a:t>
            </a:r>
            <a:r>
              <a:rPr lang="en-US" altLang="ko-KR" sz="700" spc="-1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700" spc="-1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팝업</a:t>
            </a:r>
          </a:p>
        </p:txBody>
      </p:sp>
      <p:pic>
        <p:nvPicPr>
          <p:cNvPr id="78" name="Picture 2" descr="on, radio icon">
            <a:extLst>
              <a:ext uri="{FF2B5EF4-FFF2-40B4-BE49-F238E27FC236}">
                <a16:creationId xmlns:a16="http://schemas.microsoft.com/office/drawing/2014/main" id="{FB9E9035-201E-82C1-FF01-A1CCF47C1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11" y="272276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4" descr="off, radio icon">
            <a:extLst>
              <a:ext uri="{FF2B5EF4-FFF2-40B4-BE49-F238E27FC236}">
                <a16:creationId xmlns:a16="http://schemas.microsoft.com/office/drawing/2014/main" id="{4A442843-F29F-896D-07CC-348697B4A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11" y="2945209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모서리가 둥근 직사각형 65">
            <a:extLst>
              <a:ext uri="{FF2B5EF4-FFF2-40B4-BE49-F238E27FC236}">
                <a16:creationId xmlns:a16="http://schemas.microsoft.com/office/drawing/2014/main" id="{8D11D025-F7E6-A11A-2BDB-BA6AA1955CD5}"/>
              </a:ext>
            </a:extLst>
          </p:cNvPr>
          <p:cNvSpPr/>
          <p:nvPr/>
        </p:nvSpPr>
        <p:spPr>
          <a:xfrm>
            <a:off x="1281581" y="2696532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2026-08-03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F05F042A-8DA4-5794-A62D-0DC7741C7050}"/>
              </a:ext>
            </a:extLst>
          </p:cNvPr>
          <p:cNvGrpSpPr/>
          <p:nvPr/>
        </p:nvGrpSpPr>
        <p:grpSpPr>
          <a:xfrm>
            <a:off x="2897859" y="2695833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87" name="모서리가 둥근 직사각형 67">
              <a:extLst>
                <a:ext uri="{FF2B5EF4-FFF2-40B4-BE49-F238E27FC236}">
                  <a16:creationId xmlns:a16="http://schemas.microsoft.com/office/drawing/2014/main" id="{32761247-AC81-1DA8-7166-7FCAECA482C1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88" name="Picture 4" descr="calendar, date, event, month icon">
              <a:extLst>
                <a:ext uri="{FF2B5EF4-FFF2-40B4-BE49-F238E27FC236}">
                  <a16:creationId xmlns:a16="http://schemas.microsoft.com/office/drawing/2014/main" id="{F26E71B8-D868-C8FA-6D6A-68E48DB38B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89" name="모서리가 둥근 직사각형 69">
            <a:extLst>
              <a:ext uri="{FF2B5EF4-FFF2-40B4-BE49-F238E27FC236}">
                <a16:creationId xmlns:a16="http://schemas.microsoft.com/office/drawing/2014/main" id="{E80B4951-AAB9-B145-4423-6B6B3068C847}"/>
              </a:ext>
            </a:extLst>
          </p:cNvPr>
          <p:cNvSpPr/>
          <p:nvPr/>
        </p:nvSpPr>
        <p:spPr>
          <a:xfrm>
            <a:off x="2258853" y="2695834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2026-09-03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C2F1BDC9-B695-2BAF-FF60-769ED8FADB68}"/>
              </a:ext>
            </a:extLst>
          </p:cNvPr>
          <p:cNvSpPr/>
          <p:nvPr/>
        </p:nvSpPr>
        <p:spPr>
          <a:xfrm>
            <a:off x="2033738" y="2617850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1168560C-3D3B-8FEE-1BB7-72998ACD8BE4}"/>
              </a:ext>
            </a:extLst>
          </p:cNvPr>
          <p:cNvGrpSpPr/>
          <p:nvPr/>
        </p:nvGrpSpPr>
        <p:grpSpPr>
          <a:xfrm>
            <a:off x="1920587" y="2696532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92" name="모서리가 둥근 직사각형 67">
              <a:extLst>
                <a:ext uri="{FF2B5EF4-FFF2-40B4-BE49-F238E27FC236}">
                  <a16:creationId xmlns:a16="http://schemas.microsoft.com/office/drawing/2014/main" id="{D341B800-00A4-DFA1-F5E6-4E33FE3CF567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93" name="Picture 4" descr="calendar, date, event, month icon">
              <a:extLst>
                <a:ext uri="{FF2B5EF4-FFF2-40B4-BE49-F238E27FC236}">
                  <a16:creationId xmlns:a16="http://schemas.microsoft.com/office/drawing/2014/main" id="{8CA0F542-A512-C866-4FFB-8D442F2994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25826BBE-D22A-6929-ED59-E3F6874163BE}"/>
              </a:ext>
            </a:extLst>
          </p:cNvPr>
          <p:cNvSpPr txBox="1"/>
          <p:nvPr/>
        </p:nvSpPr>
        <p:spPr>
          <a:xfrm>
            <a:off x="132775" y="3132237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spc="-150" dirty="0"/>
          </a:p>
        </p:txBody>
      </p:sp>
      <p:sp>
        <p:nvSpPr>
          <p:cNvPr id="97" name="모서리가 둥근 직사각형 65">
            <a:extLst>
              <a:ext uri="{FF2B5EF4-FFF2-40B4-BE49-F238E27FC236}">
                <a16:creationId xmlns:a16="http://schemas.microsoft.com/office/drawing/2014/main" id="{9C295351-0C01-8B4A-D9D1-8892EF7B2A56}"/>
              </a:ext>
            </a:extLst>
          </p:cNvPr>
          <p:cNvSpPr/>
          <p:nvPr/>
        </p:nvSpPr>
        <p:spPr>
          <a:xfrm>
            <a:off x="1281581" y="2907735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6BDC647E-8235-DAEB-F5F7-02A592F5AFC5}"/>
              </a:ext>
            </a:extLst>
          </p:cNvPr>
          <p:cNvGrpSpPr/>
          <p:nvPr/>
        </p:nvGrpSpPr>
        <p:grpSpPr>
          <a:xfrm>
            <a:off x="2897859" y="2907036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99" name="모서리가 둥근 직사각형 67">
              <a:extLst>
                <a:ext uri="{FF2B5EF4-FFF2-40B4-BE49-F238E27FC236}">
                  <a16:creationId xmlns:a16="http://schemas.microsoft.com/office/drawing/2014/main" id="{5E0B30D4-336D-0BE1-0AB6-CF5FC79991A0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0" name="Picture 4" descr="calendar, date, event, month icon">
              <a:extLst>
                <a:ext uri="{FF2B5EF4-FFF2-40B4-BE49-F238E27FC236}">
                  <a16:creationId xmlns:a16="http://schemas.microsoft.com/office/drawing/2014/main" id="{525A3C26-7C2F-8E66-0D00-FB3653D2FF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101" name="모서리가 둥근 직사각형 69">
            <a:extLst>
              <a:ext uri="{FF2B5EF4-FFF2-40B4-BE49-F238E27FC236}">
                <a16:creationId xmlns:a16="http://schemas.microsoft.com/office/drawing/2014/main" id="{047CE5F5-9161-1ECB-C4F2-902F9C3AF79A}"/>
              </a:ext>
            </a:extLst>
          </p:cNvPr>
          <p:cNvSpPr/>
          <p:nvPr/>
        </p:nvSpPr>
        <p:spPr>
          <a:xfrm>
            <a:off x="2258853" y="2907037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3CC9C5E-C53D-9577-021E-0EF61B2C65B8}"/>
              </a:ext>
            </a:extLst>
          </p:cNvPr>
          <p:cNvSpPr/>
          <p:nvPr/>
        </p:nvSpPr>
        <p:spPr>
          <a:xfrm>
            <a:off x="2033738" y="2829053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E1B0394F-FDE1-2677-D3CB-C4AFA987DFC7}"/>
              </a:ext>
            </a:extLst>
          </p:cNvPr>
          <p:cNvGrpSpPr/>
          <p:nvPr/>
        </p:nvGrpSpPr>
        <p:grpSpPr>
          <a:xfrm>
            <a:off x="1920587" y="2907735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104" name="모서리가 둥근 직사각형 67">
              <a:extLst>
                <a:ext uri="{FF2B5EF4-FFF2-40B4-BE49-F238E27FC236}">
                  <a16:creationId xmlns:a16="http://schemas.microsoft.com/office/drawing/2014/main" id="{14002454-0D45-6EF2-BD3F-53D344A9567E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5" name="Picture 4" descr="calendar, date, event, month icon">
              <a:extLst>
                <a:ext uri="{FF2B5EF4-FFF2-40B4-BE49-F238E27FC236}">
                  <a16:creationId xmlns:a16="http://schemas.microsoft.com/office/drawing/2014/main" id="{3F3C7B55-7BBC-1C04-B00C-E8FAAAFB84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2653C7A3-4273-753E-09D0-D90DF0D6772A}"/>
              </a:ext>
            </a:extLst>
          </p:cNvPr>
          <p:cNvSpPr txBox="1"/>
          <p:nvPr/>
        </p:nvSpPr>
        <p:spPr>
          <a:xfrm>
            <a:off x="3072532" y="2872907"/>
            <a:ext cx="2169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 게시는 해당일자 자정에 팝업이 자동 반영됩니다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모서리가 둥근 직사각형 84">
            <a:extLst>
              <a:ext uri="{FF2B5EF4-FFF2-40B4-BE49-F238E27FC236}">
                <a16:creationId xmlns:a16="http://schemas.microsoft.com/office/drawing/2014/main" id="{D18DBBB5-8B7B-F03C-E534-FDD94D9D9EBD}"/>
              </a:ext>
            </a:extLst>
          </p:cNvPr>
          <p:cNvSpPr/>
          <p:nvPr/>
        </p:nvSpPr>
        <p:spPr>
          <a:xfrm>
            <a:off x="908111" y="4361446"/>
            <a:ext cx="771281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3" name="모서리가 둥근 직사각형 86">
            <a:extLst>
              <a:ext uri="{FF2B5EF4-FFF2-40B4-BE49-F238E27FC236}">
                <a16:creationId xmlns:a16="http://schemas.microsoft.com/office/drawing/2014/main" id="{14045832-C402-4DD3-622B-79688DCC214C}"/>
              </a:ext>
            </a:extLst>
          </p:cNvPr>
          <p:cNvSpPr/>
          <p:nvPr/>
        </p:nvSpPr>
        <p:spPr>
          <a:xfrm>
            <a:off x="1659184" y="4361446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26" name="모서리가 둥근 직사각형 61">
            <a:extLst>
              <a:ext uri="{FF2B5EF4-FFF2-40B4-BE49-F238E27FC236}">
                <a16:creationId xmlns:a16="http://schemas.microsoft.com/office/drawing/2014/main" id="{3D0D62EB-AA3B-0F12-3905-A2FCB4F6BAE7}"/>
              </a:ext>
            </a:extLst>
          </p:cNvPr>
          <p:cNvSpPr/>
          <p:nvPr/>
        </p:nvSpPr>
        <p:spPr>
          <a:xfrm>
            <a:off x="1867377" y="4362745"/>
            <a:ext cx="4500000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49" name="표 148">
            <a:extLst>
              <a:ext uri="{FF2B5EF4-FFF2-40B4-BE49-F238E27FC236}">
                <a16:creationId xmlns:a16="http://schemas.microsoft.com/office/drawing/2014/main" id="{0E6C4EA9-D7AF-E42A-1E8E-56F011191B3F}"/>
              </a:ext>
            </a:extLst>
          </p:cNvPr>
          <p:cNvGraphicFramePr>
            <a:graphicFrameLocks noGrp="1"/>
          </p:cNvGraphicFramePr>
          <p:nvPr/>
        </p:nvGraphicFramePr>
        <p:xfrm>
          <a:off x="139523" y="5564885"/>
          <a:ext cx="6263014" cy="8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이미지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70E976E4-7DE8-734B-BE8C-4E8F248AEEE7}"/>
              </a:ext>
            </a:extLst>
          </p:cNvPr>
          <p:cNvSpPr/>
          <p:nvPr/>
        </p:nvSpPr>
        <p:spPr>
          <a:xfrm>
            <a:off x="870757" y="5655538"/>
            <a:ext cx="681081" cy="16548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>
                <a:solidFill>
                  <a:schemeClr val="tx1"/>
                </a:solidFill>
                <a:latin typeface="맑은 고딕" panose="020B0503020000020004" pitchFamily="50" charset="-127"/>
              </a:rPr>
              <a:t>이미지 등록</a:t>
            </a:r>
            <a:endParaRPr lang="ko-KR" altLang="en-US" sz="800" spc="-15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4001441-8B40-0617-227C-D4AAC7682679}"/>
              </a:ext>
            </a:extLst>
          </p:cNvPr>
          <p:cNvSpPr txBox="1"/>
          <p:nvPr/>
        </p:nvSpPr>
        <p:spPr>
          <a:xfrm>
            <a:off x="5991936" y="5649330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(0MB)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85BDA9C-A63B-C13C-34EE-57A8304DF14E}"/>
              </a:ext>
            </a:extLst>
          </p:cNvPr>
          <p:cNvSpPr txBox="1"/>
          <p:nvPr/>
        </p:nvSpPr>
        <p:spPr>
          <a:xfrm>
            <a:off x="132017" y="4664035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 등록</a:t>
            </a:r>
            <a:endParaRPr lang="ko-KR" altLang="en-US" sz="900" b="1" spc="-150" dirty="0"/>
          </a:p>
        </p:txBody>
      </p:sp>
      <p:graphicFrame>
        <p:nvGraphicFramePr>
          <p:cNvPr id="155" name="표 154">
            <a:extLst>
              <a:ext uri="{FF2B5EF4-FFF2-40B4-BE49-F238E27FC236}">
                <a16:creationId xmlns:a16="http://schemas.microsoft.com/office/drawing/2014/main" id="{FAFE707F-E07D-F1F9-F309-B239C2222272}"/>
              </a:ext>
            </a:extLst>
          </p:cNvPr>
          <p:cNvGraphicFramePr>
            <a:graphicFrameLocks noGrp="1"/>
          </p:cNvGraphicFramePr>
          <p:nvPr/>
        </p:nvGraphicFramePr>
        <p:xfrm>
          <a:off x="139523" y="4876191"/>
          <a:ext cx="6263014" cy="6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이미지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0012"/>
                  </a:ext>
                </a:extLst>
              </a:tr>
            </a:tbl>
          </a:graphicData>
        </a:graphic>
      </p:graphicFrame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938B2CE4-8E44-27E4-3974-4E44EABA372F}"/>
              </a:ext>
            </a:extLst>
          </p:cNvPr>
          <p:cNvSpPr/>
          <p:nvPr/>
        </p:nvSpPr>
        <p:spPr>
          <a:xfrm>
            <a:off x="870757" y="4896446"/>
            <a:ext cx="681081" cy="16548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tx1"/>
                </a:solidFill>
                <a:latin typeface="맑은 고딕" panose="020B0503020000020004" pitchFamily="50" charset="-127"/>
              </a:rPr>
              <a:t>이미지 등록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842A9D1-C5A1-A018-5CB7-81280B0DAD50}"/>
              </a:ext>
            </a:extLst>
          </p:cNvPr>
          <p:cNvSpPr txBox="1"/>
          <p:nvPr/>
        </p:nvSpPr>
        <p:spPr>
          <a:xfrm>
            <a:off x="1542912" y="4889813"/>
            <a:ext cx="17716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권장 사이즈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1000 x 1000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6C75B6F-F2DE-D1C1-573A-D35BE79AF091}"/>
              </a:ext>
            </a:extLst>
          </p:cNvPr>
          <p:cNvSpPr txBox="1"/>
          <p:nvPr/>
        </p:nvSpPr>
        <p:spPr>
          <a:xfrm>
            <a:off x="5985320" y="4888290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(0MB)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42312770-3FBB-F390-0036-29EE6A252491}"/>
              </a:ext>
            </a:extLst>
          </p:cNvPr>
          <p:cNvSpPr txBox="1"/>
          <p:nvPr/>
        </p:nvSpPr>
        <p:spPr>
          <a:xfrm>
            <a:off x="1542912" y="5599938"/>
            <a:ext cx="17716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권장 사이즈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1000 x 1000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</a:p>
        </p:txBody>
      </p:sp>
      <p:sp>
        <p:nvSpPr>
          <p:cNvPr id="171" name="모서리가 둥근 직사각형 84">
            <a:extLst>
              <a:ext uri="{FF2B5EF4-FFF2-40B4-BE49-F238E27FC236}">
                <a16:creationId xmlns:a16="http://schemas.microsoft.com/office/drawing/2014/main" id="{692498D9-A5C2-9511-48EB-84C12D703A05}"/>
              </a:ext>
            </a:extLst>
          </p:cNvPr>
          <p:cNvSpPr/>
          <p:nvPr/>
        </p:nvSpPr>
        <p:spPr>
          <a:xfrm>
            <a:off x="908112" y="4066511"/>
            <a:ext cx="6043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블랙</a:t>
            </a:r>
          </a:p>
        </p:txBody>
      </p:sp>
      <p:sp>
        <p:nvSpPr>
          <p:cNvPr id="173" name="모서리가 둥근 직사각형 86">
            <a:extLst>
              <a:ext uri="{FF2B5EF4-FFF2-40B4-BE49-F238E27FC236}">
                <a16:creationId xmlns:a16="http://schemas.microsoft.com/office/drawing/2014/main" id="{A1487FF2-35C3-F08A-49B3-36950AA1A3EC}"/>
              </a:ext>
            </a:extLst>
          </p:cNvPr>
          <p:cNvSpPr/>
          <p:nvPr/>
        </p:nvSpPr>
        <p:spPr>
          <a:xfrm>
            <a:off x="1471085" y="4066511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175" name="모서리가 둥근 직사각형 61">
            <a:extLst>
              <a:ext uri="{FF2B5EF4-FFF2-40B4-BE49-F238E27FC236}">
                <a16:creationId xmlns:a16="http://schemas.microsoft.com/office/drawing/2014/main" id="{E1B75AF5-AE71-6FED-5A0E-34089C414240}"/>
              </a:ext>
            </a:extLst>
          </p:cNvPr>
          <p:cNvSpPr/>
          <p:nvPr/>
        </p:nvSpPr>
        <p:spPr>
          <a:xfrm>
            <a:off x="1870517" y="4066511"/>
            <a:ext cx="2148490" cy="15608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입력의 경우 컬러코드 값을 입력해주세요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모서리가 둥근 직사각형 84">
            <a:extLst>
              <a:ext uri="{FF2B5EF4-FFF2-40B4-BE49-F238E27FC236}">
                <a16:creationId xmlns:a16="http://schemas.microsoft.com/office/drawing/2014/main" id="{B82CE5F8-1807-2BE8-397E-2A3C73311103}"/>
              </a:ext>
            </a:extLst>
          </p:cNvPr>
          <p:cNvSpPr/>
          <p:nvPr/>
        </p:nvSpPr>
        <p:spPr>
          <a:xfrm>
            <a:off x="1669542" y="4066511"/>
            <a:ext cx="153239" cy="15608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3" name="모서리가 둥근 직사각형 77">
            <a:extLst>
              <a:ext uri="{FF2B5EF4-FFF2-40B4-BE49-F238E27FC236}">
                <a16:creationId xmlns:a16="http://schemas.microsoft.com/office/drawing/2014/main" id="{1153C6CE-26C3-52F2-E14D-9481F9BD8FD8}"/>
              </a:ext>
            </a:extLst>
          </p:cNvPr>
          <p:cNvSpPr/>
          <p:nvPr/>
        </p:nvSpPr>
        <p:spPr>
          <a:xfrm>
            <a:off x="9233823" y="6534802"/>
            <a:ext cx="778461" cy="26984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수정</a:t>
            </a:r>
            <a:r>
              <a:rPr lang="en-US" altLang="ko-KR" sz="900" spc="-150" dirty="0">
                <a:solidFill>
                  <a:schemeClr val="bg1"/>
                </a:solidFill>
              </a:rPr>
              <a:t>/</a:t>
            </a:r>
            <a:r>
              <a:rPr lang="ko-KR" altLang="en-US" sz="900" spc="-15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185" name="모서리가 둥근 직사각형 78">
            <a:extLst>
              <a:ext uri="{FF2B5EF4-FFF2-40B4-BE49-F238E27FC236}">
                <a16:creationId xmlns:a16="http://schemas.microsoft.com/office/drawing/2014/main" id="{28EDBD3C-55DF-18F3-4110-F00A5AE902D3}"/>
              </a:ext>
            </a:extLst>
          </p:cNvPr>
          <p:cNvSpPr/>
          <p:nvPr/>
        </p:nvSpPr>
        <p:spPr>
          <a:xfrm>
            <a:off x="8441664" y="6534802"/>
            <a:ext cx="778461" cy="26984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187" name="모서리가 둥근 직사각형 78">
            <a:extLst>
              <a:ext uri="{FF2B5EF4-FFF2-40B4-BE49-F238E27FC236}">
                <a16:creationId xmlns:a16="http://schemas.microsoft.com/office/drawing/2014/main" id="{8047888F-56AF-387D-ECC9-ABD1AE749992}"/>
              </a:ext>
            </a:extLst>
          </p:cNvPr>
          <p:cNvSpPr/>
          <p:nvPr/>
        </p:nvSpPr>
        <p:spPr>
          <a:xfrm>
            <a:off x="139011" y="6528770"/>
            <a:ext cx="778461" cy="26984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5B8A4A77-C7CB-4EC7-1EF9-A4CE9E4B8B3E}"/>
              </a:ext>
            </a:extLst>
          </p:cNvPr>
          <p:cNvSpPr/>
          <p:nvPr/>
        </p:nvSpPr>
        <p:spPr>
          <a:xfrm>
            <a:off x="6568987" y="1535684"/>
            <a:ext cx="3380919" cy="490891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rgbClr val="234DD3"/>
                </a:solidFill>
                <a:latin typeface="+mn-ea"/>
              </a:rPr>
              <a:t>좌측 화면 상세 정보를 설정합니다</a:t>
            </a:r>
            <a:r>
              <a:rPr lang="en-US" altLang="ko-KR" sz="900" dirty="0">
                <a:solidFill>
                  <a:srgbClr val="234DD3"/>
                </a:solidFill>
                <a:latin typeface="+mn-ea"/>
              </a:rPr>
              <a:t>.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2D63E1CE-5C36-7602-D636-5DE8FDD360E8}"/>
              </a:ext>
            </a:extLst>
          </p:cNvPr>
          <p:cNvSpPr txBox="1"/>
          <p:nvPr/>
        </p:nvSpPr>
        <p:spPr>
          <a:xfrm>
            <a:off x="6588539" y="1316735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/>
              <a:t>상세 정보 설정</a:t>
            </a:r>
          </a:p>
        </p:txBody>
      </p:sp>
      <p:sp>
        <p:nvSpPr>
          <p:cNvPr id="200" name="모서리가 둥근 직사각형 61">
            <a:extLst>
              <a:ext uri="{FF2B5EF4-FFF2-40B4-BE49-F238E27FC236}">
                <a16:creationId xmlns:a16="http://schemas.microsoft.com/office/drawing/2014/main" id="{740A2491-F0E6-D02B-73A5-7977E985A2FD}"/>
              </a:ext>
            </a:extLst>
          </p:cNvPr>
          <p:cNvSpPr/>
          <p:nvPr/>
        </p:nvSpPr>
        <p:spPr>
          <a:xfrm>
            <a:off x="916169" y="3379892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리베로 기저귀</a:t>
            </a:r>
          </a:p>
        </p:txBody>
      </p:sp>
      <p:sp>
        <p:nvSpPr>
          <p:cNvPr id="202" name="모서리가 둥근 직사각형 61">
            <a:extLst>
              <a:ext uri="{FF2B5EF4-FFF2-40B4-BE49-F238E27FC236}">
                <a16:creationId xmlns:a16="http://schemas.microsoft.com/office/drawing/2014/main" id="{FF4E93BC-B99E-50AD-4F5F-88C1808B8956}"/>
              </a:ext>
            </a:extLst>
          </p:cNvPr>
          <p:cNvSpPr/>
          <p:nvPr/>
        </p:nvSpPr>
        <p:spPr>
          <a:xfrm>
            <a:off x="916169" y="3590647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spc="-1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ko-KR" altLang="en-US" sz="700" spc="-1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특별 기획전</a:t>
            </a:r>
          </a:p>
        </p:txBody>
      </p:sp>
      <p:sp>
        <p:nvSpPr>
          <p:cNvPr id="204" name="모서리가 둥근 직사각형 61">
            <a:extLst>
              <a:ext uri="{FF2B5EF4-FFF2-40B4-BE49-F238E27FC236}">
                <a16:creationId xmlns:a16="http://schemas.microsoft.com/office/drawing/2014/main" id="{251E6DA3-5182-7356-28B6-94C40EFE9E73}"/>
              </a:ext>
            </a:extLst>
          </p:cNvPr>
          <p:cNvSpPr/>
          <p:nvPr/>
        </p:nvSpPr>
        <p:spPr>
          <a:xfrm>
            <a:off x="908111" y="3827615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700" spc="-1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35%</a:t>
            </a:r>
            <a:r>
              <a:rPr lang="ko-KR" altLang="en-US" sz="700" spc="-15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31DDDC-89DF-12CE-E424-EF09AC0CF223}"/>
              </a:ext>
            </a:extLst>
          </p:cNvPr>
          <p:cNvSpPr txBox="1"/>
          <p:nvPr/>
        </p:nvSpPr>
        <p:spPr>
          <a:xfrm>
            <a:off x="1811098" y="4325150"/>
            <a:ext cx="28316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https://www.vouchermall.co.kr/goods/goodsDetail.do?goodsNo=250723004356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DF2C801-2C78-744B-9178-2854EF563D94}"/>
              </a:ext>
            </a:extLst>
          </p:cNvPr>
          <p:cNvGrpSpPr/>
          <p:nvPr/>
        </p:nvGrpSpPr>
        <p:grpSpPr>
          <a:xfrm>
            <a:off x="866220" y="5118256"/>
            <a:ext cx="469982" cy="367450"/>
            <a:chOff x="10504570" y="2908804"/>
            <a:chExt cx="469982" cy="367450"/>
          </a:xfrm>
        </p:grpSpPr>
        <p:sp>
          <p:nvSpPr>
            <p:cNvPr id="14" name="모서리가 둥근 직사각형 61">
              <a:extLst>
                <a:ext uri="{FF2B5EF4-FFF2-40B4-BE49-F238E27FC236}">
                  <a16:creationId xmlns:a16="http://schemas.microsoft.com/office/drawing/2014/main" id="{3E0E73C0-1000-CCB6-5145-9A8FA20AEA74}"/>
                </a:ext>
              </a:extLst>
            </p:cNvPr>
            <p:cNvSpPr/>
            <p:nvPr/>
          </p:nvSpPr>
          <p:spPr>
            <a:xfrm>
              <a:off x="10504570" y="2908804"/>
              <a:ext cx="469982" cy="36745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모서리가 둥근 직사각형 61">
              <a:extLst>
                <a:ext uri="{FF2B5EF4-FFF2-40B4-BE49-F238E27FC236}">
                  <a16:creationId xmlns:a16="http://schemas.microsoft.com/office/drawing/2014/main" id="{99A8F2AF-E4AA-B715-DE00-D3060878597C}"/>
                </a:ext>
              </a:extLst>
            </p:cNvPr>
            <p:cNvSpPr/>
            <p:nvPr/>
          </p:nvSpPr>
          <p:spPr>
            <a:xfrm>
              <a:off x="10831693" y="2921261"/>
              <a:ext cx="142859" cy="13205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9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458BAB7-6433-06AE-BD8F-E3D4755E31DE}"/>
              </a:ext>
            </a:extLst>
          </p:cNvPr>
          <p:cNvGrpSpPr/>
          <p:nvPr/>
        </p:nvGrpSpPr>
        <p:grpSpPr>
          <a:xfrm>
            <a:off x="874206" y="5910987"/>
            <a:ext cx="469982" cy="367450"/>
            <a:chOff x="10504570" y="2908804"/>
            <a:chExt cx="469982" cy="367450"/>
          </a:xfrm>
        </p:grpSpPr>
        <p:sp>
          <p:nvSpPr>
            <p:cNvPr id="36" name="모서리가 둥근 직사각형 61">
              <a:extLst>
                <a:ext uri="{FF2B5EF4-FFF2-40B4-BE49-F238E27FC236}">
                  <a16:creationId xmlns:a16="http://schemas.microsoft.com/office/drawing/2014/main" id="{3AFAE4EC-45DB-DF96-7827-BAC3D11CE78C}"/>
                </a:ext>
              </a:extLst>
            </p:cNvPr>
            <p:cNvSpPr/>
            <p:nvPr/>
          </p:nvSpPr>
          <p:spPr>
            <a:xfrm>
              <a:off x="10504570" y="2908804"/>
              <a:ext cx="469982" cy="36745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7" name="모서리가 둥근 직사각형 61">
              <a:extLst>
                <a:ext uri="{FF2B5EF4-FFF2-40B4-BE49-F238E27FC236}">
                  <a16:creationId xmlns:a16="http://schemas.microsoft.com/office/drawing/2014/main" id="{6A04A692-3F7D-EF30-65EB-8D0794BF8E23}"/>
                </a:ext>
              </a:extLst>
            </p:cNvPr>
            <p:cNvSpPr/>
            <p:nvPr/>
          </p:nvSpPr>
          <p:spPr>
            <a:xfrm>
              <a:off x="10831693" y="2921261"/>
              <a:ext cx="142859" cy="13205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9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9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059269-5FD2-2882-AF48-2CD8EC3A7A00}"/>
              </a:ext>
            </a:extLst>
          </p:cNvPr>
          <p:cNvSpPr/>
          <p:nvPr/>
        </p:nvSpPr>
        <p:spPr>
          <a:xfrm>
            <a:off x="3110887" y="2688746"/>
            <a:ext cx="377524" cy="165481"/>
          </a:xfrm>
          <a:prstGeom prst="rect">
            <a:avLst/>
          </a:prstGeom>
          <a:solidFill>
            <a:srgbClr val="234DD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F7998F-502E-658F-4E62-66CE3D1E2E6F}"/>
              </a:ext>
            </a:extLst>
          </p:cNvPr>
          <p:cNvSpPr/>
          <p:nvPr/>
        </p:nvSpPr>
        <p:spPr>
          <a:xfrm>
            <a:off x="3512059" y="2684952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66F2A7E-A687-41F1-3D10-37232C98A626}"/>
              </a:ext>
            </a:extLst>
          </p:cNvPr>
          <p:cNvSpPr/>
          <p:nvPr/>
        </p:nvSpPr>
        <p:spPr>
          <a:xfrm>
            <a:off x="3917097" y="2684952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9420E07-4EF1-1920-CEEC-CAD3D8012FCA}"/>
              </a:ext>
            </a:extLst>
          </p:cNvPr>
          <p:cNvSpPr/>
          <p:nvPr/>
        </p:nvSpPr>
        <p:spPr>
          <a:xfrm>
            <a:off x="2033738" y="4888290"/>
            <a:ext cx="558799" cy="173637"/>
          </a:xfrm>
          <a:prstGeom prst="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3737696-FBFE-E217-F4E3-8FB31B016B2D}"/>
              </a:ext>
            </a:extLst>
          </p:cNvPr>
          <p:cNvSpPr/>
          <p:nvPr/>
        </p:nvSpPr>
        <p:spPr>
          <a:xfrm>
            <a:off x="2010372" y="5630562"/>
            <a:ext cx="558799" cy="173637"/>
          </a:xfrm>
          <a:prstGeom prst="rect">
            <a:avLst/>
          </a:prstGeom>
          <a:noFill/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12951E-3AD4-118A-A145-B88ADE11DCAE}"/>
              </a:ext>
            </a:extLst>
          </p:cNvPr>
          <p:cNvSpPr txBox="1"/>
          <p:nvPr/>
        </p:nvSpPr>
        <p:spPr>
          <a:xfrm>
            <a:off x="2027755" y="4724921"/>
            <a:ext cx="14606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 가이드 확정 후</a:t>
            </a:r>
            <a:r>
              <a:rPr lang="en-US" altLang="ko-KR" sz="7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안내문구 수정 필요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664C6D-069E-2FB3-C4AD-D7B759CFC024}"/>
              </a:ext>
            </a:extLst>
          </p:cNvPr>
          <p:cNvSpPr txBox="1"/>
          <p:nvPr/>
        </p:nvSpPr>
        <p:spPr>
          <a:xfrm>
            <a:off x="1980147" y="5411117"/>
            <a:ext cx="14606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 가이드 확정 후</a:t>
            </a:r>
            <a:r>
              <a:rPr lang="en-US" altLang="ko-KR" sz="7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7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안내문구 수정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8AB2AB2-0658-A385-769E-1E74C7214611}"/>
              </a:ext>
            </a:extLst>
          </p:cNvPr>
          <p:cNvSpPr/>
          <p:nvPr/>
        </p:nvSpPr>
        <p:spPr>
          <a:xfrm>
            <a:off x="72257" y="4574040"/>
            <a:ext cx="6448609" cy="1954730"/>
          </a:xfrm>
          <a:prstGeom prst="rect">
            <a:avLst/>
          </a:prstGeom>
          <a:noFill/>
          <a:ln w="889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모서리가 둥근 직사각형 114">
            <a:extLst>
              <a:ext uri="{FF2B5EF4-FFF2-40B4-BE49-F238E27FC236}">
                <a16:creationId xmlns:a16="http://schemas.microsoft.com/office/drawing/2014/main" id="{190A385A-3654-FA82-BBD7-E5DD4C6449FE}"/>
              </a:ext>
            </a:extLst>
          </p:cNvPr>
          <p:cNvSpPr/>
          <p:nvPr/>
        </p:nvSpPr>
        <p:spPr>
          <a:xfrm>
            <a:off x="6268053" y="454643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" name="모서리가 둥근 직사각형 114">
            <a:extLst>
              <a:ext uri="{FF2B5EF4-FFF2-40B4-BE49-F238E27FC236}">
                <a16:creationId xmlns:a16="http://schemas.microsoft.com/office/drawing/2014/main" id="{57A7909A-92E8-CA54-7562-BC1C5C83E69F}"/>
              </a:ext>
            </a:extLst>
          </p:cNvPr>
          <p:cNvSpPr/>
          <p:nvPr/>
        </p:nvSpPr>
        <p:spPr>
          <a:xfrm>
            <a:off x="835581" y="64260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" name="모서리가 둥근 직사각형 114">
            <a:extLst>
              <a:ext uri="{FF2B5EF4-FFF2-40B4-BE49-F238E27FC236}">
                <a16:creationId xmlns:a16="http://schemas.microsoft.com/office/drawing/2014/main" id="{3FECC8C4-A173-DB45-625E-5564E4D06D00}"/>
              </a:ext>
            </a:extLst>
          </p:cNvPr>
          <p:cNvSpPr/>
          <p:nvPr/>
        </p:nvSpPr>
        <p:spPr>
          <a:xfrm>
            <a:off x="8852001" y="64260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모서리가 둥근 직사각형 114">
            <a:extLst>
              <a:ext uri="{FF2B5EF4-FFF2-40B4-BE49-F238E27FC236}">
                <a16:creationId xmlns:a16="http://schemas.microsoft.com/office/drawing/2014/main" id="{61B7AD55-7666-5474-0AE4-A9138F20D776}"/>
              </a:ext>
            </a:extLst>
          </p:cNvPr>
          <p:cNvSpPr/>
          <p:nvPr/>
        </p:nvSpPr>
        <p:spPr>
          <a:xfrm>
            <a:off x="9771025" y="641769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F55EF9F-4193-9154-DB1B-4A5179129658}"/>
              </a:ext>
            </a:extLst>
          </p:cNvPr>
          <p:cNvSpPr/>
          <p:nvPr/>
        </p:nvSpPr>
        <p:spPr>
          <a:xfrm>
            <a:off x="4903268" y="3144169"/>
            <a:ext cx="720080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미리보기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C8D446B-CDDB-A56B-6321-64A3A9EB721E}"/>
              </a:ext>
            </a:extLst>
          </p:cNvPr>
          <p:cNvSpPr/>
          <p:nvPr/>
        </p:nvSpPr>
        <p:spPr>
          <a:xfrm>
            <a:off x="5660638" y="3144118"/>
            <a:ext cx="720080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 미리보기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1CA36B6-FA09-823F-0DDF-3CA9570F0A9F}"/>
              </a:ext>
            </a:extLst>
          </p:cNvPr>
          <p:cNvSpPr/>
          <p:nvPr/>
        </p:nvSpPr>
        <p:spPr>
          <a:xfrm>
            <a:off x="4881920" y="3132005"/>
            <a:ext cx="1527497" cy="197289"/>
          </a:xfrm>
          <a:prstGeom prst="rect">
            <a:avLst/>
          </a:prstGeom>
          <a:noFill/>
          <a:ln w="31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모서리가 둥근 직사각형 53">
            <a:extLst>
              <a:ext uri="{FF2B5EF4-FFF2-40B4-BE49-F238E27FC236}">
                <a16:creationId xmlns:a16="http://schemas.microsoft.com/office/drawing/2014/main" id="{CD297E30-ACAD-C16F-291F-69F47E1347D0}"/>
              </a:ext>
            </a:extLst>
          </p:cNvPr>
          <p:cNvSpPr/>
          <p:nvPr/>
        </p:nvSpPr>
        <p:spPr>
          <a:xfrm>
            <a:off x="6194404" y="302052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" name="모서리가 둥근 직사각형 53">
            <a:extLst>
              <a:ext uri="{FF2B5EF4-FFF2-40B4-BE49-F238E27FC236}">
                <a16:creationId xmlns:a16="http://schemas.microsoft.com/office/drawing/2014/main" id="{18985557-96CC-638C-3114-B47C9DA09455}"/>
              </a:ext>
            </a:extLst>
          </p:cNvPr>
          <p:cNvSpPr/>
          <p:nvPr/>
        </p:nvSpPr>
        <p:spPr>
          <a:xfrm>
            <a:off x="5305774" y="163746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455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06DC89-9B08-8129-3B09-2DDA6444AA49}"/>
              </a:ext>
            </a:extLst>
          </p:cNvPr>
          <p:cNvSpPr txBox="1"/>
          <p:nvPr/>
        </p:nvSpPr>
        <p:spPr>
          <a:xfrm>
            <a:off x="1307907" y="78285"/>
            <a:ext cx="1340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_PC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미리보기 팝업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90E2E9D-BFC2-74E9-CE5A-044C15D07460}"/>
              </a:ext>
            </a:extLst>
          </p:cNvPr>
          <p:cNvGrpSpPr/>
          <p:nvPr/>
        </p:nvGrpSpPr>
        <p:grpSpPr>
          <a:xfrm>
            <a:off x="2448521" y="1319706"/>
            <a:ext cx="5391077" cy="4201126"/>
            <a:chOff x="2808561" y="1483740"/>
            <a:chExt cx="5391077" cy="420112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F3348DD-EC40-115F-F155-C7B841BD67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-92" b="93538"/>
            <a:stretch>
              <a:fillRect/>
            </a:stretch>
          </p:blipFill>
          <p:spPr>
            <a:xfrm>
              <a:off x="2808561" y="1483740"/>
              <a:ext cx="5391077" cy="216024"/>
            </a:xfrm>
            <a:prstGeom prst="rect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B53F9A4-DE30-23A2-6CB6-FDCF4EDFC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6623" t="37013" r="24568" b="22609"/>
            <a:stretch>
              <a:fillRect/>
            </a:stretch>
          </p:blipFill>
          <p:spPr>
            <a:xfrm>
              <a:off x="2808561" y="1764085"/>
              <a:ext cx="5391076" cy="3920781"/>
            </a:xfrm>
            <a:prstGeom prst="rect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2B8A2DD-3344-576F-3F1A-A890EB2B5338}"/>
              </a:ext>
            </a:extLst>
          </p:cNvPr>
          <p:cNvSpPr txBox="1"/>
          <p:nvPr/>
        </p:nvSpPr>
        <p:spPr>
          <a:xfrm>
            <a:off x="1302717" y="330494"/>
            <a:ext cx="15856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시스템관리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팝업 관리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290B296-2B42-AF94-8567-5FB0CA1E7390}"/>
              </a:ext>
            </a:extLst>
          </p:cNvPr>
          <p:cNvSpPr/>
          <p:nvPr/>
        </p:nvSpPr>
        <p:spPr>
          <a:xfrm>
            <a:off x="7921129" y="58428"/>
            <a:ext cx="117564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CH-A-SY-05-01-05p</a:t>
            </a:r>
            <a:endParaRPr lang="ko-KR" altLang="en-US" sz="1000" spc="-8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8F140D-FDF1-ABE7-EB00-8342AA43C19E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EF1347-BBE4-B484-FD3E-45BA5C73F8C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2" name="Group 59">
            <a:extLst>
              <a:ext uri="{FF2B5EF4-FFF2-40B4-BE49-F238E27FC236}">
                <a16:creationId xmlns:a16="http://schemas.microsoft.com/office/drawing/2014/main" id="{39F31778-0104-5B0F-F383-217188421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084926"/>
              </p:ext>
            </p:extLst>
          </p:nvPr>
        </p:nvGraphicFramePr>
        <p:xfrm>
          <a:off x="10086305" y="636529"/>
          <a:ext cx="2850436" cy="93376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미리보기 시스템 팝업으로 제공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150" baseline="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939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kern="0" spc="-150" baseline="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339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290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F1CECBD-0EDA-C422-8A02-76AC293A7E66}"/>
              </a:ext>
            </a:extLst>
          </p:cNvPr>
          <p:cNvGrpSpPr/>
          <p:nvPr/>
        </p:nvGrpSpPr>
        <p:grpSpPr>
          <a:xfrm>
            <a:off x="2448521" y="1319706"/>
            <a:ext cx="5391077" cy="4201126"/>
            <a:chOff x="2808561" y="1483740"/>
            <a:chExt cx="5391077" cy="420112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206D8A7-758F-9B52-873B-EE5698FC3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-92" b="93538"/>
            <a:stretch>
              <a:fillRect/>
            </a:stretch>
          </p:blipFill>
          <p:spPr>
            <a:xfrm>
              <a:off x="2808561" y="1483740"/>
              <a:ext cx="5391077" cy="216024"/>
            </a:xfrm>
            <a:prstGeom prst="rect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60E7B86-5C41-0B27-56CA-0979BE7B0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6623" t="37013" r="24568" b="22609"/>
            <a:stretch>
              <a:fillRect/>
            </a:stretch>
          </p:blipFill>
          <p:spPr>
            <a:xfrm>
              <a:off x="2808561" y="1764085"/>
              <a:ext cx="5391076" cy="3920781"/>
            </a:xfrm>
            <a:prstGeom prst="rect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5B6D579-2D8C-B83D-D2EB-087B9288372D}"/>
              </a:ext>
            </a:extLst>
          </p:cNvPr>
          <p:cNvSpPr txBox="1"/>
          <p:nvPr/>
        </p:nvSpPr>
        <p:spPr>
          <a:xfrm>
            <a:off x="1307907" y="78285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_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모바일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미리보기 팝업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40068B-FDD3-8C3D-B9A4-B760B099340F}"/>
              </a:ext>
            </a:extLst>
          </p:cNvPr>
          <p:cNvSpPr txBox="1"/>
          <p:nvPr/>
        </p:nvSpPr>
        <p:spPr>
          <a:xfrm>
            <a:off x="1302717" y="330494"/>
            <a:ext cx="15856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시스템관리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팝업 관리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906CF9B-7178-952C-7115-250EB2C97584}"/>
              </a:ext>
            </a:extLst>
          </p:cNvPr>
          <p:cNvSpPr/>
          <p:nvPr/>
        </p:nvSpPr>
        <p:spPr>
          <a:xfrm>
            <a:off x="7921129" y="58428"/>
            <a:ext cx="117564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CH-A-SY-05-01-06p</a:t>
            </a:r>
            <a:endParaRPr lang="ko-KR" altLang="en-US" sz="1000" spc="-8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630AB1-20F0-5074-B859-1C68ED614327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16E2A1-2652-8F6F-4BB6-B03DF0FC7A4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3" name="Group 59">
            <a:extLst>
              <a:ext uri="{FF2B5EF4-FFF2-40B4-BE49-F238E27FC236}">
                <a16:creationId xmlns:a16="http://schemas.microsoft.com/office/drawing/2014/main" id="{4698500A-1998-91D7-3096-62D7CC492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317526"/>
              </p:ext>
            </p:extLst>
          </p:nvPr>
        </p:nvGraphicFramePr>
        <p:xfrm>
          <a:off x="10086305" y="636529"/>
          <a:ext cx="2850436" cy="93376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모바일 미리보기 시스템 팝업으로 제공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150" baseline="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939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kern="0" spc="-150" baseline="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339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43598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DA27-A5AB-7E36-CBB5-3CAA4A8BF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795250-D9B3-0062-61C5-3EF7DE0C44AF}"/>
              </a:ext>
            </a:extLst>
          </p:cNvPr>
          <p:cNvSpPr txBox="1"/>
          <p:nvPr/>
        </p:nvSpPr>
        <p:spPr>
          <a:xfrm>
            <a:off x="3960888" y="2628181"/>
            <a:ext cx="517641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b="1" i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메인팝업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관리 목록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파트너시스템 탭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500" b="1" i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635C39-604A-1E7A-7E2E-EAEAEE2B9EC2}"/>
              </a:ext>
            </a:extLst>
          </p:cNvPr>
          <p:cNvSpPr txBox="1"/>
          <p:nvPr/>
        </p:nvSpPr>
        <p:spPr>
          <a:xfrm>
            <a:off x="720329" y="4140349"/>
            <a:ext cx="6481118" cy="27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메인 팝업의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가지 유형에 대하여 관리한다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공지사항 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56453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1212E-0392-21C0-3E18-C12AED64C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FDB411-3671-D0C9-AEF0-A20CB8CD7B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5" t="201" r="-874" b="73172"/>
          <a:stretch>
            <a:fillRect/>
          </a:stretch>
        </p:blipFill>
        <p:spPr>
          <a:xfrm>
            <a:off x="383280" y="673166"/>
            <a:ext cx="7992889" cy="7931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AFACC3-1EDC-B5F3-622A-DF53DDB112D0}"/>
              </a:ext>
            </a:extLst>
          </p:cNvPr>
          <p:cNvSpPr txBox="1"/>
          <p:nvPr/>
        </p:nvSpPr>
        <p:spPr>
          <a:xfrm>
            <a:off x="1307907" y="78285"/>
            <a:ext cx="14959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팝업 관리 목록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파트너 탭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68DA67-4C87-741D-AEF6-C0D3F4D9532B}"/>
              </a:ext>
            </a:extLst>
          </p:cNvPr>
          <p:cNvSpPr txBox="1"/>
          <p:nvPr/>
        </p:nvSpPr>
        <p:spPr>
          <a:xfrm>
            <a:off x="1302717" y="330494"/>
            <a:ext cx="15856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관리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3E9DC7-8935-9794-2C12-85AC02CDC318}"/>
              </a:ext>
            </a:extLst>
          </p:cNvPr>
          <p:cNvSpPr/>
          <p:nvPr/>
        </p:nvSpPr>
        <p:spPr>
          <a:xfrm>
            <a:off x="7921129" y="58428"/>
            <a:ext cx="110895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CH-A-SY-05-01-07</a:t>
            </a:r>
            <a:endParaRPr lang="ko-KR" altLang="en-US" sz="1000" spc="-8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E0F692-A3D8-5AA9-686F-67475FE0F38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2F7F85-E055-585B-4510-C195D7F5C4BC}"/>
              </a:ext>
            </a:extLst>
          </p:cNvPr>
          <p:cNvSpPr txBox="1"/>
          <p:nvPr/>
        </p:nvSpPr>
        <p:spPr>
          <a:xfrm>
            <a:off x="332940" y="1392519"/>
            <a:ext cx="9765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관리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000FECF-5899-1FF4-7FD5-29D80C3AE05D}"/>
              </a:ext>
            </a:extLst>
          </p:cNvPr>
          <p:cNvCxnSpPr/>
          <p:nvPr/>
        </p:nvCxnSpPr>
        <p:spPr>
          <a:xfrm>
            <a:off x="447557" y="1654889"/>
            <a:ext cx="900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76FFD50-680E-BD31-900E-0286E08DC4F1}"/>
              </a:ext>
            </a:extLst>
          </p:cNvPr>
          <p:cNvGrpSpPr/>
          <p:nvPr/>
        </p:nvGrpSpPr>
        <p:grpSpPr>
          <a:xfrm>
            <a:off x="8418028" y="1439935"/>
            <a:ext cx="930186" cy="200055"/>
            <a:chOff x="6709530" y="3016995"/>
            <a:chExt cx="930186" cy="200055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2ED2EB1-1258-96DD-05A7-59017EAB8BE9}"/>
                </a:ext>
              </a:extLst>
            </p:cNvPr>
            <p:cNvSpPr/>
            <p:nvPr/>
          </p:nvSpPr>
          <p:spPr>
            <a:xfrm>
              <a:off x="6751331" y="3016995"/>
              <a:ext cx="888385" cy="20005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ko-KR" altLang="en-US" sz="700" spc="-150" dirty="0">
                  <a:latin typeface="+mn-ea"/>
                </a:rPr>
                <a:t>시스템관리 </a:t>
              </a:r>
              <a:r>
                <a:rPr lang="en-US" altLang="ko-KR" sz="700" spc="-150" dirty="0">
                  <a:latin typeface="+mn-ea"/>
                </a:rPr>
                <a:t>&gt; </a:t>
              </a:r>
              <a:r>
                <a:rPr lang="ko-KR" altLang="en-US" sz="700" spc="-150" dirty="0">
                  <a:latin typeface="+mn-ea"/>
                </a:rPr>
                <a:t>팝업관리</a:t>
              </a:r>
            </a:p>
          </p:txBody>
        </p:sp>
        <p:sp>
          <p:nvSpPr>
            <p:cNvPr id="18" name="Home">
              <a:extLst>
                <a:ext uri="{FF2B5EF4-FFF2-40B4-BE49-F238E27FC236}">
                  <a16:creationId xmlns:a16="http://schemas.microsoft.com/office/drawing/2014/main" id="{E0217235-00E5-67F2-18D2-59E530FC0AF9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6709530" y="3072723"/>
              <a:ext cx="89656" cy="97128"/>
            </a:xfrm>
            <a:custGeom>
              <a:avLst/>
              <a:gdLst>
                <a:gd name="T0" fmla="*/ 211186 w 396"/>
                <a:gd name="T1" fmla="*/ 0 h 340"/>
                <a:gd name="T2" fmla="*/ 202890 w 396"/>
                <a:gd name="T3" fmla="*/ 8224 h 340"/>
                <a:gd name="T4" fmla="*/ 202890 w 396"/>
                <a:gd name="T5" fmla="*/ 38128 h 340"/>
                <a:gd name="T6" fmla="*/ 156127 w 396"/>
                <a:gd name="T7" fmla="*/ 2243 h 340"/>
                <a:gd name="T8" fmla="*/ 150093 w 396"/>
                <a:gd name="T9" fmla="*/ 0 h 340"/>
                <a:gd name="T10" fmla="*/ 143305 w 396"/>
                <a:gd name="T11" fmla="*/ 2243 h 340"/>
                <a:gd name="T12" fmla="*/ 4525 w 396"/>
                <a:gd name="T13" fmla="*/ 106159 h 340"/>
                <a:gd name="T14" fmla="*/ 754 w 396"/>
                <a:gd name="T15" fmla="*/ 112888 h 340"/>
                <a:gd name="T16" fmla="*/ 2263 w 396"/>
                <a:gd name="T17" fmla="*/ 121111 h 340"/>
                <a:gd name="T18" fmla="*/ 9805 w 396"/>
                <a:gd name="T19" fmla="*/ 124849 h 340"/>
                <a:gd name="T20" fmla="*/ 17347 w 396"/>
                <a:gd name="T21" fmla="*/ 122606 h 340"/>
                <a:gd name="T22" fmla="*/ 39220 w 396"/>
                <a:gd name="T23" fmla="*/ 106159 h 340"/>
                <a:gd name="T24" fmla="*/ 39220 w 396"/>
                <a:gd name="T25" fmla="*/ 247456 h 340"/>
                <a:gd name="T26" fmla="*/ 41483 w 396"/>
                <a:gd name="T27" fmla="*/ 251941 h 340"/>
                <a:gd name="T28" fmla="*/ 46008 w 396"/>
                <a:gd name="T29" fmla="*/ 254184 h 340"/>
                <a:gd name="T30" fmla="*/ 253424 w 396"/>
                <a:gd name="T31" fmla="*/ 254184 h 340"/>
                <a:gd name="T32" fmla="*/ 257949 w 396"/>
                <a:gd name="T33" fmla="*/ 251941 h 340"/>
                <a:gd name="T34" fmla="*/ 260212 w 396"/>
                <a:gd name="T35" fmla="*/ 247456 h 340"/>
                <a:gd name="T36" fmla="*/ 260212 w 396"/>
                <a:gd name="T37" fmla="*/ 106907 h 340"/>
                <a:gd name="T38" fmla="*/ 281331 w 396"/>
                <a:gd name="T39" fmla="*/ 122606 h 340"/>
                <a:gd name="T40" fmla="*/ 288873 w 396"/>
                <a:gd name="T41" fmla="*/ 124849 h 340"/>
                <a:gd name="T42" fmla="*/ 296415 w 396"/>
                <a:gd name="T43" fmla="*/ 121111 h 340"/>
                <a:gd name="T44" fmla="*/ 297924 w 396"/>
                <a:gd name="T45" fmla="*/ 112888 h 340"/>
                <a:gd name="T46" fmla="*/ 294153 w 396"/>
                <a:gd name="T47" fmla="*/ 106159 h 340"/>
                <a:gd name="T48" fmla="*/ 240602 w 396"/>
                <a:gd name="T49" fmla="*/ 66536 h 340"/>
                <a:gd name="T50" fmla="*/ 240602 w 396"/>
                <a:gd name="T51" fmla="*/ 8224 h 340"/>
                <a:gd name="T52" fmla="*/ 232305 w 396"/>
                <a:gd name="T53" fmla="*/ 0 h 340"/>
                <a:gd name="T54" fmla="*/ 211186 w 396"/>
                <a:gd name="T55" fmla="*/ 0 h 340"/>
                <a:gd name="T56" fmla="*/ 149339 w 396"/>
                <a:gd name="T57" fmla="*/ 23923 h 340"/>
                <a:gd name="T58" fmla="*/ 247390 w 396"/>
                <a:gd name="T59" fmla="*/ 97188 h 340"/>
                <a:gd name="T60" fmla="*/ 247390 w 396"/>
                <a:gd name="T61" fmla="*/ 241475 h 340"/>
                <a:gd name="T62" fmla="*/ 191576 w 396"/>
                <a:gd name="T63" fmla="*/ 241475 h 340"/>
                <a:gd name="T64" fmla="*/ 191576 w 396"/>
                <a:gd name="T65" fmla="*/ 161482 h 340"/>
                <a:gd name="T66" fmla="*/ 174229 w 396"/>
                <a:gd name="T67" fmla="*/ 144287 h 340"/>
                <a:gd name="T68" fmla="*/ 118415 w 396"/>
                <a:gd name="T69" fmla="*/ 144287 h 340"/>
                <a:gd name="T70" fmla="*/ 101068 w 396"/>
                <a:gd name="T71" fmla="*/ 161482 h 340"/>
                <a:gd name="T72" fmla="*/ 101068 w 396"/>
                <a:gd name="T73" fmla="*/ 241475 h 340"/>
                <a:gd name="T74" fmla="*/ 52042 w 396"/>
                <a:gd name="T75" fmla="*/ 241475 h 340"/>
                <a:gd name="T76" fmla="*/ 52042 w 396"/>
                <a:gd name="T77" fmla="*/ 97188 h 340"/>
                <a:gd name="T78" fmla="*/ 149339 w 396"/>
                <a:gd name="T79" fmla="*/ 23923 h 340"/>
                <a:gd name="T80" fmla="*/ 118415 w 396"/>
                <a:gd name="T81" fmla="*/ 156996 h 340"/>
                <a:gd name="T82" fmla="*/ 174229 w 396"/>
                <a:gd name="T83" fmla="*/ 156996 h 340"/>
                <a:gd name="T84" fmla="*/ 178754 w 396"/>
                <a:gd name="T85" fmla="*/ 161482 h 340"/>
                <a:gd name="T86" fmla="*/ 178754 w 396"/>
                <a:gd name="T87" fmla="*/ 241475 h 340"/>
                <a:gd name="T88" fmla="*/ 113890 w 396"/>
                <a:gd name="T89" fmla="*/ 241475 h 340"/>
                <a:gd name="T90" fmla="*/ 113890 w 396"/>
                <a:gd name="T91" fmla="*/ 161482 h 340"/>
                <a:gd name="T92" fmla="*/ 118415 w 396"/>
                <a:gd name="T93" fmla="*/ 156996 h 34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396" h="340">
                  <a:moveTo>
                    <a:pt x="280" y="0"/>
                  </a:moveTo>
                  <a:cubicBezTo>
                    <a:pt x="274" y="0"/>
                    <a:pt x="269" y="5"/>
                    <a:pt x="269" y="11"/>
                  </a:cubicBezTo>
                  <a:lnTo>
                    <a:pt x="269" y="51"/>
                  </a:lnTo>
                  <a:lnTo>
                    <a:pt x="207" y="3"/>
                  </a:lnTo>
                  <a:cubicBezTo>
                    <a:pt x="205" y="2"/>
                    <a:pt x="202" y="1"/>
                    <a:pt x="199" y="0"/>
                  </a:cubicBezTo>
                  <a:cubicBezTo>
                    <a:pt x="196" y="0"/>
                    <a:pt x="193" y="1"/>
                    <a:pt x="190" y="3"/>
                  </a:cubicBezTo>
                  <a:lnTo>
                    <a:pt x="6" y="142"/>
                  </a:lnTo>
                  <a:cubicBezTo>
                    <a:pt x="3" y="144"/>
                    <a:pt x="1" y="148"/>
                    <a:pt x="1" y="151"/>
                  </a:cubicBezTo>
                  <a:cubicBezTo>
                    <a:pt x="0" y="155"/>
                    <a:pt x="1" y="159"/>
                    <a:pt x="3" y="162"/>
                  </a:cubicBezTo>
                  <a:cubicBezTo>
                    <a:pt x="6" y="165"/>
                    <a:pt x="9" y="167"/>
                    <a:pt x="13" y="167"/>
                  </a:cubicBezTo>
                  <a:cubicBezTo>
                    <a:pt x="16" y="168"/>
                    <a:pt x="20" y="167"/>
                    <a:pt x="23" y="164"/>
                  </a:cubicBezTo>
                  <a:lnTo>
                    <a:pt x="52" y="142"/>
                  </a:lnTo>
                  <a:lnTo>
                    <a:pt x="52" y="331"/>
                  </a:lnTo>
                  <a:cubicBezTo>
                    <a:pt x="52" y="333"/>
                    <a:pt x="53" y="336"/>
                    <a:pt x="55" y="337"/>
                  </a:cubicBezTo>
                  <a:cubicBezTo>
                    <a:pt x="56" y="339"/>
                    <a:pt x="58" y="340"/>
                    <a:pt x="61" y="340"/>
                  </a:cubicBezTo>
                  <a:lnTo>
                    <a:pt x="336" y="340"/>
                  </a:lnTo>
                  <a:cubicBezTo>
                    <a:pt x="339" y="340"/>
                    <a:pt x="341" y="339"/>
                    <a:pt x="342" y="337"/>
                  </a:cubicBezTo>
                  <a:cubicBezTo>
                    <a:pt x="344" y="336"/>
                    <a:pt x="345" y="333"/>
                    <a:pt x="345" y="331"/>
                  </a:cubicBezTo>
                  <a:lnTo>
                    <a:pt x="345" y="143"/>
                  </a:lnTo>
                  <a:lnTo>
                    <a:pt x="373" y="164"/>
                  </a:lnTo>
                  <a:cubicBezTo>
                    <a:pt x="376" y="167"/>
                    <a:pt x="380" y="168"/>
                    <a:pt x="383" y="167"/>
                  </a:cubicBezTo>
                  <a:cubicBezTo>
                    <a:pt x="387" y="167"/>
                    <a:pt x="390" y="165"/>
                    <a:pt x="393" y="162"/>
                  </a:cubicBezTo>
                  <a:cubicBezTo>
                    <a:pt x="395" y="159"/>
                    <a:pt x="396" y="155"/>
                    <a:pt x="395" y="151"/>
                  </a:cubicBezTo>
                  <a:cubicBezTo>
                    <a:pt x="395" y="148"/>
                    <a:pt x="393" y="144"/>
                    <a:pt x="390" y="142"/>
                  </a:cubicBezTo>
                  <a:lnTo>
                    <a:pt x="319" y="89"/>
                  </a:lnTo>
                  <a:lnTo>
                    <a:pt x="319" y="11"/>
                  </a:lnTo>
                  <a:cubicBezTo>
                    <a:pt x="319" y="5"/>
                    <a:pt x="314" y="0"/>
                    <a:pt x="308" y="0"/>
                  </a:cubicBezTo>
                  <a:lnTo>
                    <a:pt x="280" y="0"/>
                  </a:lnTo>
                  <a:close/>
                  <a:moveTo>
                    <a:pt x="198" y="32"/>
                  </a:moveTo>
                  <a:lnTo>
                    <a:pt x="328" y="130"/>
                  </a:lnTo>
                  <a:lnTo>
                    <a:pt x="328" y="323"/>
                  </a:lnTo>
                  <a:lnTo>
                    <a:pt x="254" y="323"/>
                  </a:lnTo>
                  <a:lnTo>
                    <a:pt x="254" y="216"/>
                  </a:lnTo>
                  <a:cubicBezTo>
                    <a:pt x="254" y="204"/>
                    <a:pt x="244" y="193"/>
                    <a:pt x="231" y="193"/>
                  </a:cubicBezTo>
                  <a:lnTo>
                    <a:pt x="157" y="193"/>
                  </a:lnTo>
                  <a:cubicBezTo>
                    <a:pt x="144" y="193"/>
                    <a:pt x="134" y="204"/>
                    <a:pt x="134" y="216"/>
                  </a:cubicBezTo>
                  <a:lnTo>
                    <a:pt x="134" y="323"/>
                  </a:lnTo>
                  <a:lnTo>
                    <a:pt x="69" y="323"/>
                  </a:lnTo>
                  <a:lnTo>
                    <a:pt x="69" y="130"/>
                  </a:lnTo>
                  <a:lnTo>
                    <a:pt x="198" y="32"/>
                  </a:lnTo>
                  <a:close/>
                  <a:moveTo>
                    <a:pt x="157" y="210"/>
                  </a:moveTo>
                  <a:lnTo>
                    <a:pt x="231" y="210"/>
                  </a:lnTo>
                  <a:cubicBezTo>
                    <a:pt x="234" y="210"/>
                    <a:pt x="237" y="212"/>
                    <a:pt x="237" y="216"/>
                  </a:cubicBezTo>
                  <a:lnTo>
                    <a:pt x="237" y="323"/>
                  </a:lnTo>
                  <a:lnTo>
                    <a:pt x="151" y="323"/>
                  </a:lnTo>
                  <a:lnTo>
                    <a:pt x="151" y="216"/>
                  </a:lnTo>
                  <a:cubicBezTo>
                    <a:pt x="151" y="212"/>
                    <a:pt x="153" y="210"/>
                    <a:pt x="157" y="210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="ctr"/>
            <a:lstStyle/>
            <a:p>
              <a:endParaRPr lang="ko-KR" altLang="en-US"/>
            </a:p>
          </p:txBody>
        </p:sp>
      </p:grpSp>
      <p:graphicFrame>
        <p:nvGraphicFramePr>
          <p:cNvPr id="19" name="표 25">
            <a:extLst>
              <a:ext uri="{FF2B5EF4-FFF2-40B4-BE49-F238E27FC236}">
                <a16:creationId xmlns:a16="http://schemas.microsoft.com/office/drawing/2014/main" id="{6B058845-614C-A202-9792-2DEE7F58F0ED}"/>
              </a:ext>
            </a:extLst>
          </p:cNvPr>
          <p:cNvGraphicFramePr>
            <a:graphicFrameLocks noGrp="1"/>
          </p:cNvGraphicFramePr>
          <p:nvPr/>
        </p:nvGraphicFramePr>
        <p:xfrm>
          <a:off x="438757" y="2077791"/>
          <a:ext cx="8856983" cy="5961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213">
                  <a:extLst>
                    <a:ext uri="{9D8B030D-6E8A-4147-A177-3AD203B41FA5}">
                      <a16:colId xmlns:a16="http://schemas.microsoft.com/office/drawing/2014/main" val="3260934204"/>
                    </a:ext>
                  </a:extLst>
                </a:gridCol>
                <a:gridCol w="8331770">
                  <a:extLst>
                    <a:ext uri="{9D8B030D-6E8A-4147-A177-3AD203B41FA5}">
                      <a16:colId xmlns:a16="http://schemas.microsoft.com/office/drawing/2014/main" val="4016317486"/>
                    </a:ext>
                  </a:extLst>
                </a:gridCol>
              </a:tblGrid>
              <a:tr h="2498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기간</a:t>
                      </a: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57270"/>
                  </a:ext>
                </a:extLst>
              </a:tr>
              <a:tr h="24985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spc="-150" dirty="0">
                          <a:solidFill>
                            <a:schemeClr val="tx1"/>
                          </a:solidFill>
                        </a:rPr>
                        <a:t>팝업정보</a:t>
                      </a: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900" b="1" spc="-150" dirty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36000" marB="36000" anchor="ctr"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880841"/>
                  </a:ext>
                </a:extLst>
              </a:tr>
            </a:tbl>
          </a:graphicData>
        </a:graphic>
      </p:graphicFrame>
      <p:sp>
        <p:nvSpPr>
          <p:cNvPr id="20" name="모서리가 둥근 직사각형 52">
            <a:extLst>
              <a:ext uri="{FF2B5EF4-FFF2-40B4-BE49-F238E27FC236}">
                <a16:creationId xmlns:a16="http://schemas.microsoft.com/office/drawing/2014/main" id="{329A1EDF-917A-F298-F7D2-595DC0FFD12F}"/>
              </a:ext>
            </a:extLst>
          </p:cNvPr>
          <p:cNvSpPr/>
          <p:nvPr/>
        </p:nvSpPr>
        <p:spPr>
          <a:xfrm>
            <a:off x="1637606" y="2116227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2026-07-01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0616D7D-2385-18D4-C9F0-DE818C88DB68}"/>
              </a:ext>
            </a:extLst>
          </p:cNvPr>
          <p:cNvGrpSpPr/>
          <p:nvPr/>
        </p:nvGrpSpPr>
        <p:grpSpPr>
          <a:xfrm>
            <a:off x="3234194" y="2116230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22" name="모서리가 둥근 직사각형 54">
              <a:extLst>
                <a:ext uri="{FF2B5EF4-FFF2-40B4-BE49-F238E27FC236}">
                  <a16:creationId xmlns:a16="http://schemas.microsoft.com/office/drawing/2014/main" id="{1C12175D-3BB0-1261-229F-222106879D6F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3" name="Picture 4" descr="calendar, date, event, month icon">
              <a:extLst>
                <a:ext uri="{FF2B5EF4-FFF2-40B4-BE49-F238E27FC236}">
                  <a16:creationId xmlns:a16="http://schemas.microsoft.com/office/drawing/2014/main" id="{1453B1E7-3CCF-9920-617B-EF1A77C2E2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24" name="모서리가 둥근 직사각형 56">
            <a:extLst>
              <a:ext uri="{FF2B5EF4-FFF2-40B4-BE49-F238E27FC236}">
                <a16:creationId xmlns:a16="http://schemas.microsoft.com/office/drawing/2014/main" id="{3190E98A-CB66-EFE6-E8A3-60E683FE34CF}"/>
              </a:ext>
            </a:extLst>
          </p:cNvPr>
          <p:cNvSpPr/>
          <p:nvPr/>
        </p:nvSpPr>
        <p:spPr>
          <a:xfrm>
            <a:off x="2590654" y="2116227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2026-10-31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ACE6340-76C8-4FF6-8973-B0AD7E7539F9}"/>
              </a:ext>
            </a:extLst>
          </p:cNvPr>
          <p:cNvSpPr/>
          <p:nvPr/>
        </p:nvSpPr>
        <p:spPr>
          <a:xfrm>
            <a:off x="2387589" y="2047994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모서리가 둥근 직사각형 84">
            <a:extLst>
              <a:ext uri="{FF2B5EF4-FFF2-40B4-BE49-F238E27FC236}">
                <a16:creationId xmlns:a16="http://schemas.microsoft.com/office/drawing/2014/main" id="{4027D58A-3B01-6D22-AB0C-12BB7A045018}"/>
              </a:ext>
            </a:extLst>
          </p:cNvPr>
          <p:cNvSpPr/>
          <p:nvPr/>
        </p:nvSpPr>
        <p:spPr>
          <a:xfrm>
            <a:off x="1061987" y="2115762"/>
            <a:ext cx="447014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등록일</a:t>
            </a:r>
          </a:p>
        </p:txBody>
      </p:sp>
      <p:sp>
        <p:nvSpPr>
          <p:cNvPr id="35" name="모서리가 둥근 직사각형 86">
            <a:extLst>
              <a:ext uri="{FF2B5EF4-FFF2-40B4-BE49-F238E27FC236}">
                <a16:creationId xmlns:a16="http://schemas.microsoft.com/office/drawing/2014/main" id="{7CA0A300-370A-E9A5-3183-898C7757636F}"/>
              </a:ext>
            </a:extLst>
          </p:cNvPr>
          <p:cNvSpPr/>
          <p:nvPr/>
        </p:nvSpPr>
        <p:spPr>
          <a:xfrm>
            <a:off x="1446298" y="2115762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B667367-6EDB-9B9B-8E17-2B588887CCF9}"/>
              </a:ext>
            </a:extLst>
          </p:cNvPr>
          <p:cNvGrpSpPr/>
          <p:nvPr/>
        </p:nvGrpSpPr>
        <p:grpSpPr>
          <a:xfrm>
            <a:off x="2269076" y="2115763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37" name="모서리가 둥근 직사각형 54">
              <a:extLst>
                <a:ext uri="{FF2B5EF4-FFF2-40B4-BE49-F238E27FC236}">
                  <a16:creationId xmlns:a16="http://schemas.microsoft.com/office/drawing/2014/main" id="{251DACE4-04DA-251B-1569-43AD801A6C11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8" name="Picture 4" descr="calendar, date, event, month icon">
              <a:extLst>
                <a:ext uri="{FF2B5EF4-FFF2-40B4-BE49-F238E27FC236}">
                  <a16:creationId xmlns:a16="http://schemas.microsoft.com/office/drawing/2014/main" id="{9DD976C3-3754-2CA5-FB8C-1754E8AE42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AFE88FC-442A-78D8-7FCD-11D8B0B2F3BA}"/>
              </a:ext>
            </a:extLst>
          </p:cNvPr>
          <p:cNvSpPr/>
          <p:nvPr/>
        </p:nvSpPr>
        <p:spPr>
          <a:xfrm>
            <a:off x="3431834" y="2109487"/>
            <a:ext cx="377524" cy="165481"/>
          </a:xfrm>
          <a:prstGeom prst="rect">
            <a:avLst/>
          </a:prstGeom>
          <a:solidFill>
            <a:srgbClr val="234DD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8F6BE83-2B20-6ABB-C2B0-BEB445100125}"/>
              </a:ext>
            </a:extLst>
          </p:cNvPr>
          <p:cNvSpPr/>
          <p:nvPr/>
        </p:nvSpPr>
        <p:spPr>
          <a:xfrm>
            <a:off x="3831785" y="2109487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1B812EA-45BC-6F07-1A4F-EBF7E0FE8667}"/>
              </a:ext>
            </a:extLst>
          </p:cNvPr>
          <p:cNvSpPr/>
          <p:nvPr/>
        </p:nvSpPr>
        <p:spPr>
          <a:xfrm>
            <a:off x="4236823" y="2109487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94" name="모서리가 둥근 직사각형 84">
            <a:extLst>
              <a:ext uri="{FF2B5EF4-FFF2-40B4-BE49-F238E27FC236}">
                <a16:creationId xmlns:a16="http://schemas.microsoft.com/office/drawing/2014/main" id="{B627BFAB-95F5-44AE-717E-8107FC70E9DE}"/>
              </a:ext>
            </a:extLst>
          </p:cNvPr>
          <p:cNvSpPr/>
          <p:nvPr/>
        </p:nvSpPr>
        <p:spPr>
          <a:xfrm>
            <a:off x="1067701" y="2430392"/>
            <a:ext cx="2919081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팝업 명</a:t>
            </a:r>
          </a:p>
        </p:txBody>
      </p:sp>
      <p:sp>
        <p:nvSpPr>
          <p:cNvPr id="120" name="모서리가 둥근 직사각형 86">
            <a:extLst>
              <a:ext uri="{FF2B5EF4-FFF2-40B4-BE49-F238E27FC236}">
                <a16:creationId xmlns:a16="http://schemas.microsoft.com/office/drawing/2014/main" id="{2D2ECF88-6796-BC55-9F69-06B6EF518036}"/>
              </a:ext>
            </a:extLst>
          </p:cNvPr>
          <p:cNvSpPr/>
          <p:nvPr/>
        </p:nvSpPr>
        <p:spPr>
          <a:xfrm>
            <a:off x="3968402" y="2428421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graphicFrame>
        <p:nvGraphicFramePr>
          <p:cNvPr id="122" name="표 121">
            <a:extLst>
              <a:ext uri="{FF2B5EF4-FFF2-40B4-BE49-F238E27FC236}">
                <a16:creationId xmlns:a16="http://schemas.microsoft.com/office/drawing/2014/main" id="{4A0D09AE-CF6E-D7CA-45E5-665506B52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626573"/>
              </p:ext>
            </p:extLst>
          </p:nvPr>
        </p:nvGraphicFramePr>
        <p:xfrm>
          <a:off x="418804" y="3019065"/>
          <a:ext cx="8852063" cy="24947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052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5503820">
                  <a:extLst>
                    <a:ext uri="{9D8B030D-6E8A-4147-A177-3AD203B41FA5}">
                      <a16:colId xmlns:a16="http://schemas.microsoft.com/office/drawing/2014/main" val="3610505422"/>
                    </a:ext>
                  </a:extLst>
                </a:gridCol>
                <a:gridCol w="1524135">
                  <a:extLst>
                    <a:ext uri="{9D8B030D-6E8A-4147-A177-3AD203B41FA5}">
                      <a16:colId xmlns:a16="http://schemas.microsoft.com/office/drawing/2014/main" val="3305715139"/>
                    </a:ext>
                  </a:extLst>
                </a:gridCol>
                <a:gridCol w="677393">
                  <a:extLst>
                    <a:ext uri="{9D8B030D-6E8A-4147-A177-3AD203B41FA5}">
                      <a16:colId xmlns:a16="http://schemas.microsoft.com/office/drawing/2014/main" val="472991490"/>
                    </a:ext>
                  </a:extLst>
                </a:gridCol>
                <a:gridCol w="769663">
                  <a:extLst>
                    <a:ext uri="{9D8B030D-6E8A-4147-A177-3AD203B41FA5}">
                      <a16:colId xmlns:a16="http://schemas.microsoft.com/office/drawing/2014/main" val="2209694919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팝업 명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게시 기간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등록일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333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판매 업체 전체 공지 안내 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123</a:t>
                      </a:r>
                      <a:endParaRPr lang="ko-KR" altLang="en-US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2026-08-19~2026-08-30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예약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2026-07-31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74495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332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판매 업체 전체 공지 안내 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123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2026-08-01~2026-08-07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게시중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2026-07-30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813446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331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판매 업체 전체 공지 안내 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123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2026-08-03~2026-08-30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게시중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2026-07-22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1831092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330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판매 업체 전체 공지 안내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123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2026-08-03~2026-08-30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게시중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2026-07-22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189669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329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판매 업체 전체 공지 안내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1234567..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길어지면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….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처리합니다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2026-08-03~2026-08-30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게시중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2026-07-20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066104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328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판매 업체 전체 공지 안내 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123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2026-07-03~2026-07-30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미사용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2026-07-20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4683518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327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판매 업체 전체 공지 안내 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123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2026-07-03~2026-07-30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종료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2026-07-20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364901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326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판매 업체 전체 공지 안내 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123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2026-05-03~2026-05-30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종료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2026-07-17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771993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325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판매 업체 전체 공지 안내 </a:t>
                      </a: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123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2026-05-03~2026-05-30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종료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2026-07-15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881757"/>
                  </a:ext>
                </a:extLst>
              </a:tr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324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판매 업체 전체 공지 안내 </a:t>
                      </a: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123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2026-05-03~2026-05-30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종료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2026-07-14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4295379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ADA7324C-0B7A-7320-EA81-03A39425226E}"/>
              </a:ext>
            </a:extLst>
          </p:cNvPr>
          <p:cNvSpPr txBox="1"/>
          <p:nvPr/>
        </p:nvSpPr>
        <p:spPr>
          <a:xfrm>
            <a:off x="3744665" y="5724525"/>
            <a:ext cx="194925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&lt;&lt;</a:t>
            </a:r>
            <a:r>
              <a:rPr lang="en-US" altLang="ko-KR" sz="7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&lt;  </a:t>
            </a:r>
            <a:r>
              <a:rPr lang="en-US" altLang="ko-KR" sz="7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  3   4   5   6   7   8   9   10  &gt; </a:t>
            </a:r>
            <a:r>
              <a:rPr lang="en-US" altLang="ko-KR" sz="7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&gt;&gt; </a:t>
            </a: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24075870-5E06-461E-7E10-16A048BDAB8C}"/>
              </a:ext>
            </a:extLst>
          </p:cNvPr>
          <p:cNvGraphicFramePr>
            <a:graphicFrameLocks noGrp="1"/>
          </p:cNvGraphicFramePr>
          <p:nvPr/>
        </p:nvGraphicFramePr>
        <p:xfrm>
          <a:off x="392886" y="6135867"/>
          <a:ext cx="8896395" cy="707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6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969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검색 결과가 없습니다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데이터가 없습니다</a:t>
                      </a:r>
                      <a:r>
                        <a:rPr lang="en-US" altLang="ko-KR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91189"/>
                  </a:ext>
                </a:extLst>
              </a:tr>
            </a:tbl>
          </a:graphicData>
        </a:graphic>
      </p:graphicFrame>
      <p:sp>
        <p:nvSpPr>
          <p:cNvPr id="34" name="모서리가 둥근 직사각형 84">
            <a:extLst>
              <a:ext uri="{FF2B5EF4-FFF2-40B4-BE49-F238E27FC236}">
                <a16:creationId xmlns:a16="http://schemas.microsoft.com/office/drawing/2014/main" id="{7B123E44-FEF6-DA70-C948-A2753A1818CC}"/>
              </a:ext>
            </a:extLst>
          </p:cNvPr>
          <p:cNvSpPr/>
          <p:nvPr/>
        </p:nvSpPr>
        <p:spPr>
          <a:xfrm>
            <a:off x="418804" y="5562892"/>
            <a:ext cx="1032383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41" name="모서리가 둥근 직사각형 86">
            <a:extLst>
              <a:ext uri="{FF2B5EF4-FFF2-40B4-BE49-F238E27FC236}">
                <a16:creationId xmlns:a16="http://schemas.microsoft.com/office/drawing/2014/main" id="{C53FAE7A-A6F9-0438-9065-60B3249B4414}"/>
              </a:ext>
            </a:extLst>
          </p:cNvPr>
          <p:cNvSpPr/>
          <p:nvPr/>
        </p:nvSpPr>
        <p:spPr>
          <a:xfrm>
            <a:off x="1451188" y="5562892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6882B9-0C55-9901-FBD6-22425268B040}"/>
              </a:ext>
            </a:extLst>
          </p:cNvPr>
          <p:cNvSpPr txBox="1"/>
          <p:nvPr/>
        </p:nvSpPr>
        <p:spPr>
          <a:xfrm>
            <a:off x="309085" y="2788529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</a:t>
            </a:r>
            <a:r>
              <a:rPr lang="en-US" altLang="ko-KR" sz="9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4A49683-A7D5-A9B5-6456-F14D3AA0D037}"/>
              </a:ext>
            </a:extLst>
          </p:cNvPr>
          <p:cNvSpPr/>
          <p:nvPr/>
        </p:nvSpPr>
        <p:spPr>
          <a:xfrm>
            <a:off x="8692017" y="2758337"/>
            <a:ext cx="592716" cy="19751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750DD3-3092-5D83-2494-A5220D25205D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모서리가 둥근 직사각형 84">
            <a:extLst>
              <a:ext uri="{FF2B5EF4-FFF2-40B4-BE49-F238E27FC236}">
                <a16:creationId xmlns:a16="http://schemas.microsoft.com/office/drawing/2014/main" id="{6CD9CC10-264F-9B96-B1FA-3246B497251F}"/>
              </a:ext>
            </a:extLst>
          </p:cNvPr>
          <p:cNvSpPr/>
          <p:nvPr/>
        </p:nvSpPr>
        <p:spPr>
          <a:xfrm>
            <a:off x="4177224" y="2428421"/>
            <a:ext cx="1280106" cy="15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상태</a:t>
            </a:r>
          </a:p>
        </p:txBody>
      </p:sp>
      <p:sp>
        <p:nvSpPr>
          <p:cNvPr id="12" name="모서리가 둥근 직사각형 86">
            <a:extLst>
              <a:ext uri="{FF2B5EF4-FFF2-40B4-BE49-F238E27FC236}">
                <a16:creationId xmlns:a16="http://schemas.microsoft.com/office/drawing/2014/main" id="{DA5F8D4C-92AB-755F-B1EA-C59253E01299}"/>
              </a:ext>
            </a:extLst>
          </p:cNvPr>
          <p:cNvSpPr/>
          <p:nvPr/>
        </p:nvSpPr>
        <p:spPr>
          <a:xfrm>
            <a:off x="5454921" y="2428421"/>
            <a:ext cx="153239" cy="15608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07F8237-88EC-7949-BB18-855EE4264183}"/>
              </a:ext>
            </a:extLst>
          </p:cNvPr>
          <p:cNvSpPr/>
          <p:nvPr/>
        </p:nvSpPr>
        <p:spPr>
          <a:xfrm>
            <a:off x="8692018" y="2373988"/>
            <a:ext cx="583338" cy="23647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</a:p>
        </p:txBody>
      </p:sp>
      <p:graphicFrame>
        <p:nvGraphicFramePr>
          <p:cNvPr id="65" name="Group 59">
            <a:extLst>
              <a:ext uri="{FF2B5EF4-FFF2-40B4-BE49-F238E27FC236}">
                <a16:creationId xmlns:a16="http://schemas.microsoft.com/office/drawing/2014/main" id="{AF154798-3D61-89C7-A4FB-C9808010C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642427"/>
              </p:ext>
            </p:extLst>
          </p:nvPr>
        </p:nvGraphicFramePr>
        <p:xfrm>
          <a:off x="10086305" y="636529"/>
          <a:ext cx="2850436" cy="197008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메인팝업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관리 대상 탭 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국민행복몰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디폴트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파트너 시스템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 시</a:t>
                      </a:r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하단에 관련 데이터 출력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등록 버튼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파트너 시스템 메인 공지 팝업</a:t>
                      </a:r>
                      <a:r>
                        <a:rPr lang="ko-KR" altLang="en-US" sz="80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 panose="020B0503020000020004" pitchFamily="50" charset="-127"/>
                        </a:rPr>
                        <a:t> 정보 등록 화면으로 이동</a:t>
                      </a: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044215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sng" kern="0" spc="-1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팝업명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데이터 출력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상세 조회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수정 화면 이동</a:t>
                      </a:r>
                      <a:r>
                        <a:rPr lang="en-US" altLang="ko-KR" sz="800" b="0" u="none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234DD3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93971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502C26-5356-6B80-98AF-9D6AE7ABE116}"/>
              </a:ext>
            </a:extLst>
          </p:cNvPr>
          <p:cNvSpPr/>
          <p:nvPr/>
        </p:nvSpPr>
        <p:spPr>
          <a:xfrm>
            <a:off x="5792139" y="741969"/>
            <a:ext cx="2505694" cy="298831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00411427-9183-5F84-8CC0-77BAB951B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096484"/>
              </p:ext>
            </p:extLst>
          </p:nvPr>
        </p:nvGraphicFramePr>
        <p:xfrm>
          <a:off x="447555" y="1764008"/>
          <a:ext cx="2294084" cy="217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7042">
                  <a:extLst>
                    <a:ext uri="{9D8B030D-6E8A-4147-A177-3AD203B41FA5}">
                      <a16:colId xmlns:a16="http://schemas.microsoft.com/office/drawing/2014/main" val="4074462795"/>
                    </a:ext>
                  </a:extLst>
                </a:gridCol>
                <a:gridCol w="1147042">
                  <a:extLst>
                    <a:ext uri="{9D8B030D-6E8A-4147-A177-3AD203B41FA5}">
                      <a16:colId xmlns:a16="http://schemas.microsoft.com/office/drawing/2014/main" val="3277206436"/>
                    </a:ext>
                  </a:extLst>
                </a:gridCol>
              </a:tblGrid>
              <a:tr h="2176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국민행복몰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spc="-150" dirty="0">
                          <a:solidFill>
                            <a:schemeClr val="bg1"/>
                          </a:solidFill>
                        </a:rPr>
                        <a:t>파트너 시스템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47639"/>
                  </a:ext>
                </a:extLst>
              </a:tr>
            </a:tbl>
          </a:graphicData>
        </a:graphic>
      </p:graphicFrame>
      <p:graphicFrame>
        <p:nvGraphicFramePr>
          <p:cNvPr id="125" name="표 124">
            <a:extLst>
              <a:ext uri="{FF2B5EF4-FFF2-40B4-BE49-F238E27FC236}">
                <a16:creationId xmlns:a16="http://schemas.microsoft.com/office/drawing/2014/main" id="{D8BDDE7D-6754-D2DF-8F3B-5DFC0DB35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531540"/>
              </p:ext>
            </p:extLst>
          </p:nvPr>
        </p:nvGraphicFramePr>
        <p:xfrm>
          <a:off x="393931" y="5899669"/>
          <a:ext cx="8876936" cy="2267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8112">
                  <a:extLst>
                    <a:ext uri="{9D8B030D-6E8A-4147-A177-3AD203B41FA5}">
                      <a16:colId xmlns:a16="http://schemas.microsoft.com/office/drawing/2014/main" val="940458132"/>
                    </a:ext>
                  </a:extLst>
                </a:gridCol>
                <a:gridCol w="5519285">
                  <a:extLst>
                    <a:ext uri="{9D8B030D-6E8A-4147-A177-3AD203B41FA5}">
                      <a16:colId xmlns:a16="http://schemas.microsoft.com/office/drawing/2014/main" val="3610505422"/>
                    </a:ext>
                  </a:extLst>
                </a:gridCol>
                <a:gridCol w="1528417">
                  <a:extLst>
                    <a:ext uri="{9D8B030D-6E8A-4147-A177-3AD203B41FA5}">
                      <a16:colId xmlns:a16="http://schemas.microsoft.com/office/drawing/2014/main" val="3305715139"/>
                    </a:ext>
                  </a:extLst>
                </a:gridCol>
                <a:gridCol w="679297">
                  <a:extLst>
                    <a:ext uri="{9D8B030D-6E8A-4147-A177-3AD203B41FA5}">
                      <a16:colId xmlns:a16="http://schemas.microsoft.com/office/drawing/2014/main" val="472991490"/>
                    </a:ext>
                  </a:extLst>
                </a:gridCol>
                <a:gridCol w="771825">
                  <a:extLst>
                    <a:ext uri="{9D8B030D-6E8A-4147-A177-3AD203B41FA5}">
                      <a16:colId xmlns:a16="http://schemas.microsoft.com/office/drawing/2014/main" val="2209694919"/>
                    </a:ext>
                  </a:extLst>
                </a:gridCol>
              </a:tblGrid>
              <a:tr h="226796">
                <a:tc>
                  <a:txBody>
                    <a:bodyPr/>
                    <a:lstStyle/>
                    <a:p>
                      <a:pPr marL="0" marR="0" lvl="0" indent="0" algn="ctr" defTabSz="1196401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팝업 명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게시 기간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상태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등록일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774029"/>
                  </a:ext>
                </a:extLst>
              </a:tr>
            </a:tbl>
          </a:graphicData>
        </a:graphic>
      </p:graphicFrame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CBB860E9-7744-7185-C51B-ED4354D4C656}"/>
              </a:ext>
            </a:extLst>
          </p:cNvPr>
          <p:cNvSpPr/>
          <p:nvPr/>
        </p:nvSpPr>
        <p:spPr>
          <a:xfrm>
            <a:off x="2482108" y="16541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0" name="모서리가 둥근 직사각형 114">
            <a:extLst>
              <a:ext uri="{FF2B5EF4-FFF2-40B4-BE49-F238E27FC236}">
                <a16:creationId xmlns:a16="http://schemas.microsoft.com/office/drawing/2014/main" id="{9673256F-6915-1F44-C0FF-2A8E6E73D068}"/>
              </a:ext>
            </a:extLst>
          </p:cNvPr>
          <p:cNvSpPr/>
          <p:nvPr/>
        </p:nvSpPr>
        <p:spPr>
          <a:xfrm>
            <a:off x="9148876" y="272348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8" name="모서리가 둥근 직사각형 114">
            <a:extLst>
              <a:ext uri="{FF2B5EF4-FFF2-40B4-BE49-F238E27FC236}">
                <a16:creationId xmlns:a16="http://schemas.microsoft.com/office/drawing/2014/main" id="{EF1008F9-7AE9-E3B2-5BA1-D3BF0B970D98}"/>
              </a:ext>
            </a:extLst>
          </p:cNvPr>
          <p:cNvSpPr/>
          <p:nvPr/>
        </p:nvSpPr>
        <p:spPr>
          <a:xfrm>
            <a:off x="2029827" y="327625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9255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DD66E-F2C6-90FE-8F35-EF9839821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4B26DA-2657-A7E3-C069-5CD5039F6A09}"/>
              </a:ext>
            </a:extLst>
          </p:cNvPr>
          <p:cNvSpPr txBox="1"/>
          <p:nvPr/>
        </p:nvSpPr>
        <p:spPr>
          <a:xfrm>
            <a:off x="3498421" y="2700189"/>
            <a:ext cx="596509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정보 등록 화면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파트너시스템 탭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500" b="1" i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57437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874EB-AC99-51D4-8681-103E7F87B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BC4AF5E5-BDDB-5370-BA65-0DA640A6F8B3}"/>
              </a:ext>
            </a:extLst>
          </p:cNvPr>
          <p:cNvSpPr txBox="1"/>
          <p:nvPr/>
        </p:nvSpPr>
        <p:spPr>
          <a:xfrm>
            <a:off x="144265" y="971997"/>
            <a:ext cx="1326820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정보</a:t>
            </a:r>
            <a:endParaRPr lang="ko-KR" altLang="en-US" sz="1200" b="1" spc="-150" dirty="0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C2B29997-3EF4-54C6-F1D9-CD6C53A1CEC8}"/>
              </a:ext>
            </a:extLst>
          </p:cNvPr>
          <p:cNvCxnSpPr/>
          <p:nvPr/>
        </p:nvCxnSpPr>
        <p:spPr>
          <a:xfrm>
            <a:off x="144265" y="1229366"/>
            <a:ext cx="9793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71863DDC-7F05-49F1-0179-85260D017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461960"/>
              </p:ext>
            </p:extLst>
          </p:nvPr>
        </p:nvGraphicFramePr>
        <p:xfrm>
          <a:off x="145946" y="1527938"/>
          <a:ext cx="6191007" cy="397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6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68587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984315">
                  <a:extLst>
                    <a:ext uri="{9D8B030D-6E8A-4147-A177-3AD203B41FA5}">
                      <a16:colId xmlns:a16="http://schemas.microsoft.com/office/drawing/2014/main" val="1015786767"/>
                    </a:ext>
                  </a:extLst>
                </a:gridCol>
                <a:gridCol w="225604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2026-07-16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담당자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Hello338(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미사용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</a:tbl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A6527436-F39B-8569-61B9-0B585E0D8F62}"/>
              </a:ext>
            </a:extLst>
          </p:cNvPr>
          <p:cNvSpPr txBox="1"/>
          <p:nvPr/>
        </p:nvSpPr>
        <p:spPr>
          <a:xfrm>
            <a:off x="133381" y="1980109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spc="-15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4E3FE0B-4D7D-EADB-2382-925ACD15DC31}"/>
              </a:ext>
            </a:extLst>
          </p:cNvPr>
          <p:cNvSpPr txBox="1"/>
          <p:nvPr/>
        </p:nvSpPr>
        <p:spPr>
          <a:xfrm>
            <a:off x="133381" y="1310023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 정보</a:t>
            </a:r>
            <a:endParaRPr lang="ko-KR" altLang="en-US" sz="900" b="1" spc="-150" dirty="0"/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D439E776-A53A-0181-3F6A-65833BC79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704662"/>
              </p:ext>
            </p:extLst>
          </p:nvPr>
        </p:nvGraphicFramePr>
        <p:xfrm>
          <a:off x="145946" y="2202375"/>
          <a:ext cx="6263014" cy="896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pop200000123</a:t>
                      </a: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b="0" spc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팝업명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게시 기간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즉시            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예약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923399"/>
                  </a:ext>
                </a:extLst>
              </a:tr>
            </a:tbl>
          </a:graphicData>
        </a:graphic>
      </p:graphicFrame>
      <p:graphicFrame>
        <p:nvGraphicFramePr>
          <p:cNvPr id="226" name="표 225">
            <a:extLst>
              <a:ext uri="{FF2B5EF4-FFF2-40B4-BE49-F238E27FC236}">
                <a16:creationId xmlns:a16="http://schemas.microsoft.com/office/drawing/2014/main" id="{1C343E10-7BEC-15E9-6C9A-1C84CBB00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803156"/>
              </p:ext>
            </p:extLst>
          </p:nvPr>
        </p:nvGraphicFramePr>
        <p:xfrm>
          <a:off x="143268" y="3343440"/>
          <a:ext cx="6263014" cy="2826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077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41937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436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942508"/>
                  </a:ext>
                </a:extLst>
              </a:tr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파일 첨부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705319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190AB51F-84F1-3641-95E8-734A26621B21}"/>
              </a:ext>
            </a:extLst>
          </p:cNvPr>
          <p:cNvSpPr txBox="1"/>
          <p:nvPr/>
        </p:nvSpPr>
        <p:spPr>
          <a:xfrm>
            <a:off x="1307907" y="78285"/>
            <a:ext cx="16674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팝업 정보 등록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파트너 탭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7BB653-047D-5C85-4211-C0E143B5E2A8}"/>
              </a:ext>
            </a:extLst>
          </p:cNvPr>
          <p:cNvSpPr txBox="1"/>
          <p:nvPr/>
        </p:nvSpPr>
        <p:spPr>
          <a:xfrm>
            <a:off x="1302717" y="330494"/>
            <a:ext cx="14077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관리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C2ACA87-F8C7-AC9C-196B-5423B25DD9D0}"/>
              </a:ext>
            </a:extLst>
          </p:cNvPr>
          <p:cNvSpPr/>
          <p:nvPr/>
        </p:nvSpPr>
        <p:spPr>
          <a:xfrm>
            <a:off x="7921129" y="58428"/>
            <a:ext cx="110895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CH-A-SY-05-01-08</a:t>
            </a:r>
            <a:endParaRPr lang="ko-KR" altLang="en-US" sz="1000" spc="-8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C576FE5-07F1-15D5-4966-972C85AF2D5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2026.07.31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C35AC3F-E368-631B-0328-37A99D4D93B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모서리가 둥근 직사각형 61">
            <a:extLst>
              <a:ext uri="{FF2B5EF4-FFF2-40B4-BE49-F238E27FC236}">
                <a16:creationId xmlns:a16="http://schemas.microsoft.com/office/drawing/2014/main" id="{E970BDAC-A2D1-D50A-1757-22C9B6252E16}"/>
              </a:ext>
            </a:extLst>
          </p:cNvPr>
          <p:cNvSpPr/>
          <p:nvPr/>
        </p:nvSpPr>
        <p:spPr>
          <a:xfrm>
            <a:off x="908111" y="2433273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팝업명을 입력해주세요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.. </a:t>
            </a:r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화면에는 노출되지 않습니다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8" name="Picture 2" descr="on, radio icon">
            <a:extLst>
              <a:ext uri="{FF2B5EF4-FFF2-40B4-BE49-F238E27FC236}">
                <a16:creationId xmlns:a16="http://schemas.microsoft.com/office/drawing/2014/main" id="{D58F46FE-8463-5DA9-CE14-37E581DB6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11" y="272276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4" descr="off, radio icon">
            <a:extLst>
              <a:ext uri="{FF2B5EF4-FFF2-40B4-BE49-F238E27FC236}">
                <a16:creationId xmlns:a16="http://schemas.microsoft.com/office/drawing/2014/main" id="{16EF5483-00AA-3CC6-BCFE-EDF8F439D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11" y="2945209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모서리가 둥근 직사각형 65">
            <a:extLst>
              <a:ext uri="{FF2B5EF4-FFF2-40B4-BE49-F238E27FC236}">
                <a16:creationId xmlns:a16="http://schemas.microsoft.com/office/drawing/2014/main" id="{8792CA3C-1CE8-8967-0816-896A5A16AC81}"/>
              </a:ext>
            </a:extLst>
          </p:cNvPr>
          <p:cNvSpPr/>
          <p:nvPr/>
        </p:nvSpPr>
        <p:spPr>
          <a:xfrm>
            <a:off x="1281581" y="2696532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407681FD-22ED-E87F-6D88-19085EB66748}"/>
              </a:ext>
            </a:extLst>
          </p:cNvPr>
          <p:cNvGrpSpPr/>
          <p:nvPr/>
        </p:nvGrpSpPr>
        <p:grpSpPr>
          <a:xfrm>
            <a:off x="2897859" y="2695833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87" name="모서리가 둥근 직사각형 67">
              <a:extLst>
                <a:ext uri="{FF2B5EF4-FFF2-40B4-BE49-F238E27FC236}">
                  <a16:creationId xmlns:a16="http://schemas.microsoft.com/office/drawing/2014/main" id="{AA304F1C-470B-95D1-FE44-2E9DD8115CCE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88" name="Picture 4" descr="calendar, date, event, month icon">
              <a:extLst>
                <a:ext uri="{FF2B5EF4-FFF2-40B4-BE49-F238E27FC236}">
                  <a16:creationId xmlns:a16="http://schemas.microsoft.com/office/drawing/2014/main" id="{31F281F5-A3D5-26FF-90EB-965138C592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89" name="모서리가 둥근 직사각형 69">
            <a:extLst>
              <a:ext uri="{FF2B5EF4-FFF2-40B4-BE49-F238E27FC236}">
                <a16:creationId xmlns:a16="http://schemas.microsoft.com/office/drawing/2014/main" id="{2AF3CB00-3C58-B654-0370-F493EEB490A2}"/>
              </a:ext>
            </a:extLst>
          </p:cNvPr>
          <p:cNvSpPr/>
          <p:nvPr/>
        </p:nvSpPr>
        <p:spPr>
          <a:xfrm>
            <a:off x="2258853" y="2695834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B0C3678F-77B0-0C5B-5C38-216C37E68505}"/>
              </a:ext>
            </a:extLst>
          </p:cNvPr>
          <p:cNvSpPr/>
          <p:nvPr/>
        </p:nvSpPr>
        <p:spPr>
          <a:xfrm>
            <a:off x="2033738" y="2617850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0049B5D-E0AB-B456-B652-6972CC72A6D3}"/>
              </a:ext>
            </a:extLst>
          </p:cNvPr>
          <p:cNvGrpSpPr/>
          <p:nvPr/>
        </p:nvGrpSpPr>
        <p:grpSpPr>
          <a:xfrm>
            <a:off x="1920587" y="2696532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92" name="모서리가 둥근 직사각형 67">
              <a:extLst>
                <a:ext uri="{FF2B5EF4-FFF2-40B4-BE49-F238E27FC236}">
                  <a16:creationId xmlns:a16="http://schemas.microsoft.com/office/drawing/2014/main" id="{B6DEBEB9-0B60-8882-5A05-14DC6A57C015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93" name="Picture 4" descr="calendar, date, event, month icon">
              <a:extLst>
                <a:ext uri="{FF2B5EF4-FFF2-40B4-BE49-F238E27FC236}">
                  <a16:creationId xmlns:a16="http://schemas.microsoft.com/office/drawing/2014/main" id="{B5099BD7-5CEB-AF11-14F6-8070AAB985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73B3432B-3D82-B1FA-781D-B42D6998F9CB}"/>
              </a:ext>
            </a:extLst>
          </p:cNvPr>
          <p:cNvSpPr txBox="1"/>
          <p:nvPr/>
        </p:nvSpPr>
        <p:spPr>
          <a:xfrm>
            <a:off x="132775" y="3132237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spc="-150" dirty="0"/>
          </a:p>
        </p:txBody>
      </p:sp>
      <p:sp>
        <p:nvSpPr>
          <p:cNvPr id="97" name="모서리가 둥근 직사각형 65">
            <a:extLst>
              <a:ext uri="{FF2B5EF4-FFF2-40B4-BE49-F238E27FC236}">
                <a16:creationId xmlns:a16="http://schemas.microsoft.com/office/drawing/2014/main" id="{EED9000D-2682-603D-5B7C-699DFB925F75}"/>
              </a:ext>
            </a:extLst>
          </p:cNvPr>
          <p:cNvSpPr/>
          <p:nvPr/>
        </p:nvSpPr>
        <p:spPr>
          <a:xfrm>
            <a:off x="1281581" y="2907735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B475B6F5-BE45-FBC1-D847-34A5FBBF47A0}"/>
              </a:ext>
            </a:extLst>
          </p:cNvPr>
          <p:cNvGrpSpPr/>
          <p:nvPr/>
        </p:nvGrpSpPr>
        <p:grpSpPr>
          <a:xfrm>
            <a:off x="2897859" y="2907036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99" name="모서리가 둥근 직사각형 67">
              <a:extLst>
                <a:ext uri="{FF2B5EF4-FFF2-40B4-BE49-F238E27FC236}">
                  <a16:creationId xmlns:a16="http://schemas.microsoft.com/office/drawing/2014/main" id="{38449379-512E-5A3E-2641-9DD9AFA1BBE6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0" name="Picture 4" descr="calendar, date, event, month icon">
              <a:extLst>
                <a:ext uri="{FF2B5EF4-FFF2-40B4-BE49-F238E27FC236}">
                  <a16:creationId xmlns:a16="http://schemas.microsoft.com/office/drawing/2014/main" id="{8F19478F-87C6-277B-C0FD-7560760261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101" name="모서리가 둥근 직사각형 69">
            <a:extLst>
              <a:ext uri="{FF2B5EF4-FFF2-40B4-BE49-F238E27FC236}">
                <a16:creationId xmlns:a16="http://schemas.microsoft.com/office/drawing/2014/main" id="{011D1827-782A-89F3-7B87-6889CB306250}"/>
              </a:ext>
            </a:extLst>
          </p:cNvPr>
          <p:cNvSpPr/>
          <p:nvPr/>
        </p:nvSpPr>
        <p:spPr>
          <a:xfrm>
            <a:off x="2258853" y="2907037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526E6B87-CCBB-EA24-8092-E7C3CD3997E4}"/>
              </a:ext>
            </a:extLst>
          </p:cNvPr>
          <p:cNvSpPr/>
          <p:nvPr/>
        </p:nvSpPr>
        <p:spPr>
          <a:xfrm>
            <a:off x="2033738" y="2829053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EB0DE284-833A-4536-20F3-513AB7539210}"/>
              </a:ext>
            </a:extLst>
          </p:cNvPr>
          <p:cNvGrpSpPr/>
          <p:nvPr/>
        </p:nvGrpSpPr>
        <p:grpSpPr>
          <a:xfrm>
            <a:off x="1920587" y="2907735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104" name="모서리가 둥근 직사각형 67">
              <a:extLst>
                <a:ext uri="{FF2B5EF4-FFF2-40B4-BE49-F238E27FC236}">
                  <a16:creationId xmlns:a16="http://schemas.microsoft.com/office/drawing/2014/main" id="{1A753BF8-ACED-64D1-C5C5-FD54E7667EB2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5" name="Picture 4" descr="calendar, date, event, month icon">
              <a:extLst>
                <a:ext uri="{FF2B5EF4-FFF2-40B4-BE49-F238E27FC236}">
                  <a16:creationId xmlns:a16="http://schemas.microsoft.com/office/drawing/2014/main" id="{FC75CF12-115C-09FC-4D4D-F29597FFCF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97AB2BB5-2EA0-C582-36A9-C4AE6C9FA45A}"/>
              </a:ext>
            </a:extLst>
          </p:cNvPr>
          <p:cNvSpPr txBox="1"/>
          <p:nvPr/>
        </p:nvSpPr>
        <p:spPr>
          <a:xfrm>
            <a:off x="3072532" y="2872907"/>
            <a:ext cx="2169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 게시는 해당일자 자정에 팝업이 자동 반영됩니다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3" name="모서리가 둥근 직사각형 77">
            <a:extLst>
              <a:ext uri="{FF2B5EF4-FFF2-40B4-BE49-F238E27FC236}">
                <a16:creationId xmlns:a16="http://schemas.microsoft.com/office/drawing/2014/main" id="{5C8A8103-B35B-179C-52B1-6F63B874D2F3}"/>
              </a:ext>
            </a:extLst>
          </p:cNvPr>
          <p:cNvSpPr/>
          <p:nvPr/>
        </p:nvSpPr>
        <p:spPr>
          <a:xfrm>
            <a:off x="5579317" y="6193620"/>
            <a:ext cx="778461" cy="26984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185" name="모서리가 둥근 직사각형 78">
            <a:extLst>
              <a:ext uri="{FF2B5EF4-FFF2-40B4-BE49-F238E27FC236}">
                <a16:creationId xmlns:a16="http://schemas.microsoft.com/office/drawing/2014/main" id="{8B1237D3-3D8E-EC03-816D-8AA6EB02FE08}"/>
              </a:ext>
            </a:extLst>
          </p:cNvPr>
          <p:cNvSpPr/>
          <p:nvPr/>
        </p:nvSpPr>
        <p:spPr>
          <a:xfrm>
            <a:off x="4787158" y="6193620"/>
            <a:ext cx="778461" cy="26984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187" name="모서리가 둥근 직사각형 78">
            <a:extLst>
              <a:ext uri="{FF2B5EF4-FFF2-40B4-BE49-F238E27FC236}">
                <a16:creationId xmlns:a16="http://schemas.microsoft.com/office/drawing/2014/main" id="{4E760582-B455-0C98-92C7-32A5E0B9F761}"/>
              </a:ext>
            </a:extLst>
          </p:cNvPr>
          <p:cNvSpPr/>
          <p:nvPr/>
        </p:nvSpPr>
        <p:spPr>
          <a:xfrm>
            <a:off x="116378" y="6193621"/>
            <a:ext cx="778461" cy="26984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200" name="모서리가 둥근 직사각형 61">
            <a:extLst>
              <a:ext uri="{FF2B5EF4-FFF2-40B4-BE49-F238E27FC236}">
                <a16:creationId xmlns:a16="http://schemas.microsoft.com/office/drawing/2014/main" id="{9C328DFA-907A-F457-A702-DC301279F5B4}"/>
              </a:ext>
            </a:extLst>
          </p:cNvPr>
          <p:cNvSpPr/>
          <p:nvPr/>
        </p:nvSpPr>
        <p:spPr>
          <a:xfrm>
            <a:off x="916169" y="3379892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모서리가 둥근 직사각형 114">
            <a:extLst>
              <a:ext uri="{FF2B5EF4-FFF2-40B4-BE49-F238E27FC236}">
                <a16:creationId xmlns:a16="http://schemas.microsoft.com/office/drawing/2014/main" id="{5D2C712F-5150-3B6A-2A89-6F073E730768}"/>
              </a:ext>
            </a:extLst>
          </p:cNvPr>
          <p:cNvSpPr/>
          <p:nvPr/>
        </p:nvSpPr>
        <p:spPr>
          <a:xfrm>
            <a:off x="5926931" y="33019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047E2096-F1D0-7BCA-1DDA-359C865B8B61}"/>
              </a:ext>
            </a:extLst>
          </p:cNvPr>
          <p:cNvSpPr/>
          <p:nvPr/>
        </p:nvSpPr>
        <p:spPr>
          <a:xfrm>
            <a:off x="740673" y="618452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96126D86-041B-57AA-54B6-A06C4D4773D5}"/>
              </a:ext>
            </a:extLst>
          </p:cNvPr>
          <p:cNvSpPr/>
          <p:nvPr/>
        </p:nvSpPr>
        <p:spPr>
          <a:xfrm>
            <a:off x="5221555" y="60765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35607FD9-A5A5-49BF-9F8A-DE9FCCBC96BB}"/>
              </a:ext>
            </a:extLst>
          </p:cNvPr>
          <p:cNvSpPr/>
          <p:nvPr/>
        </p:nvSpPr>
        <p:spPr>
          <a:xfrm>
            <a:off x="6074037" y="608996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aphicFrame>
        <p:nvGraphicFramePr>
          <p:cNvPr id="31" name="Group 59">
            <a:extLst>
              <a:ext uri="{FF2B5EF4-FFF2-40B4-BE49-F238E27FC236}">
                <a16:creationId xmlns:a16="http://schemas.microsoft.com/office/drawing/2014/main" id="{075979ED-282F-5561-D593-12853483D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768649"/>
              </p:ext>
            </p:extLst>
          </p:nvPr>
        </p:nvGraphicFramePr>
        <p:xfrm>
          <a:off x="10086305" y="636529"/>
          <a:ext cx="2850436" cy="230536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 입력 영역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 에디터 영역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044215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파일 첨부 영역</a:t>
                      </a:r>
                      <a:endParaRPr lang="en-US" altLang="ko-KR" sz="800" b="1" u="sng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800" b="0" u="none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 등록 가능</a:t>
                      </a:r>
                      <a:endParaRPr lang="en-US" altLang="ko-KR" sz="800" b="0" u="none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4-1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목록 버튼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목록 화면으로 이동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컨펌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저장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유효성 체크 후 확인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 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정상 저장 시</a:t>
                      </a:r>
                      <a:r>
                        <a:rPr lang="en-US" altLang="ko-KR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해당 화면 내에서 등록 된 값 저장 후 목록으로 이동</a:t>
                      </a:r>
                      <a:endParaRPr lang="en-US" altLang="ko-KR" sz="800" b="0" kern="0" spc="-150" baseline="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93971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B65BCAE6-96C8-3152-682E-13140A93C0DD}"/>
              </a:ext>
            </a:extLst>
          </p:cNvPr>
          <p:cNvSpPr/>
          <p:nvPr/>
        </p:nvSpPr>
        <p:spPr>
          <a:xfrm>
            <a:off x="3110887" y="2688746"/>
            <a:ext cx="377524" cy="165481"/>
          </a:xfrm>
          <a:prstGeom prst="rect">
            <a:avLst/>
          </a:prstGeom>
          <a:solidFill>
            <a:srgbClr val="234DD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E5B3F9F-FF88-5A61-7BCB-2FF586E54104}"/>
              </a:ext>
            </a:extLst>
          </p:cNvPr>
          <p:cNvSpPr/>
          <p:nvPr/>
        </p:nvSpPr>
        <p:spPr>
          <a:xfrm>
            <a:off x="3512059" y="2684952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42B355F-641D-3F74-F6AB-BB9174E1F7C2}"/>
              </a:ext>
            </a:extLst>
          </p:cNvPr>
          <p:cNvSpPr/>
          <p:nvPr/>
        </p:nvSpPr>
        <p:spPr>
          <a:xfrm>
            <a:off x="3917097" y="2684952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F69F5D8-51DF-6C4E-04E0-69E8DFDD9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169" y="3663232"/>
            <a:ext cx="5488609" cy="19745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290D9D-60AB-321A-219C-1A8A6AB224FB}"/>
              </a:ext>
            </a:extLst>
          </p:cNvPr>
          <p:cNvSpPr txBox="1"/>
          <p:nvPr/>
        </p:nvSpPr>
        <p:spPr>
          <a:xfrm>
            <a:off x="2653716" y="4465850"/>
            <a:ext cx="1663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i="1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에디터 영역</a:t>
            </a:r>
          </a:p>
        </p:txBody>
      </p:sp>
      <p:sp>
        <p:nvSpPr>
          <p:cNvPr id="11" name="모서리가 둥근 직사각형 65">
            <a:extLst>
              <a:ext uri="{FF2B5EF4-FFF2-40B4-BE49-F238E27FC236}">
                <a16:creationId xmlns:a16="http://schemas.microsoft.com/office/drawing/2014/main" id="{6706245F-C307-EC81-B410-0C2E4285E6B2}"/>
              </a:ext>
            </a:extLst>
          </p:cNvPr>
          <p:cNvSpPr/>
          <p:nvPr/>
        </p:nvSpPr>
        <p:spPr>
          <a:xfrm>
            <a:off x="916169" y="5791590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선택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814744-943D-D311-281E-A04952EE31BB}"/>
              </a:ext>
            </a:extLst>
          </p:cNvPr>
          <p:cNvSpPr txBox="1"/>
          <p:nvPr/>
        </p:nvSpPr>
        <p:spPr>
          <a:xfrm>
            <a:off x="1520787" y="5767466"/>
            <a:ext cx="8210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 된 파일 없음</a:t>
            </a:r>
          </a:p>
        </p:txBody>
      </p:sp>
      <p:sp>
        <p:nvSpPr>
          <p:cNvPr id="19" name="모서리가 둥근 직사각형 114">
            <a:extLst>
              <a:ext uri="{FF2B5EF4-FFF2-40B4-BE49-F238E27FC236}">
                <a16:creationId xmlns:a16="http://schemas.microsoft.com/office/drawing/2014/main" id="{3B2A629D-3C0A-4EA7-6F63-909118649842}"/>
              </a:ext>
            </a:extLst>
          </p:cNvPr>
          <p:cNvSpPr/>
          <p:nvPr/>
        </p:nvSpPr>
        <p:spPr>
          <a:xfrm>
            <a:off x="5899134" y="38981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" name="모서리가 둥근 직사각형 114">
            <a:extLst>
              <a:ext uri="{FF2B5EF4-FFF2-40B4-BE49-F238E27FC236}">
                <a16:creationId xmlns:a16="http://schemas.microsoft.com/office/drawing/2014/main" id="{48F8CBE2-06CE-7D93-667F-9DB065A89CA8}"/>
              </a:ext>
            </a:extLst>
          </p:cNvPr>
          <p:cNvSpPr/>
          <p:nvPr/>
        </p:nvSpPr>
        <p:spPr>
          <a:xfrm>
            <a:off x="1316389" y="56747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E2D85-A556-3176-67B2-B0F5D5A8D101}"/>
              </a:ext>
            </a:extLst>
          </p:cNvPr>
          <p:cNvSpPr txBox="1"/>
          <p:nvPr/>
        </p:nvSpPr>
        <p:spPr>
          <a:xfrm>
            <a:off x="4617958" y="3134842"/>
            <a:ext cx="18630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미리보기는 정보 저장 후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확인 가능 합니다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8013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2E672-B227-8B14-A8B9-116D65038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E2A308-A13B-8ACA-A0DF-B0EDEA2994A9}"/>
              </a:ext>
            </a:extLst>
          </p:cNvPr>
          <p:cNvSpPr txBox="1"/>
          <p:nvPr/>
        </p:nvSpPr>
        <p:spPr>
          <a:xfrm>
            <a:off x="3136143" y="2700189"/>
            <a:ext cx="668965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정보 조회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 화면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파트너시스템 탭</a:t>
            </a:r>
            <a:r>
              <a:rPr lang="en-US" altLang="ko-KR" sz="2500" b="1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500" b="1" i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21487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8C1DC-5CB8-0669-6C36-933D8118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67">
            <a:extLst>
              <a:ext uri="{FF2B5EF4-FFF2-40B4-BE49-F238E27FC236}">
                <a16:creationId xmlns:a16="http://schemas.microsoft.com/office/drawing/2014/main" id="{5F48D5F8-C1BD-47B9-E0C1-81592772A50D}"/>
              </a:ext>
            </a:extLst>
          </p:cNvPr>
          <p:cNvSpPr txBox="1"/>
          <p:nvPr/>
        </p:nvSpPr>
        <p:spPr>
          <a:xfrm>
            <a:off x="144265" y="971997"/>
            <a:ext cx="1326820" cy="2573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12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정보</a:t>
            </a:r>
            <a:endParaRPr lang="ko-KR" altLang="en-US" sz="1200" b="1" spc="-150" dirty="0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350CC762-3B39-DAB1-89BE-DF0558A5FD05}"/>
              </a:ext>
            </a:extLst>
          </p:cNvPr>
          <p:cNvCxnSpPr/>
          <p:nvPr/>
        </p:nvCxnSpPr>
        <p:spPr>
          <a:xfrm>
            <a:off x="144265" y="1229366"/>
            <a:ext cx="9793088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C5CE683C-C4B6-8A34-6794-2C447476A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763422"/>
              </p:ext>
            </p:extLst>
          </p:nvPr>
        </p:nvGraphicFramePr>
        <p:xfrm>
          <a:off x="145946" y="1527938"/>
          <a:ext cx="6191007" cy="3977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60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2268587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  <a:gridCol w="984315">
                  <a:extLst>
                    <a:ext uri="{9D8B030D-6E8A-4147-A177-3AD203B41FA5}">
                      <a16:colId xmlns:a16="http://schemas.microsoft.com/office/drawing/2014/main" val="1015786767"/>
                    </a:ext>
                  </a:extLst>
                </a:gridCol>
                <a:gridCol w="2256045">
                  <a:extLst>
                    <a:ext uri="{9D8B030D-6E8A-4147-A177-3AD203B41FA5}">
                      <a16:colId xmlns:a16="http://schemas.microsoft.com/office/drawing/2014/main" val="3811845738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등록일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  <a:sym typeface="Wingdings 2" panose="05020102010507070707" pitchFamily="18" charset="2"/>
                        </a:rPr>
                        <a:t>2026-07-16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담당자</a:t>
                      </a: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Hello338(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홍길동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038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게시중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70587"/>
                  </a:ext>
                </a:extLst>
              </a:tr>
            </a:tbl>
          </a:graphicData>
        </a:graphic>
      </p:graphicFrame>
      <p:sp>
        <p:nvSpPr>
          <p:cNvPr id="82" name="TextBox 81">
            <a:extLst>
              <a:ext uri="{FF2B5EF4-FFF2-40B4-BE49-F238E27FC236}">
                <a16:creationId xmlns:a16="http://schemas.microsoft.com/office/drawing/2014/main" id="{56B39D92-6DCC-5F56-AF7B-5069C5AA05DD}"/>
              </a:ext>
            </a:extLst>
          </p:cNvPr>
          <p:cNvSpPr txBox="1"/>
          <p:nvPr/>
        </p:nvSpPr>
        <p:spPr>
          <a:xfrm>
            <a:off x="133381" y="1980109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900" b="1" spc="-15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4F70DBE-DC28-2AC5-6D37-A6A1FDCA8ECD}"/>
              </a:ext>
            </a:extLst>
          </p:cNvPr>
          <p:cNvSpPr txBox="1"/>
          <p:nvPr/>
        </p:nvSpPr>
        <p:spPr>
          <a:xfrm>
            <a:off x="133381" y="1310023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 정보</a:t>
            </a:r>
            <a:endParaRPr lang="ko-KR" altLang="en-US" sz="900" b="1" spc="-150" dirty="0"/>
          </a:p>
        </p:txBody>
      </p:sp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67C459C3-D6A1-92C2-5633-9BA709E0FE14}"/>
              </a:ext>
            </a:extLst>
          </p:cNvPr>
          <p:cNvGraphicFramePr>
            <a:graphicFrameLocks noGrp="1"/>
          </p:cNvGraphicFramePr>
          <p:nvPr/>
        </p:nvGraphicFramePr>
        <p:xfrm>
          <a:off x="145946" y="2202375"/>
          <a:ext cx="6263014" cy="8960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993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73021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 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0" spc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800" b="0" spc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pop200000123</a:t>
                      </a:r>
                      <a:r>
                        <a:rPr lang="en-US" altLang="ko-KR" sz="800" b="0" spc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+mn-ea"/>
                          <a:ea typeface="+mn-ea"/>
                        </a:rPr>
                        <a:t>$</a:t>
                      </a:r>
                      <a:endParaRPr lang="ko-KR" altLang="en-US" sz="800" b="0" spc="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팝업명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rgbClr val="C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335356"/>
                  </a:ext>
                </a:extLst>
              </a:tr>
              <a:tr h="2643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게시 기간 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즉시             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예약</a:t>
                      </a:r>
                      <a:endParaRPr kumimoji="0" lang="en-US" altLang="ko-KR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923399"/>
                  </a:ext>
                </a:extLst>
              </a:tr>
            </a:tbl>
          </a:graphicData>
        </a:graphic>
      </p:graphicFrame>
      <p:graphicFrame>
        <p:nvGraphicFramePr>
          <p:cNvPr id="226" name="표 225">
            <a:extLst>
              <a:ext uri="{FF2B5EF4-FFF2-40B4-BE49-F238E27FC236}">
                <a16:creationId xmlns:a16="http://schemas.microsoft.com/office/drawing/2014/main" id="{2D86BF83-5F74-FE8C-442B-C2490213B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972525"/>
              </p:ext>
            </p:extLst>
          </p:nvPr>
        </p:nvGraphicFramePr>
        <p:xfrm>
          <a:off x="143268" y="3343440"/>
          <a:ext cx="6263014" cy="31918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077">
                  <a:extLst>
                    <a:ext uri="{9D8B030D-6E8A-4147-A177-3AD203B41FA5}">
                      <a16:colId xmlns:a16="http://schemas.microsoft.com/office/drawing/2014/main" val="3558346851"/>
                    </a:ext>
                  </a:extLst>
                </a:gridCol>
                <a:gridCol w="5541937">
                  <a:extLst>
                    <a:ext uri="{9D8B030D-6E8A-4147-A177-3AD203B41FA5}">
                      <a16:colId xmlns:a16="http://schemas.microsoft.com/office/drawing/2014/main" val="130239322"/>
                    </a:ext>
                  </a:extLst>
                </a:gridCol>
              </a:tblGrid>
              <a:tr h="2436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523827"/>
                  </a:ext>
                </a:extLst>
              </a:tr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800" b="0" spc="-15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942508"/>
                  </a:ext>
                </a:extLst>
              </a:tr>
              <a:tr h="156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파일 첨부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pc="-15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108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705319"/>
                  </a:ext>
                </a:extLst>
              </a:tr>
            </a:tbl>
          </a:graphicData>
        </a:graphic>
      </p:graphicFrame>
      <p:sp>
        <p:nvSpPr>
          <p:cNvPr id="64" name="TextBox 63">
            <a:extLst>
              <a:ext uri="{FF2B5EF4-FFF2-40B4-BE49-F238E27FC236}">
                <a16:creationId xmlns:a16="http://schemas.microsoft.com/office/drawing/2014/main" id="{F625862E-23C4-FC47-0DD3-D0BFEA9D5C21}"/>
              </a:ext>
            </a:extLst>
          </p:cNvPr>
          <p:cNvSpPr txBox="1"/>
          <p:nvPr/>
        </p:nvSpPr>
        <p:spPr>
          <a:xfrm>
            <a:off x="1307907" y="78285"/>
            <a:ext cx="188705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팝업 정보 조회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수정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파트너 탭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3096C43-B011-5CC5-3460-4365065229A4}"/>
              </a:ext>
            </a:extLst>
          </p:cNvPr>
          <p:cNvSpPr txBox="1"/>
          <p:nvPr/>
        </p:nvSpPr>
        <p:spPr>
          <a:xfrm>
            <a:off x="1302717" y="330494"/>
            <a:ext cx="14077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팝업 관리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9B92B91-0A36-70BB-9665-348DBD8AAE25}"/>
              </a:ext>
            </a:extLst>
          </p:cNvPr>
          <p:cNvSpPr/>
          <p:nvPr/>
        </p:nvSpPr>
        <p:spPr>
          <a:xfrm>
            <a:off x="7921129" y="58428"/>
            <a:ext cx="110895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CH-A-SY-05-01-09</a:t>
            </a:r>
            <a:endParaRPr lang="ko-KR" altLang="en-US" sz="1000" spc="-8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A31D87B-A1F4-7691-070D-C97EE411674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2026.08.03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1D9F91E-AE17-B801-927C-E802A13FC4D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모서리가 둥근 직사각형 61">
            <a:extLst>
              <a:ext uri="{FF2B5EF4-FFF2-40B4-BE49-F238E27FC236}">
                <a16:creationId xmlns:a16="http://schemas.microsoft.com/office/drawing/2014/main" id="{F94833F9-128A-BAA0-0DE8-D4FBF678BA85}"/>
              </a:ext>
            </a:extLst>
          </p:cNvPr>
          <p:cNvSpPr/>
          <p:nvPr/>
        </p:nvSpPr>
        <p:spPr>
          <a:xfrm>
            <a:off x="908111" y="2433273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2026</a:t>
            </a: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년 </a:t>
            </a:r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9</a:t>
            </a: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월 파트너사 전체 공지</a:t>
            </a:r>
          </a:p>
        </p:txBody>
      </p:sp>
      <p:pic>
        <p:nvPicPr>
          <p:cNvPr id="78" name="Picture 2" descr="on, radio icon">
            <a:extLst>
              <a:ext uri="{FF2B5EF4-FFF2-40B4-BE49-F238E27FC236}">
                <a16:creationId xmlns:a16="http://schemas.microsoft.com/office/drawing/2014/main" id="{37B94D7A-31C3-8E8C-1D64-05F34A412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11" y="2722762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4" descr="off, radio icon">
            <a:extLst>
              <a:ext uri="{FF2B5EF4-FFF2-40B4-BE49-F238E27FC236}">
                <a16:creationId xmlns:a16="http://schemas.microsoft.com/office/drawing/2014/main" id="{89DF3338-5B2A-BFF7-69AC-5E84FAF88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11" y="2945209"/>
            <a:ext cx="102298" cy="102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모서리가 둥근 직사각형 65">
            <a:extLst>
              <a:ext uri="{FF2B5EF4-FFF2-40B4-BE49-F238E27FC236}">
                <a16:creationId xmlns:a16="http://schemas.microsoft.com/office/drawing/2014/main" id="{0F53D139-BB29-7B49-7F91-55D7DC56FAE6}"/>
              </a:ext>
            </a:extLst>
          </p:cNvPr>
          <p:cNvSpPr/>
          <p:nvPr/>
        </p:nvSpPr>
        <p:spPr>
          <a:xfrm>
            <a:off x="1281581" y="2696532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2026-08-07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5ADC0C91-3E2D-383D-DA6A-F144E7FA9313}"/>
              </a:ext>
            </a:extLst>
          </p:cNvPr>
          <p:cNvGrpSpPr/>
          <p:nvPr/>
        </p:nvGrpSpPr>
        <p:grpSpPr>
          <a:xfrm>
            <a:off x="2897859" y="2695833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87" name="모서리가 둥근 직사각형 67">
              <a:extLst>
                <a:ext uri="{FF2B5EF4-FFF2-40B4-BE49-F238E27FC236}">
                  <a16:creationId xmlns:a16="http://schemas.microsoft.com/office/drawing/2014/main" id="{D8DC6F20-116C-95EE-D5D2-60BF895F39B1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88" name="Picture 4" descr="calendar, date, event, month icon">
              <a:extLst>
                <a:ext uri="{FF2B5EF4-FFF2-40B4-BE49-F238E27FC236}">
                  <a16:creationId xmlns:a16="http://schemas.microsoft.com/office/drawing/2014/main" id="{56972773-AD81-8388-406E-DB05DC729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89" name="모서리가 둥근 직사각형 69">
            <a:extLst>
              <a:ext uri="{FF2B5EF4-FFF2-40B4-BE49-F238E27FC236}">
                <a16:creationId xmlns:a16="http://schemas.microsoft.com/office/drawing/2014/main" id="{945D527A-4F89-1746-0321-0DFC4C823EDD}"/>
              </a:ext>
            </a:extLst>
          </p:cNvPr>
          <p:cNvSpPr/>
          <p:nvPr/>
        </p:nvSpPr>
        <p:spPr>
          <a:xfrm>
            <a:off x="2258853" y="2695834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2026-09-06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ACAABF91-6836-0300-31C1-C54BF8CADBCC}"/>
              </a:ext>
            </a:extLst>
          </p:cNvPr>
          <p:cNvSpPr/>
          <p:nvPr/>
        </p:nvSpPr>
        <p:spPr>
          <a:xfrm>
            <a:off x="2033738" y="2617850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C34A7F81-874C-952B-C3DD-27796279DDF1}"/>
              </a:ext>
            </a:extLst>
          </p:cNvPr>
          <p:cNvGrpSpPr/>
          <p:nvPr/>
        </p:nvGrpSpPr>
        <p:grpSpPr>
          <a:xfrm>
            <a:off x="1920587" y="2696532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92" name="모서리가 둥근 직사각형 67">
              <a:extLst>
                <a:ext uri="{FF2B5EF4-FFF2-40B4-BE49-F238E27FC236}">
                  <a16:creationId xmlns:a16="http://schemas.microsoft.com/office/drawing/2014/main" id="{6C18868B-7118-4D67-DCC6-C0BE413FE92F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93" name="Picture 4" descr="calendar, date, event, month icon">
              <a:extLst>
                <a:ext uri="{FF2B5EF4-FFF2-40B4-BE49-F238E27FC236}">
                  <a16:creationId xmlns:a16="http://schemas.microsoft.com/office/drawing/2014/main" id="{ED45539E-82FD-8446-3B6B-6E3C353401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CCF014D5-2851-2FF1-88FD-7763B370AA80}"/>
              </a:ext>
            </a:extLst>
          </p:cNvPr>
          <p:cNvSpPr txBox="1"/>
          <p:nvPr/>
        </p:nvSpPr>
        <p:spPr>
          <a:xfrm>
            <a:off x="132775" y="3132237"/>
            <a:ext cx="720080" cy="21120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r>
              <a:rPr lang="ko-KR" altLang="en-US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 정보 </a:t>
            </a:r>
            <a:r>
              <a:rPr lang="en-US" altLang="ko-KR" sz="9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900" b="1" spc="-150" dirty="0"/>
          </a:p>
        </p:txBody>
      </p:sp>
      <p:sp>
        <p:nvSpPr>
          <p:cNvPr id="97" name="모서리가 둥근 직사각형 65">
            <a:extLst>
              <a:ext uri="{FF2B5EF4-FFF2-40B4-BE49-F238E27FC236}">
                <a16:creationId xmlns:a16="http://schemas.microsoft.com/office/drawing/2014/main" id="{0249CB74-15EE-0411-26B8-919D16F96375}"/>
              </a:ext>
            </a:extLst>
          </p:cNvPr>
          <p:cNvSpPr/>
          <p:nvPr/>
        </p:nvSpPr>
        <p:spPr>
          <a:xfrm>
            <a:off x="1281581" y="2907735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CE4DCD94-8C0D-092D-3F9F-8CB692922055}"/>
              </a:ext>
            </a:extLst>
          </p:cNvPr>
          <p:cNvGrpSpPr/>
          <p:nvPr/>
        </p:nvGrpSpPr>
        <p:grpSpPr>
          <a:xfrm>
            <a:off x="2897859" y="2907036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99" name="모서리가 둥근 직사각형 67">
              <a:extLst>
                <a:ext uri="{FF2B5EF4-FFF2-40B4-BE49-F238E27FC236}">
                  <a16:creationId xmlns:a16="http://schemas.microsoft.com/office/drawing/2014/main" id="{09CD626D-8A7A-30D1-F5FC-8E966EAC9AD1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0" name="Picture 4" descr="calendar, date, event, month icon">
              <a:extLst>
                <a:ext uri="{FF2B5EF4-FFF2-40B4-BE49-F238E27FC236}">
                  <a16:creationId xmlns:a16="http://schemas.microsoft.com/office/drawing/2014/main" id="{C7757AD2-1237-CC01-D080-4EEA67271C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101" name="모서리가 둥근 직사각형 69">
            <a:extLst>
              <a:ext uri="{FF2B5EF4-FFF2-40B4-BE49-F238E27FC236}">
                <a16:creationId xmlns:a16="http://schemas.microsoft.com/office/drawing/2014/main" id="{8DA2E24F-E945-1875-370D-27585441A323}"/>
              </a:ext>
            </a:extLst>
          </p:cNvPr>
          <p:cNvSpPr/>
          <p:nvPr/>
        </p:nvSpPr>
        <p:spPr>
          <a:xfrm>
            <a:off x="2258853" y="2907037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383DE41-A1AF-8CAB-626E-97832CF35281}"/>
              </a:ext>
            </a:extLst>
          </p:cNvPr>
          <p:cNvSpPr/>
          <p:nvPr/>
        </p:nvSpPr>
        <p:spPr>
          <a:xfrm>
            <a:off x="2033738" y="2829053"/>
            <a:ext cx="29206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BBFB23A9-0DF6-8C51-66A7-D3D743AFE358}"/>
              </a:ext>
            </a:extLst>
          </p:cNvPr>
          <p:cNvGrpSpPr/>
          <p:nvPr/>
        </p:nvGrpSpPr>
        <p:grpSpPr>
          <a:xfrm>
            <a:off x="1920587" y="2907735"/>
            <a:ext cx="165543" cy="153901"/>
            <a:chOff x="9166858" y="1412077"/>
            <a:chExt cx="144000" cy="133873"/>
          </a:xfrm>
          <a:solidFill>
            <a:schemeClr val="bg1"/>
          </a:solidFill>
        </p:grpSpPr>
        <p:sp>
          <p:nvSpPr>
            <p:cNvPr id="104" name="모서리가 둥근 직사각형 67">
              <a:extLst>
                <a:ext uri="{FF2B5EF4-FFF2-40B4-BE49-F238E27FC236}">
                  <a16:creationId xmlns:a16="http://schemas.microsoft.com/office/drawing/2014/main" id="{28551745-73DD-2979-35D6-5E2B5868A851}"/>
                </a:ext>
              </a:extLst>
            </p:cNvPr>
            <p:cNvSpPr/>
            <p:nvPr/>
          </p:nvSpPr>
          <p:spPr>
            <a:xfrm>
              <a:off x="9166858" y="1412077"/>
              <a:ext cx="144000" cy="133873"/>
            </a:xfrm>
            <a:prstGeom prst="roundRect">
              <a:avLst>
                <a:gd name="adj" fmla="val 0"/>
              </a:avLst>
            </a:prstGeom>
            <a:grp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5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05" name="Picture 4" descr="calendar, date, event, month icon">
              <a:extLst>
                <a:ext uri="{FF2B5EF4-FFF2-40B4-BE49-F238E27FC236}">
                  <a16:creationId xmlns:a16="http://schemas.microsoft.com/office/drawing/2014/main" id="{46D41F00-F921-145A-4B92-F8EAD80D9D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4777" y="1434777"/>
              <a:ext cx="92998" cy="92998"/>
            </a:xfrm>
            <a:prstGeom prst="rect">
              <a:avLst/>
            </a:prstGeom>
            <a:grpFill/>
          </p:spPr>
        </p:pic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A8F24FC4-B90C-48EA-A9F7-85B8F821B9A3}"/>
              </a:ext>
            </a:extLst>
          </p:cNvPr>
          <p:cNvSpPr txBox="1"/>
          <p:nvPr/>
        </p:nvSpPr>
        <p:spPr>
          <a:xfrm>
            <a:off x="3072532" y="2872907"/>
            <a:ext cx="2169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 게시는 해당일자 자정에 팝업이 자동 반영됩니다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3" name="모서리가 둥근 직사각형 77">
            <a:extLst>
              <a:ext uri="{FF2B5EF4-FFF2-40B4-BE49-F238E27FC236}">
                <a16:creationId xmlns:a16="http://schemas.microsoft.com/office/drawing/2014/main" id="{38EDA38A-DD04-E52A-39D4-CAD088E4E7BD}"/>
              </a:ext>
            </a:extLst>
          </p:cNvPr>
          <p:cNvSpPr/>
          <p:nvPr/>
        </p:nvSpPr>
        <p:spPr>
          <a:xfrm>
            <a:off x="5579317" y="6588621"/>
            <a:ext cx="778461" cy="26984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수정</a:t>
            </a:r>
            <a:r>
              <a:rPr lang="en-US" altLang="ko-KR" sz="900" spc="-150" dirty="0">
                <a:solidFill>
                  <a:schemeClr val="bg1"/>
                </a:solidFill>
              </a:rPr>
              <a:t>/</a:t>
            </a:r>
            <a:r>
              <a:rPr lang="ko-KR" altLang="en-US" sz="900" spc="-150" dirty="0">
                <a:solidFill>
                  <a:schemeClr val="bg1"/>
                </a:solidFill>
              </a:rPr>
              <a:t>저장</a:t>
            </a:r>
          </a:p>
        </p:txBody>
      </p:sp>
      <p:sp>
        <p:nvSpPr>
          <p:cNvPr id="185" name="모서리가 둥근 직사각형 78">
            <a:extLst>
              <a:ext uri="{FF2B5EF4-FFF2-40B4-BE49-F238E27FC236}">
                <a16:creationId xmlns:a16="http://schemas.microsoft.com/office/drawing/2014/main" id="{6CA4C756-B34F-E454-0F77-680DF8653CBE}"/>
              </a:ext>
            </a:extLst>
          </p:cNvPr>
          <p:cNvSpPr/>
          <p:nvPr/>
        </p:nvSpPr>
        <p:spPr>
          <a:xfrm>
            <a:off x="4787158" y="6588621"/>
            <a:ext cx="778461" cy="269843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취소</a:t>
            </a:r>
          </a:p>
        </p:txBody>
      </p:sp>
      <p:sp>
        <p:nvSpPr>
          <p:cNvPr id="187" name="모서리가 둥근 직사각형 78">
            <a:extLst>
              <a:ext uri="{FF2B5EF4-FFF2-40B4-BE49-F238E27FC236}">
                <a16:creationId xmlns:a16="http://schemas.microsoft.com/office/drawing/2014/main" id="{1DFD9DBB-B1EC-EB3E-A4D5-C0B13EAB2DA3}"/>
              </a:ext>
            </a:extLst>
          </p:cNvPr>
          <p:cNvSpPr/>
          <p:nvPr/>
        </p:nvSpPr>
        <p:spPr>
          <a:xfrm>
            <a:off x="137555" y="6566567"/>
            <a:ext cx="778461" cy="26984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200" name="모서리가 둥근 직사각형 61">
            <a:extLst>
              <a:ext uri="{FF2B5EF4-FFF2-40B4-BE49-F238E27FC236}">
                <a16:creationId xmlns:a16="http://schemas.microsoft.com/office/drawing/2014/main" id="{AB3BC173-D1B0-C21E-F526-F99DEC1B6E06}"/>
              </a:ext>
            </a:extLst>
          </p:cNvPr>
          <p:cNvSpPr/>
          <p:nvPr/>
        </p:nvSpPr>
        <p:spPr>
          <a:xfrm>
            <a:off x="916169" y="3379892"/>
            <a:ext cx="5472607" cy="1818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7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 파트너사 전체 공지</a:t>
            </a:r>
          </a:p>
        </p:txBody>
      </p:sp>
      <p:graphicFrame>
        <p:nvGraphicFramePr>
          <p:cNvPr id="31" name="Group 59">
            <a:extLst>
              <a:ext uri="{FF2B5EF4-FFF2-40B4-BE49-F238E27FC236}">
                <a16:creationId xmlns:a16="http://schemas.microsoft.com/office/drawing/2014/main" id="{8CC2F0B9-428F-FFA0-219C-5F4BB4F77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259372"/>
              </p:ext>
            </p:extLst>
          </p:nvPr>
        </p:nvGraphicFramePr>
        <p:xfrm>
          <a:off x="10086305" y="636529"/>
          <a:ext cx="2850436" cy="227488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파일</a:t>
                      </a:r>
                      <a:r>
                        <a:rPr lang="en-US" altLang="ko-KR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u="sng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기능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1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목록 버튼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목록 화면으로 이동</a:t>
                      </a:r>
                      <a:endParaRPr lang="en-US" altLang="ko-KR" sz="800" b="1" u="sng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취소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컨펌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2-3 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저장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유효성 체크 후 확인 </a:t>
                      </a:r>
                      <a:r>
                        <a:rPr lang="ko-KR" altLang="en-US" sz="800" b="0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출력 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정상 저장 시</a:t>
                      </a:r>
                      <a:r>
                        <a:rPr lang="en-US" altLang="ko-KR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해당 화면 내에서 등록 된 값 저장 후 목록으로 이동</a:t>
                      </a:r>
                      <a:endParaRPr lang="en-US" altLang="ko-KR" sz="800" b="0" kern="0" spc="-150" baseline="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939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PC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미리보기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PC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미리보기 팝업 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파트너시스템용</a:t>
                      </a:r>
                      <a:r>
                        <a:rPr lang="en-US" altLang="ko-KR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ko-KR" altLang="en-US" sz="800" b="0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출력</a:t>
                      </a:r>
                      <a:endParaRPr lang="en-US" altLang="ko-KR" sz="800" b="0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kern="0" spc="-150" baseline="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339522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8DBCF7-EE32-9856-55C9-F22FF4200A05}"/>
              </a:ext>
            </a:extLst>
          </p:cNvPr>
          <p:cNvSpPr/>
          <p:nvPr/>
        </p:nvSpPr>
        <p:spPr>
          <a:xfrm>
            <a:off x="3110887" y="2688746"/>
            <a:ext cx="377524" cy="165481"/>
          </a:xfrm>
          <a:prstGeom prst="rect">
            <a:avLst/>
          </a:prstGeom>
          <a:solidFill>
            <a:srgbClr val="234DD3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27A220A-3593-CBDB-74DA-A5C2E0A5B55E}"/>
              </a:ext>
            </a:extLst>
          </p:cNvPr>
          <p:cNvSpPr/>
          <p:nvPr/>
        </p:nvSpPr>
        <p:spPr>
          <a:xfrm>
            <a:off x="3512059" y="2684952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8D920AF-5528-6C9E-733F-FE9889C8E8E7}"/>
              </a:ext>
            </a:extLst>
          </p:cNvPr>
          <p:cNvSpPr/>
          <p:nvPr/>
        </p:nvSpPr>
        <p:spPr>
          <a:xfrm>
            <a:off x="3917097" y="2684952"/>
            <a:ext cx="377524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4EBCED-28E9-3F35-A4D2-A8F8D05E6E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169" y="3663232"/>
            <a:ext cx="5488609" cy="19745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3018D1-9C21-31DC-878A-D0CECBED5789}"/>
              </a:ext>
            </a:extLst>
          </p:cNvPr>
          <p:cNvSpPr txBox="1"/>
          <p:nvPr/>
        </p:nvSpPr>
        <p:spPr>
          <a:xfrm>
            <a:off x="939710" y="3838307"/>
            <a:ext cx="29879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파트너 공지 내용입니다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파트너 공지 내용입니다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en-US" altLang="ko-KR" sz="8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파트너 공지 내용입니다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파트너 공지 내용입니다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파트너 공지 내용입니다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파트너 공지 내용입니다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파트너 공지 내용입니다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.</a:t>
            </a:r>
          </a:p>
          <a:p>
            <a:endParaRPr lang="en-US" altLang="ko-KR" sz="8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모서리가 둥근 직사각형 65">
            <a:extLst>
              <a:ext uri="{FF2B5EF4-FFF2-40B4-BE49-F238E27FC236}">
                <a16:creationId xmlns:a16="http://schemas.microsoft.com/office/drawing/2014/main" id="{E0CE7A0E-638B-C5CB-C414-9B3917D74DA8}"/>
              </a:ext>
            </a:extLst>
          </p:cNvPr>
          <p:cNvSpPr/>
          <p:nvPr/>
        </p:nvSpPr>
        <p:spPr>
          <a:xfrm>
            <a:off x="916169" y="5791590"/>
            <a:ext cx="620636" cy="1539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선택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F95692-6D17-F1CE-D8CB-819F4EF7849C}"/>
              </a:ext>
            </a:extLst>
          </p:cNvPr>
          <p:cNvSpPr txBox="1"/>
          <p:nvPr/>
        </p:nvSpPr>
        <p:spPr>
          <a:xfrm>
            <a:off x="852855" y="5966420"/>
            <a:ext cx="7200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.pptx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E5161D-BBC1-B432-C210-C78F3134BB60}"/>
              </a:ext>
            </a:extLst>
          </p:cNvPr>
          <p:cNvSpPr txBox="1"/>
          <p:nvPr/>
        </p:nvSpPr>
        <p:spPr>
          <a:xfrm>
            <a:off x="848886" y="6132652"/>
            <a:ext cx="7200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.pptx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28524A-5307-D607-1D7D-2DCA4191CE18}"/>
              </a:ext>
            </a:extLst>
          </p:cNvPr>
          <p:cNvSpPr txBox="1"/>
          <p:nvPr/>
        </p:nvSpPr>
        <p:spPr>
          <a:xfrm>
            <a:off x="855735" y="6298884"/>
            <a:ext cx="7200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.pptx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F773515-63E0-45B9-0121-A82597F3B966}"/>
              </a:ext>
            </a:extLst>
          </p:cNvPr>
          <p:cNvGrpSpPr/>
          <p:nvPr/>
        </p:nvGrpSpPr>
        <p:grpSpPr>
          <a:xfrm>
            <a:off x="1455744" y="5958726"/>
            <a:ext cx="234360" cy="230832"/>
            <a:chOff x="1482634" y="5911635"/>
            <a:chExt cx="234360" cy="230832"/>
          </a:xfrm>
        </p:grpSpPr>
        <p:sp>
          <p:nvSpPr>
            <p:cNvPr id="8" name="순서도: 연결자 7">
              <a:extLst>
                <a:ext uri="{FF2B5EF4-FFF2-40B4-BE49-F238E27FC236}">
                  <a16:creationId xmlns:a16="http://schemas.microsoft.com/office/drawing/2014/main" id="{5405933B-4B01-D294-E2A1-2258674142F0}"/>
                </a:ext>
              </a:extLst>
            </p:cNvPr>
            <p:cNvSpPr/>
            <p:nvPr/>
          </p:nvSpPr>
          <p:spPr>
            <a:xfrm>
              <a:off x="1536805" y="5966420"/>
              <a:ext cx="145303" cy="145303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F56FF96-239C-B967-9C93-C1C7E42F6411}"/>
                </a:ext>
              </a:extLst>
            </p:cNvPr>
            <p:cNvSpPr txBox="1"/>
            <p:nvPr/>
          </p:nvSpPr>
          <p:spPr>
            <a:xfrm>
              <a:off x="1482634" y="5911635"/>
              <a:ext cx="23436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9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3E55AA2-7E1E-31FE-511D-848997D0FF73}"/>
              </a:ext>
            </a:extLst>
          </p:cNvPr>
          <p:cNvGrpSpPr/>
          <p:nvPr/>
        </p:nvGrpSpPr>
        <p:grpSpPr>
          <a:xfrm>
            <a:off x="1460957" y="6129825"/>
            <a:ext cx="234360" cy="230832"/>
            <a:chOff x="1482634" y="5911635"/>
            <a:chExt cx="234360" cy="230832"/>
          </a:xfrm>
        </p:grpSpPr>
        <p:sp>
          <p:nvSpPr>
            <p:cNvPr id="14" name="순서도: 연결자 13">
              <a:extLst>
                <a:ext uri="{FF2B5EF4-FFF2-40B4-BE49-F238E27FC236}">
                  <a16:creationId xmlns:a16="http://schemas.microsoft.com/office/drawing/2014/main" id="{ED6B5AAC-AEDC-BAC4-CD21-CCD1743BFAC6}"/>
                </a:ext>
              </a:extLst>
            </p:cNvPr>
            <p:cNvSpPr/>
            <p:nvPr/>
          </p:nvSpPr>
          <p:spPr>
            <a:xfrm>
              <a:off x="1536805" y="5966420"/>
              <a:ext cx="145303" cy="145303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EC4FEC1-5D1D-53EE-B931-BBDA1A71B425}"/>
                </a:ext>
              </a:extLst>
            </p:cNvPr>
            <p:cNvSpPr txBox="1"/>
            <p:nvPr/>
          </p:nvSpPr>
          <p:spPr>
            <a:xfrm>
              <a:off x="1482634" y="5911635"/>
              <a:ext cx="23436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9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9AD5AC5-E9CA-9808-3D0B-506E5FA3E3EB}"/>
              </a:ext>
            </a:extLst>
          </p:cNvPr>
          <p:cNvGrpSpPr/>
          <p:nvPr/>
        </p:nvGrpSpPr>
        <p:grpSpPr>
          <a:xfrm>
            <a:off x="1453760" y="6315796"/>
            <a:ext cx="234360" cy="230832"/>
            <a:chOff x="1482634" y="5911635"/>
            <a:chExt cx="234360" cy="230832"/>
          </a:xfrm>
        </p:grpSpPr>
        <p:sp>
          <p:nvSpPr>
            <p:cNvPr id="18" name="순서도: 연결자 17">
              <a:extLst>
                <a:ext uri="{FF2B5EF4-FFF2-40B4-BE49-F238E27FC236}">
                  <a16:creationId xmlns:a16="http://schemas.microsoft.com/office/drawing/2014/main" id="{41B1BDD4-1061-5F98-3FD6-B6B3063A3C12}"/>
                </a:ext>
              </a:extLst>
            </p:cNvPr>
            <p:cNvSpPr/>
            <p:nvPr/>
          </p:nvSpPr>
          <p:spPr>
            <a:xfrm>
              <a:off x="1536805" y="5966420"/>
              <a:ext cx="145303" cy="145303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111F6B8-9BFE-2736-08B1-69A159698B74}"/>
                </a:ext>
              </a:extLst>
            </p:cNvPr>
            <p:cNvSpPr txBox="1"/>
            <p:nvPr/>
          </p:nvSpPr>
          <p:spPr>
            <a:xfrm>
              <a:off x="1482634" y="5911635"/>
              <a:ext cx="23436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</a:t>
              </a:r>
              <a:endParaRPr lang="ko-KR" altLang="en-US" sz="9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3" name="모서리가 둥근 직사각형 114">
            <a:extLst>
              <a:ext uri="{FF2B5EF4-FFF2-40B4-BE49-F238E27FC236}">
                <a16:creationId xmlns:a16="http://schemas.microsoft.com/office/drawing/2014/main" id="{C43F144E-5232-CEE1-E057-44D2F923D13F}"/>
              </a:ext>
            </a:extLst>
          </p:cNvPr>
          <p:cNvSpPr/>
          <p:nvPr/>
        </p:nvSpPr>
        <p:spPr>
          <a:xfrm>
            <a:off x="1709389" y="596642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" name="모서리가 둥근 직사각형 114">
            <a:extLst>
              <a:ext uri="{FF2B5EF4-FFF2-40B4-BE49-F238E27FC236}">
                <a16:creationId xmlns:a16="http://schemas.microsoft.com/office/drawing/2014/main" id="{9B305289-F3BA-5730-F8DF-72A11B429894}"/>
              </a:ext>
            </a:extLst>
          </p:cNvPr>
          <p:cNvSpPr/>
          <p:nvPr/>
        </p:nvSpPr>
        <p:spPr>
          <a:xfrm>
            <a:off x="760829" y="653061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" name="모서리가 둥근 직사각형 114">
            <a:extLst>
              <a:ext uri="{FF2B5EF4-FFF2-40B4-BE49-F238E27FC236}">
                <a16:creationId xmlns:a16="http://schemas.microsoft.com/office/drawing/2014/main" id="{A29BD86E-5FF7-5FFA-4D80-8D923A91E4B9}"/>
              </a:ext>
            </a:extLst>
          </p:cNvPr>
          <p:cNvSpPr/>
          <p:nvPr/>
        </p:nvSpPr>
        <p:spPr>
          <a:xfrm>
            <a:off x="5241711" y="64226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모서리가 둥근 직사각형 114">
            <a:extLst>
              <a:ext uri="{FF2B5EF4-FFF2-40B4-BE49-F238E27FC236}">
                <a16:creationId xmlns:a16="http://schemas.microsoft.com/office/drawing/2014/main" id="{46E432F8-BCF4-F332-083D-9F2214CC745C}"/>
              </a:ext>
            </a:extLst>
          </p:cNvPr>
          <p:cNvSpPr/>
          <p:nvPr/>
        </p:nvSpPr>
        <p:spPr>
          <a:xfrm>
            <a:off x="6094193" y="643605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C179D1-296F-BD2A-53A7-7C00ACB8456F}"/>
              </a:ext>
            </a:extLst>
          </p:cNvPr>
          <p:cNvSpPr/>
          <p:nvPr/>
        </p:nvSpPr>
        <p:spPr>
          <a:xfrm>
            <a:off x="5660638" y="3151277"/>
            <a:ext cx="720080" cy="16548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미리보기</a:t>
            </a: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3161C156-90CB-FB25-BF60-4EF9C7524B25}"/>
              </a:ext>
            </a:extLst>
          </p:cNvPr>
          <p:cNvSpPr/>
          <p:nvPr/>
        </p:nvSpPr>
        <p:spPr>
          <a:xfrm>
            <a:off x="6273074" y="31155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461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77D10-6063-4F2D-5685-0D08D8A07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88EBB37-4936-9CDA-E842-EE58F0CA40B6}"/>
              </a:ext>
            </a:extLst>
          </p:cNvPr>
          <p:cNvSpPr/>
          <p:nvPr/>
        </p:nvSpPr>
        <p:spPr>
          <a:xfrm>
            <a:off x="2448521" y="1332037"/>
            <a:ext cx="5400600" cy="44644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BD6983-9528-723A-3408-4D68B48087E8}"/>
              </a:ext>
            </a:extLst>
          </p:cNvPr>
          <p:cNvSpPr txBox="1"/>
          <p:nvPr/>
        </p:nvSpPr>
        <p:spPr>
          <a:xfrm>
            <a:off x="1307907" y="78285"/>
            <a:ext cx="20457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_PC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미리보기 팝업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파트너시스템용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234DD3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BA4CED-5BB3-8163-C54A-A39AA58AF7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92" b="93538"/>
          <a:stretch>
            <a:fillRect/>
          </a:stretch>
        </p:blipFill>
        <p:spPr>
          <a:xfrm>
            <a:off x="2448521" y="1319706"/>
            <a:ext cx="5391077" cy="216024"/>
          </a:xfrm>
          <a:prstGeom prst="rect">
            <a:avLst/>
          </a:prstGeom>
          <a:ln w="3175">
            <a:solidFill>
              <a:schemeClr val="bg1">
                <a:lumMod val="50000"/>
              </a:schemeClr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AC787A-019D-FE97-230D-DC7AF40A3CC8}"/>
              </a:ext>
            </a:extLst>
          </p:cNvPr>
          <p:cNvSpPr txBox="1"/>
          <p:nvPr/>
        </p:nvSpPr>
        <p:spPr>
          <a:xfrm>
            <a:off x="1302717" y="330494"/>
            <a:ext cx="15856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시스템관리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메인 팝업 관리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BC7920B-5673-0593-DDB9-BA6265E52483}"/>
              </a:ext>
            </a:extLst>
          </p:cNvPr>
          <p:cNvSpPr/>
          <p:nvPr/>
        </p:nvSpPr>
        <p:spPr>
          <a:xfrm>
            <a:off x="3459687" y="1710085"/>
            <a:ext cx="3822532" cy="38884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B8F7D7-8504-B3BF-4AEC-DDDC9488CD5F}"/>
              </a:ext>
            </a:extLst>
          </p:cNvPr>
          <p:cNvSpPr/>
          <p:nvPr/>
        </p:nvSpPr>
        <p:spPr>
          <a:xfrm>
            <a:off x="3460253" y="5406734"/>
            <a:ext cx="3816424" cy="1917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F8F3A2-1C0F-6FAB-746E-970DA4B28021}"/>
              </a:ext>
            </a:extLst>
          </p:cNvPr>
          <p:cNvSpPr txBox="1"/>
          <p:nvPr/>
        </p:nvSpPr>
        <p:spPr>
          <a:xfrm>
            <a:off x="3423683" y="5394903"/>
            <a:ext cx="10678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□</a:t>
            </a:r>
            <a:r>
              <a:rPr lang="en-US" altLang="ko-KR" sz="800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1</a:t>
            </a:r>
            <a:r>
              <a:rPr lang="ko-KR" altLang="en-US" sz="800" spc="-14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동안 보지 않기</a:t>
            </a:r>
            <a:endParaRPr lang="en-US" altLang="ko-KR" sz="800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EE46FD-3262-37FB-FA7F-50BBE611E72A}"/>
              </a:ext>
            </a:extLst>
          </p:cNvPr>
          <p:cNvSpPr txBox="1"/>
          <p:nvPr/>
        </p:nvSpPr>
        <p:spPr>
          <a:xfrm>
            <a:off x="6919370" y="5406734"/>
            <a:ext cx="3536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4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닫기</a:t>
            </a:r>
            <a:endParaRPr lang="en-US" altLang="ko-KR" sz="800" spc="-141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3BF85B-4DCE-BDEB-F8E3-42C7C0E9CEE3}"/>
              </a:ext>
            </a:extLst>
          </p:cNvPr>
          <p:cNvSpPr/>
          <p:nvPr/>
        </p:nvSpPr>
        <p:spPr>
          <a:xfrm>
            <a:off x="3456633" y="1710085"/>
            <a:ext cx="382558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FFB6BC-61D3-3753-EE49-B38705B1AB5D}"/>
              </a:ext>
            </a:extLst>
          </p:cNvPr>
          <p:cNvSpPr txBox="1"/>
          <p:nvPr/>
        </p:nvSpPr>
        <p:spPr>
          <a:xfrm>
            <a:off x="3453579" y="1774689"/>
            <a:ext cx="18517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월 파트너시스템 점검 안내</a:t>
            </a:r>
            <a:endParaRPr lang="en-US" altLang="ko-KR" sz="1000" b="1" spc="-150" dirty="0">
              <a:latin typeface="맑은 고딕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D6DDA8B-A866-4957-7455-C3ADA3EE2B7E}"/>
              </a:ext>
            </a:extLst>
          </p:cNvPr>
          <p:cNvSpPr/>
          <p:nvPr/>
        </p:nvSpPr>
        <p:spPr>
          <a:xfrm>
            <a:off x="3479531" y="4730521"/>
            <a:ext cx="3793526" cy="66438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68652487-7EBD-0E30-29AA-AB962F4EE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744" y="4802241"/>
            <a:ext cx="152008" cy="20801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6E054B9D-A949-5A70-E1DB-2C842B5B5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783" y="4993088"/>
            <a:ext cx="152008" cy="20801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A7C5E813-F122-8B46-C45C-1E5700650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585" y="5174482"/>
            <a:ext cx="152008" cy="20801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700A826-7BB8-1D24-2C81-9FE622728BED}"/>
              </a:ext>
            </a:extLst>
          </p:cNvPr>
          <p:cNvSpPr txBox="1"/>
          <p:nvPr/>
        </p:nvSpPr>
        <p:spPr>
          <a:xfrm>
            <a:off x="3578056" y="4798525"/>
            <a:ext cx="13059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800" u="sng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ACAAE9-CF54-E29E-B82F-C327DA941D09}"/>
              </a:ext>
            </a:extLst>
          </p:cNvPr>
          <p:cNvSpPr txBox="1"/>
          <p:nvPr/>
        </p:nvSpPr>
        <p:spPr>
          <a:xfrm>
            <a:off x="3574095" y="4964774"/>
            <a:ext cx="13059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800" u="sng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E345C6-B48D-F17F-26F3-9FAFD4905B65}"/>
              </a:ext>
            </a:extLst>
          </p:cNvPr>
          <p:cNvSpPr txBox="1"/>
          <p:nvPr/>
        </p:nvSpPr>
        <p:spPr>
          <a:xfrm>
            <a:off x="3574095" y="5167049"/>
            <a:ext cx="130590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첨부파일명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$</a:t>
            </a:r>
            <a:r>
              <a:rPr kumimoji="0" lang="ko-KR" altLang="en-US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확장자명</a:t>
            </a:r>
            <a:r>
              <a:rPr kumimoji="0" lang="en-US" altLang="ko-KR" sz="800" i="0" u="sng" strike="noStrike" kern="1200" cap="none" spc="-15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$</a:t>
            </a:r>
            <a:endParaRPr lang="ko-KR" altLang="en-US" sz="800" u="sng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0AA40C-1124-06C2-5E9F-90C33D1A84A1}"/>
              </a:ext>
            </a:extLst>
          </p:cNvPr>
          <p:cNvSpPr txBox="1"/>
          <p:nvPr/>
        </p:nvSpPr>
        <p:spPr>
          <a:xfrm>
            <a:off x="3513219" y="2165245"/>
            <a:ext cx="1661032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안녕하세요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파트너시스템 관리자 입니다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 sz="800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endParaRPr lang="en-US" altLang="ko-KR" sz="800" spc="-150" dirty="0"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endParaRPr lang="en-US" altLang="ko-KR" sz="800" spc="-150" dirty="0">
              <a:latin typeface="맑은 고딕" panose="020B0503020000020004" pitchFamily="50" charset="-127"/>
            </a:endParaRP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800" spc="-150" dirty="0">
                <a:latin typeface="맑은 고딕" panose="020B0503020000020004" pitchFamily="50" charset="-127"/>
              </a:rPr>
              <a:t>내용 입니다</a:t>
            </a:r>
            <a:r>
              <a:rPr lang="en-US" altLang="ko-KR" sz="800" spc="-150" dirty="0"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5E7B28-310C-F73C-5C1B-485938FDC424}"/>
              </a:ext>
            </a:extLst>
          </p:cNvPr>
          <p:cNvSpPr txBox="1"/>
          <p:nvPr/>
        </p:nvSpPr>
        <p:spPr>
          <a:xfrm>
            <a:off x="6971820" y="1766994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endParaRPr lang="en-US" altLang="ko-KR" sz="1000" b="1" spc="-150" dirty="0">
              <a:latin typeface="맑은 고딕" panose="020B0503020000020004" pitchFamily="50" charset="-127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6C6E52C-3A0F-ABD8-2CC3-3723BAD1B458}"/>
              </a:ext>
            </a:extLst>
          </p:cNvPr>
          <p:cNvCxnSpPr/>
          <p:nvPr/>
        </p:nvCxnSpPr>
        <p:spPr>
          <a:xfrm>
            <a:off x="7819966" y="1710085"/>
            <a:ext cx="0" cy="1256854"/>
          </a:xfrm>
          <a:prstGeom prst="line">
            <a:avLst/>
          </a:prstGeom>
          <a:ln w="539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64A9EE8-A906-1742-B0CF-5E974040EB06}"/>
              </a:ext>
            </a:extLst>
          </p:cNvPr>
          <p:cNvSpPr/>
          <p:nvPr/>
        </p:nvSpPr>
        <p:spPr>
          <a:xfrm>
            <a:off x="7921129" y="58428"/>
            <a:ext cx="117564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CH-A-SY-05-01-10p</a:t>
            </a:r>
            <a:endParaRPr lang="ko-KR" altLang="en-US" sz="1000" spc="-8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A94D944-9747-2B9C-F92B-43C2CF0EE46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2026.08.04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9B0D71-2F31-925C-13F3-1F13781CB72B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1" name="Group 59">
            <a:extLst>
              <a:ext uri="{FF2B5EF4-FFF2-40B4-BE49-F238E27FC236}">
                <a16:creationId xmlns:a16="http://schemas.microsoft.com/office/drawing/2014/main" id="{7DA93070-48CC-A37A-8C12-E591A87F3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017807"/>
              </p:ext>
            </p:extLst>
          </p:nvPr>
        </p:nvGraphicFramePr>
        <p:xfrm>
          <a:off x="10086305" y="636529"/>
          <a:ext cx="2850436" cy="93376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PC </a:t>
                      </a:r>
                      <a:r>
                        <a:rPr lang="ko-KR" altLang="en-US" sz="8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미리보기 시스템 팝업으로 제공</a:t>
                      </a:r>
                      <a:endParaRPr lang="en-US" altLang="ko-KR" sz="8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150" baseline="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939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kern="0" spc="-150" baseline="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339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680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17989</TotalTime>
  <Words>4543</Words>
  <Application>Microsoft Office PowerPoint</Application>
  <PresentationFormat>사용자 지정</PresentationFormat>
  <Paragraphs>1465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2731</cp:revision>
  <dcterms:created xsi:type="dcterms:W3CDTF">2020-09-28T12:25:11Z</dcterms:created>
  <dcterms:modified xsi:type="dcterms:W3CDTF">2026-08-04T07:12:58Z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