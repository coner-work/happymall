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1803" r:id="rId5"/>
    <p:sldId id="624" r:id="rId6"/>
    <p:sldId id="1973" r:id="rId7"/>
    <p:sldId id="2077" r:id="rId8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623F"/>
    <a:srgbClr val="234DD3"/>
    <a:srgbClr val="34A44E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C9B72-B0C6-4876-B7F5-9E020942F840}" v="329" dt="2026-07-23T08:40:32.524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 varScale="1">
        <p:scale>
          <a:sx n="160" d="100"/>
          <a:sy n="160" d="100"/>
        </p:scale>
        <p:origin x="714" y="144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custSel addSld delSld modSld">
      <pc:chgData name="한나 조" userId="65a288ce2c9026c1" providerId="LiveId" clId="{C15A6EEB-526C-46C9-82AA-A02ABBD41001}" dt="2026-07-23T08:40:39.670" v="4023" actId="478"/>
      <pc:docMkLst>
        <pc:docMk/>
      </pc:docMkLst>
      <pc:sldChg chg="modSp mod">
        <pc:chgData name="한나 조" userId="65a288ce2c9026c1" providerId="LiveId" clId="{C15A6EEB-526C-46C9-82AA-A02ABBD41001}" dt="2026-07-23T06:59:26.424" v="1914" actId="20577"/>
        <pc:sldMkLst>
          <pc:docMk/>
          <pc:sldMk cId="86950737" sldId="624"/>
        </pc:sldMkLst>
        <pc:graphicFrameChg chg="modGraphic">
          <ac:chgData name="한나 조" userId="65a288ce2c9026c1" providerId="LiveId" clId="{C15A6EEB-526C-46C9-82AA-A02ABBD41001}" dt="2026-07-23T06:59:26.424" v="1914" actId="20577"/>
          <ac:graphicFrameMkLst>
            <pc:docMk/>
            <pc:sldMk cId="86950737" sldId="624"/>
            <ac:graphicFrameMk id="6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7-23T07:03:15.980" v="1991"/>
        <pc:sldMkLst>
          <pc:docMk/>
          <pc:sldMk cId="531880422" sldId="1803"/>
        </pc:sldMkLst>
        <pc:spChg chg="mod">
          <ac:chgData name="한나 조" userId="65a288ce2c9026c1" providerId="LiveId" clId="{C15A6EEB-526C-46C9-82AA-A02ABBD41001}" dt="2026-07-23T07:03:15.980" v="1991"/>
          <ac:spMkLst>
            <pc:docMk/>
            <pc:sldMk cId="531880422" sldId="1803"/>
            <ac:spMk id="12" creationId="{00000000-0000-0000-0000-000000000000}"/>
          </ac:spMkLst>
        </pc:spChg>
        <pc:graphicFrameChg chg="modGraphic">
          <ac:chgData name="한나 조" userId="65a288ce2c9026c1" providerId="LiveId" clId="{C15A6EEB-526C-46C9-82AA-A02ABBD41001}" dt="2026-07-23T06:59:29.483" v="1916" actId="20577"/>
          <ac:graphicFrameMkLst>
            <pc:docMk/>
            <pc:sldMk cId="531880422" sldId="1803"/>
            <ac:graphicFrameMk id="22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7-22T07:31:54.092" v="1117" actId="20577"/>
        <pc:sldMkLst>
          <pc:docMk/>
          <pc:sldMk cId="972314868" sldId="1951"/>
        </pc:sldMkLst>
        <pc:spChg chg="mod">
          <ac:chgData name="한나 조" userId="65a288ce2c9026c1" providerId="LiveId" clId="{C15A6EEB-526C-46C9-82AA-A02ABBD41001}" dt="2026-07-22T07:31:54.092" v="1117" actId="20577"/>
          <ac:spMkLst>
            <pc:docMk/>
            <pc:sldMk cId="972314868" sldId="1951"/>
            <ac:spMk id="2" creationId="{00000000-0000-0000-0000-000000000000}"/>
          </ac:spMkLst>
        </pc:spChg>
      </pc:sldChg>
      <pc:sldChg chg="modSp mod">
        <pc:chgData name="한나 조" userId="65a288ce2c9026c1" providerId="LiveId" clId="{C15A6EEB-526C-46C9-82AA-A02ABBD41001}" dt="2026-07-23T07:03:35.019" v="1992" actId="6549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23T07:03:35.019" v="1992" actId="6549"/>
          <ac:graphicFrameMkLst>
            <pc:docMk/>
            <pc:sldMk cId="1502338924" sldId="1963"/>
            <ac:graphicFrameMk id="4" creationId="{134ADAFA-E86E-DE69-794B-48681F98638F}"/>
          </ac:graphicFrameMkLst>
        </pc:graphicFrameChg>
      </pc:sldChg>
      <pc:sldChg chg="modSp mod">
        <pc:chgData name="한나 조" userId="65a288ce2c9026c1" providerId="LiveId" clId="{C15A6EEB-526C-46C9-82AA-A02ABBD41001}" dt="2026-07-23T07:03:08.248" v="1970"/>
        <pc:sldMkLst>
          <pc:docMk/>
          <pc:sldMk cId="712698974" sldId="1973"/>
        </pc:sldMkLst>
        <pc:spChg chg="mod">
          <ac:chgData name="한나 조" userId="65a288ce2c9026c1" providerId="LiveId" clId="{C15A6EEB-526C-46C9-82AA-A02ABBD41001}" dt="2026-07-23T07:00:07.188" v="1947"/>
          <ac:spMkLst>
            <pc:docMk/>
            <pc:sldMk cId="712698974" sldId="1973"/>
            <ac:spMk id="4" creationId="{2180FDE3-F39E-1359-049F-0F15996FFD17}"/>
          </ac:spMkLst>
        </pc:spChg>
        <pc:graphicFrameChg chg="mod modGraphic">
          <ac:chgData name="한나 조" userId="65a288ce2c9026c1" providerId="LiveId" clId="{C15A6EEB-526C-46C9-82AA-A02ABBD41001}" dt="2026-07-23T07:03:08.248" v="1970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 modClrScheme chgLayout">
        <pc:chgData name="한나 조" userId="65a288ce2c9026c1" providerId="LiveId" clId="{C15A6EEB-526C-46C9-82AA-A02ABBD41001}" dt="2026-07-23T08:40:37.710" v="4022" actId="478"/>
        <pc:sldMkLst>
          <pc:docMk/>
          <pc:sldMk cId="2943770741" sldId="2070"/>
        </pc:sldMkLst>
        <pc:spChg chg="mod">
          <ac:chgData name="한나 조" userId="65a288ce2c9026c1" providerId="LiveId" clId="{C15A6EEB-526C-46C9-82AA-A02ABBD41001}" dt="2026-07-23T01:34:49.748" v="1408"/>
          <ac:spMkLst>
            <pc:docMk/>
            <pc:sldMk cId="2943770741" sldId="2070"/>
            <ac:spMk id="2" creationId="{5F6F9FE1-7C30-2F52-CCA8-3F312D7C96E5}"/>
          </ac:spMkLst>
        </pc:spChg>
        <pc:spChg chg="mod">
          <ac:chgData name="한나 조" userId="65a288ce2c9026c1" providerId="LiveId" clId="{C15A6EEB-526C-46C9-82AA-A02ABBD41001}" dt="2026-07-22T07:35:22.646" v="1233"/>
          <ac:spMkLst>
            <pc:docMk/>
            <pc:sldMk cId="2943770741" sldId="2070"/>
            <ac:spMk id="3" creationId="{D72E9E56-EE41-5165-570E-153795A96075}"/>
          </ac:spMkLst>
        </pc:spChg>
        <pc:spChg chg="mod">
          <ac:chgData name="한나 조" userId="65a288ce2c9026c1" providerId="LiveId" clId="{C15A6EEB-526C-46C9-82AA-A02ABBD41001}" dt="2026-07-23T01:35:21.429" v="1415" actId="20577"/>
          <ac:spMkLst>
            <pc:docMk/>
            <pc:sldMk cId="2943770741" sldId="2070"/>
            <ac:spMk id="5" creationId="{6415224F-2EF9-3405-734A-2F342126213B}"/>
          </ac:spMkLst>
        </pc:spChg>
        <pc:spChg chg="add del mod">
          <ac:chgData name="한나 조" userId="65a288ce2c9026c1" providerId="LiveId" clId="{C15A6EEB-526C-46C9-82AA-A02ABBD41001}" dt="2026-07-23T01:34:26.919" v="1406" actId="11529"/>
          <ac:spMkLst>
            <pc:docMk/>
            <pc:sldMk cId="2943770741" sldId="2070"/>
            <ac:spMk id="7" creationId="{098B9B80-E5D3-273F-898E-F2F724540B91}"/>
          </ac:spMkLst>
        </pc:spChg>
        <pc:spChg chg="del mod">
          <ac:chgData name="한나 조" userId="65a288ce2c9026c1" providerId="LiveId" clId="{C15A6EEB-526C-46C9-82AA-A02ABBD41001}" dt="2026-07-22T07:35:02.357" v="1173" actId="478"/>
          <ac:spMkLst>
            <pc:docMk/>
            <pc:sldMk cId="2943770741" sldId="2070"/>
            <ac:spMk id="7" creationId="{43549516-C173-10AA-E4D1-CECCF09D60C8}"/>
          </ac:spMkLst>
        </pc:spChg>
        <pc:spChg chg="add mod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7" creationId="{51B56B00-F2FB-BB32-4F4B-3BD58BE13C58}"/>
          </ac:spMkLst>
        </pc:spChg>
        <pc:spChg chg="add mod">
          <ac:chgData name="한나 조" userId="65a288ce2c9026c1" providerId="LiveId" clId="{C15A6EEB-526C-46C9-82AA-A02ABBD41001}" dt="2026-07-23T01:34:33.847" v="1407"/>
          <ac:spMkLst>
            <pc:docMk/>
            <pc:sldMk cId="2943770741" sldId="2070"/>
            <ac:spMk id="9" creationId="{50F5837E-6D00-F7B2-6364-A327E79B3DE0}"/>
          </ac:spMkLst>
        </pc:spChg>
        <pc:spChg chg="del mod">
          <ac:chgData name="한나 조" userId="65a288ce2c9026c1" providerId="LiveId" clId="{C15A6EEB-526C-46C9-82AA-A02ABBD41001}" dt="2026-07-22T07:35:02.357" v="1173" actId="478"/>
          <ac:spMkLst>
            <pc:docMk/>
            <pc:sldMk cId="2943770741" sldId="2070"/>
            <ac:spMk id="10" creationId="{054577FC-62A3-BEC4-A7C4-50BE5426A293}"/>
          </ac:spMkLst>
        </pc:spChg>
        <pc:spChg chg="add mod">
          <ac:chgData name="한나 조" userId="65a288ce2c9026c1" providerId="LiveId" clId="{C15A6EEB-526C-46C9-82AA-A02ABBD41001}" dt="2026-07-23T07:04:38.925" v="2039" actId="1037"/>
          <ac:spMkLst>
            <pc:docMk/>
            <pc:sldMk cId="2943770741" sldId="2070"/>
            <ac:spMk id="10" creationId="{B6BF75C1-5546-96EA-8867-CC2B55BD3EA2}"/>
          </ac:spMkLst>
        </pc:spChg>
        <pc:spChg chg="mod topLvl">
          <ac:chgData name="한나 조" userId="65a288ce2c9026c1" providerId="LiveId" clId="{C15A6EEB-526C-46C9-82AA-A02ABBD41001}" dt="2026-07-23T07:08:07.639" v="2127" actId="164"/>
          <ac:spMkLst>
            <pc:docMk/>
            <pc:sldMk cId="2943770741" sldId="2070"/>
            <ac:spMk id="11" creationId="{245FE0B2-FD77-6DA0-FCF2-3052EBFAB01C}"/>
          </ac:spMkLst>
        </pc:spChg>
        <pc:spChg chg="mod topLvl">
          <ac:chgData name="한나 조" userId="65a288ce2c9026c1" providerId="LiveId" clId="{C15A6EEB-526C-46C9-82AA-A02ABBD41001}" dt="2026-07-23T07:08:07.639" v="2127" actId="164"/>
          <ac:spMkLst>
            <pc:docMk/>
            <pc:sldMk cId="2943770741" sldId="2070"/>
            <ac:spMk id="12" creationId="{3964848A-E66D-2B1F-8A1A-791F207B6BD2}"/>
          </ac:spMkLst>
        </pc:spChg>
        <pc:spChg chg="del mod topLvl">
          <ac:chgData name="한나 조" userId="65a288ce2c9026c1" providerId="LiveId" clId="{C15A6EEB-526C-46C9-82AA-A02ABBD41001}" dt="2026-07-23T03:43:18.687" v="1895" actId="478"/>
          <ac:spMkLst>
            <pc:docMk/>
            <pc:sldMk cId="2943770741" sldId="2070"/>
            <ac:spMk id="13" creationId="{A7B6629C-D58A-3233-1F5F-A364291A9936}"/>
          </ac:spMkLst>
        </pc:spChg>
        <pc:spChg chg="add mod">
          <ac:chgData name="한나 조" userId="65a288ce2c9026c1" providerId="LiveId" clId="{C15A6EEB-526C-46C9-82AA-A02ABBD41001}" dt="2026-07-23T07:05:42.723" v="2094" actId="1076"/>
          <ac:spMkLst>
            <pc:docMk/>
            <pc:sldMk cId="2943770741" sldId="2070"/>
            <ac:spMk id="13" creationId="{B71607A5-EE4B-5A46-C126-6766A6983760}"/>
          </ac:spMkLst>
        </pc:spChg>
        <pc:spChg chg="add mod">
          <ac:chgData name="한나 조" userId="65a288ce2c9026c1" providerId="LiveId" clId="{C15A6EEB-526C-46C9-82AA-A02ABBD41001}" dt="2026-07-22T07:38:46.066" v="1256" actId="14100"/>
          <ac:spMkLst>
            <pc:docMk/>
            <pc:sldMk cId="2943770741" sldId="2070"/>
            <ac:spMk id="14" creationId="{ACA4F6D9-ABCF-DE09-C0C9-7261E7A02600}"/>
          </ac:spMkLst>
        </pc:spChg>
        <pc:spChg chg="del mod topLvl">
          <ac:chgData name="한나 조" userId="65a288ce2c9026c1" providerId="LiveId" clId="{C15A6EEB-526C-46C9-82AA-A02ABBD41001}" dt="2026-07-23T03:43:18.687" v="1895" actId="478"/>
          <ac:spMkLst>
            <pc:docMk/>
            <pc:sldMk cId="2943770741" sldId="2070"/>
            <ac:spMk id="15" creationId="{6DF4688B-4AD2-6441-8329-789F8321E67F}"/>
          </ac:spMkLst>
        </pc:spChg>
        <pc:spChg chg="add mod">
          <ac:chgData name="한나 조" userId="65a288ce2c9026c1" providerId="LiveId" clId="{C15A6EEB-526C-46C9-82AA-A02ABBD41001}" dt="2026-07-22T07:39:20.209" v="1299" actId="164"/>
          <ac:spMkLst>
            <pc:docMk/>
            <pc:sldMk cId="2943770741" sldId="2070"/>
            <ac:spMk id="16" creationId="{E963BE9E-541A-D5A4-68B6-67852E050825}"/>
          </ac:spMkLst>
        </pc:spChg>
        <pc:spChg chg="add mod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17" creationId="{A962C027-0261-F9B5-572F-883DF2B31CEF}"/>
          </ac:spMkLst>
        </pc:spChg>
        <pc:spChg chg="mod">
          <ac:chgData name="한나 조" userId="65a288ce2c9026c1" providerId="LiveId" clId="{C15A6EEB-526C-46C9-82AA-A02ABBD41001}" dt="2026-07-22T07:34:31.875" v="1135"/>
          <ac:spMkLst>
            <pc:docMk/>
            <pc:sldMk cId="2943770741" sldId="2070"/>
            <ac:spMk id="18" creationId="{5F1569A4-CDB5-2DBD-3FB7-E7CC57B87494}"/>
          </ac:spMkLst>
        </pc:spChg>
        <pc:spChg chg="add mod">
          <ac:chgData name="한나 조" userId="65a288ce2c9026c1" providerId="LiveId" clId="{C15A6EEB-526C-46C9-82AA-A02ABBD41001}" dt="2026-07-23T07:08:07.639" v="2127" actId="164"/>
          <ac:spMkLst>
            <pc:docMk/>
            <pc:sldMk cId="2943770741" sldId="2070"/>
            <ac:spMk id="19" creationId="{16F7059B-B5F4-42BE-35D8-7344D1DC8F00}"/>
          </ac:spMkLst>
        </pc:spChg>
        <pc:spChg chg="del mod topLvl">
          <ac:chgData name="한나 조" userId="65a288ce2c9026c1" providerId="LiveId" clId="{C15A6EEB-526C-46C9-82AA-A02ABBD41001}" dt="2026-07-23T03:43:18.687" v="1895" actId="478"/>
          <ac:spMkLst>
            <pc:docMk/>
            <pc:sldMk cId="2943770741" sldId="2070"/>
            <ac:spMk id="19" creationId="{3AD63AF0-9699-9ABD-7ED1-6FB16F0731FD}"/>
          </ac:spMkLst>
        </pc:spChg>
        <pc:spChg chg="del mod">
          <ac:chgData name="한나 조" userId="65a288ce2c9026c1" providerId="LiveId" clId="{C15A6EEB-526C-46C9-82AA-A02ABBD41001}" dt="2026-07-22T07:35:02.357" v="1173" actId="478"/>
          <ac:spMkLst>
            <pc:docMk/>
            <pc:sldMk cId="2943770741" sldId="2070"/>
            <ac:spMk id="19" creationId="{B9ED2499-3B6C-1068-028E-2BECF4F06EE8}"/>
          </ac:spMkLst>
        </pc:spChg>
        <pc:spChg chg="mod">
          <ac:chgData name="한나 조" userId="65a288ce2c9026c1" providerId="LiveId" clId="{C15A6EEB-526C-46C9-82AA-A02ABBD41001}" dt="2026-07-23T03:04:59.392" v="1619" actId="165"/>
          <ac:spMkLst>
            <pc:docMk/>
            <pc:sldMk cId="2943770741" sldId="2070"/>
            <ac:spMk id="20" creationId="{39A3EF77-A1F3-4633-55B3-B292B32B68CE}"/>
          </ac:spMkLst>
        </pc:spChg>
        <pc:spChg chg="add del mod">
          <ac:chgData name="한나 조" userId="65a288ce2c9026c1" providerId="LiveId" clId="{C15A6EEB-526C-46C9-82AA-A02ABBD41001}" dt="2026-07-22T07:40:09.875" v="1375" actId="478"/>
          <ac:spMkLst>
            <pc:docMk/>
            <pc:sldMk cId="2943770741" sldId="2070"/>
            <ac:spMk id="20" creationId="{7A579FFC-463D-323C-7A17-7E2C7D28FCE5}"/>
          </ac:spMkLst>
        </pc:spChg>
        <pc:spChg chg="mod">
          <ac:chgData name="한나 조" userId="65a288ce2c9026c1" providerId="LiveId" clId="{C15A6EEB-526C-46C9-82AA-A02ABBD41001}" dt="2026-07-23T03:04:59.392" v="1619" actId="165"/>
          <ac:spMkLst>
            <pc:docMk/>
            <pc:sldMk cId="2943770741" sldId="2070"/>
            <ac:spMk id="21" creationId="{385FAEF1-C3FA-C828-6312-D5A889625E81}"/>
          </ac:spMkLst>
        </pc:spChg>
        <pc:spChg chg="mod">
          <ac:chgData name="한나 조" userId="65a288ce2c9026c1" providerId="LiveId" clId="{C15A6EEB-526C-46C9-82AA-A02ABBD41001}" dt="2026-07-23T03:04:59.392" v="1619" actId="165"/>
          <ac:spMkLst>
            <pc:docMk/>
            <pc:sldMk cId="2943770741" sldId="2070"/>
            <ac:spMk id="22" creationId="{68B8D24E-0A20-969E-1445-F8C71D319469}"/>
          </ac:spMkLst>
        </pc:spChg>
        <pc:spChg chg="del mod">
          <ac:chgData name="한나 조" userId="65a288ce2c9026c1" providerId="LiveId" clId="{C15A6EEB-526C-46C9-82AA-A02ABBD41001}" dt="2026-07-22T07:35:02.357" v="1173" actId="478"/>
          <ac:spMkLst>
            <pc:docMk/>
            <pc:sldMk cId="2943770741" sldId="2070"/>
            <ac:spMk id="22" creationId="{C65F867D-9AFA-8072-6B75-C429301FD069}"/>
          </ac:spMkLst>
        </pc:spChg>
        <pc:spChg chg="add">
          <ac:chgData name="한나 조" userId="65a288ce2c9026c1" providerId="LiveId" clId="{C15A6EEB-526C-46C9-82AA-A02ABBD41001}" dt="2026-07-23T07:08:16.110" v="2131" actId="22"/>
          <ac:spMkLst>
            <pc:docMk/>
            <pc:sldMk cId="2943770741" sldId="2070"/>
            <ac:spMk id="22" creationId="{CD64C17F-902D-E4EF-C148-F74BE6351BE2}"/>
          </ac:spMkLst>
        </pc:spChg>
        <pc:spChg chg="add mod">
          <ac:chgData name="한나 조" userId="65a288ce2c9026c1" providerId="LiveId" clId="{C15A6EEB-526C-46C9-82AA-A02ABBD41001}" dt="2026-07-22T07:39:20.209" v="1299" actId="164"/>
          <ac:spMkLst>
            <pc:docMk/>
            <pc:sldMk cId="2943770741" sldId="2070"/>
            <ac:spMk id="23" creationId="{57655C9E-8BF8-F9F4-9ABB-11E8988A684E}"/>
          </ac:spMkLst>
        </pc:spChg>
        <pc:spChg chg="mod">
          <ac:chgData name="한나 조" userId="65a288ce2c9026c1" providerId="LiveId" clId="{C15A6EEB-526C-46C9-82AA-A02ABBD41001}" dt="2026-07-22T07:39:22.693" v="1300" actId="571"/>
          <ac:spMkLst>
            <pc:docMk/>
            <pc:sldMk cId="2943770741" sldId="2070"/>
            <ac:spMk id="26" creationId="{655BF5DB-5CA5-0053-8283-121F0BF4B4E5}"/>
          </ac:spMkLst>
        </pc:spChg>
        <pc:spChg chg="del mod">
          <ac:chgData name="한나 조" userId="65a288ce2c9026c1" providerId="LiveId" clId="{C15A6EEB-526C-46C9-82AA-A02ABBD41001}" dt="2026-07-22T07:35:02.357" v="1173" actId="478"/>
          <ac:spMkLst>
            <pc:docMk/>
            <pc:sldMk cId="2943770741" sldId="2070"/>
            <ac:spMk id="27" creationId="{2640982A-6DC4-BC5A-8BA6-3C8815177009}"/>
          </ac:spMkLst>
        </pc:spChg>
        <pc:spChg chg="mod">
          <ac:chgData name="한나 조" userId="65a288ce2c9026c1" providerId="LiveId" clId="{C15A6EEB-526C-46C9-82AA-A02ABBD41001}" dt="2026-07-23T03:04:59.392" v="1619" actId="165"/>
          <ac:spMkLst>
            <pc:docMk/>
            <pc:sldMk cId="2943770741" sldId="2070"/>
            <ac:spMk id="27" creationId="{4C69E1C8-FB58-E66D-8C0C-4F1206CA2F81}"/>
          </ac:spMkLst>
        </pc:spChg>
        <pc:spChg chg="mod">
          <ac:chgData name="한나 조" userId="65a288ce2c9026c1" providerId="LiveId" clId="{C15A6EEB-526C-46C9-82AA-A02ABBD41001}" dt="2026-07-22T07:39:26.802" v="1314"/>
          <ac:spMkLst>
            <pc:docMk/>
            <pc:sldMk cId="2943770741" sldId="2070"/>
            <ac:spMk id="28" creationId="{0D2B29E5-A25F-7C3C-1420-25F21FE3620F}"/>
          </ac:spMkLst>
        </pc:spChg>
        <pc:spChg chg="mod">
          <ac:chgData name="한나 조" userId="65a288ce2c9026c1" providerId="LiveId" clId="{C15A6EEB-526C-46C9-82AA-A02ABBD41001}" dt="2026-07-22T07:39:30.544" v="1315" actId="571"/>
          <ac:spMkLst>
            <pc:docMk/>
            <pc:sldMk cId="2943770741" sldId="2070"/>
            <ac:spMk id="30" creationId="{605413A0-A753-DA74-87E0-6313885D7D69}"/>
          </ac:spMkLst>
        </pc:spChg>
        <pc:spChg chg="mod">
          <ac:chgData name="한나 조" userId="65a288ce2c9026c1" providerId="LiveId" clId="{C15A6EEB-526C-46C9-82AA-A02ABBD41001}" dt="2026-07-22T07:39:34.433" v="1328"/>
          <ac:spMkLst>
            <pc:docMk/>
            <pc:sldMk cId="2943770741" sldId="2070"/>
            <ac:spMk id="31" creationId="{BC1E7EF6-E8D2-4BC1-F7C2-BA95CE9E3399}"/>
          </ac:spMkLst>
        </pc:spChg>
        <pc:spChg chg="mod">
          <ac:chgData name="한나 조" userId="65a288ce2c9026c1" providerId="LiveId" clId="{C15A6EEB-526C-46C9-82AA-A02ABBD41001}" dt="2026-07-22T07:40:05.902" v="1374" actId="20577"/>
          <ac:spMkLst>
            <pc:docMk/>
            <pc:sldMk cId="2943770741" sldId="2070"/>
            <ac:spMk id="33" creationId="{A6AEF839-FC9A-996D-2EDB-14F7BC770E2B}"/>
          </ac:spMkLst>
        </pc:spChg>
        <pc:spChg chg="mod">
          <ac:chgData name="한나 조" userId="65a288ce2c9026c1" providerId="LiveId" clId="{C15A6EEB-526C-46C9-82AA-A02ABBD41001}" dt="2026-07-22T07:39:42.126" v="1341"/>
          <ac:spMkLst>
            <pc:docMk/>
            <pc:sldMk cId="2943770741" sldId="2070"/>
            <ac:spMk id="34" creationId="{13C3E625-D0A7-8577-3572-16A09CB511B4}"/>
          </ac:spMkLst>
        </pc:spChg>
        <pc:spChg chg="mod">
          <ac:chgData name="한나 조" userId="65a288ce2c9026c1" providerId="LiveId" clId="{C15A6EEB-526C-46C9-82AA-A02ABBD41001}" dt="2026-07-22T07:40:02.646" v="1372" actId="20577"/>
          <ac:spMkLst>
            <pc:docMk/>
            <pc:sldMk cId="2943770741" sldId="2070"/>
            <ac:spMk id="36" creationId="{C71AFF07-9F80-F482-36F6-ACD9D8E18A68}"/>
          </ac:spMkLst>
        </pc:spChg>
        <pc:spChg chg="mod">
          <ac:chgData name="한나 조" userId="65a288ce2c9026c1" providerId="LiveId" clId="{C15A6EEB-526C-46C9-82AA-A02ABBD41001}" dt="2026-07-22T07:39:54.100" v="1356"/>
          <ac:spMkLst>
            <pc:docMk/>
            <pc:sldMk cId="2943770741" sldId="2070"/>
            <ac:spMk id="37" creationId="{3E5B55AA-215A-E60A-5675-2E5760A32C31}"/>
          </ac:spMkLst>
        </pc:spChg>
        <pc:spChg chg="mod">
          <ac:chgData name="한나 조" userId="65a288ce2c9026c1" providerId="LiveId" clId="{C15A6EEB-526C-46C9-82AA-A02ABBD41001}" dt="2026-07-22T07:39:49.260" v="1342" actId="571"/>
          <ac:spMkLst>
            <pc:docMk/>
            <pc:sldMk cId="2943770741" sldId="2070"/>
            <ac:spMk id="39" creationId="{F2B4EED5-752A-C85E-AD1A-DAEA34EB2648}"/>
          </ac:spMkLst>
        </pc:spChg>
        <pc:spChg chg="mod">
          <ac:chgData name="한나 조" userId="65a288ce2c9026c1" providerId="LiveId" clId="{C15A6EEB-526C-46C9-82AA-A02ABBD41001}" dt="2026-07-22T07:39:57.090" v="1365"/>
          <ac:spMkLst>
            <pc:docMk/>
            <pc:sldMk cId="2943770741" sldId="2070"/>
            <ac:spMk id="40" creationId="{BD30F873-42AB-7F2D-A0EB-9F6250B4D187}"/>
          </ac:spMkLst>
        </pc:spChg>
        <pc:spChg chg="add">
          <ac:chgData name="한나 조" userId="65a288ce2c9026c1" providerId="LiveId" clId="{C15A6EEB-526C-46C9-82AA-A02ABBD41001}" dt="2026-07-23T07:08:16.110" v="2131" actId="22"/>
          <ac:spMkLst>
            <pc:docMk/>
            <pc:sldMk cId="2943770741" sldId="2070"/>
            <ac:spMk id="41" creationId="{5550C4F1-F0AE-2273-978C-2C68EBB44DD0}"/>
          </ac:spMkLst>
        </pc:spChg>
        <pc:spChg chg="add mod">
          <ac:chgData name="한나 조" userId="65a288ce2c9026c1" providerId="LiveId" clId="{C15A6EEB-526C-46C9-82AA-A02ABBD41001}" dt="2026-07-22T07:40:33.594" v="1388" actId="1076"/>
          <ac:spMkLst>
            <pc:docMk/>
            <pc:sldMk cId="2943770741" sldId="2070"/>
            <ac:spMk id="42" creationId="{A2F68630-A7C2-A7AE-A39B-6317B3E5FBDA}"/>
          </ac:spMkLst>
        </pc:spChg>
        <pc:spChg chg="mod">
          <ac:chgData name="한나 조" userId="65a288ce2c9026c1" providerId="LiveId" clId="{C15A6EEB-526C-46C9-82AA-A02ABBD41001}" dt="2026-07-23T07:42:42.696" v="2277" actId="20577"/>
          <ac:spMkLst>
            <pc:docMk/>
            <pc:sldMk cId="2943770741" sldId="2070"/>
            <ac:spMk id="44" creationId="{7459BC35-E20D-3350-69D3-2F2C10BBC2D4}"/>
          </ac:spMkLst>
        </pc:spChg>
        <pc:spChg chg="mod">
          <ac:chgData name="한나 조" userId="65a288ce2c9026c1" providerId="LiveId" clId="{C15A6EEB-526C-46C9-82AA-A02ABBD41001}" dt="2026-07-23T03:33:37.150" v="1751" actId="20577"/>
          <ac:spMkLst>
            <pc:docMk/>
            <pc:sldMk cId="2943770741" sldId="2070"/>
            <ac:spMk id="45" creationId="{0B9C60B8-4FE1-DEE8-73E7-3FF8D689095D}"/>
          </ac:spMkLst>
        </pc:spChg>
        <pc:spChg chg="mod">
          <ac:chgData name="한나 조" userId="65a288ce2c9026c1" providerId="LiveId" clId="{C15A6EEB-526C-46C9-82AA-A02ABBD41001}" dt="2026-07-23T03:32:43.012" v="1735"/>
          <ac:spMkLst>
            <pc:docMk/>
            <pc:sldMk cId="2943770741" sldId="2070"/>
            <ac:spMk id="47" creationId="{E9B8EEA6-7571-39D3-BA5F-C0EA88B1D867}"/>
          </ac:spMkLst>
        </pc:spChg>
        <pc:spChg chg="mod">
          <ac:chgData name="한나 조" userId="65a288ce2c9026c1" providerId="LiveId" clId="{C15A6EEB-526C-46C9-82AA-A02ABBD41001}" dt="2026-07-23T07:42:29.068" v="2270" actId="20577"/>
          <ac:spMkLst>
            <pc:docMk/>
            <pc:sldMk cId="2943770741" sldId="2070"/>
            <ac:spMk id="49" creationId="{BE23D937-F092-C128-441D-567E5F0C2834}"/>
          </ac:spMkLst>
        </pc:spChg>
        <pc:spChg chg="mod">
          <ac:chgData name="한나 조" userId="65a288ce2c9026c1" providerId="LiveId" clId="{C15A6EEB-526C-46C9-82AA-A02ABBD41001}" dt="2026-07-23T03:35:22.394" v="1789" actId="1036"/>
          <ac:spMkLst>
            <pc:docMk/>
            <pc:sldMk cId="2943770741" sldId="2070"/>
            <ac:spMk id="50" creationId="{CD532C81-444C-860B-C481-00161F4983B5}"/>
          </ac:spMkLst>
        </pc:spChg>
        <pc:spChg chg="mod">
          <ac:chgData name="한나 조" userId="65a288ce2c9026c1" providerId="LiveId" clId="{C15A6EEB-526C-46C9-82AA-A02ABBD41001}" dt="2026-07-23T03:34:13.045" v="1767"/>
          <ac:spMkLst>
            <pc:docMk/>
            <pc:sldMk cId="2943770741" sldId="2070"/>
            <ac:spMk id="52" creationId="{1B382767-A3F4-9D19-2B26-9BA494E1143E}"/>
          </ac:spMkLst>
        </pc:spChg>
        <pc:spChg chg="add mod">
          <ac:chgData name="한나 조" userId="65a288ce2c9026c1" providerId="LiveId" clId="{C15A6EEB-526C-46C9-82AA-A02ABBD41001}" dt="2026-07-23T08:15:33.832" v="2784" actId="164"/>
          <ac:spMkLst>
            <pc:docMk/>
            <pc:sldMk cId="2943770741" sldId="2070"/>
            <ac:spMk id="52" creationId="{90DB9DD7-0A71-6E4E-3F72-6868847D6DD4}"/>
          </ac:spMkLst>
        </pc:spChg>
        <pc:spChg chg="mod">
          <ac:chgData name="한나 조" userId="65a288ce2c9026c1" providerId="LiveId" clId="{C15A6EEB-526C-46C9-82AA-A02ABBD41001}" dt="2026-07-23T03:34:32.184" v="1773" actId="20577"/>
          <ac:spMkLst>
            <pc:docMk/>
            <pc:sldMk cId="2943770741" sldId="2070"/>
            <ac:spMk id="53" creationId="{0AF22629-0243-F218-998F-102657CFF046}"/>
          </ac:spMkLst>
        </pc:spChg>
        <pc:spChg chg="add mod">
          <ac:chgData name="한나 조" userId="65a288ce2c9026c1" providerId="LiveId" clId="{C15A6EEB-526C-46C9-82AA-A02ABBD41001}" dt="2026-07-23T08:15:33.832" v="2784" actId="164"/>
          <ac:spMkLst>
            <pc:docMk/>
            <pc:sldMk cId="2943770741" sldId="2070"/>
            <ac:spMk id="54" creationId="{B835B31C-E4B6-B98D-CE38-93120464299C}"/>
          </ac:spMkLst>
        </pc:spChg>
        <pc:spChg chg="mod topLvl">
          <ac:chgData name="한나 조" userId="65a288ce2c9026c1" providerId="LiveId" clId="{C15A6EEB-526C-46C9-82AA-A02ABBD41001}" dt="2026-07-23T07:04:24.995" v="2032" actId="20577"/>
          <ac:spMkLst>
            <pc:docMk/>
            <pc:sldMk cId="2943770741" sldId="2070"/>
            <ac:spMk id="55" creationId="{BF944CB0-D5A3-CED2-E75A-62032AAA2BD1}"/>
          </ac:spMkLst>
        </pc:spChg>
        <pc:spChg chg="mod topLvl">
          <ac:chgData name="한나 조" userId="65a288ce2c9026c1" providerId="LiveId" clId="{C15A6EEB-526C-46C9-82AA-A02ABBD41001}" dt="2026-07-23T07:04:11.109" v="2029"/>
          <ac:spMkLst>
            <pc:docMk/>
            <pc:sldMk cId="2943770741" sldId="2070"/>
            <ac:spMk id="56" creationId="{763CF501-B977-CC54-595A-5948B62651A4}"/>
          </ac:spMkLst>
        </pc:spChg>
        <pc:spChg chg="mod topLvl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57" creationId="{4D760951-7F91-13DE-D1A7-60A26B8F192A}"/>
          </ac:spMkLst>
        </pc:spChg>
        <pc:spChg chg="mod topLvl">
          <ac:chgData name="한나 조" userId="65a288ce2c9026c1" providerId="LiveId" clId="{C15A6EEB-526C-46C9-82AA-A02ABBD41001}" dt="2026-07-23T07:04:29.615" v="2037"/>
          <ac:spMkLst>
            <pc:docMk/>
            <pc:sldMk cId="2943770741" sldId="2070"/>
            <ac:spMk id="58" creationId="{3D906E9F-78E6-431B-0240-1C1B2CB8B51A}"/>
          </ac:spMkLst>
        </pc:spChg>
        <pc:spChg chg="mod topLvl">
          <ac:chgData name="한나 조" userId="65a288ce2c9026c1" providerId="LiveId" clId="{C15A6EEB-526C-46C9-82AA-A02ABBD41001}" dt="2026-07-23T03:33:22.359" v="1747" actId="164"/>
          <ac:spMkLst>
            <pc:docMk/>
            <pc:sldMk cId="2943770741" sldId="2070"/>
            <ac:spMk id="59" creationId="{3A6D0088-0274-4DF9-7EE1-EB1418674480}"/>
          </ac:spMkLst>
        </pc:spChg>
        <pc:spChg chg="mod topLvl">
          <ac:chgData name="한나 조" userId="65a288ce2c9026c1" providerId="LiveId" clId="{C15A6EEB-526C-46C9-82AA-A02ABBD41001}" dt="2026-07-23T03:33:22.359" v="1747" actId="164"/>
          <ac:spMkLst>
            <pc:docMk/>
            <pc:sldMk cId="2943770741" sldId="2070"/>
            <ac:spMk id="60" creationId="{88CBBF7D-1619-DFBC-AF79-C030CC5B6B17}"/>
          </ac:spMkLst>
        </pc:spChg>
        <pc:spChg chg="mod topLvl">
          <ac:chgData name="한나 조" userId="65a288ce2c9026c1" providerId="LiveId" clId="{C15A6EEB-526C-46C9-82AA-A02ABBD41001}" dt="2026-07-23T07:04:11.109" v="2029"/>
          <ac:spMkLst>
            <pc:docMk/>
            <pc:sldMk cId="2943770741" sldId="2070"/>
            <ac:spMk id="61" creationId="{F091E11A-A71C-BCA5-FE9E-3538BC1F5CE8}"/>
          </ac:spMkLst>
        </pc:spChg>
        <pc:spChg chg="mod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63" creationId="{C7197C86-D3B2-CDDC-4D06-26267F33B5B4}"/>
          </ac:spMkLst>
        </pc:spChg>
        <pc:spChg chg="mod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131" creationId="{1AFD4168-6154-D90E-FF5C-AB032DEFEE31}"/>
          </ac:spMkLst>
        </pc:spChg>
        <pc:spChg chg="mod">
          <ac:chgData name="한나 조" userId="65a288ce2c9026c1" providerId="LiveId" clId="{C15A6EEB-526C-46C9-82AA-A02ABBD41001}" dt="2026-07-23T03:35:22.394" v="1789" actId="1036"/>
          <ac:spMkLst>
            <pc:docMk/>
            <pc:sldMk cId="2943770741" sldId="2070"/>
            <ac:spMk id="133" creationId="{4735580A-84BC-8705-3181-977C635D6C9A}"/>
          </ac:spMkLst>
        </pc:spChg>
        <pc:spChg chg="mod">
          <ac:chgData name="한나 조" userId="65a288ce2c9026c1" providerId="LiveId" clId="{C15A6EEB-526C-46C9-82AA-A02ABBD41001}" dt="2026-07-23T03:35:22.394" v="1789" actId="1036"/>
          <ac:spMkLst>
            <pc:docMk/>
            <pc:sldMk cId="2943770741" sldId="2070"/>
            <ac:spMk id="134" creationId="{F5E9D951-6F1A-8234-9028-04D6A4AA90D2}"/>
          </ac:spMkLst>
        </pc:spChg>
        <pc:spChg chg="add mod">
          <ac:chgData name="한나 조" userId="65a288ce2c9026c1" providerId="LiveId" clId="{C15A6EEB-526C-46C9-82AA-A02ABBD41001}" dt="2026-07-23T03:35:22.394" v="1789" actId="1036"/>
          <ac:spMkLst>
            <pc:docMk/>
            <pc:sldMk cId="2943770741" sldId="2070"/>
            <ac:spMk id="135" creationId="{9A339FE2-7E91-8000-72A6-802A3C24194E}"/>
          </ac:spMkLst>
        </pc:spChg>
        <pc:spChg chg="del mod">
          <ac:chgData name="한나 조" userId="65a288ce2c9026c1" providerId="LiveId" clId="{C15A6EEB-526C-46C9-82AA-A02ABBD41001}" dt="2026-07-23T07:08:14.775" v="2130" actId="21"/>
          <ac:spMkLst>
            <pc:docMk/>
            <pc:sldMk cId="2943770741" sldId="2070"/>
            <ac:spMk id="136" creationId="{419CBCA3-9478-531D-81CC-4AE9EB21A9EE}"/>
          </ac:spMkLst>
        </pc:spChg>
        <pc:spChg chg="del mod">
          <ac:chgData name="한나 조" userId="65a288ce2c9026c1" providerId="LiveId" clId="{C15A6EEB-526C-46C9-82AA-A02ABBD41001}" dt="2026-07-23T07:08:14.775" v="2130" actId="21"/>
          <ac:spMkLst>
            <pc:docMk/>
            <pc:sldMk cId="2943770741" sldId="2070"/>
            <ac:spMk id="137" creationId="{3B713F3E-D2E9-148C-F102-12458B05E64D}"/>
          </ac:spMkLst>
        </pc:spChg>
        <pc:spChg chg="add del mod">
          <ac:chgData name="한나 조" userId="65a288ce2c9026c1" providerId="LiveId" clId="{C15A6EEB-526C-46C9-82AA-A02ABBD41001}" dt="2026-07-23T07:06:03.950" v="2097" actId="478"/>
          <ac:spMkLst>
            <pc:docMk/>
            <pc:sldMk cId="2943770741" sldId="2070"/>
            <ac:spMk id="138" creationId="{EB998BEE-81CC-6F27-0C9A-FC21EF636288}"/>
          </ac:spMkLst>
        </pc:spChg>
        <pc:spChg chg="add del mod">
          <ac:chgData name="한나 조" userId="65a288ce2c9026c1" providerId="LiveId" clId="{C15A6EEB-526C-46C9-82AA-A02ABBD41001}" dt="2026-07-23T07:06:03.950" v="2097" actId="478"/>
          <ac:spMkLst>
            <pc:docMk/>
            <pc:sldMk cId="2943770741" sldId="2070"/>
            <ac:spMk id="139" creationId="{3FA95C15-25C0-C2A9-E0F0-598469CB430B}"/>
          </ac:spMkLst>
        </pc:spChg>
        <pc:spChg chg="mod">
          <ac:chgData name="한나 조" userId="65a288ce2c9026c1" providerId="LiveId" clId="{C15A6EEB-526C-46C9-82AA-A02ABBD41001}" dt="2026-07-23T03:35:22.394" v="1789" actId="1036"/>
          <ac:spMkLst>
            <pc:docMk/>
            <pc:sldMk cId="2943770741" sldId="2070"/>
            <ac:spMk id="140" creationId="{FA6C2F7F-A6AD-E594-4D5C-47FF806F4337}"/>
          </ac:spMkLst>
        </pc:spChg>
        <pc:spChg chg="mod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141" creationId="{D156660B-8791-35CE-D02D-CB6298B9B84B}"/>
          </ac:spMkLst>
        </pc:spChg>
        <pc:spChg chg="mod">
          <ac:chgData name="한나 조" userId="65a288ce2c9026c1" providerId="LiveId" clId="{C15A6EEB-526C-46C9-82AA-A02ABBD41001}" dt="2026-07-23T03:35:22.394" v="1789" actId="1036"/>
          <ac:spMkLst>
            <pc:docMk/>
            <pc:sldMk cId="2943770741" sldId="2070"/>
            <ac:spMk id="142" creationId="{F49E2E83-5A70-1FDE-958E-1988C5901F80}"/>
          </ac:spMkLst>
        </pc:spChg>
        <pc:spChg chg="mod">
          <ac:chgData name="한나 조" userId="65a288ce2c9026c1" providerId="LiveId" clId="{C15A6EEB-526C-46C9-82AA-A02ABBD41001}" dt="2026-07-23T03:35:22.394" v="1789" actId="1036"/>
          <ac:spMkLst>
            <pc:docMk/>
            <pc:sldMk cId="2943770741" sldId="2070"/>
            <ac:spMk id="143" creationId="{70E10145-7DC5-9A9B-BC14-5B3AE18A7D8D}"/>
          </ac:spMkLst>
        </pc:spChg>
        <pc:spChg chg="add mod ord">
          <ac:chgData name="한나 조" userId="65a288ce2c9026c1" providerId="LiveId" clId="{C15A6EEB-526C-46C9-82AA-A02ABBD41001}" dt="2026-07-23T08:15:33.832" v="2784" actId="164"/>
          <ac:spMkLst>
            <pc:docMk/>
            <pc:sldMk cId="2943770741" sldId="2070"/>
            <ac:spMk id="144" creationId="{2FB6082C-DAED-3E8E-0EA2-99CEEE1497B6}"/>
          </ac:spMkLst>
        </pc:spChg>
        <pc:spChg chg="del">
          <ac:chgData name="한나 조" userId="65a288ce2c9026c1" providerId="LiveId" clId="{C15A6EEB-526C-46C9-82AA-A02ABBD41001}" dt="2026-07-23T03:07:02.304" v="1647" actId="478"/>
          <ac:spMkLst>
            <pc:docMk/>
            <pc:sldMk cId="2943770741" sldId="2070"/>
            <ac:spMk id="144" creationId="{5A768D97-0D76-728D-C91A-2EDC7D1330DD}"/>
          </ac:spMkLst>
        </pc:spChg>
        <pc:spChg chg="add del mod">
          <ac:chgData name="한나 조" userId="65a288ce2c9026c1" providerId="LiveId" clId="{C15A6EEB-526C-46C9-82AA-A02ABBD41001}" dt="2026-07-23T03:07:02.304" v="1647" actId="478"/>
          <ac:spMkLst>
            <pc:docMk/>
            <pc:sldMk cId="2943770741" sldId="2070"/>
            <ac:spMk id="145" creationId="{37BBAEC9-4A4C-30B8-98C5-41464EF8C246}"/>
          </ac:spMkLst>
        </pc:spChg>
        <pc:spChg chg="add mod">
          <ac:chgData name="한나 조" userId="65a288ce2c9026c1" providerId="LiveId" clId="{C15A6EEB-526C-46C9-82AA-A02ABBD41001}" dt="2026-07-23T08:15:33.832" v="2784" actId="164"/>
          <ac:spMkLst>
            <pc:docMk/>
            <pc:sldMk cId="2943770741" sldId="2070"/>
            <ac:spMk id="145" creationId="{E0A0D94A-C4CB-AA43-7548-58E49A83AC25}"/>
          </ac:spMkLst>
        </pc:spChg>
        <pc:spChg chg="mod topLvl">
          <ac:chgData name="한나 조" userId="65a288ce2c9026c1" providerId="LiveId" clId="{C15A6EEB-526C-46C9-82AA-A02ABBD41001}" dt="2026-07-23T03:35:48.065" v="1798" actId="164"/>
          <ac:spMkLst>
            <pc:docMk/>
            <pc:sldMk cId="2943770741" sldId="2070"/>
            <ac:spMk id="152" creationId="{534E45CB-9B2B-3337-E0A8-66B8CEC18229}"/>
          </ac:spMkLst>
        </pc:spChg>
        <pc:spChg chg="mod topLvl">
          <ac:chgData name="한나 조" userId="65a288ce2c9026c1" providerId="LiveId" clId="{C15A6EEB-526C-46C9-82AA-A02ABBD41001}" dt="2026-07-23T03:35:48.065" v="1798" actId="164"/>
          <ac:spMkLst>
            <pc:docMk/>
            <pc:sldMk cId="2943770741" sldId="2070"/>
            <ac:spMk id="153" creationId="{3E86CCCD-0B49-91D8-06AA-367D4C9E283B}"/>
          </ac:spMkLst>
        </pc:spChg>
        <pc:spChg chg="add mod topLvl">
          <ac:chgData name="한나 조" userId="65a288ce2c9026c1" providerId="LiveId" clId="{C15A6EEB-526C-46C9-82AA-A02ABBD41001}" dt="2026-07-23T03:35:48.065" v="1798" actId="164"/>
          <ac:spMkLst>
            <pc:docMk/>
            <pc:sldMk cId="2943770741" sldId="2070"/>
            <ac:spMk id="154" creationId="{9230B1E4-9371-B9AF-B36F-BF4AC58D6ACF}"/>
          </ac:spMkLst>
        </pc:spChg>
        <pc:spChg chg="add mod topLvl">
          <ac:chgData name="한나 조" userId="65a288ce2c9026c1" providerId="LiveId" clId="{C15A6EEB-526C-46C9-82AA-A02ABBD41001}" dt="2026-07-23T03:35:48.065" v="1798" actId="164"/>
          <ac:spMkLst>
            <pc:docMk/>
            <pc:sldMk cId="2943770741" sldId="2070"/>
            <ac:spMk id="155" creationId="{E3F57861-6A9A-2C46-D056-2D3CB9FE02CD}"/>
          </ac:spMkLst>
        </pc:spChg>
        <pc:spChg chg="mod">
          <ac:chgData name="한나 조" userId="65a288ce2c9026c1" providerId="LiveId" clId="{C15A6EEB-526C-46C9-82AA-A02ABBD41001}" dt="2026-07-23T08:15:30.022" v="2783" actId="164"/>
          <ac:spMkLst>
            <pc:docMk/>
            <pc:sldMk cId="2943770741" sldId="2070"/>
            <ac:spMk id="156" creationId="{7630E6B1-C782-A01F-4DB4-BE85FB6FE725}"/>
          </ac:spMkLst>
        </pc:spChg>
        <pc:spChg chg="add mod">
          <ac:chgData name="한나 조" userId="65a288ce2c9026c1" providerId="LiveId" clId="{C15A6EEB-526C-46C9-82AA-A02ABBD41001}" dt="2026-07-23T03:35:48.065" v="1798" actId="164"/>
          <ac:spMkLst>
            <pc:docMk/>
            <pc:sldMk cId="2943770741" sldId="2070"/>
            <ac:spMk id="157" creationId="{D69C45E4-C12E-1326-3FB5-B4241D9BA1D8}"/>
          </ac:spMkLst>
        </pc:spChg>
        <pc:spChg chg="add mod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158" creationId="{191677F1-FE7B-6DB8-94CD-B310479ADEB6}"/>
          </ac:spMkLst>
        </pc:spChg>
        <pc:spChg chg="mod">
          <ac:chgData name="한나 조" userId="65a288ce2c9026c1" providerId="LiveId" clId="{C15A6EEB-526C-46C9-82AA-A02ABBD41001}" dt="2026-07-23T03:36:10.486" v="1812"/>
          <ac:spMkLst>
            <pc:docMk/>
            <pc:sldMk cId="2943770741" sldId="2070"/>
            <ac:spMk id="161" creationId="{653B0C0A-8B13-127C-11EF-0BD23F997C11}"/>
          </ac:spMkLst>
        </pc:spChg>
        <pc:spChg chg="mod">
          <ac:chgData name="한나 조" userId="65a288ce2c9026c1" providerId="LiveId" clId="{C15A6EEB-526C-46C9-82AA-A02ABBD41001}" dt="2026-07-23T03:36:01.448" v="1802"/>
          <ac:spMkLst>
            <pc:docMk/>
            <pc:sldMk cId="2943770741" sldId="2070"/>
            <ac:spMk id="162" creationId="{808840D6-2B20-A185-2BCD-A188157469D2}"/>
          </ac:spMkLst>
        </pc:spChg>
        <pc:spChg chg="mod">
          <ac:chgData name="한나 조" userId="65a288ce2c9026c1" providerId="LiveId" clId="{C15A6EEB-526C-46C9-82AA-A02ABBD41001}" dt="2026-07-23T03:36:01.448" v="1802"/>
          <ac:spMkLst>
            <pc:docMk/>
            <pc:sldMk cId="2943770741" sldId="2070"/>
            <ac:spMk id="163" creationId="{BF7D385A-92F3-B768-9538-B378A8949F43}"/>
          </ac:spMkLst>
        </pc:spChg>
        <pc:spChg chg="mod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164" creationId="{A0A1A143-4AC5-3170-C052-58EB36389FDA}"/>
          </ac:spMkLst>
        </pc:spChg>
        <pc:spChg chg="mod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165" creationId="{03DA087A-B2B9-37BA-1D4A-EAF0238D7C69}"/>
          </ac:spMkLst>
        </pc:spChg>
        <pc:spChg chg="mod">
          <ac:chgData name="한나 조" userId="65a288ce2c9026c1" providerId="LiveId" clId="{C15A6EEB-526C-46C9-82AA-A02ABBD41001}" dt="2026-07-23T03:36:01.448" v="1802"/>
          <ac:spMkLst>
            <pc:docMk/>
            <pc:sldMk cId="2943770741" sldId="2070"/>
            <ac:spMk id="166" creationId="{A0A3C760-24E8-557A-6897-D1B5512A145E}"/>
          </ac:spMkLst>
        </pc:spChg>
        <pc:spChg chg="add mod">
          <ac:chgData name="한나 조" userId="65a288ce2c9026c1" providerId="LiveId" clId="{C15A6EEB-526C-46C9-82AA-A02ABBD41001}" dt="2026-07-23T03:36:35.055" v="1814" actId="571"/>
          <ac:spMkLst>
            <pc:docMk/>
            <pc:sldMk cId="2943770741" sldId="2070"/>
            <ac:spMk id="167" creationId="{4B90E4CE-0114-465C-3486-75A02F31217C}"/>
          </ac:spMkLst>
        </pc:spChg>
        <pc:spChg chg="mod">
          <ac:chgData name="한나 조" userId="65a288ce2c9026c1" providerId="LiveId" clId="{C15A6EEB-526C-46C9-82AA-A02ABBD41001}" dt="2026-07-23T08:16:39.046" v="2839" actId="207"/>
          <ac:spMkLst>
            <pc:docMk/>
            <pc:sldMk cId="2943770741" sldId="2070"/>
            <ac:spMk id="167" creationId="{8404BBCF-E3D8-D887-3F68-E1DA27F2964C}"/>
          </ac:spMkLst>
        </pc:spChg>
        <pc:spChg chg="add mod">
          <ac:chgData name="한나 조" userId="65a288ce2c9026c1" providerId="LiveId" clId="{C15A6EEB-526C-46C9-82AA-A02ABBD41001}" dt="2026-07-23T03:36:37.655" v="1816" actId="571"/>
          <ac:spMkLst>
            <pc:docMk/>
            <pc:sldMk cId="2943770741" sldId="2070"/>
            <ac:spMk id="168" creationId="{862EB79C-F775-CD05-6F7A-41DF42128FD2}"/>
          </ac:spMkLst>
        </pc:spChg>
        <pc:spChg chg="mod">
          <ac:chgData name="한나 조" userId="65a288ce2c9026c1" providerId="LiveId" clId="{C15A6EEB-526C-46C9-82AA-A02ABBD41001}" dt="2026-07-23T08:16:39.046" v="2839" actId="207"/>
          <ac:spMkLst>
            <pc:docMk/>
            <pc:sldMk cId="2943770741" sldId="2070"/>
            <ac:spMk id="168" creationId="{AA75B583-7C02-2651-46C4-91C9CA0BB751}"/>
          </ac:spMkLst>
        </pc:spChg>
        <pc:spChg chg="mod">
          <ac:chgData name="한나 조" userId="65a288ce2c9026c1" providerId="LiveId" clId="{C15A6EEB-526C-46C9-82AA-A02ABBD41001}" dt="2026-07-23T08:17:38.573" v="2849" actId="571"/>
          <ac:spMkLst>
            <pc:docMk/>
            <pc:sldMk cId="2943770741" sldId="2070"/>
            <ac:spMk id="170" creationId="{35ECA15F-DB99-CCA5-4F25-5A1CF8F3F725}"/>
          </ac:spMkLst>
        </pc:spChg>
        <pc:spChg chg="mod">
          <ac:chgData name="한나 조" userId="65a288ce2c9026c1" providerId="LiveId" clId="{C15A6EEB-526C-46C9-82AA-A02ABBD41001}" dt="2026-07-23T07:05:30.077" v="2061"/>
          <ac:spMkLst>
            <pc:docMk/>
            <pc:sldMk cId="2943770741" sldId="2070"/>
            <ac:spMk id="171" creationId="{2ABF79F7-B0F7-95BF-4E8B-9C5019FF5E0D}"/>
          </ac:spMkLst>
        </pc:spChg>
        <pc:spChg chg="del mod">
          <ac:chgData name="한나 조" userId="65a288ce2c9026c1" providerId="LiveId" clId="{C15A6EEB-526C-46C9-82AA-A02ABBD41001}" dt="2026-07-22T07:35:02.357" v="1173" actId="478"/>
          <ac:spMkLst>
            <pc:docMk/>
            <pc:sldMk cId="2943770741" sldId="2070"/>
            <ac:spMk id="172" creationId="{51D6DE01-0745-2B93-FB24-92E3A6334370}"/>
          </ac:spMkLst>
        </pc:spChg>
        <pc:spChg chg="mod">
          <ac:chgData name="한나 조" userId="65a288ce2c9026c1" providerId="LiveId" clId="{C15A6EEB-526C-46C9-82AA-A02ABBD41001}" dt="2026-07-23T08:17:40.812" v="2851" actId="1076"/>
          <ac:spMkLst>
            <pc:docMk/>
            <pc:sldMk cId="2943770741" sldId="2070"/>
            <ac:spMk id="173" creationId="{97FA62EF-AA8C-04A6-7E11-2601BBB9FDC3}"/>
          </ac:spMkLst>
        </pc:spChg>
        <pc:spChg chg="mod">
          <ac:chgData name="한나 조" userId="65a288ce2c9026c1" providerId="LiveId" clId="{C15A6EEB-526C-46C9-82AA-A02ABBD41001}" dt="2026-07-23T03:37:32.013" v="1890"/>
          <ac:spMkLst>
            <pc:docMk/>
            <pc:sldMk cId="2943770741" sldId="2070"/>
            <ac:spMk id="174" creationId="{C33F0847-EB7E-4D2F-54CF-9C288CFADCBE}"/>
          </ac:spMkLst>
        </pc:spChg>
        <pc:spChg chg="del mod">
          <ac:chgData name="한나 조" userId="65a288ce2c9026c1" providerId="LiveId" clId="{C15A6EEB-526C-46C9-82AA-A02ABBD41001}" dt="2026-07-22T07:35:02.357" v="1173" actId="478"/>
          <ac:spMkLst>
            <pc:docMk/>
            <pc:sldMk cId="2943770741" sldId="2070"/>
            <ac:spMk id="174" creationId="{FB0D9D38-C3DC-FCA2-22AC-F04994B8684A}"/>
          </ac:spMkLst>
        </pc:spChg>
        <pc:spChg chg="mod">
          <ac:chgData name="한나 조" userId="65a288ce2c9026c1" providerId="LiveId" clId="{C15A6EEB-526C-46C9-82AA-A02ABBD41001}" dt="2026-07-23T08:15:30.022" v="2783" actId="164"/>
          <ac:spMkLst>
            <pc:docMk/>
            <pc:sldMk cId="2943770741" sldId="2070"/>
            <ac:spMk id="175" creationId="{B929A85F-55BA-2FF7-3169-9D694AC5B0DE}"/>
          </ac:spMkLst>
        </pc:spChg>
        <pc:spChg chg="mod">
          <ac:chgData name="한나 조" userId="65a288ce2c9026c1" providerId="LiveId" clId="{C15A6EEB-526C-46C9-82AA-A02ABBD41001}" dt="2026-07-23T08:15:30.022" v="2783" actId="164"/>
          <ac:spMkLst>
            <pc:docMk/>
            <pc:sldMk cId="2943770741" sldId="2070"/>
            <ac:spMk id="176" creationId="{E4F5616F-700C-21ED-9D6C-75B77D1047CC}"/>
          </ac:spMkLst>
        </pc:spChg>
        <pc:spChg chg="mod">
          <ac:chgData name="한나 조" userId="65a288ce2c9026c1" providerId="LiveId" clId="{C15A6EEB-526C-46C9-82AA-A02ABBD41001}" dt="2026-07-23T08:15:30.022" v="2783" actId="164"/>
          <ac:spMkLst>
            <pc:docMk/>
            <pc:sldMk cId="2943770741" sldId="2070"/>
            <ac:spMk id="178" creationId="{AD189B43-DED0-6A64-55FD-9C4F1E7812CC}"/>
          </ac:spMkLst>
        </pc:spChg>
        <pc:spChg chg="mod">
          <ac:chgData name="한나 조" userId="65a288ce2c9026c1" providerId="LiveId" clId="{C15A6EEB-526C-46C9-82AA-A02ABBD41001}" dt="2026-07-22T07:34:57.568" v="1172" actId="1076"/>
          <ac:spMkLst>
            <pc:docMk/>
            <pc:sldMk cId="2943770741" sldId="2070"/>
            <ac:spMk id="179" creationId="{58D467D5-041C-0882-5464-8CE5FDF44922}"/>
          </ac:spMkLst>
        </pc:spChg>
        <pc:spChg chg="del mod">
          <ac:chgData name="한나 조" userId="65a288ce2c9026c1" providerId="LiveId" clId="{C15A6EEB-526C-46C9-82AA-A02ABBD41001}" dt="2026-07-23T08:13:19.731" v="2736" actId="478"/>
          <ac:spMkLst>
            <pc:docMk/>
            <pc:sldMk cId="2943770741" sldId="2070"/>
            <ac:spMk id="180" creationId="{347D6BB7-3416-C577-DFE8-2A252F039EF8}"/>
          </ac:spMkLst>
        </pc:spChg>
        <pc:spChg chg="mod">
          <ac:chgData name="한나 조" userId="65a288ce2c9026c1" providerId="LiveId" clId="{C15A6EEB-526C-46C9-82AA-A02ABBD41001}" dt="2026-07-23T08:15:30.022" v="2783" actId="164"/>
          <ac:spMkLst>
            <pc:docMk/>
            <pc:sldMk cId="2943770741" sldId="2070"/>
            <ac:spMk id="181" creationId="{86919A43-8D8A-190C-2E72-2D172F28E596}"/>
          </ac:spMkLst>
        </pc:spChg>
        <pc:spChg chg="mod">
          <ac:chgData name="한나 조" userId="65a288ce2c9026c1" providerId="LiveId" clId="{C15A6EEB-526C-46C9-82AA-A02ABBD41001}" dt="2026-07-23T08:15:30.022" v="2783" actId="164"/>
          <ac:spMkLst>
            <pc:docMk/>
            <pc:sldMk cId="2943770741" sldId="2070"/>
            <ac:spMk id="183" creationId="{936F8862-28BC-6B18-B531-9A9C062124BF}"/>
          </ac:spMkLst>
        </pc:spChg>
        <pc:spChg chg="mod">
          <ac:chgData name="한나 조" userId="65a288ce2c9026c1" providerId="LiveId" clId="{C15A6EEB-526C-46C9-82AA-A02ABBD41001}" dt="2026-07-23T08:15:30.022" v="2783" actId="164"/>
          <ac:spMkLst>
            <pc:docMk/>
            <pc:sldMk cId="2943770741" sldId="2070"/>
            <ac:spMk id="184" creationId="{0D9EA63C-FE38-42DC-EC92-7D46E8C05FB4}"/>
          </ac:spMkLst>
        </pc:spChg>
        <pc:spChg chg="mod">
          <ac:chgData name="한나 조" userId="65a288ce2c9026c1" providerId="LiveId" clId="{C15A6EEB-526C-46C9-82AA-A02ABBD41001}" dt="2026-07-23T08:14:33.161" v="2765" actId="207"/>
          <ac:spMkLst>
            <pc:docMk/>
            <pc:sldMk cId="2943770741" sldId="2070"/>
            <ac:spMk id="185" creationId="{8D1D747B-EE8E-B485-D725-18C6E3867724}"/>
          </ac:spMkLst>
        </pc:spChg>
        <pc:spChg chg="mod">
          <ac:chgData name="한나 조" userId="65a288ce2c9026c1" providerId="LiveId" clId="{C15A6EEB-526C-46C9-82AA-A02ABBD41001}" dt="2026-07-23T08:15:30.022" v="2783" actId="164"/>
          <ac:spMkLst>
            <pc:docMk/>
            <pc:sldMk cId="2943770741" sldId="2070"/>
            <ac:spMk id="187" creationId="{06C74668-DA5C-4E7D-3D42-8B50671BF0D8}"/>
          </ac:spMkLst>
        </pc:spChg>
        <pc:spChg chg="mod">
          <ac:chgData name="한나 조" userId="65a288ce2c9026c1" providerId="LiveId" clId="{C15A6EEB-526C-46C9-82AA-A02ABBD41001}" dt="2026-07-23T08:15:08.495" v="2780" actId="1035"/>
          <ac:spMkLst>
            <pc:docMk/>
            <pc:sldMk cId="2943770741" sldId="2070"/>
            <ac:spMk id="188" creationId="{D1CB5D3E-FB0D-499E-C55F-599DDB184370}"/>
          </ac:spMkLst>
        </pc:spChg>
        <pc:spChg chg="mod topLvl">
          <ac:chgData name="한나 조" userId="65a288ce2c9026c1" providerId="LiveId" clId="{C15A6EEB-526C-46C9-82AA-A02ABBD41001}" dt="2026-07-23T08:17:04.055" v="2844" actId="164"/>
          <ac:spMkLst>
            <pc:docMk/>
            <pc:sldMk cId="2943770741" sldId="2070"/>
            <ac:spMk id="192" creationId="{4F3A9ACD-887C-1ACA-D013-82E415D33C68}"/>
          </ac:spMkLst>
        </pc:spChg>
        <pc:spChg chg="del mod">
          <ac:chgData name="한나 조" userId="65a288ce2c9026c1" providerId="LiveId" clId="{C15A6EEB-526C-46C9-82AA-A02ABBD41001}" dt="2026-07-23T08:16:00.951" v="2803" actId="478"/>
          <ac:spMkLst>
            <pc:docMk/>
            <pc:sldMk cId="2943770741" sldId="2070"/>
            <ac:spMk id="193" creationId="{D66B2DBE-5809-6AE0-7E27-E1CDCE75FBFA}"/>
          </ac:spMkLst>
        </pc:spChg>
        <pc:spChg chg="mod topLvl">
          <ac:chgData name="한나 조" userId="65a288ce2c9026c1" providerId="LiveId" clId="{C15A6EEB-526C-46C9-82AA-A02ABBD41001}" dt="2026-07-23T08:17:04.055" v="2844" actId="164"/>
          <ac:spMkLst>
            <pc:docMk/>
            <pc:sldMk cId="2943770741" sldId="2070"/>
            <ac:spMk id="194" creationId="{443B5F01-20CA-4F65-27FB-020CFAE25F99}"/>
          </ac:spMkLst>
        </pc:spChg>
        <pc:spChg chg="mod topLvl">
          <ac:chgData name="한나 조" userId="65a288ce2c9026c1" providerId="LiveId" clId="{C15A6EEB-526C-46C9-82AA-A02ABBD41001}" dt="2026-07-23T08:17:04.055" v="2844" actId="164"/>
          <ac:spMkLst>
            <pc:docMk/>
            <pc:sldMk cId="2943770741" sldId="2070"/>
            <ac:spMk id="195" creationId="{930318A1-DB64-B8EF-3BF6-EB51B71A7DE5}"/>
          </ac:spMkLst>
        </pc:spChg>
        <pc:spChg chg="del mod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00" creationId="{18221876-9725-818E-B415-9D15B581F97A}"/>
          </ac:spMkLst>
        </pc:spChg>
        <pc:spChg chg="del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01" creationId="{E61EA5BD-3463-76DE-21A9-FE75D428AB2B}"/>
          </ac:spMkLst>
        </pc:spChg>
        <pc:spChg chg="del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02" creationId="{96C038A3-70DE-A01E-7A60-DBAB1B32C9B1}"/>
          </ac:spMkLst>
        </pc:spChg>
        <pc:spChg chg="del mod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03" creationId="{58CE1E4C-F085-082B-C71C-425032C48700}"/>
          </ac:spMkLst>
        </pc:spChg>
        <pc:spChg chg="del mod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04" creationId="{532747CD-1F4A-E8F7-60B7-6B908BF47C06}"/>
          </ac:spMkLst>
        </pc:spChg>
        <pc:spChg chg="mod">
          <ac:chgData name="한나 조" userId="65a288ce2c9026c1" providerId="LiveId" clId="{C15A6EEB-526C-46C9-82AA-A02ABBD41001}" dt="2026-07-23T08:17:00.252" v="2843" actId="165"/>
          <ac:spMkLst>
            <pc:docMk/>
            <pc:sldMk cId="2943770741" sldId="2070"/>
            <ac:spMk id="206" creationId="{57254DC7-A979-750C-758C-E584D5798128}"/>
          </ac:spMkLst>
        </pc:spChg>
        <pc:spChg chg="mod">
          <ac:chgData name="한나 조" userId="65a288ce2c9026c1" providerId="LiveId" clId="{C15A6EEB-526C-46C9-82AA-A02ABBD41001}" dt="2026-07-23T08:17:00.252" v="2843" actId="165"/>
          <ac:spMkLst>
            <pc:docMk/>
            <pc:sldMk cId="2943770741" sldId="2070"/>
            <ac:spMk id="207" creationId="{959F85F9-FCAC-B98F-6CF0-080E2FE9E0DF}"/>
          </ac:spMkLst>
        </pc:spChg>
        <pc:spChg chg="del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08" creationId="{2AD28635-C0B5-3789-3DB1-0EF0598C2970}"/>
          </ac:spMkLst>
        </pc:spChg>
        <pc:spChg chg="del mod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09" creationId="{80FAB6A2-39DD-3B78-5CE8-678CE8641944}"/>
          </ac:spMkLst>
        </pc:spChg>
        <pc:spChg chg="del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10" creationId="{A435C39B-E580-1DB7-E489-5C334FAC9B2F}"/>
          </ac:spMkLst>
        </pc:spChg>
        <pc:spChg chg="del mod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11" creationId="{B236241E-B3CB-9E06-28E8-777556958442}"/>
          </ac:spMkLst>
        </pc:spChg>
        <pc:spChg chg="del">
          <ac:chgData name="한나 조" userId="65a288ce2c9026c1" providerId="LiveId" clId="{C15A6EEB-526C-46C9-82AA-A02ABBD41001}" dt="2026-07-23T08:16:33.906" v="2838" actId="478"/>
          <ac:spMkLst>
            <pc:docMk/>
            <pc:sldMk cId="2943770741" sldId="2070"/>
            <ac:spMk id="212" creationId="{6B64C826-8A86-B319-7D1D-8E668565E819}"/>
          </ac:spMkLst>
        </pc:spChg>
        <pc:spChg chg="add mod">
          <ac:chgData name="한나 조" userId="65a288ce2c9026c1" providerId="LiveId" clId="{C15A6EEB-526C-46C9-82AA-A02ABBD41001}" dt="2026-07-23T08:17:04.055" v="2844" actId="164"/>
          <ac:spMkLst>
            <pc:docMk/>
            <pc:sldMk cId="2943770741" sldId="2070"/>
            <ac:spMk id="214" creationId="{E09F9292-C173-DBAE-E2F6-5E55A4F5C562}"/>
          </ac:spMkLst>
        </pc:spChg>
        <pc:spChg chg="add mod">
          <ac:chgData name="한나 조" userId="65a288ce2c9026c1" providerId="LiveId" clId="{C15A6EEB-526C-46C9-82AA-A02ABBD41001}" dt="2026-07-23T08:17:04.055" v="2844" actId="164"/>
          <ac:spMkLst>
            <pc:docMk/>
            <pc:sldMk cId="2943770741" sldId="2070"/>
            <ac:spMk id="216" creationId="{EC085A5B-36C3-4F19-0321-7D8127E04321}"/>
          </ac:spMkLst>
        </pc:spChg>
        <pc:spChg chg="mod">
          <ac:chgData name="한나 조" userId="65a288ce2c9026c1" providerId="LiveId" clId="{C15A6EEB-526C-46C9-82AA-A02ABBD41001}" dt="2026-07-23T08:17:15.029" v="2846" actId="571"/>
          <ac:spMkLst>
            <pc:docMk/>
            <pc:sldMk cId="2943770741" sldId="2070"/>
            <ac:spMk id="219" creationId="{616BE54E-A773-4EF5-C45F-9DB540698F19}"/>
          </ac:spMkLst>
        </pc:spChg>
        <pc:spChg chg="mod">
          <ac:chgData name="한나 조" userId="65a288ce2c9026c1" providerId="LiveId" clId="{C15A6EEB-526C-46C9-82AA-A02ABBD41001}" dt="2026-07-23T08:17:15.029" v="2846" actId="571"/>
          <ac:spMkLst>
            <pc:docMk/>
            <pc:sldMk cId="2943770741" sldId="2070"/>
            <ac:spMk id="220" creationId="{470D089D-0125-0B38-8BD7-7CC23442A216}"/>
          </ac:spMkLst>
        </pc:spChg>
        <pc:spChg chg="mod">
          <ac:chgData name="한나 조" userId="65a288ce2c9026c1" providerId="LiveId" clId="{C15A6EEB-526C-46C9-82AA-A02ABBD41001}" dt="2026-07-23T08:17:15.029" v="2846" actId="571"/>
          <ac:spMkLst>
            <pc:docMk/>
            <pc:sldMk cId="2943770741" sldId="2070"/>
            <ac:spMk id="221" creationId="{91165A14-EF00-233C-23F2-F58E66622A4C}"/>
          </ac:spMkLst>
        </pc:spChg>
        <pc:spChg chg="mod">
          <ac:chgData name="한나 조" userId="65a288ce2c9026c1" providerId="LiveId" clId="{C15A6EEB-526C-46C9-82AA-A02ABBD41001}" dt="2026-07-23T08:17:15.029" v="2846" actId="571"/>
          <ac:spMkLst>
            <pc:docMk/>
            <pc:sldMk cId="2943770741" sldId="2070"/>
            <ac:spMk id="223" creationId="{817108E9-7506-D7DF-C3EF-DF61B671081B}"/>
          </ac:spMkLst>
        </pc:spChg>
        <pc:spChg chg="mod">
          <ac:chgData name="한나 조" userId="65a288ce2c9026c1" providerId="LiveId" clId="{C15A6EEB-526C-46C9-82AA-A02ABBD41001}" dt="2026-07-23T08:17:15.029" v="2846" actId="571"/>
          <ac:spMkLst>
            <pc:docMk/>
            <pc:sldMk cId="2943770741" sldId="2070"/>
            <ac:spMk id="224" creationId="{2B2516A6-DB0F-4760-74D6-1EB440ED7D0B}"/>
          </ac:spMkLst>
        </pc:spChg>
        <pc:spChg chg="mod">
          <ac:chgData name="한나 조" userId="65a288ce2c9026c1" providerId="LiveId" clId="{C15A6EEB-526C-46C9-82AA-A02ABBD41001}" dt="2026-07-23T08:17:15.029" v="2846" actId="571"/>
          <ac:spMkLst>
            <pc:docMk/>
            <pc:sldMk cId="2943770741" sldId="2070"/>
            <ac:spMk id="225" creationId="{16B10FC2-34CD-8F48-2192-F15B40FA235B}"/>
          </ac:spMkLst>
        </pc:spChg>
        <pc:spChg chg="mod">
          <ac:chgData name="한나 조" userId="65a288ce2c9026c1" providerId="LiveId" clId="{C15A6EEB-526C-46C9-82AA-A02ABBD41001}" dt="2026-07-23T08:17:15.029" v="2846" actId="571"/>
          <ac:spMkLst>
            <pc:docMk/>
            <pc:sldMk cId="2943770741" sldId="2070"/>
            <ac:spMk id="226" creationId="{91E7DE04-A542-FF42-D479-C0A930A6AC75}"/>
          </ac:spMkLst>
        </pc:spChg>
        <pc:spChg chg="mod">
          <ac:chgData name="한나 조" userId="65a288ce2c9026c1" providerId="LiveId" clId="{C15A6EEB-526C-46C9-82AA-A02ABBD41001}" dt="2026-07-23T08:18:00.969" v="2877" actId="1036"/>
          <ac:spMkLst>
            <pc:docMk/>
            <pc:sldMk cId="2943770741" sldId="2070"/>
            <ac:spMk id="227" creationId="{530BF8C7-482A-98F5-E186-533FFA15597A}"/>
          </ac:spMkLst>
        </pc:spChg>
        <pc:spChg chg="mod">
          <ac:chgData name="한나 조" userId="65a288ce2c9026c1" providerId="LiveId" clId="{C15A6EEB-526C-46C9-82AA-A02ABBD41001}" dt="2026-07-23T08:21:13.497" v="3136" actId="571"/>
          <ac:spMkLst>
            <pc:docMk/>
            <pc:sldMk cId="2943770741" sldId="2070"/>
            <ac:spMk id="229" creationId="{D3AF7490-D178-45E8-7F10-127EF1451B5B}"/>
          </ac:spMkLst>
        </pc:spChg>
        <pc:spChg chg="mod">
          <ac:chgData name="한나 조" userId="65a288ce2c9026c1" providerId="LiveId" clId="{C15A6EEB-526C-46C9-82AA-A02ABBD41001}" dt="2026-07-23T08:21:13.497" v="3136" actId="571"/>
          <ac:spMkLst>
            <pc:docMk/>
            <pc:sldMk cId="2943770741" sldId="2070"/>
            <ac:spMk id="230" creationId="{B4C76A15-0D9D-9612-B555-601253C81F8F}"/>
          </ac:spMkLst>
        </pc:spChg>
        <pc:spChg chg="mod">
          <ac:chgData name="한나 조" userId="65a288ce2c9026c1" providerId="LiveId" clId="{C15A6EEB-526C-46C9-82AA-A02ABBD41001}" dt="2026-07-23T08:21:13.497" v="3136" actId="571"/>
          <ac:spMkLst>
            <pc:docMk/>
            <pc:sldMk cId="2943770741" sldId="2070"/>
            <ac:spMk id="231" creationId="{E9A1AEC2-3C4E-B24C-12B1-24BCD90C83AA}"/>
          </ac:spMkLst>
        </pc:spChg>
        <pc:spChg chg="mod">
          <ac:chgData name="한나 조" userId="65a288ce2c9026c1" providerId="LiveId" clId="{C15A6EEB-526C-46C9-82AA-A02ABBD41001}" dt="2026-07-23T08:21:13.497" v="3136" actId="571"/>
          <ac:spMkLst>
            <pc:docMk/>
            <pc:sldMk cId="2943770741" sldId="2070"/>
            <ac:spMk id="233" creationId="{B647E20E-BF84-7686-958F-2D30BFE4982C}"/>
          </ac:spMkLst>
        </pc:spChg>
        <pc:spChg chg="del mod">
          <ac:chgData name="한나 조" userId="65a288ce2c9026c1" providerId="LiveId" clId="{C15A6EEB-526C-46C9-82AA-A02ABBD41001}" dt="2026-07-23T08:20:17.482" v="3131" actId="478"/>
          <ac:spMkLst>
            <pc:docMk/>
            <pc:sldMk cId="2943770741" sldId="2070"/>
            <ac:spMk id="234" creationId="{9A95A60C-996E-E562-9A46-CA5339BE1D38}"/>
          </ac:spMkLst>
        </pc:spChg>
        <pc:spChg chg="mod">
          <ac:chgData name="한나 조" userId="65a288ce2c9026c1" providerId="LiveId" clId="{C15A6EEB-526C-46C9-82AA-A02ABBD41001}" dt="2026-07-23T08:21:13.497" v="3136" actId="571"/>
          <ac:spMkLst>
            <pc:docMk/>
            <pc:sldMk cId="2943770741" sldId="2070"/>
            <ac:spMk id="235" creationId="{C0A3BD65-1D4F-B590-DB6A-FAB19730DC23}"/>
          </ac:spMkLst>
        </pc:spChg>
        <pc:spChg chg="mod">
          <ac:chgData name="한나 조" userId="65a288ce2c9026c1" providerId="LiveId" clId="{C15A6EEB-526C-46C9-82AA-A02ABBD41001}" dt="2026-07-23T08:21:13.497" v="3136" actId="571"/>
          <ac:spMkLst>
            <pc:docMk/>
            <pc:sldMk cId="2943770741" sldId="2070"/>
            <ac:spMk id="236" creationId="{F6D826F0-11DA-C4A3-F81F-0929DCDE1CD2}"/>
          </ac:spMkLst>
        </pc:spChg>
        <pc:spChg chg="add mod">
          <ac:chgData name="한나 조" userId="65a288ce2c9026c1" providerId="LiveId" clId="{C15A6EEB-526C-46C9-82AA-A02ABBD41001}" dt="2026-07-23T08:21:13.497" v="3136" actId="571"/>
          <ac:spMkLst>
            <pc:docMk/>
            <pc:sldMk cId="2943770741" sldId="2070"/>
            <ac:spMk id="237" creationId="{FADEC5F1-A0FB-9D40-C405-35BB1E61B251}"/>
          </ac:spMkLst>
        </pc:spChg>
        <pc:spChg chg="add mod">
          <ac:chgData name="한나 조" userId="65a288ce2c9026c1" providerId="LiveId" clId="{C15A6EEB-526C-46C9-82AA-A02ABBD41001}" dt="2026-07-23T08:21:19.301" v="3153"/>
          <ac:spMkLst>
            <pc:docMk/>
            <pc:sldMk cId="2943770741" sldId="2070"/>
            <ac:spMk id="238" creationId="{94454CC6-EC5C-DB38-B1F6-7DF1699A145E}"/>
          </ac:spMkLst>
        </pc:spChg>
        <pc:grpChg chg="del mod topLvl">
          <ac:chgData name="한나 조" userId="65a288ce2c9026c1" providerId="LiveId" clId="{C15A6EEB-526C-46C9-82AA-A02ABBD41001}" dt="2026-07-23T03:43:18.687" v="1895" actId="478"/>
          <ac:grpSpMkLst>
            <pc:docMk/>
            <pc:sldMk cId="2943770741" sldId="2070"/>
            <ac:grpSpMk id="17" creationId="{59DCEB96-6F32-AE6A-1C87-6C8A06ECBE7E}"/>
          </ac:grpSpMkLst>
        </pc:grpChg>
        <pc:grpChg chg="add mod">
          <ac:chgData name="한나 조" userId="65a288ce2c9026c1" providerId="LiveId" clId="{C15A6EEB-526C-46C9-82AA-A02ABBD41001}" dt="2026-07-22T07:39:20.209" v="1299" actId="164"/>
          <ac:grpSpMkLst>
            <pc:docMk/>
            <pc:sldMk cId="2943770741" sldId="2070"/>
            <ac:grpSpMk id="24" creationId="{55114D90-6496-8011-345A-5B1728C71045}"/>
          </ac:grpSpMkLst>
        </pc:grpChg>
        <pc:grpChg chg="add mod">
          <ac:chgData name="한나 조" userId="65a288ce2c9026c1" providerId="LiveId" clId="{C15A6EEB-526C-46C9-82AA-A02ABBD41001}" dt="2026-07-22T07:39:22.693" v="1300" actId="571"/>
          <ac:grpSpMkLst>
            <pc:docMk/>
            <pc:sldMk cId="2943770741" sldId="2070"/>
            <ac:grpSpMk id="25" creationId="{DCE8D91D-158C-A23A-839C-955944B6C1AB}"/>
          </ac:grpSpMkLst>
        </pc:grpChg>
        <pc:grpChg chg="add mod">
          <ac:chgData name="한나 조" userId="65a288ce2c9026c1" providerId="LiveId" clId="{C15A6EEB-526C-46C9-82AA-A02ABBD41001}" dt="2026-07-22T07:39:30.544" v="1315" actId="571"/>
          <ac:grpSpMkLst>
            <pc:docMk/>
            <pc:sldMk cId="2943770741" sldId="2070"/>
            <ac:grpSpMk id="29" creationId="{F3150784-A295-9794-064F-7EC49628859B}"/>
          </ac:grpSpMkLst>
        </pc:grpChg>
        <pc:grpChg chg="add mod">
          <ac:chgData name="한나 조" userId="65a288ce2c9026c1" providerId="LiveId" clId="{C15A6EEB-526C-46C9-82AA-A02ABBD41001}" dt="2026-07-22T07:39:30.544" v="1315" actId="571"/>
          <ac:grpSpMkLst>
            <pc:docMk/>
            <pc:sldMk cId="2943770741" sldId="2070"/>
            <ac:grpSpMk id="32" creationId="{021DA048-D681-66D7-57C8-6E78E0AD113D}"/>
          </ac:grpSpMkLst>
        </pc:grpChg>
        <pc:grpChg chg="add mod">
          <ac:chgData name="한나 조" userId="65a288ce2c9026c1" providerId="LiveId" clId="{C15A6EEB-526C-46C9-82AA-A02ABBD41001}" dt="2026-07-22T07:39:49.260" v="1342" actId="571"/>
          <ac:grpSpMkLst>
            <pc:docMk/>
            <pc:sldMk cId="2943770741" sldId="2070"/>
            <ac:grpSpMk id="35" creationId="{28B8BB24-5FBC-4560-32DE-27D21622285C}"/>
          </ac:grpSpMkLst>
        </pc:grpChg>
        <pc:grpChg chg="add mod">
          <ac:chgData name="한나 조" userId="65a288ce2c9026c1" providerId="LiveId" clId="{C15A6EEB-526C-46C9-82AA-A02ABBD41001}" dt="2026-07-22T07:39:49.260" v="1342" actId="571"/>
          <ac:grpSpMkLst>
            <pc:docMk/>
            <pc:sldMk cId="2943770741" sldId="2070"/>
            <ac:grpSpMk id="38" creationId="{0C4E3BB1-4E36-40D5-37A9-DD58E2FFD0B2}"/>
          </ac:grpSpMkLst>
        </pc:grpChg>
        <pc:grpChg chg="mod">
          <ac:chgData name="한나 조" userId="65a288ce2c9026c1" providerId="LiveId" clId="{C15A6EEB-526C-46C9-82AA-A02ABBD41001}" dt="2026-07-23T07:08:07.639" v="2127" actId="164"/>
          <ac:grpSpMkLst>
            <pc:docMk/>
            <pc:sldMk cId="2943770741" sldId="2070"/>
            <ac:grpSpMk id="43" creationId="{0793875A-8C51-C2D4-380B-1C044EBB44F6}"/>
          </ac:grpSpMkLst>
        </pc:grpChg>
        <pc:grpChg chg="mod">
          <ac:chgData name="한나 조" userId="65a288ce2c9026c1" providerId="LiveId" clId="{C15A6EEB-526C-46C9-82AA-A02ABBD41001}" dt="2026-07-23T03:34:18.868" v="1771"/>
          <ac:grpSpMkLst>
            <pc:docMk/>
            <pc:sldMk cId="2943770741" sldId="2070"/>
            <ac:grpSpMk id="48" creationId="{A23FE46C-9210-89DD-9EDB-26BBBAA4B18D}"/>
          </ac:grpSpMkLst>
        </pc:grpChg>
        <pc:grpChg chg="del mod">
          <ac:chgData name="한나 조" userId="65a288ce2c9026c1" providerId="LiveId" clId="{C15A6EEB-526C-46C9-82AA-A02ABBD41001}" dt="2026-07-23T03:35:08.955" v="1784" actId="478"/>
          <ac:grpSpMkLst>
            <pc:docMk/>
            <pc:sldMk cId="2943770741" sldId="2070"/>
            <ac:grpSpMk id="51" creationId="{0C3E08EB-DA32-56F9-3CD4-6FDA4A53F2B3}"/>
          </ac:grpSpMkLst>
        </pc:grpChg>
        <pc:grpChg chg="del">
          <ac:chgData name="한나 조" userId="65a288ce2c9026c1" providerId="LiveId" clId="{C15A6EEB-526C-46C9-82AA-A02ABBD41001}" dt="2026-07-22T07:35:02.357" v="1173" actId="478"/>
          <ac:grpSpMkLst>
            <pc:docMk/>
            <pc:sldMk cId="2943770741" sldId="2070"/>
            <ac:grpSpMk id="51" creationId="{1427ABD1-BD97-0EAC-8B9E-6C37761F7A66}"/>
          </ac:grpSpMkLst>
        </pc:grpChg>
        <pc:grpChg chg="del mod">
          <ac:chgData name="한나 조" userId="65a288ce2c9026c1" providerId="LiveId" clId="{C15A6EEB-526C-46C9-82AA-A02ABBD41001}" dt="2026-07-23T03:32:59.539" v="1741" actId="165"/>
          <ac:grpSpMkLst>
            <pc:docMk/>
            <pc:sldMk cId="2943770741" sldId="2070"/>
            <ac:grpSpMk id="54" creationId="{4EB14764-5C68-17C7-2B12-DCFF2C8ACB88}"/>
          </ac:grpSpMkLst>
        </pc:grpChg>
        <pc:grpChg chg="mod">
          <ac:chgData name="한나 조" userId="65a288ce2c9026c1" providerId="LiveId" clId="{C15A6EEB-526C-46C9-82AA-A02ABBD41001}" dt="2026-07-23T07:08:07.639" v="2127" actId="164"/>
          <ac:grpSpMkLst>
            <pc:docMk/>
            <pc:sldMk cId="2943770741" sldId="2070"/>
            <ac:grpSpMk id="62" creationId="{1A825409-A165-C9CE-6F38-749B1C731291}"/>
          </ac:grpSpMkLst>
        </pc:grpChg>
        <pc:grpChg chg="add mod">
          <ac:chgData name="한나 조" userId="65a288ce2c9026c1" providerId="LiveId" clId="{C15A6EEB-526C-46C9-82AA-A02ABBD41001}" dt="2026-07-23T03:33:03.004" v="1742" actId="164"/>
          <ac:grpSpMkLst>
            <pc:docMk/>
            <pc:sldMk cId="2943770741" sldId="2070"/>
            <ac:grpSpMk id="146" creationId="{92A22A50-3697-22E3-4A5B-3D7579D58411}"/>
          </ac:grpSpMkLst>
        </pc:grpChg>
        <pc:grpChg chg="add mod">
          <ac:chgData name="한나 조" userId="65a288ce2c9026c1" providerId="LiveId" clId="{C15A6EEB-526C-46C9-82AA-A02ABBD41001}" dt="2026-07-23T03:33:06.560" v="1743" actId="164"/>
          <ac:grpSpMkLst>
            <pc:docMk/>
            <pc:sldMk cId="2943770741" sldId="2070"/>
            <ac:grpSpMk id="147" creationId="{40D13229-7C4B-28AC-9A5E-2C597A6FFBDB}"/>
          </ac:grpSpMkLst>
        </pc:grpChg>
        <pc:grpChg chg="add mod">
          <ac:chgData name="한나 조" userId="65a288ce2c9026c1" providerId="LiveId" clId="{C15A6EEB-526C-46C9-82AA-A02ABBD41001}" dt="2026-07-23T07:04:29.615" v="2037"/>
          <ac:grpSpMkLst>
            <pc:docMk/>
            <pc:sldMk cId="2943770741" sldId="2070"/>
            <ac:grpSpMk id="148" creationId="{2E773154-9DCC-7E0E-1402-7508343D9269}"/>
          </ac:grpSpMkLst>
        </pc:grpChg>
        <pc:grpChg chg="add mod">
          <ac:chgData name="한나 조" userId="65a288ce2c9026c1" providerId="LiveId" clId="{C15A6EEB-526C-46C9-82AA-A02ABBD41001}" dt="2026-07-23T03:33:31.584" v="1749" actId="1076"/>
          <ac:grpSpMkLst>
            <pc:docMk/>
            <pc:sldMk cId="2943770741" sldId="2070"/>
            <ac:grpSpMk id="149" creationId="{4BA9AF11-A9A0-AFEB-BB80-CABEEF2A5936}"/>
          </ac:grpSpMkLst>
        </pc:grpChg>
        <pc:grpChg chg="add mod">
          <ac:chgData name="한나 조" userId="65a288ce2c9026c1" providerId="LiveId" clId="{C15A6EEB-526C-46C9-82AA-A02ABBD41001}" dt="2026-07-23T07:08:07.639" v="2127" actId="164"/>
          <ac:grpSpMkLst>
            <pc:docMk/>
            <pc:sldMk cId="2943770741" sldId="2070"/>
            <ac:grpSpMk id="150" creationId="{F5C26E19-758F-ECFB-3493-F0824CDC5C8E}"/>
          </ac:grpSpMkLst>
        </pc:grpChg>
        <pc:grpChg chg="add del mod">
          <ac:chgData name="한나 조" userId="65a288ce2c9026c1" providerId="LiveId" clId="{C15A6EEB-526C-46C9-82AA-A02ABBD41001}" dt="2026-07-23T03:34:53.458" v="1778" actId="165"/>
          <ac:grpSpMkLst>
            <pc:docMk/>
            <pc:sldMk cId="2943770741" sldId="2070"/>
            <ac:grpSpMk id="151" creationId="{8C9E0C00-66CB-6427-6963-2E963F0A56D8}"/>
          </ac:grpSpMkLst>
        </pc:grpChg>
        <pc:grpChg chg="mod">
          <ac:chgData name="한나 조" userId="65a288ce2c9026c1" providerId="LiveId" clId="{C15A6EEB-526C-46C9-82AA-A02ABBD41001}" dt="2026-07-23T08:15:33.832" v="2784" actId="164"/>
          <ac:grpSpMkLst>
            <pc:docMk/>
            <pc:sldMk cId="2943770741" sldId="2070"/>
            <ac:grpSpMk id="151" creationId="{B0020307-2CD2-5477-A775-FBD2ED1A1135}"/>
          </ac:grpSpMkLst>
        </pc:grpChg>
        <pc:grpChg chg="add del mod">
          <ac:chgData name="한나 조" userId="65a288ce2c9026c1" providerId="LiveId" clId="{C15A6EEB-526C-46C9-82AA-A02ABBD41001}" dt="2026-07-23T03:35:27.933" v="1790" actId="165"/>
          <ac:grpSpMkLst>
            <pc:docMk/>
            <pc:sldMk cId="2943770741" sldId="2070"/>
            <ac:grpSpMk id="156" creationId="{7A303958-713F-6ED8-98A7-1AF5B0A6C0A2}"/>
          </ac:grpSpMkLst>
        </pc:grpChg>
        <pc:grpChg chg="add mod">
          <ac:chgData name="한나 조" userId="65a288ce2c9026c1" providerId="LiveId" clId="{C15A6EEB-526C-46C9-82AA-A02ABBD41001}" dt="2026-07-23T03:35:48.065" v="1798" actId="164"/>
          <ac:grpSpMkLst>
            <pc:docMk/>
            <pc:sldMk cId="2943770741" sldId="2070"/>
            <ac:grpSpMk id="159" creationId="{7432DE42-E45E-DED9-7480-8115EB4F90B2}"/>
          </ac:grpSpMkLst>
        </pc:grpChg>
        <pc:grpChg chg="add mod">
          <ac:chgData name="한나 조" userId="65a288ce2c9026c1" providerId="LiveId" clId="{C15A6EEB-526C-46C9-82AA-A02ABBD41001}" dt="2026-07-23T03:36:01.448" v="1802"/>
          <ac:grpSpMkLst>
            <pc:docMk/>
            <pc:sldMk cId="2943770741" sldId="2070"/>
            <ac:grpSpMk id="160" creationId="{0CA95495-9680-DA8D-C9B0-31D68E5691C9}"/>
          </ac:grpSpMkLst>
        </pc:grpChg>
        <pc:grpChg chg="add mod">
          <ac:chgData name="한나 조" userId="65a288ce2c9026c1" providerId="LiveId" clId="{C15A6EEB-526C-46C9-82AA-A02ABBD41001}" dt="2026-07-23T07:05:30.077" v="2061"/>
          <ac:grpSpMkLst>
            <pc:docMk/>
            <pc:sldMk cId="2943770741" sldId="2070"/>
            <ac:grpSpMk id="169" creationId="{F1DE82DA-3B94-5C1E-786F-F95D0033A672}"/>
          </ac:grpSpMkLst>
        </pc:grpChg>
        <pc:grpChg chg="add mod">
          <ac:chgData name="한나 조" userId="65a288ce2c9026c1" providerId="LiveId" clId="{C15A6EEB-526C-46C9-82AA-A02ABBD41001}" dt="2026-07-23T07:08:07.639" v="2127" actId="164"/>
          <ac:grpSpMkLst>
            <pc:docMk/>
            <pc:sldMk cId="2943770741" sldId="2070"/>
            <ac:grpSpMk id="172" creationId="{126293F5-BCAB-68AB-A05E-5F47BAC45912}"/>
          </ac:grpSpMkLst>
        </pc:grpChg>
        <pc:grpChg chg="mod">
          <ac:chgData name="한나 조" userId="65a288ce2c9026c1" providerId="LiveId" clId="{C15A6EEB-526C-46C9-82AA-A02ABBD41001}" dt="2026-07-23T08:15:33.832" v="2784" actId="164"/>
          <ac:grpSpMkLst>
            <pc:docMk/>
            <pc:sldMk cId="2943770741" sldId="2070"/>
            <ac:grpSpMk id="177" creationId="{F9D48FBC-BF6D-0FE2-0C16-FC3D4EAA72B4}"/>
          </ac:grpSpMkLst>
        </pc:grpChg>
        <pc:grpChg chg="mod">
          <ac:chgData name="한나 조" userId="65a288ce2c9026c1" providerId="LiveId" clId="{C15A6EEB-526C-46C9-82AA-A02ABBD41001}" dt="2026-07-23T08:15:33.832" v="2784" actId="164"/>
          <ac:grpSpMkLst>
            <pc:docMk/>
            <pc:sldMk cId="2943770741" sldId="2070"/>
            <ac:grpSpMk id="182" creationId="{065DE526-EE27-904C-85A9-ECE0EA11501B}"/>
          </ac:grpSpMkLst>
        </pc:grpChg>
        <pc:grpChg chg="mod">
          <ac:chgData name="한나 조" userId="65a288ce2c9026c1" providerId="LiveId" clId="{C15A6EEB-526C-46C9-82AA-A02ABBD41001}" dt="2026-07-23T08:15:33.832" v="2784" actId="164"/>
          <ac:grpSpMkLst>
            <pc:docMk/>
            <pc:sldMk cId="2943770741" sldId="2070"/>
            <ac:grpSpMk id="186" creationId="{49AAD8C1-ABE1-6DBA-7BB9-61E78BB29B5A}"/>
          </ac:grpSpMkLst>
        </pc:grpChg>
        <pc:grpChg chg="add mod">
          <ac:chgData name="한나 조" userId="65a288ce2c9026c1" providerId="LiveId" clId="{C15A6EEB-526C-46C9-82AA-A02ABBD41001}" dt="2026-07-23T08:15:25.023" v="2782" actId="164"/>
          <ac:grpSpMkLst>
            <pc:docMk/>
            <pc:sldMk cId="2943770741" sldId="2070"/>
            <ac:grpSpMk id="189" creationId="{FE4199F1-B795-1A85-31E3-D2E7B8D3BBA8}"/>
          </ac:grpSpMkLst>
        </pc:grpChg>
        <pc:grpChg chg="add mod">
          <ac:chgData name="한나 조" userId="65a288ce2c9026c1" providerId="LiveId" clId="{C15A6EEB-526C-46C9-82AA-A02ABBD41001}" dt="2026-07-23T08:21:27.857" v="3154" actId="1076"/>
          <ac:grpSpMkLst>
            <pc:docMk/>
            <pc:sldMk cId="2943770741" sldId="2070"/>
            <ac:grpSpMk id="190" creationId="{A940A3B2-4597-EA71-6A0F-BD0CC1AE7033}"/>
          </ac:grpSpMkLst>
        </pc:grpChg>
        <pc:grpChg chg="del">
          <ac:chgData name="한나 조" userId="65a288ce2c9026c1" providerId="LiveId" clId="{C15A6EEB-526C-46C9-82AA-A02ABBD41001}" dt="2026-07-23T08:17:00.252" v="2843" actId="165"/>
          <ac:grpSpMkLst>
            <pc:docMk/>
            <pc:sldMk cId="2943770741" sldId="2070"/>
            <ac:grpSpMk id="191" creationId="{72C24C32-6C5F-E819-9832-9BF8695DCF8A}"/>
          </ac:grpSpMkLst>
        </pc:grpChg>
        <pc:grpChg chg="mod topLvl">
          <ac:chgData name="한나 조" userId="65a288ce2c9026c1" providerId="LiveId" clId="{C15A6EEB-526C-46C9-82AA-A02ABBD41001}" dt="2026-07-23T08:17:04.055" v="2844" actId="164"/>
          <ac:grpSpMkLst>
            <pc:docMk/>
            <pc:sldMk cId="2943770741" sldId="2070"/>
            <ac:grpSpMk id="197" creationId="{DC66088D-BD8E-6A54-0D28-2E41438A1E27}"/>
          </ac:grpSpMkLst>
        </pc:grpChg>
        <pc:grpChg chg="add mod">
          <ac:chgData name="한나 조" userId="65a288ce2c9026c1" providerId="LiveId" clId="{C15A6EEB-526C-46C9-82AA-A02ABBD41001}" dt="2026-07-23T08:21:27.857" v="3154" actId="1076"/>
          <ac:grpSpMkLst>
            <pc:docMk/>
            <pc:sldMk cId="2943770741" sldId="2070"/>
            <ac:grpSpMk id="217" creationId="{59B833F3-6A62-0C25-9EBE-56C4DA609C46}"/>
          </ac:grpSpMkLst>
        </pc:grpChg>
        <pc:grpChg chg="add del mod">
          <ac:chgData name="한나 조" userId="65a288ce2c9026c1" providerId="LiveId" clId="{C15A6EEB-526C-46C9-82AA-A02ABBD41001}" dt="2026-07-23T08:17:24.666" v="2847" actId="478"/>
          <ac:grpSpMkLst>
            <pc:docMk/>
            <pc:sldMk cId="2943770741" sldId="2070"/>
            <ac:grpSpMk id="218" creationId="{768FCDA8-939D-0B11-5D2A-CF6F3D634E97}"/>
          </ac:grpSpMkLst>
        </pc:grpChg>
        <pc:grpChg chg="mod">
          <ac:chgData name="한나 조" userId="65a288ce2c9026c1" providerId="LiveId" clId="{C15A6EEB-526C-46C9-82AA-A02ABBD41001}" dt="2026-07-23T08:17:15.029" v="2846" actId="571"/>
          <ac:grpSpMkLst>
            <pc:docMk/>
            <pc:sldMk cId="2943770741" sldId="2070"/>
            <ac:grpSpMk id="222" creationId="{9B45F3D3-1F41-2739-FEB8-C545F6353FE3}"/>
          </ac:grpSpMkLst>
        </pc:grpChg>
        <pc:grpChg chg="add mod">
          <ac:chgData name="한나 조" userId="65a288ce2c9026c1" providerId="LiveId" clId="{C15A6EEB-526C-46C9-82AA-A02ABBD41001}" dt="2026-07-23T08:21:27.857" v="3154" actId="1076"/>
          <ac:grpSpMkLst>
            <pc:docMk/>
            <pc:sldMk cId="2943770741" sldId="2070"/>
            <ac:grpSpMk id="228" creationId="{427AE62C-6ADA-D1E6-A3C0-3801376AC6C4}"/>
          </ac:grpSpMkLst>
        </pc:grpChg>
        <pc:grpChg chg="mod">
          <ac:chgData name="한나 조" userId="65a288ce2c9026c1" providerId="LiveId" clId="{C15A6EEB-526C-46C9-82AA-A02ABBD41001}" dt="2026-07-23T08:21:13.497" v="3136" actId="571"/>
          <ac:grpSpMkLst>
            <pc:docMk/>
            <pc:sldMk cId="2943770741" sldId="2070"/>
            <ac:grpSpMk id="232" creationId="{74AC2990-6483-0016-DFBC-E61FBE227805}"/>
          </ac:grpSpMkLst>
        </pc:grpChg>
        <pc:graphicFrameChg chg="mod modGraphic">
          <ac:chgData name="한나 조" userId="65a288ce2c9026c1" providerId="LiveId" clId="{C15A6EEB-526C-46C9-82AA-A02ABBD41001}" dt="2026-07-23T08:21:47.054" v="3213" actId="20577"/>
          <ac:graphicFrameMkLst>
            <pc:docMk/>
            <pc:sldMk cId="2943770741" sldId="2070"/>
            <ac:graphicFrameMk id="8" creationId="{789ED4ED-3314-7A49-FC36-8C53A419D0BD}"/>
          </ac:graphicFrameMkLst>
        </pc:graphicFrameChg>
        <pc:picChg chg="del mod">
          <ac:chgData name="한나 조" userId="65a288ce2c9026c1" providerId="LiveId" clId="{C15A6EEB-526C-46C9-82AA-A02ABBD41001}" dt="2026-07-22T07:35:02.357" v="1173" actId="478"/>
          <ac:picMkLst>
            <pc:docMk/>
            <pc:sldMk cId="2943770741" sldId="2070"/>
            <ac:picMk id="9" creationId="{5B5AEE59-D284-6D78-84FA-6200CC894A60}"/>
          </ac:picMkLst>
        </pc:picChg>
        <pc:picChg chg="add del mod">
          <ac:chgData name="한나 조" userId="65a288ce2c9026c1" providerId="LiveId" clId="{C15A6EEB-526C-46C9-82AA-A02ABBD41001}" dt="2026-07-23T01:34:04.426" v="1398" actId="478"/>
          <ac:picMkLst>
            <pc:docMk/>
            <pc:sldMk cId="2943770741" sldId="2070"/>
            <ac:picMk id="44" creationId="{0879F33C-BEA3-CD5E-A576-3EF3B726CD2D}"/>
          </ac:picMkLst>
        </pc:picChg>
        <pc:picChg chg="add del mod ord modCrop">
          <ac:chgData name="한나 조" userId="65a288ce2c9026c1" providerId="LiveId" clId="{C15A6EEB-526C-46C9-82AA-A02ABBD41001}" dt="2026-07-23T08:40:37.710" v="4022" actId="478"/>
          <ac:picMkLst>
            <pc:docMk/>
            <pc:sldMk cId="2943770741" sldId="2070"/>
            <ac:picMk id="46" creationId="{5C9D306C-5AA6-6B78-98E3-77CCEE05017C}"/>
          </ac:picMkLst>
        </pc:picChg>
        <pc:picChg chg="mod">
          <ac:chgData name="한나 조" userId="65a288ce2c9026c1" providerId="LiveId" clId="{C15A6EEB-526C-46C9-82AA-A02ABBD41001}" dt="2026-07-23T03:06:19.965" v="1629"/>
          <ac:picMkLst>
            <pc:docMk/>
            <pc:sldMk cId="2943770741" sldId="2070"/>
            <ac:picMk id="130" creationId="{BAF7AB4D-9680-1554-A37B-70181C203F8A}"/>
          </ac:picMkLst>
        </pc:picChg>
        <pc:picChg chg="mod">
          <ac:chgData name="한나 조" userId="65a288ce2c9026c1" providerId="LiveId" clId="{C15A6EEB-526C-46C9-82AA-A02ABBD41001}" dt="2026-07-23T03:06:11.994" v="1628"/>
          <ac:picMkLst>
            <pc:docMk/>
            <pc:sldMk cId="2943770741" sldId="2070"/>
            <ac:picMk id="132" creationId="{77FCB3BD-286E-7734-34E1-DAC2204393CC}"/>
          </ac:picMkLst>
        </pc:picChg>
        <pc:cxnChg chg="del">
          <ac:chgData name="한나 조" userId="65a288ce2c9026c1" providerId="LiveId" clId="{C15A6EEB-526C-46C9-82AA-A02ABBD41001}" dt="2026-07-23T03:33:13.580" v="1744" actId="478"/>
          <ac:cxnSpMkLst>
            <pc:docMk/>
            <pc:sldMk cId="2943770741" sldId="2070"/>
            <ac:cxnSpMk id="41" creationId="{CDE57DB7-E0DB-24E6-54B8-BBA161526AF7}"/>
          </ac:cxnSpMkLst>
        </pc:cxnChg>
      </pc:sldChg>
      <pc:sldChg chg="addSp delSp modSp del mod">
        <pc:chgData name="한나 조" userId="65a288ce2c9026c1" providerId="LiveId" clId="{C15A6EEB-526C-46C9-82AA-A02ABBD41001}" dt="2026-07-23T03:04:17.652" v="1618" actId="47"/>
        <pc:sldMkLst>
          <pc:docMk/>
          <pc:sldMk cId="3638914303" sldId="2071"/>
        </pc:sldMkLst>
        <pc:spChg chg="del">
          <ac:chgData name="한나 조" userId="65a288ce2c9026c1" providerId="LiveId" clId="{C15A6EEB-526C-46C9-82AA-A02ABBD41001}" dt="2026-07-23T01:48:34.623" v="1473" actId="478"/>
          <ac:spMkLst>
            <pc:docMk/>
            <pc:sldMk cId="3638914303" sldId="2071"/>
            <ac:spMk id="3" creationId="{6046939C-F18C-54BD-B2A3-0DD7280FAA04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7" creationId="{B5EE8FF9-7239-3104-6C83-F281A220F772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27" creationId="{6E8E45B4-63AC-B4D0-ABDF-AD1D659CCEF0}"/>
          </ac:spMkLst>
        </pc:spChg>
        <pc:spChg chg="add mod">
          <ac:chgData name="한나 조" userId="65a288ce2c9026c1" providerId="LiveId" clId="{C15A6EEB-526C-46C9-82AA-A02ABBD41001}" dt="2026-07-22T03:42:39.115" v="47" actId="1076"/>
          <ac:spMkLst>
            <pc:docMk/>
            <pc:sldMk cId="3638914303" sldId="2071"/>
            <ac:spMk id="30" creationId="{8C4C9D6D-6658-94BB-5A8E-1F4DA26BD956}"/>
          </ac:spMkLst>
        </pc:spChg>
        <pc:spChg chg="add mod">
          <ac:chgData name="한나 조" userId="65a288ce2c9026c1" providerId="LiveId" clId="{C15A6EEB-526C-46C9-82AA-A02ABBD41001}" dt="2026-07-22T03:42:35.160" v="46" actId="1076"/>
          <ac:spMkLst>
            <pc:docMk/>
            <pc:sldMk cId="3638914303" sldId="2071"/>
            <ac:spMk id="35" creationId="{9B4EF4DA-2BA4-7A6B-1E26-BA1E43BF1373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36" creationId="{43900BB4-AA34-1C97-9DAF-AFCA95CFD65B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37" creationId="{7E670338-0E31-4FAD-C62E-4073CF05AEAD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42" creationId="{3E506B12-06D8-8782-15B6-7A80CB2E627E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43" creationId="{8F9AC4FA-2D7F-8D9A-C614-828385396A61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48" creationId="{AF3B817B-D574-4D26-613B-B1DED11B10C7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52" creationId="{5DF7C260-963F-2F6D-35F8-6A57EF010F43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129" creationId="{96042E9A-0C0C-C97C-9D81-8090FA9AF67D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135" creationId="{BBA3FF22-35A7-1759-78AC-4953F0069502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58" creationId="{B785AC30-3D7F-03AC-C1F7-ED8056C59618}"/>
          </ac:spMkLst>
        </pc:spChg>
        <pc:spChg chg="mod">
          <ac:chgData name="한나 조" userId="65a288ce2c9026c1" providerId="LiveId" clId="{C15A6EEB-526C-46C9-82AA-A02ABBD41001}" dt="2026-07-23T01:48:42.722" v="1474" actId="164"/>
          <ac:spMkLst>
            <pc:docMk/>
            <pc:sldMk cId="3638914303" sldId="2071"/>
            <ac:spMk id="160" creationId="{207D296B-728D-E60B-3042-2B445627601F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83" creationId="{FB398D39-338A-0DC0-5192-2B0D6907594D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1" creationId="{BA03F08F-1013-8498-6E18-E80DA21DFB27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2" creationId="{FE4EA89F-2E21-A7FD-351B-83CB7DC87F75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3" creationId="{536B0FB7-2EA8-8B68-5D95-1C61CD1D803A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4" creationId="{2CFB12A1-A3F3-EE77-9647-02C8438CBD46}"/>
          </ac:spMkLst>
        </pc:spChg>
        <pc:spChg chg="del">
          <ac:chgData name="한나 조" userId="65a288ce2c9026c1" providerId="LiveId" clId="{C15A6EEB-526C-46C9-82AA-A02ABBD41001}" dt="2026-07-22T03:41:12" v="0" actId="478"/>
          <ac:spMkLst>
            <pc:docMk/>
            <pc:sldMk cId="3638914303" sldId="2071"/>
            <ac:spMk id="195" creationId="{A0321840-C878-0E52-B003-B53C36C08B59}"/>
          </ac:spMkLst>
        </pc:spChg>
        <pc:spChg chg="del mod">
          <ac:chgData name="한나 조" userId="65a288ce2c9026c1" providerId="LiveId" clId="{C15A6EEB-526C-46C9-82AA-A02ABBD41001}" dt="2026-07-23T01:48:34.623" v="1473" actId="478"/>
          <ac:spMkLst>
            <pc:docMk/>
            <pc:sldMk cId="3638914303" sldId="2071"/>
            <ac:spMk id="197" creationId="{1830E202-A0B0-6DE6-3021-66263CAD0A78}"/>
          </ac:spMkLst>
        </pc:spChg>
        <pc:spChg chg="del mod">
          <ac:chgData name="한나 조" userId="65a288ce2c9026c1" providerId="LiveId" clId="{C15A6EEB-526C-46C9-82AA-A02ABBD41001}" dt="2026-07-22T03:56:12.007" v="124" actId="478"/>
          <ac:spMkLst>
            <pc:docMk/>
            <pc:sldMk cId="3638914303" sldId="2071"/>
            <ac:spMk id="198" creationId="{2C98C832-96F8-B01F-63AE-5F99D6CD943F}"/>
          </ac:spMkLst>
        </pc:spChg>
        <pc:spChg chg="del">
          <ac:chgData name="한나 조" userId="65a288ce2c9026c1" providerId="LiveId" clId="{C15A6EEB-526C-46C9-82AA-A02ABBD41001}" dt="2026-07-23T01:48:34.623" v="1473" actId="478"/>
          <ac:spMkLst>
            <pc:docMk/>
            <pc:sldMk cId="3638914303" sldId="2071"/>
            <ac:spMk id="199" creationId="{D28EA78E-52C6-7A26-0F9D-4FED5953EFC2}"/>
          </ac:spMkLst>
        </pc:spChg>
        <pc:spChg chg="del">
          <ac:chgData name="한나 조" userId="65a288ce2c9026c1" providerId="LiveId" clId="{C15A6EEB-526C-46C9-82AA-A02ABBD41001}" dt="2026-07-23T01:48:34.623" v="1473" actId="478"/>
          <ac:spMkLst>
            <pc:docMk/>
            <pc:sldMk cId="3638914303" sldId="2071"/>
            <ac:spMk id="200" creationId="{E8D1D34D-DBE3-C1B5-E662-EE4A330DF24F}"/>
          </ac:spMkLst>
        </pc:spChg>
        <pc:spChg chg="del">
          <ac:chgData name="한나 조" userId="65a288ce2c9026c1" providerId="LiveId" clId="{C15A6EEB-526C-46C9-82AA-A02ABBD41001}" dt="2026-07-23T01:48:34.623" v="1473" actId="478"/>
          <ac:spMkLst>
            <pc:docMk/>
            <pc:sldMk cId="3638914303" sldId="2071"/>
            <ac:spMk id="201" creationId="{8951F992-CAB6-50BB-8DF6-A04D125FBB9B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4" creationId="{94A32FCD-2D77-99F0-9855-C27B37D2CE96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6" creationId="{0A0B0D59-7A04-230E-65B7-EAB97CCFD20B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7" creationId="{DC88FB88-DACE-FDB3-74A5-EA3B2A7C45B1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8" creationId="{91D4973E-2E03-7B8A-0400-822F947C6224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09" creationId="{D1D49CAF-842F-A068-7C8C-CB5B6789B758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0" creationId="{82054B0F-44CD-6429-5598-81E4A149F70E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6" creationId="{87D143DA-3271-ADE6-1F25-4994B6879EDB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7" creationId="{9FD73299-59E9-033A-103D-844B63BE194E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8" creationId="{E22E3689-9607-DEF2-D1C8-652871A1036D}"/>
          </ac:spMkLst>
        </pc:spChg>
        <pc:spChg chg="mod">
          <ac:chgData name="한나 조" userId="65a288ce2c9026c1" providerId="LiveId" clId="{C15A6EEB-526C-46C9-82AA-A02ABBD41001}" dt="2026-07-22T03:42:27.719" v="43" actId="1076"/>
          <ac:spMkLst>
            <pc:docMk/>
            <pc:sldMk cId="3638914303" sldId="2071"/>
            <ac:spMk id="219" creationId="{9ADC09EC-0F57-49E7-73E7-D8A5028E75A5}"/>
          </ac:spMkLst>
        </pc:spChg>
        <pc:grpChg chg="del">
          <ac:chgData name="한나 조" userId="65a288ce2c9026c1" providerId="LiveId" clId="{C15A6EEB-526C-46C9-82AA-A02ABBD41001}" dt="2026-07-23T01:48:44.673" v="1475" actId="21"/>
          <ac:grpSpMkLst>
            <pc:docMk/>
            <pc:sldMk cId="3638914303" sldId="2071"/>
            <ac:grpSpMk id="26" creationId="{F05F675E-B3C0-C2B2-4B74-61E26059B413}"/>
          </ac:grpSpMkLst>
        </pc:grpChg>
        <pc:grpChg chg="del">
          <ac:chgData name="한나 조" userId="65a288ce2c9026c1" providerId="LiveId" clId="{C15A6EEB-526C-46C9-82AA-A02ABBD41001}" dt="2026-07-22T03:41:12" v="0" actId="478"/>
          <ac:grpSpMkLst>
            <pc:docMk/>
            <pc:sldMk cId="3638914303" sldId="2071"/>
            <ac:grpSpMk id="184" creationId="{26DBA6AA-98D7-AA0C-5832-9A5289D94465}"/>
          </ac:grpSpMkLst>
        </pc:grpChg>
        <pc:grpChg chg="del">
          <ac:chgData name="한나 조" userId="65a288ce2c9026c1" providerId="LiveId" clId="{C15A6EEB-526C-46C9-82AA-A02ABBD41001}" dt="2026-07-22T03:41:12" v="0" actId="478"/>
          <ac:grpSpMkLst>
            <pc:docMk/>
            <pc:sldMk cId="3638914303" sldId="2071"/>
            <ac:grpSpMk id="187" creationId="{D986F5E5-45A1-3225-326E-AEE3B471D8CF}"/>
          </ac:grpSpMkLst>
        </pc:grpChg>
        <pc:graphicFrameChg chg="mod modGraphic">
          <ac:chgData name="한나 조" userId="65a288ce2c9026c1" providerId="LiveId" clId="{C15A6EEB-526C-46C9-82AA-A02ABBD41001}" dt="2026-07-22T05:48:35.875" v="677" actId="20577"/>
          <ac:graphicFrameMkLst>
            <pc:docMk/>
            <pc:sldMk cId="3638914303" sldId="2071"/>
            <ac:graphicFrameMk id="8" creationId="{ACC60DE9-6D9B-F79D-326C-392750D7BA16}"/>
          </ac:graphicFrameMkLst>
        </pc:graphicFrameChg>
        <pc:picChg chg="add mod">
          <ac:chgData name="한나 조" userId="65a288ce2c9026c1" providerId="LiveId" clId="{C15A6EEB-526C-46C9-82AA-A02ABBD41001}" dt="2026-07-22T03:42:39.115" v="47" actId="1076"/>
          <ac:picMkLst>
            <pc:docMk/>
            <pc:sldMk cId="3638914303" sldId="2071"/>
            <ac:picMk id="2" creationId="{B3F2B4CE-A783-FA60-8500-30E3D2F385CE}"/>
          </ac:picMkLst>
        </pc:picChg>
        <pc:cxnChg chg="add mod">
          <ac:chgData name="한나 조" userId="65a288ce2c9026c1" providerId="LiveId" clId="{C15A6EEB-526C-46C9-82AA-A02ABBD41001}" dt="2026-07-22T03:42:41.461" v="48" actId="14100"/>
          <ac:cxnSpMkLst>
            <pc:docMk/>
            <pc:sldMk cId="3638914303" sldId="2071"/>
            <ac:cxnSpMk id="34" creationId="{87C9C27E-C37A-3E1C-C2D4-F3E750642A5E}"/>
          </ac:cxnSpMkLst>
        </pc:cxnChg>
      </pc:sldChg>
      <pc:sldChg chg="delSp modSp del mod">
        <pc:chgData name="한나 조" userId="65a288ce2c9026c1" providerId="LiveId" clId="{C15A6EEB-526C-46C9-82AA-A02ABBD41001}" dt="2026-07-23T03:04:17.652" v="1618" actId="47"/>
        <pc:sldMkLst>
          <pc:docMk/>
          <pc:sldMk cId="3153783423" sldId="2072"/>
        </pc:sldMkLst>
        <pc:spChg chg="mod">
          <ac:chgData name="한나 조" userId="65a288ce2c9026c1" providerId="LiveId" clId="{C15A6EEB-526C-46C9-82AA-A02ABBD41001}" dt="2026-07-22T04:02:21.362" v="514" actId="1076"/>
          <ac:spMkLst>
            <pc:docMk/>
            <pc:sldMk cId="3153783423" sldId="2072"/>
            <ac:spMk id="2" creationId="{8DDE5553-EB46-9CA8-EB5B-97FFF7317874}"/>
          </ac:spMkLst>
        </pc:spChg>
        <pc:spChg chg="mod">
          <ac:chgData name="한나 조" userId="65a288ce2c9026c1" providerId="LiveId" clId="{C15A6EEB-526C-46C9-82AA-A02ABBD41001}" dt="2026-07-22T04:02:07.205" v="512" actId="14100"/>
          <ac:spMkLst>
            <pc:docMk/>
            <pc:sldMk cId="3153783423" sldId="2072"/>
            <ac:spMk id="10" creationId="{DD95433F-1F09-6CA5-8B86-AA9F422983E1}"/>
          </ac:spMkLst>
        </pc:spChg>
        <pc:spChg chg="mod">
          <ac:chgData name="한나 조" userId="65a288ce2c9026c1" providerId="LiveId" clId="{C15A6EEB-526C-46C9-82AA-A02ABBD41001}" dt="2026-07-22T04:01:39.345" v="504"/>
          <ac:spMkLst>
            <pc:docMk/>
            <pc:sldMk cId="3153783423" sldId="2072"/>
            <ac:spMk id="12" creationId="{8E457E1D-25AA-A03F-5178-3FA8625A4D66}"/>
          </ac:spMkLst>
        </pc:spChg>
        <pc:spChg chg="mod">
          <ac:chgData name="한나 조" userId="65a288ce2c9026c1" providerId="LiveId" clId="{C15A6EEB-526C-46C9-82AA-A02ABBD41001}" dt="2026-07-22T04:01:48.923" v="506" actId="1038"/>
          <ac:spMkLst>
            <pc:docMk/>
            <pc:sldMk cId="3153783423" sldId="2072"/>
            <ac:spMk id="15" creationId="{A793F6CC-05B9-448B-7CC7-2FB4EF92C5DE}"/>
          </ac:spMkLst>
        </pc:spChg>
        <pc:spChg chg="mod">
          <ac:chgData name="한나 조" userId="65a288ce2c9026c1" providerId="LiveId" clId="{C15A6EEB-526C-46C9-82AA-A02ABBD41001}" dt="2026-07-22T04:02:02.035" v="511" actId="1035"/>
          <ac:spMkLst>
            <pc:docMk/>
            <pc:sldMk cId="3153783423" sldId="2072"/>
            <ac:spMk id="20" creationId="{1F1EAC3A-7DE9-E769-A9CF-9990F65C525E}"/>
          </ac:spMkLst>
        </pc:spChg>
        <pc:spChg chg="mod">
          <ac:chgData name="한나 조" userId="65a288ce2c9026c1" providerId="LiveId" clId="{C15A6EEB-526C-46C9-82AA-A02ABBD41001}" dt="2026-07-22T04:01:55.318" v="508" actId="20577"/>
          <ac:spMkLst>
            <pc:docMk/>
            <pc:sldMk cId="3153783423" sldId="2072"/>
            <ac:spMk id="21" creationId="{CBD9CF21-E468-687B-9CE6-E66CC4EB9ECB}"/>
          </ac:spMkLst>
        </pc:spChg>
        <pc:spChg chg="del">
          <ac:chgData name="한나 조" userId="65a288ce2c9026c1" providerId="LiveId" clId="{C15A6EEB-526C-46C9-82AA-A02ABBD41001}" dt="2026-07-22T04:01:58.666" v="509" actId="478"/>
          <ac:spMkLst>
            <pc:docMk/>
            <pc:sldMk cId="3153783423" sldId="2072"/>
            <ac:spMk id="24" creationId="{186E2DBF-318B-B296-42AA-5DB13225C7C4}"/>
          </ac:spMkLst>
        </pc:spChg>
        <pc:spChg chg="mod">
          <ac:chgData name="한나 조" userId="65a288ce2c9026c1" providerId="LiveId" clId="{C15A6EEB-526C-46C9-82AA-A02ABBD41001}" dt="2026-07-22T04:02:21.362" v="514" actId="1076"/>
          <ac:spMkLst>
            <pc:docMk/>
            <pc:sldMk cId="3153783423" sldId="2072"/>
            <ac:spMk id="130" creationId="{F8B90E09-FCBE-E477-88CA-3B5B265560D6}"/>
          </ac:spMkLst>
        </pc:spChg>
        <pc:spChg chg="mod">
          <ac:chgData name="한나 조" userId="65a288ce2c9026c1" providerId="LiveId" clId="{C15A6EEB-526C-46C9-82AA-A02ABBD41001}" dt="2026-07-22T04:02:21.362" v="514" actId="1076"/>
          <ac:spMkLst>
            <pc:docMk/>
            <pc:sldMk cId="3153783423" sldId="2072"/>
            <ac:spMk id="132" creationId="{EC71F29D-69A1-1B26-F0BA-E591A7CDECF5}"/>
          </ac:spMkLst>
        </pc:spChg>
        <pc:spChg chg="mod">
          <ac:chgData name="한나 조" userId="65a288ce2c9026c1" providerId="LiveId" clId="{C15A6EEB-526C-46C9-82AA-A02ABBD41001}" dt="2026-07-22T04:01:45.808" v="505"/>
          <ac:spMkLst>
            <pc:docMk/>
            <pc:sldMk cId="3153783423" sldId="2072"/>
            <ac:spMk id="177" creationId="{1DB2A969-7C85-853B-3A86-051C394E2075}"/>
          </ac:spMkLst>
        </pc:spChg>
        <pc:grpChg chg="mod">
          <ac:chgData name="한나 조" userId="65a288ce2c9026c1" providerId="LiveId" clId="{C15A6EEB-526C-46C9-82AA-A02ABBD41001}" dt="2026-07-22T04:02:13.753" v="513" actId="1076"/>
          <ac:grpSpMkLst>
            <pc:docMk/>
            <pc:sldMk cId="3153783423" sldId="2072"/>
            <ac:grpSpMk id="5" creationId="{DD689D3B-1C84-5197-549C-7418D2716149}"/>
          </ac:grpSpMkLst>
        </pc:grpChg>
        <pc:graphicFrameChg chg="mod modGraphic">
          <ac:chgData name="한나 조" userId="65a288ce2c9026c1" providerId="LiveId" clId="{C15A6EEB-526C-46C9-82AA-A02ABBD41001}" dt="2026-07-22T06:11:06.314" v="955" actId="20577"/>
          <ac:graphicFrameMkLst>
            <pc:docMk/>
            <pc:sldMk cId="3153783423" sldId="2072"/>
            <ac:graphicFrameMk id="8" creationId="{E910B62F-3060-BA07-0231-40F8CBE333E1}"/>
          </ac:graphicFrameMkLst>
        </pc:graphicFrameChg>
      </pc:sldChg>
      <pc:sldChg chg="addSp modSp del mod modClrScheme chgLayout">
        <pc:chgData name="한나 조" userId="65a288ce2c9026c1" providerId="LiveId" clId="{C15A6EEB-526C-46C9-82AA-A02ABBD41001}" dt="2026-07-23T03:04:17.652" v="1618" actId="47"/>
        <pc:sldMkLst>
          <pc:docMk/>
          <pc:sldMk cId="205317361" sldId="2073"/>
        </pc:sldMkLst>
        <pc:spChg chg="mod">
          <ac:chgData name="한나 조" userId="65a288ce2c9026c1" providerId="LiveId" clId="{C15A6EEB-526C-46C9-82AA-A02ABBD41001}" dt="2026-07-22T06:10:32.325" v="932" actId="20577"/>
          <ac:spMkLst>
            <pc:docMk/>
            <pc:sldMk cId="205317361" sldId="2073"/>
            <ac:spMk id="4" creationId="{8AF113E9-B950-0BAD-6D3D-706040B3B2D8}"/>
          </ac:spMkLst>
        </pc:spChg>
        <pc:spChg chg="add mod">
          <ac:chgData name="한나 조" userId="65a288ce2c9026c1" providerId="LiveId" clId="{C15A6EEB-526C-46C9-82AA-A02ABBD41001}" dt="2026-07-22T06:05:07.062" v="884" actId="1076"/>
          <ac:spMkLst>
            <pc:docMk/>
            <pc:sldMk cId="205317361" sldId="2073"/>
            <ac:spMk id="5" creationId="{0FEF71EB-C90B-1971-A976-B79BF97CC8D3}"/>
          </ac:spMkLst>
        </pc:spChg>
        <pc:spChg chg="add mod">
          <ac:chgData name="한나 조" userId="65a288ce2c9026c1" providerId="LiveId" clId="{C15A6EEB-526C-46C9-82AA-A02ABBD41001}" dt="2026-07-22T06:05:07.062" v="884" actId="1076"/>
          <ac:spMkLst>
            <pc:docMk/>
            <pc:sldMk cId="205317361" sldId="2073"/>
            <ac:spMk id="20" creationId="{B32FD9BF-1E0D-7445-D647-CCFC3AFD17BE}"/>
          </ac:spMkLst>
        </pc:spChg>
        <pc:spChg chg="add mod">
          <ac:chgData name="한나 조" userId="65a288ce2c9026c1" providerId="LiveId" clId="{C15A6EEB-526C-46C9-82AA-A02ABBD41001}" dt="2026-07-22T06:05:00.867" v="883" actId="571"/>
          <ac:spMkLst>
            <pc:docMk/>
            <pc:sldMk cId="205317361" sldId="2073"/>
            <ac:spMk id="22" creationId="{17699B79-D5D4-2486-B90C-4C7EC31AE58D}"/>
          </ac:spMkLst>
        </pc:spChg>
        <pc:spChg chg="ord">
          <ac:chgData name="한나 조" userId="65a288ce2c9026c1" providerId="LiveId" clId="{C15A6EEB-526C-46C9-82AA-A02ABBD41001}" dt="2026-07-22T04:02:41.908" v="515" actId="167"/>
          <ac:spMkLst>
            <pc:docMk/>
            <pc:sldMk cId="205317361" sldId="2073"/>
            <ac:spMk id="242" creationId="{CC46218B-F9F1-3514-A3DC-77D2AD68D9B4}"/>
          </ac:spMkLst>
        </pc:spChg>
        <pc:grpChg chg="ord">
          <ac:chgData name="한나 조" userId="65a288ce2c9026c1" providerId="LiveId" clId="{C15A6EEB-526C-46C9-82AA-A02ABBD41001}" dt="2026-07-22T04:02:41.908" v="515" actId="167"/>
          <ac:grpSpMkLst>
            <pc:docMk/>
            <pc:sldMk cId="205317361" sldId="2073"/>
            <ac:grpSpMk id="236" creationId="{08882DE4-59AC-1FC3-0E71-0332D435CCF8}"/>
          </ac:grpSpMkLst>
        </pc:grpChg>
        <pc:graphicFrameChg chg="mod modGraphic">
          <ac:chgData name="한나 조" userId="65a288ce2c9026c1" providerId="LiveId" clId="{C15A6EEB-526C-46C9-82AA-A02ABBD41001}" dt="2026-07-22T06:13:35.946" v="1071" actId="20577"/>
          <ac:graphicFrameMkLst>
            <pc:docMk/>
            <pc:sldMk cId="205317361" sldId="2073"/>
            <ac:graphicFrameMk id="8" creationId="{30E0497F-349D-7539-7325-D169CECD7F8F}"/>
          </ac:graphicFrameMkLst>
        </pc:graphicFrameChg>
      </pc:sldChg>
      <pc:sldChg chg="addSp delSp modSp del mod modClrScheme chgLayout">
        <pc:chgData name="한나 조" userId="65a288ce2c9026c1" providerId="LiveId" clId="{C15A6EEB-526C-46C9-82AA-A02ABBD41001}" dt="2026-07-23T03:04:17.652" v="1618" actId="47"/>
        <pc:sldMkLst>
          <pc:docMk/>
          <pc:sldMk cId="4200059206" sldId="2074"/>
        </pc:sldMkLst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5" creationId="{060DF453-29D4-B69D-5ED6-0D85F24B0A65}"/>
          </ac:spMkLst>
        </pc:spChg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10" creationId="{FF6AADB5-E72C-7752-B64D-F25E248627C3}"/>
          </ac:spMkLst>
        </pc:spChg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12" creationId="{F99ADC54-4F4E-8DDF-0F18-A66591E2054C}"/>
          </ac:spMkLst>
        </pc:spChg>
        <pc:spChg chg="mod">
          <ac:chgData name="한나 조" userId="65a288ce2c9026c1" providerId="LiveId" clId="{C15A6EEB-526C-46C9-82AA-A02ABBD41001}" dt="2026-07-22T06:01:37.622" v="782" actId="164"/>
          <ac:spMkLst>
            <pc:docMk/>
            <pc:sldMk cId="4200059206" sldId="2074"/>
            <ac:spMk id="15" creationId="{18C7A455-5CEE-E61C-5555-67F65F449D9F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0" creationId="{DEAB14A1-D6AA-0F7F-E0D5-8B1E605F2285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1" creationId="{8CA62F6E-7303-7180-474C-A15667806DB2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2" creationId="{B44C8CB1-EAF3-1BA6-8C40-835AEEBBEF8D}"/>
          </ac:spMkLst>
        </pc:spChg>
        <pc:spChg chg="mod">
          <ac:chgData name="한나 조" userId="65a288ce2c9026c1" providerId="LiveId" clId="{C15A6EEB-526C-46C9-82AA-A02ABBD41001}" dt="2026-07-22T06:01:39.351" v="783" actId="164"/>
          <ac:spMkLst>
            <pc:docMk/>
            <pc:sldMk cId="4200059206" sldId="2074"/>
            <ac:spMk id="24" creationId="{4BC2F4DF-5B18-F0EB-4DF6-A1D709587739}"/>
          </ac:spMkLst>
        </pc:spChg>
        <pc:spChg chg="del">
          <ac:chgData name="한나 조" userId="65a288ce2c9026c1" providerId="LiveId" clId="{C15A6EEB-526C-46C9-82AA-A02ABBD41001}" dt="2026-07-22T06:01:15.089" v="775" actId="478"/>
          <ac:spMkLst>
            <pc:docMk/>
            <pc:sldMk cId="4200059206" sldId="2074"/>
            <ac:spMk id="27" creationId="{99BC32B9-4A0D-B31F-A863-BC5D89D039D7}"/>
          </ac:spMkLst>
        </pc:spChg>
        <pc:spChg chg="add mod">
          <ac:chgData name="한나 조" userId="65a288ce2c9026c1" providerId="LiveId" clId="{C15A6EEB-526C-46C9-82AA-A02ABBD41001}" dt="2026-07-22T06:02:45.405" v="785"/>
          <ac:spMkLst>
            <pc:docMk/>
            <pc:sldMk cId="4200059206" sldId="2074"/>
            <ac:spMk id="29" creationId="{04E6C27B-59E7-519A-ABC2-FF32C40BCE03}"/>
          </ac:spMkLst>
        </pc:spChg>
        <pc:spChg chg="add mod">
          <ac:chgData name="한나 조" userId="65a288ce2c9026c1" providerId="LiveId" clId="{C15A6EEB-526C-46C9-82AA-A02ABBD41001}" dt="2026-07-22T05:58:45.555" v="774" actId="20577"/>
          <ac:spMkLst>
            <pc:docMk/>
            <pc:sldMk cId="4200059206" sldId="2074"/>
            <ac:spMk id="31" creationId="{AF9DDA9B-A47D-57F7-D428-7943EB52F26D}"/>
          </ac:spMkLst>
        </pc:spChg>
        <pc:spChg chg="add mod ord">
          <ac:chgData name="한나 조" userId="65a288ce2c9026c1" providerId="LiveId" clId="{C15A6EEB-526C-46C9-82AA-A02ABBD41001}" dt="2026-07-22T05:58:31.180" v="770" actId="167"/>
          <ac:spMkLst>
            <pc:docMk/>
            <pc:sldMk cId="4200059206" sldId="2074"/>
            <ac:spMk id="32" creationId="{DCB84ED0-EDF7-591D-F6D9-726F375E71D5}"/>
          </ac:spMkLst>
        </pc:spChg>
        <pc:spChg chg="mod">
          <ac:chgData name="한나 조" userId="65a288ce2c9026c1" providerId="LiveId" clId="{C15A6EEB-526C-46C9-82AA-A02ABBD41001}" dt="2026-07-22T06:01:20.880" v="777" actId="1036"/>
          <ac:spMkLst>
            <pc:docMk/>
            <pc:sldMk cId="4200059206" sldId="2074"/>
            <ac:spMk id="62" creationId="{D649AD8D-735E-84FD-3D7C-7A22DC52EB6A}"/>
          </ac:spMkLst>
        </pc:spChg>
        <pc:spChg chg="mod">
          <ac:chgData name="한나 조" userId="65a288ce2c9026c1" providerId="LiveId" clId="{C15A6EEB-526C-46C9-82AA-A02ABBD41001}" dt="2026-07-22T05:58:36.689" v="771" actId="1035"/>
          <ac:spMkLst>
            <pc:docMk/>
            <pc:sldMk cId="4200059206" sldId="2074"/>
            <ac:spMk id="136" creationId="{6920879E-3CB7-E825-58A6-5D52005BBAEC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47" creationId="{BF551220-42D0-C142-58E5-2DBC0D94D940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48" creationId="{9D1FCAAB-5650-72C3-3516-7A0C9A117DE0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49" creationId="{799C9EF5-3237-48D4-F2C2-F6241570C71F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3" creationId="{C3EE81FC-4BD1-CEAE-10F2-C900BAFB24F7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4" creationId="{3FB812F7-A157-B5A0-0A62-D74D3305E91F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5" creationId="{35E41EBC-84B4-87F8-38E6-67C0D81BE851}"/>
          </ac:spMkLst>
        </pc:spChg>
        <pc:spChg chg="mod">
          <ac:chgData name="한나 조" userId="65a288ce2c9026c1" providerId="LiveId" clId="{C15A6EEB-526C-46C9-82AA-A02ABBD41001}" dt="2026-07-22T06:01:31.448" v="780" actId="164"/>
          <ac:spMkLst>
            <pc:docMk/>
            <pc:sldMk cId="4200059206" sldId="2074"/>
            <ac:spMk id="156" creationId="{CE888F3B-A680-8D63-859B-2C9AEDD5FF6D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1" creationId="{104B0A85-DA39-4A54-D9D1-910B05FC66CA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2" creationId="{4628896E-15B0-1E90-7D86-A2936B24FCB0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3" creationId="{A84CE472-3B55-C5F6-1714-7AFC1408C8B7}"/>
          </ac:spMkLst>
        </pc:spChg>
        <pc:spChg chg="mod">
          <ac:chgData name="한나 조" userId="65a288ce2c9026c1" providerId="LiveId" clId="{C15A6EEB-526C-46C9-82AA-A02ABBD41001}" dt="2026-07-22T06:01:34.453" v="781" actId="164"/>
          <ac:spMkLst>
            <pc:docMk/>
            <pc:sldMk cId="4200059206" sldId="2074"/>
            <ac:spMk id="164" creationId="{81445454-A740-57A5-0267-808B468C0490}"/>
          </ac:spMkLst>
        </pc:spChg>
        <pc:spChg chg="mod">
          <ac:chgData name="한나 조" userId="65a288ce2c9026c1" providerId="LiveId" clId="{C15A6EEB-526C-46C9-82AA-A02ABBD41001}" dt="2026-07-22T05:49:36.982" v="721" actId="1076"/>
          <ac:spMkLst>
            <pc:docMk/>
            <pc:sldMk cId="4200059206" sldId="2074"/>
            <ac:spMk id="165" creationId="{EA483FEC-A65A-124E-8F01-71A253D0CCA2}"/>
          </ac:spMkLst>
        </pc:spChg>
        <pc:spChg chg="mod">
          <ac:chgData name="한나 조" userId="65a288ce2c9026c1" providerId="LiveId" clId="{C15A6EEB-526C-46C9-82AA-A02ABBD41001}" dt="2026-07-22T05:58:36.689" v="771" actId="1035"/>
          <ac:spMkLst>
            <pc:docMk/>
            <pc:sldMk cId="4200059206" sldId="2074"/>
            <ac:spMk id="169" creationId="{4AD725C2-6CF7-F033-2E2C-B76E0C016676}"/>
          </ac:spMkLst>
        </pc:spChg>
        <pc:spChg chg="mod">
          <ac:chgData name="한나 조" userId="65a288ce2c9026c1" providerId="LiveId" clId="{C15A6EEB-526C-46C9-82AA-A02ABBD41001}" dt="2026-07-22T06:01:20.880" v="777" actId="1036"/>
          <ac:spMkLst>
            <pc:docMk/>
            <pc:sldMk cId="4200059206" sldId="2074"/>
            <ac:spMk id="171" creationId="{0404E16A-FCF4-02B3-1BB1-3DA3EFBEC1A7}"/>
          </ac:spMkLst>
        </pc:spChg>
        <pc:grpChg chg="add mod">
          <ac:chgData name="한나 조" userId="65a288ce2c9026c1" providerId="LiveId" clId="{C15A6EEB-526C-46C9-82AA-A02ABBD41001}" dt="2026-07-22T06:01:31.448" v="780" actId="164"/>
          <ac:grpSpMkLst>
            <pc:docMk/>
            <pc:sldMk cId="4200059206" sldId="2074"/>
            <ac:grpSpMk id="33" creationId="{7976653A-49BE-254D-2D4B-E7FC0663D59B}"/>
          </ac:grpSpMkLst>
        </pc:grpChg>
        <pc:grpChg chg="add mod">
          <ac:chgData name="한나 조" userId="65a288ce2c9026c1" providerId="LiveId" clId="{C15A6EEB-526C-46C9-82AA-A02ABBD41001}" dt="2026-07-22T06:01:50.127" v="784" actId="465"/>
          <ac:grpSpMkLst>
            <pc:docMk/>
            <pc:sldMk cId="4200059206" sldId="2074"/>
            <ac:grpSpMk id="34" creationId="{868DB712-BB1E-B60A-9671-C322C8A25436}"/>
          </ac:grpSpMkLst>
        </pc:grpChg>
        <pc:grpChg chg="add mod">
          <ac:chgData name="한나 조" userId="65a288ce2c9026c1" providerId="LiveId" clId="{C15A6EEB-526C-46C9-82AA-A02ABBD41001}" dt="2026-07-22T06:01:50.127" v="784" actId="465"/>
          <ac:grpSpMkLst>
            <pc:docMk/>
            <pc:sldMk cId="4200059206" sldId="2074"/>
            <ac:grpSpMk id="35" creationId="{AD820F47-4A92-E30E-2C55-AE90375B3CD7}"/>
          </ac:grpSpMkLst>
        </pc:grpChg>
        <pc:grpChg chg="add mod">
          <ac:chgData name="한나 조" userId="65a288ce2c9026c1" providerId="LiveId" clId="{C15A6EEB-526C-46C9-82AA-A02ABBD41001}" dt="2026-07-22T06:01:39.351" v="783" actId="164"/>
          <ac:grpSpMkLst>
            <pc:docMk/>
            <pc:sldMk cId="4200059206" sldId="2074"/>
            <ac:grpSpMk id="36" creationId="{8247ABC6-A87B-F3FF-F1E1-BF762F4B203F}"/>
          </ac:grpSpMkLst>
        </pc:grpChg>
      </pc:sldChg>
      <pc:sldChg chg="modSp del mod">
        <pc:chgData name="한나 조" userId="65a288ce2c9026c1" providerId="LiveId" clId="{C15A6EEB-526C-46C9-82AA-A02ABBD41001}" dt="2026-07-23T03:04:17.652" v="1618" actId="47"/>
        <pc:sldMkLst>
          <pc:docMk/>
          <pc:sldMk cId="4064297557" sldId="2075"/>
        </pc:sldMkLst>
        <pc:spChg chg="mod">
          <ac:chgData name="한나 조" userId="65a288ce2c9026c1" providerId="LiveId" clId="{C15A6EEB-526C-46C9-82AA-A02ABBD41001}" dt="2026-07-22T06:11:47.172" v="959" actId="20577"/>
          <ac:spMkLst>
            <pc:docMk/>
            <pc:sldMk cId="4064297557" sldId="2075"/>
            <ac:spMk id="3" creationId="{ACB575D3-4122-1CEF-D705-ED71863AB27F}"/>
          </ac:spMkLst>
        </pc:spChg>
        <pc:spChg chg="mod">
          <ac:chgData name="한나 조" userId="65a288ce2c9026c1" providerId="LiveId" clId="{C15A6EEB-526C-46C9-82AA-A02ABBD41001}" dt="2026-07-22T05:49:05.844" v="719"/>
          <ac:spMkLst>
            <pc:docMk/>
            <pc:sldMk cId="4064297557" sldId="2075"/>
            <ac:spMk id="17" creationId="{7D4B8565-3988-D384-3F2F-D0DE0CB8808A}"/>
          </ac:spMkLst>
        </pc:spChg>
        <pc:spChg chg="mod">
          <ac:chgData name="한나 조" userId="65a288ce2c9026c1" providerId="LiveId" clId="{C15A6EEB-526C-46C9-82AA-A02ABBD41001}" dt="2026-07-22T06:11:49.534" v="960" actId="20577"/>
          <ac:spMkLst>
            <pc:docMk/>
            <pc:sldMk cId="4064297557" sldId="2075"/>
            <ac:spMk id="24" creationId="{988E8485-D00E-9572-AB2F-BF328927FF8B}"/>
          </ac:spMkLst>
        </pc:spChg>
        <pc:spChg chg="mod">
          <ac:chgData name="한나 조" userId="65a288ce2c9026c1" providerId="LiveId" clId="{C15A6EEB-526C-46C9-82AA-A02ABBD41001}" dt="2026-07-22T06:11:54.745" v="961" actId="1076"/>
          <ac:spMkLst>
            <pc:docMk/>
            <pc:sldMk cId="4064297557" sldId="2075"/>
            <ac:spMk id="33" creationId="{51F54448-CB70-E550-2584-E2A8F6453611}"/>
          </ac:spMkLst>
        </pc:spChg>
      </pc:sldChg>
      <pc:sldChg chg="addSp delSp modSp new del mod modClrScheme chgLayout">
        <pc:chgData name="한나 조" userId="65a288ce2c9026c1" providerId="LiveId" clId="{C15A6EEB-526C-46C9-82AA-A02ABBD41001}" dt="2026-07-23T08:11:17.700" v="2722" actId="47"/>
        <pc:sldMkLst>
          <pc:docMk/>
          <pc:sldMk cId="3095975976" sldId="2076"/>
        </pc:sldMkLst>
        <pc:spChg chg="add mod">
          <ac:chgData name="한나 조" userId="65a288ce2c9026c1" providerId="LiveId" clId="{C15A6EEB-526C-46C9-82AA-A02ABBD41001}" dt="2026-07-22T07:36:11.673" v="1247" actId="1035"/>
          <ac:spMkLst>
            <pc:docMk/>
            <pc:sldMk cId="3095975976" sldId="2076"/>
            <ac:spMk id="2" creationId="{E1282C1E-9B4B-3B0F-8E50-75E64108BBFB}"/>
          </ac:spMkLst>
        </pc:spChg>
        <pc:spChg chg="mod">
          <ac:chgData name="한나 조" userId="65a288ce2c9026c1" providerId="LiveId" clId="{C15A6EEB-526C-46C9-82AA-A02ABBD41001}" dt="2026-07-22T07:36:29.806" v="1251" actId="14100"/>
          <ac:spMkLst>
            <pc:docMk/>
            <pc:sldMk cId="3095975976" sldId="2076"/>
            <ac:spMk id="4" creationId="{A9478EF1-7363-3D0B-53F9-BD55014C611D}"/>
          </ac:spMkLst>
        </pc:spChg>
        <pc:spChg chg="mod">
          <ac:chgData name="한나 조" userId="65a288ce2c9026c1" providerId="LiveId" clId="{C15A6EEB-526C-46C9-82AA-A02ABBD41001}" dt="2026-07-22T07:35:51.849" v="1235"/>
          <ac:spMkLst>
            <pc:docMk/>
            <pc:sldMk cId="3095975976" sldId="2076"/>
            <ac:spMk id="5" creationId="{328CCCDD-9B88-462B-427C-1412450E530D}"/>
          </ac:spMkLst>
        </pc:spChg>
        <pc:spChg chg="mod">
          <ac:chgData name="한나 조" userId="65a288ce2c9026c1" providerId="LiveId" clId="{C15A6EEB-526C-46C9-82AA-A02ABBD41001}" dt="2026-07-22T07:35:51.849" v="1235"/>
          <ac:spMkLst>
            <pc:docMk/>
            <pc:sldMk cId="3095975976" sldId="2076"/>
            <ac:spMk id="6" creationId="{BDE57D18-932A-078A-8C11-4823F63122C3}"/>
          </ac:spMkLst>
        </pc:spChg>
        <pc:spChg chg="mod">
          <ac:chgData name="한나 조" userId="65a288ce2c9026c1" providerId="LiveId" clId="{C15A6EEB-526C-46C9-82AA-A02ABBD41001}" dt="2026-07-22T07:35:51.849" v="1235"/>
          <ac:spMkLst>
            <pc:docMk/>
            <pc:sldMk cId="3095975976" sldId="2076"/>
            <ac:spMk id="7" creationId="{3CBA5EC1-2D22-4F1B-F009-457E1CA89D66}"/>
          </ac:spMkLst>
        </pc:spChg>
        <pc:spChg chg="mod">
          <ac:chgData name="한나 조" userId="65a288ce2c9026c1" providerId="LiveId" clId="{C15A6EEB-526C-46C9-82AA-A02ABBD41001}" dt="2026-07-22T07:35:51.849" v="1235"/>
          <ac:spMkLst>
            <pc:docMk/>
            <pc:sldMk cId="3095975976" sldId="2076"/>
            <ac:spMk id="9" creationId="{06400F5C-C78E-CCD4-51EB-961543595EBA}"/>
          </ac:spMkLst>
        </pc:spChg>
        <pc:spChg chg="mod">
          <ac:chgData name="한나 조" userId="65a288ce2c9026c1" providerId="LiveId" clId="{C15A6EEB-526C-46C9-82AA-A02ABBD41001}" dt="2026-07-22T07:35:51.849" v="1235"/>
          <ac:spMkLst>
            <pc:docMk/>
            <pc:sldMk cId="3095975976" sldId="2076"/>
            <ac:spMk id="11" creationId="{A5D0BB37-33D6-516C-A5A0-9EF1665789C3}"/>
          </ac:spMkLst>
        </pc:spChg>
        <pc:spChg chg="mod">
          <ac:chgData name="한나 조" userId="65a288ce2c9026c1" providerId="LiveId" clId="{C15A6EEB-526C-46C9-82AA-A02ABBD41001}" dt="2026-07-22T07:35:51.849" v="1235"/>
          <ac:spMkLst>
            <pc:docMk/>
            <pc:sldMk cId="3095975976" sldId="2076"/>
            <ac:spMk id="12" creationId="{FE5F858E-CCD2-0626-968E-A6A372F63600}"/>
          </ac:spMkLst>
        </pc:spChg>
        <pc:spChg chg="mod">
          <ac:chgData name="한나 조" userId="65a288ce2c9026c1" providerId="LiveId" clId="{C15A6EEB-526C-46C9-82AA-A02ABBD41001}" dt="2026-07-22T07:35:51.849" v="1235"/>
          <ac:spMkLst>
            <pc:docMk/>
            <pc:sldMk cId="3095975976" sldId="2076"/>
            <ac:spMk id="13" creationId="{A045674A-A22D-4B4E-CEE9-F02EACA0209B}"/>
          </ac:spMkLst>
        </pc:spChg>
        <pc:spChg chg="mod">
          <ac:chgData name="한나 조" userId="65a288ce2c9026c1" providerId="LiveId" clId="{C15A6EEB-526C-46C9-82AA-A02ABBD41001}" dt="2026-07-22T07:35:51.849" v="1235"/>
          <ac:spMkLst>
            <pc:docMk/>
            <pc:sldMk cId="3095975976" sldId="2076"/>
            <ac:spMk id="14" creationId="{8DDE45E7-ADA6-0879-0C1D-6132ABF9ACC6}"/>
          </ac:spMkLst>
        </pc:spChg>
        <pc:grpChg chg="mod">
          <ac:chgData name="한나 조" userId="65a288ce2c9026c1" providerId="LiveId" clId="{C15A6EEB-526C-46C9-82AA-A02ABBD41001}" dt="2026-07-22T07:36:24.640" v="1250" actId="14100"/>
          <ac:grpSpMkLst>
            <pc:docMk/>
            <pc:sldMk cId="3095975976" sldId="2076"/>
            <ac:grpSpMk id="3" creationId="{D4EE8950-F469-610A-4154-1CEC2C4AE429}"/>
          </ac:grpSpMkLst>
        </pc:grpChg>
        <pc:picChg chg="del">
          <ac:chgData name="한나 조" userId="65a288ce2c9026c1" providerId="LiveId" clId="{C15A6EEB-526C-46C9-82AA-A02ABBD41001}" dt="2026-07-22T07:36:32.477" v="1252" actId="478"/>
          <ac:picMkLst>
            <pc:docMk/>
            <pc:sldMk cId="3095975976" sldId="2076"/>
            <ac:picMk id="10" creationId="{A5B697C3-E1C4-7B77-0FF7-5384F5479B0D}"/>
          </ac:picMkLst>
        </pc:picChg>
      </pc:sldChg>
      <pc:sldChg chg="addSp delSp modSp add mod">
        <pc:chgData name="한나 조" userId="65a288ce2c9026c1" providerId="LiveId" clId="{C15A6EEB-526C-46C9-82AA-A02ABBD41001}" dt="2026-07-23T08:40:39.670" v="4023" actId="478"/>
        <pc:sldMkLst>
          <pc:docMk/>
          <pc:sldMk cId="1952302872" sldId="2077"/>
        </pc:sldMkLst>
        <pc:spChg chg="mod">
          <ac:chgData name="한나 조" userId="65a288ce2c9026c1" providerId="LiveId" clId="{C15A6EEB-526C-46C9-82AA-A02ABBD41001}" dt="2026-07-23T08:40:32.525" v="4021" actId="20577"/>
          <ac:spMkLst>
            <pc:docMk/>
            <pc:sldMk cId="1952302872" sldId="2077"/>
            <ac:spMk id="2" creationId="{3F5C0D07-56F7-5F9C-3FA4-CB5B12370843}"/>
          </ac:spMkLst>
        </pc:spChg>
        <pc:spChg chg="mod">
          <ac:chgData name="한나 조" userId="65a288ce2c9026c1" providerId="LiveId" clId="{C15A6EEB-526C-46C9-82AA-A02ABBD41001}" dt="2026-07-23T01:35:17.325" v="1413" actId="20577"/>
          <ac:spMkLst>
            <pc:docMk/>
            <pc:sldMk cId="1952302872" sldId="2077"/>
            <ac:spMk id="5" creationId="{3D0A616A-6097-A7D6-8F06-6E09A3F5307A}"/>
          </ac:spMkLst>
        </pc:spChg>
        <pc:spChg chg="add del mod">
          <ac:chgData name="한나 조" userId="65a288ce2c9026c1" providerId="LiveId" clId="{C15A6EEB-526C-46C9-82AA-A02ABBD41001}" dt="2026-07-23T07:08:32.731" v="2136" actId="478"/>
          <ac:spMkLst>
            <pc:docMk/>
            <pc:sldMk cId="1952302872" sldId="2077"/>
            <ac:spMk id="41" creationId="{2C1AB160-4077-50DA-348C-4964737A195A}"/>
          </ac:spMkLst>
        </pc:spChg>
        <pc:spChg chg="mod">
          <ac:chgData name="한나 조" userId="65a288ce2c9026c1" providerId="LiveId" clId="{C15A6EEB-526C-46C9-82AA-A02ABBD41001}" dt="2026-07-23T01:54:20.937" v="1481" actId="571"/>
          <ac:spMkLst>
            <pc:docMk/>
            <pc:sldMk cId="1952302872" sldId="2077"/>
            <ac:spMk id="44" creationId="{B5EE8FF9-7239-3104-6C83-F281A220F772}"/>
          </ac:spMkLst>
        </pc:spChg>
        <pc:spChg chg="mod">
          <ac:chgData name="한나 조" userId="65a288ce2c9026c1" providerId="LiveId" clId="{C15A6EEB-526C-46C9-82AA-A02ABBD41001}" dt="2026-07-23T01:54:20.937" v="1481" actId="571"/>
          <ac:spMkLst>
            <pc:docMk/>
            <pc:sldMk cId="1952302872" sldId="2077"/>
            <ac:spMk id="45" creationId="{A1D7C893-E410-84BB-C6E7-E3EDE1C897D1}"/>
          </ac:spMkLst>
        </pc:spChg>
        <pc:spChg chg="mod">
          <ac:chgData name="한나 조" userId="65a288ce2c9026c1" providerId="LiveId" clId="{C15A6EEB-526C-46C9-82AA-A02ABBD41001}" dt="2026-07-23T01:54:20.937" v="1481" actId="571"/>
          <ac:spMkLst>
            <pc:docMk/>
            <pc:sldMk cId="1952302872" sldId="2077"/>
            <ac:spMk id="47" creationId="{44644FFB-A285-BAC6-4485-EF5051B8A1C1}"/>
          </ac:spMkLst>
        </pc:spChg>
        <pc:spChg chg="mod">
          <ac:chgData name="한나 조" userId="65a288ce2c9026c1" providerId="LiveId" clId="{C15A6EEB-526C-46C9-82AA-A02ABBD41001}" dt="2026-07-23T01:54:20.937" v="1481" actId="571"/>
          <ac:spMkLst>
            <pc:docMk/>
            <pc:sldMk cId="1952302872" sldId="2077"/>
            <ac:spMk id="50" creationId="{43900BB4-AA34-1C97-9DAF-AFCA95CFD65B}"/>
          </ac:spMkLst>
        </pc:spChg>
        <pc:spChg chg="mod">
          <ac:chgData name="한나 조" userId="65a288ce2c9026c1" providerId="LiveId" clId="{C15A6EEB-526C-46C9-82AA-A02ABBD41001}" dt="2026-07-23T01:54:20.937" v="1481" actId="571"/>
          <ac:spMkLst>
            <pc:docMk/>
            <pc:sldMk cId="1952302872" sldId="2077"/>
            <ac:spMk id="58" creationId="{5DF7C260-963F-2F6D-35F8-6A57EF010F43}"/>
          </ac:spMkLst>
        </pc:spChg>
        <pc:spChg chg="mod">
          <ac:chgData name="한나 조" userId="65a288ce2c9026c1" providerId="LiveId" clId="{C15A6EEB-526C-46C9-82AA-A02ABBD41001}" dt="2026-07-23T01:54:20.937" v="1481" actId="571"/>
          <ac:spMkLst>
            <pc:docMk/>
            <pc:sldMk cId="1952302872" sldId="2077"/>
            <ac:spMk id="59" creationId="{FD12C599-DCEB-0DAB-8B67-F1FB96972EE7}"/>
          </ac:spMkLst>
        </pc:spChg>
        <pc:spChg chg="mod">
          <ac:chgData name="한나 조" userId="65a288ce2c9026c1" providerId="LiveId" clId="{C15A6EEB-526C-46C9-82AA-A02ABBD41001}" dt="2026-07-23T01:48:52.700" v="1477" actId="1076"/>
          <ac:spMkLst>
            <pc:docMk/>
            <pc:sldMk cId="1952302872" sldId="2077"/>
            <ac:spMk id="61" creationId="{3E506B12-06D8-8782-15B6-7A80CB2E627E}"/>
          </ac:spMkLst>
        </pc:spChg>
        <pc:spChg chg="mod">
          <ac:chgData name="한나 조" userId="65a288ce2c9026c1" providerId="LiveId" clId="{C15A6EEB-526C-46C9-82AA-A02ABBD41001}" dt="2026-07-23T01:48:52.700" v="1477" actId="1076"/>
          <ac:spMkLst>
            <pc:docMk/>
            <pc:sldMk cId="1952302872" sldId="2077"/>
            <ac:spMk id="128" creationId="{3CDB5A06-FF17-DC4D-0BD2-5D570D961927}"/>
          </ac:spMkLst>
        </pc:spChg>
        <pc:spChg chg="mod">
          <ac:chgData name="한나 조" userId="65a288ce2c9026c1" providerId="LiveId" clId="{C15A6EEB-526C-46C9-82AA-A02ABBD41001}" dt="2026-07-23T01:54:20.937" v="1481" actId="571"/>
          <ac:spMkLst>
            <pc:docMk/>
            <pc:sldMk cId="1952302872" sldId="2077"/>
            <ac:spMk id="129" creationId="{96042E9A-0C0C-C97C-9D81-8090FA9AF67D}"/>
          </ac:spMkLst>
        </pc:spChg>
        <pc:spChg chg="mod">
          <ac:chgData name="한나 조" userId="65a288ce2c9026c1" providerId="LiveId" clId="{C15A6EEB-526C-46C9-82AA-A02ABBD41001}" dt="2026-07-23T01:48:52.700" v="1477" actId="1076"/>
          <ac:spMkLst>
            <pc:docMk/>
            <pc:sldMk cId="1952302872" sldId="2077"/>
            <ac:spMk id="131" creationId="{527952A7-0434-E62D-2ABD-CFE5F44610F4}"/>
          </ac:spMkLst>
        </pc:spChg>
        <pc:spChg chg="mod">
          <ac:chgData name="한나 조" userId="65a288ce2c9026c1" providerId="LiveId" clId="{C15A6EEB-526C-46C9-82AA-A02ABBD41001}" dt="2026-07-23T01:54:28.292" v="1506"/>
          <ac:spMkLst>
            <pc:docMk/>
            <pc:sldMk cId="1952302872" sldId="2077"/>
            <ac:spMk id="133" creationId="{1EEB9453-6ABA-4615-AC29-5B771351DDAF}"/>
          </ac:spMkLst>
        </pc:spChg>
        <pc:spChg chg="del">
          <ac:chgData name="한나 조" userId="65a288ce2c9026c1" providerId="LiveId" clId="{C15A6EEB-526C-46C9-82AA-A02ABBD41001}" dt="2026-07-23T01:54:04.968" v="1478" actId="478"/>
          <ac:spMkLst>
            <pc:docMk/>
            <pc:sldMk cId="1952302872" sldId="2077"/>
            <ac:spMk id="135" creationId="{BBA3FF22-35A7-1759-78AC-4953F0069502}"/>
          </ac:spMkLst>
        </pc:spChg>
        <pc:spChg chg="mod">
          <ac:chgData name="한나 조" userId="65a288ce2c9026c1" providerId="LiveId" clId="{C15A6EEB-526C-46C9-82AA-A02ABBD41001}" dt="2026-07-23T01:48:52.700" v="1477" actId="1076"/>
          <ac:spMkLst>
            <pc:docMk/>
            <pc:sldMk cId="1952302872" sldId="2077"/>
            <ac:spMk id="136" creationId="{BD3364FF-9C6C-42D4-87BF-C26712AE86D9}"/>
          </ac:spMkLst>
        </pc:spChg>
        <pc:spChg chg="add mod">
          <ac:chgData name="한나 조" userId="65a288ce2c9026c1" providerId="LiveId" clId="{C15A6EEB-526C-46C9-82AA-A02ABBD41001}" dt="2026-07-23T01:54:25.886" v="1503"/>
          <ac:spMkLst>
            <pc:docMk/>
            <pc:sldMk cId="1952302872" sldId="2077"/>
            <ac:spMk id="140" creationId="{0D7A7272-AD3A-9F1D-9019-0193329ED65B}"/>
          </ac:spMkLst>
        </pc:spChg>
        <pc:spChg chg="mod">
          <ac:chgData name="한나 조" userId="65a288ce2c9026c1" providerId="LiveId" clId="{C15A6EEB-526C-46C9-82AA-A02ABBD41001}" dt="2026-07-23T01:56:07.824" v="1617"/>
          <ac:spMkLst>
            <pc:docMk/>
            <pc:sldMk cId="1952302872" sldId="2077"/>
            <ac:spMk id="144" creationId="{FD8147F2-CE43-E2DC-4A3D-3AC39B13B15F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158" creationId="{4D2EB46F-D302-A196-4898-62FCA198F992}"/>
          </ac:spMkLst>
        </pc:spChg>
        <pc:spChg chg="del mod">
          <ac:chgData name="한나 조" userId="65a288ce2c9026c1" providerId="LiveId" clId="{C15A6EEB-526C-46C9-82AA-A02ABBD41001}" dt="2026-07-23T01:54:08.176" v="1479" actId="478"/>
          <ac:spMkLst>
            <pc:docMk/>
            <pc:sldMk cId="1952302872" sldId="2077"/>
            <ac:spMk id="159" creationId="{591D8C3B-4690-FC20-4135-0BF399F23809}"/>
          </ac:spMkLst>
        </pc:spChg>
        <pc:spChg chg="del">
          <ac:chgData name="한나 조" userId="65a288ce2c9026c1" providerId="LiveId" clId="{C15A6EEB-526C-46C9-82AA-A02ABBD41001}" dt="2026-07-23T01:54:04.968" v="1478" actId="478"/>
          <ac:spMkLst>
            <pc:docMk/>
            <pc:sldMk cId="1952302872" sldId="2077"/>
            <ac:spMk id="160" creationId="{207D296B-728D-E60B-3042-2B445627601F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163" creationId="{6D644474-5CB0-5883-103A-0640EFA60C22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166" creationId="{0F72F7EE-4A80-0E93-CFDC-EA332AB6005F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171" creationId="{FF961A3F-821D-ED09-D680-61C78419BE6A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181" creationId="{9B235C1D-1375-D279-BDBF-D274983524CC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191" creationId="{1EF2DD0D-2FAC-97BC-765A-5FE52214EEE6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192" creationId="{86E57FFB-989F-6F19-AF5C-2FCD576488D3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196" creationId="{9ABFC07D-45A4-F435-67C0-0AC88D9A398B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197" creationId="{7C35CB8A-738C-2D40-19D4-C726911FF8C7}"/>
          </ac:spMkLst>
        </pc:spChg>
        <pc:spChg chg="mod">
          <ac:chgData name="한나 조" userId="65a288ce2c9026c1" providerId="LiveId" clId="{C15A6EEB-526C-46C9-82AA-A02ABBD41001}" dt="2026-07-23T07:08:21.475" v="2132"/>
          <ac:spMkLst>
            <pc:docMk/>
            <pc:sldMk cId="1952302872" sldId="2077"/>
            <ac:spMk id="201" creationId="{17715B78-4C2D-4A0B-7A78-A28D61B584D5}"/>
          </ac:spMkLst>
        </pc:spChg>
        <pc:spChg chg="mod">
          <ac:chgData name="한나 조" userId="65a288ce2c9026c1" providerId="LiveId" clId="{C15A6EEB-526C-46C9-82AA-A02ABBD41001}" dt="2026-07-23T08:07:07.419" v="2700" actId="1035"/>
          <ac:spMkLst>
            <pc:docMk/>
            <pc:sldMk cId="1952302872" sldId="2077"/>
            <ac:spMk id="203" creationId="{94377450-FC04-B6A1-00D8-9C600485B0BC}"/>
          </ac:spMkLst>
        </pc:spChg>
        <pc:spChg chg="mod topLvl">
          <ac:chgData name="한나 조" userId="65a288ce2c9026c1" providerId="LiveId" clId="{C15A6EEB-526C-46C9-82AA-A02ABBD41001}" dt="2026-07-23T08:08:27.730" v="2719" actId="1035"/>
          <ac:spMkLst>
            <pc:docMk/>
            <pc:sldMk cId="1952302872" sldId="2077"/>
            <ac:spMk id="204" creationId="{E351A30E-3734-6B8A-DF3A-4148E9DB3D61}"/>
          </ac:spMkLst>
        </pc:spChg>
        <pc:spChg chg="mod">
          <ac:chgData name="한나 조" userId="65a288ce2c9026c1" providerId="LiveId" clId="{C15A6EEB-526C-46C9-82AA-A02ABBD41001}" dt="2026-07-23T01:54:20.937" v="1481" actId="571"/>
          <ac:spMkLst>
            <pc:docMk/>
            <pc:sldMk cId="1952302872" sldId="2077"/>
            <ac:spMk id="215" creationId="{2C07B6B5-786E-4355-2283-98FC33B6FAD7}"/>
          </ac:spMkLst>
        </pc:spChg>
        <pc:spChg chg="mod">
          <ac:chgData name="한나 조" userId="65a288ce2c9026c1" providerId="LiveId" clId="{C15A6EEB-526C-46C9-82AA-A02ABBD41001}" dt="2026-07-23T08:28:47.878" v="3421" actId="1037"/>
          <ac:spMkLst>
            <pc:docMk/>
            <pc:sldMk cId="1952302872" sldId="2077"/>
            <ac:spMk id="220" creationId="{A67D6A2B-C496-9C60-871B-7FF2E92064A5}"/>
          </ac:spMkLst>
        </pc:spChg>
        <pc:spChg chg="mod">
          <ac:chgData name="한나 조" userId="65a288ce2c9026c1" providerId="LiveId" clId="{C15A6EEB-526C-46C9-82AA-A02ABBD41001}" dt="2026-07-23T08:28:47.878" v="3421" actId="1037"/>
          <ac:spMkLst>
            <pc:docMk/>
            <pc:sldMk cId="1952302872" sldId="2077"/>
            <ac:spMk id="221" creationId="{195EC746-A1DF-B98E-3706-BB721F272B88}"/>
          </ac:spMkLst>
        </pc:spChg>
        <pc:spChg chg="mod">
          <ac:chgData name="한나 조" userId="65a288ce2c9026c1" providerId="LiveId" clId="{C15A6EEB-526C-46C9-82AA-A02ABBD41001}" dt="2026-07-23T08:26:03.066" v="3376" actId="14100"/>
          <ac:spMkLst>
            <pc:docMk/>
            <pc:sldMk cId="1952302872" sldId="2077"/>
            <ac:spMk id="222" creationId="{CE4B457B-DC8C-81BC-958D-50B587A28F1E}"/>
          </ac:spMkLst>
        </pc:spChg>
        <pc:spChg chg="mod">
          <ac:chgData name="한나 조" userId="65a288ce2c9026c1" providerId="LiveId" clId="{C15A6EEB-526C-46C9-82AA-A02ABBD41001}" dt="2026-07-23T08:08:23.211" v="2717" actId="1036"/>
          <ac:spMkLst>
            <pc:docMk/>
            <pc:sldMk cId="1952302872" sldId="2077"/>
            <ac:spMk id="223" creationId="{69FFADCA-41BE-FBCE-8F57-AD99963E5C20}"/>
          </ac:spMkLst>
        </pc:spChg>
        <pc:spChg chg="mod topLvl">
          <ac:chgData name="한나 조" userId="65a288ce2c9026c1" providerId="LiveId" clId="{C15A6EEB-526C-46C9-82AA-A02ABBD41001}" dt="2026-07-23T08:05:27.269" v="2682" actId="164"/>
          <ac:spMkLst>
            <pc:docMk/>
            <pc:sldMk cId="1952302872" sldId="2077"/>
            <ac:spMk id="224" creationId="{C0D778E2-88C4-245B-B696-4310BD1857C6}"/>
          </ac:spMkLst>
        </pc:spChg>
        <pc:spChg chg="mod topLvl">
          <ac:chgData name="한나 조" userId="65a288ce2c9026c1" providerId="LiveId" clId="{C15A6EEB-526C-46C9-82AA-A02ABBD41001}" dt="2026-07-23T08:08:23.211" v="2717" actId="1036"/>
          <ac:spMkLst>
            <pc:docMk/>
            <pc:sldMk cId="1952302872" sldId="2077"/>
            <ac:spMk id="225" creationId="{AF180ABE-17D1-B189-FF2A-C1E789B0D035}"/>
          </ac:spMkLst>
        </pc:spChg>
        <pc:spChg chg="del mod">
          <ac:chgData name="한나 조" userId="65a288ce2c9026c1" providerId="LiveId" clId="{C15A6EEB-526C-46C9-82AA-A02ABBD41001}" dt="2026-07-23T07:59:37.748" v="2614" actId="478"/>
          <ac:spMkLst>
            <pc:docMk/>
            <pc:sldMk cId="1952302872" sldId="2077"/>
            <ac:spMk id="226" creationId="{B8178FE4-F108-1FFE-FE93-D803D83E7F15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27" creationId="{9416F62F-0EE3-DD45-7CC3-7530CFEFCB19}"/>
          </ac:spMkLst>
        </pc:spChg>
        <pc:spChg chg="mod">
          <ac:chgData name="한나 조" userId="65a288ce2c9026c1" providerId="LiveId" clId="{C15A6EEB-526C-46C9-82AA-A02ABBD41001}" dt="2026-07-23T08:07:51.164" v="2710" actId="1076"/>
          <ac:spMkLst>
            <pc:docMk/>
            <pc:sldMk cId="1952302872" sldId="2077"/>
            <ac:spMk id="228" creationId="{25FA08D2-427E-5514-9CD2-279EF3E20754}"/>
          </ac:spMkLst>
        </pc:spChg>
        <pc:spChg chg="mod">
          <ac:chgData name="한나 조" userId="65a288ce2c9026c1" providerId="LiveId" clId="{C15A6EEB-526C-46C9-82AA-A02ABBD41001}" dt="2026-07-23T08:07:54.258" v="2711" actId="552"/>
          <ac:spMkLst>
            <pc:docMk/>
            <pc:sldMk cId="1952302872" sldId="2077"/>
            <ac:spMk id="229" creationId="{BB03FF46-5F2E-04AA-89B4-124537D8484E}"/>
          </ac:spMkLst>
        </pc:spChg>
        <pc:spChg chg="mod">
          <ac:chgData name="한나 조" userId="65a288ce2c9026c1" providerId="LiveId" clId="{C15A6EEB-526C-46C9-82AA-A02ABBD41001}" dt="2026-07-23T08:07:54.258" v="2711" actId="552"/>
          <ac:spMkLst>
            <pc:docMk/>
            <pc:sldMk cId="1952302872" sldId="2077"/>
            <ac:spMk id="230" creationId="{26B68DF7-8095-9158-E788-6BBA91853E2C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31" creationId="{B4F49979-714D-8E7E-F3FE-C02F95463FAE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32" creationId="{63193270-16C8-F067-AE23-393A4FBFF4D6}"/>
          </ac:spMkLst>
        </pc:spChg>
        <pc:spChg chg="mod">
          <ac:chgData name="한나 조" userId="65a288ce2c9026c1" providerId="LiveId" clId="{C15A6EEB-526C-46C9-82AA-A02ABBD41001}" dt="2026-07-23T07:44:46.010" v="2365" actId="20577"/>
          <ac:spMkLst>
            <pc:docMk/>
            <pc:sldMk cId="1952302872" sldId="2077"/>
            <ac:spMk id="234" creationId="{5721C40D-DFB9-5920-BF74-DC8256F27B63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35" creationId="{0EC526DA-06BA-F8EC-0A1D-2337028B96B3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36" creationId="{D1E415E4-BC77-800B-41F5-2BB6FD862226}"/>
          </ac:spMkLst>
        </pc:spChg>
        <pc:spChg chg="mod">
          <ac:chgData name="한나 조" userId="65a288ce2c9026c1" providerId="LiveId" clId="{C15A6EEB-526C-46C9-82AA-A02ABBD41001}" dt="2026-07-23T07:09:00.952" v="2141" actId="165"/>
          <ac:spMkLst>
            <pc:docMk/>
            <pc:sldMk cId="1952302872" sldId="2077"/>
            <ac:spMk id="237" creationId="{CC474F7F-0E57-D2EA-1972-04D296F7DB53}"/>
          </ac:spMkLst>
        </pc:spChg>
        <pc:spChg chg="mod">
          <ac:chgData name="한나 조" userId="65a288ce2c9026c1" providerId="LiveId" clId="{C15A6EEB-526C-46C9-82AA-A02ABBD41001}" dt="2026-07-23T08:07:54.258" v="2711" actId="552"/>
          <ac:spMkLst>
            <pc:docMk/>
            <pc:sldMk cId="1952302872" sldId="2077"/>
            <ac:spMk id="242" creationId="{22002FB6-BA47-DEB1-EE59-0C254E8CCE19}"/>
          </ac:spMkLst>
        </pc:spChg>
        <pc:spChg chg="mod">
          <ac:chgData name="한나 조" userId="65a288ce2c9026c1" providerId="LiveId" clId="{C15A6EEB-526C-46C9-82AA-A02ABBD41001}" dt="2026-07-23T08:07:51.164" v="2710" actId="1076"/>
          <ac:spMkLst>
            <pc:docMk/>
            <pc:sldMk cId="1952302872" sldId="2077"/>
            <ac:spMk id="243" creationId="{92050AAD-8541-1522-6CEB-53795306A158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44" creationId="{2235E154-1432-28B4-9BD3-BE70951C7076}"/>
          </ac:spMkLst>
        </pc:spChg>
        <pc:spChg chg="mod">
          <ac:chgData name="한나 조" userId="65a288ce2c9026c1" providerId="LiveId" clId="{C15A6EEB-526C-46C9-82AA-A02ABBD41001}" dt="2026-07-23T08:07:54.258" v="2711" actId="552"/>
          <ac:spMkLst>
            <pc:docMk/>
            <pc:sldMk cId="1952302872" sldId="2077"/>
            <ac:spMk id="245" creationId="{240B24AC-39A6-2EB9-5BAE-48F70A146764}"/>
          </ac:spMkLst>
        </pc:spChg>
        <pc:spChg chg="mod">
          <ac:chgData name="한나 조" userId="65a288ce2c9026c1" providerId="LiveId" clId="{C15A6EEB-526C-46C9-82AA-A02ABBD41001}" dt="2026-07-23T08:06:01.197" v="2686" actId="554"/>
          <ac:spMkLst>
            <pc:docMk/>
            <pc:sldMk cId="1952302872" sldId="2077"/>
            <ac:spMk id="249" creationId="{ED7DA0B1-BCBB-FBBF-ED9F-8B0273306248}"/>
          </ac:spMkLst>
        </pc:spChg>
        <pc:spChg chg="mod">
          <ac:chgData name="한나 조" userId="65a288ce2c9026c1" providerId="LiveId" clId="{C15A6EEB-526C-46C9-82AA-A02ABBD41001}" dt="2026-07-23T08:06:01.197" v="2686" actId="554"/>
          <ac:spMkLst>
            <pc:docMk/>
            <pc:sldMk cId="1952302872" sldId="2077"/>
            <ac:spMk id="251" creationId="{786954E6-52CC-07A4-0BE2-466963E62FDE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52" creationId="{19B9F1A0-4A32-3891-CE2E-CDE5C376BBE0}"/>
          </ac:spMkLst>
        </pc:spChg>
        <pc:spChg chg="mod">
          <ac:chgData name="한나 조" userId="65a288ce2c9026c1" providerId="LiveId" clId="{C15A6EEB-526C-46C9-82AA-A02ABBD41001}" dt="2026-07-23T07:36:18.634" v="2213" actId="20577"/>
          <ac:spMkLst>
            <pc:docMk/>
            <pc:sldMk cId="1952302872" sldId="2077"/>
            <ac:spMk id="253" creationId="{2995A70D-1B37-D238-18F3-B2D1DF780116}"/>
          </ac:spMkLst>
        </pc:spChg>
        <pc:spChg chg="del mod">
          <ac:chgData name="한나 조" userId="65a288ce2c9026c1" providerId="LiveId" clId="{C15A6EEB-526C-46C9-82AA-A02ABBD41001}" dt="2026-07-23T07:36:03.325" v="2188" actId="478"/>
          <ac:spMkLst>
            <pc:docMk/>
            <pc:sldMk cId="1952302872" sldId="2077"/>
            <ac:spMk id="254" creationId="{4C2D9121-68F0-E124-FFFE-117E7E3324E6}"/>
          </ac:spMkLst>
        </pc:spChg>
        <pc:spChg chg="del">
          <ac:chgData name="한나 조" userId="65a288ce2c9026c1" providerId="LiveId" clId="{C15A6EEB-526C-46C9-82AA-A02ABBD41001}" dt="2026-07-23T07:08:57.823" v="2140" actId="478"/>
          <ac:spMkLst>
            <pc:docMk/>
            <pc:sldMk cId="1952302872" sldId="2077"/>
            <ac:spMk id="255" creationId="{44CDD769-2833-8B17-8FF5-D6DA23C1E603}"/>
          </ac:spMkLst>
        </pc:spChg>
        <pc:spChg chg="mod topLvl">
          <ac:chgData name="한나 조" userId="65a288ce2c9026c1" providerId="LiveId" clId="{C15A6EEB-526C-46C9-82AA-A02ABBD41001}" dt="2026-07-23T08:06:01.197" v="2686" actId="554"/>
          <ac:spMkLst>
            <pc:docMk/>
            <pc:sldMk cId="1952302872" sldId="2077"/>
            <ac:spMk id="256" creationId="{85D35D24-87F8-B323-318E-BCF6322791C5}"/>
          </ac:spMkLst>
        </pc:spChg>
        <pc:spChg chg="mod topLvl">
          <ac:chgData name="한나 조" userId="65a288ce2c9026c1" providerId="LiveId" clId="{C15A6EEB-526C-46C9-82AA-A02ABBD41001}" dt="2026-07-23T08:06:01.197" v="2686" actId="554"/>
          <ac:spMkLst>
            <pc:docMk/>
            <pc:sldMk cId="1952302872" sldId="2077"/>
            <ac:spMk id="257" creationId="{A3438C83-351A-89F0-DFFC-88813FE27196}"/>
          </ac:spMkLst>
        </pc:spChg>
        <pc:spChg chg="mod">
          <ac:chgData name="한나 조" userId="65a288ce2c9026c1" providerId="LiveId" clId="{C15A6EEB-526C-46C9-82AA-A02ABBD41001}" dt="2026-07-23T07:41:48.955" v="2256"/>
          <ac:spMkLst>
            <pc:docMk/>
            <pc:sldMk cId="1952302872" sldId="2077"/>
            <ac:spMk id="258" creationId="{ED93850D-6DDD-72C1-6FC4-6EF38B054FD0}"/>
          </ac:spMkLst>
        </pc:spChg>
        <pc:spChg chg="mod">
          <ac:chgData name="한나 조" userId="65a288ce2c9026c1" providerId="LiveId" clId="{C15A6EEB-526C-46C9-82AA-A02ABBD41001}" dt="2026-07-23T07:41:48.955" v="2256"/>
          <ac:spMkLst>
            <pc:docMk/>
            <pc:sldMk cId="1952302872" sldId="2077"/>
            <ac:spMk id="259" creationId="{CD3B4CFE-4B24-B2FC-C6E6-05B76B66E289}"/>
          </ac:spMkLst>
        </pc:spChg>
        <pc:spChg chg="del">
          <ac:chgData name="한나 조" userId="65a288ce2c9026c1" providerId="LiveId" clId="{C15A6EEB-526C-46C9-82AA-A02ABBD41001}" dt="2026-07-23T07:08:57.823" v="2140" actId="478"/>
          <ac:spMkLst>
            <pc:docMk/>
            <pc:sldMk cId="1952302872" sldId="2077"/>
            <ac:spMk id="260" creationId="{2CA5D670-0DE9-4120-FEE2-5BCE2B67629C}"/>
          </ac:spMkLst>
        </pc:spChg>
        <pc:spChg chg="mod">
          <ac:chgData name="한나 조" userId="65a288ce2c9026c1" providerId="LiveId" clId="{C15A6EEB-526C-46C9-82AA-A02ABBD41001}" dt="2026-07-23T07:42:18.796" v="2269" actId="20577"/>
          <ac:spMkLst>
            <pc:docMk/>
            <pc:sldMk cId="1952302872" sldId="2077"/>
            <ac:spMk id="261" creationId="{B1FFC362-3D9D-AB26-D6A4-F8963825B05A}"/>
          </ac:spMkLst>
        </pc:spChg>
        <pc:spChg chg="add mod">
          <ac:chgData name="한나 조" userId="65a288ce2c9026c1" providerId="LiveId" clId="{C15A6EEB-526C-46C9-82AA-A02ABBD41001}" dt="2026-07-23T08:28:47.878" v="3421" actId="1037"/>
          <ac:spMkLst>
            <pc:docMk/>
            <pc:sldMk cId="1952302872" sldId="2077"/>
            <ac:spMk id="265" creationId="{446503F4-BB4A-0531-0029-D9428EFB0F93}"/>
          </ac:spMkLst>
        </pc:spChg>
        <pc:spChg chg="add mod">
          <ac:chgData name="한나 조" userId="65a288ce2c9026c1" providerId="LiveId" clId="{C15A6EEB-526C-46C9-82AA-A02ABBD41001}" dt="2026-07-23T08:28:47.878" v="3421" actId="1037"/>
          <ac:spMkLst>
            <pc:docMk/>
            <pc:sldMk cId="1952302872" sldId="2077"/>
            <ac:spMk id="266" creationId="{25C390F9-A519-2B87-0FD7-7897B0AC17D4}"/>
          </ac:spMkLst>
        </pc:spChg>
        <pc:spChg chg="add mod">
          <ac:chgData name="한나 조" userId="65a288ce2c9026c1" providerId="LiveId" clId="{C15A6EEB-526C-46C9-82AA-A02ABBD41001}" dt="2026-07-23T07:40:57.077" v="2228" actId="571"/>
          <ac:spMkLst>
            <pc:docMk/>
            <pc:sldMk cId="1952302872" sldId="2077"/>
            <ac:spMk id="267" creationId="{A364B534-D17A-B65A-CF0C-5D6907FE403D}"/>
          </ac:spMkLst>
        </pc:spChg>
        <pc:spChg chg="mod">
          <ac:chgData name="한나 조" userId="65a288ce2c9026c1" providerId="LiveId" clId="{C15A6EEB-526C-46C9-82AA-A02ABBD41001}" dt="2026-07-23T08:07:51.164" v="2710" actId="1076"/>
          <ac:spMkLst>
            <pc:docMk/>
            <pc:sldMk cId="1952302872" sldId="2077"/>
            <ac:spMk id="269" creationId="{907E3574-6D6B-3953-12C8-321180B1ACD5}"/>
          </ac:spMkLst>
        </pc:spChg>
        <pc:spChg chg="mod">
          <ac:chgData name="한나 조" userId="65a288ce2c9026c1" providerId="LiveId" clId="{C15A6EEB-526C-46C9-82AA-A02ABBD41001}" dt="2026-07-23T08:07:51.164" v="2710" actId="1076"/>
          <ac:spMkLst>
            <pc:docMk/>
            <pc:sldMk cId="1952302872" sldId="2077"/>
            <ac:spMk id="270" creationId="{AAA58DEF-DFEE-E500-0B41-E7CCC75BA886}"/>
          </ac:spMkLst>
        </pc:spChg>
        <pc:spChg chg="add mod">
          <ac:chgData name="한나 조" userId="65a288ce2c9026c1" providerId="LiveId" clId="{C15A6EEB-526C-46C9-82AA-A02ABBD41001}" dt="2026-07-23T07:41:51.014" v="2257" actId="404"/>
          <ac:spMkLst>
            <pc:docMk/>
            <pc:sldMk cId="1952302872" sldId="2077"/>
            <ac:spMk id="271" creationId="{490B1A04-1F76-40BE-112C-78A9D1D03B48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73" creationId="{078C9A0C-A170-C64E-3F1A-7C2981448063}"/>
          </ac:spMkLst>
        </pc:spChg>
        <pc:spChg chg="mod">
          <ac:chgData name="한나 조" userId="65a288ce2c9026c1" providerId="LiveId" clId="{C15A6EEB-526C-46C9-82AA-A02ABBD41001}" dt="2026-07-23T08:07:54.258" v="2711" actId="552"/>
          <ac:spMkLst>
            <pc:docMk/>
            <pc:sldMk cId="1952302872" sldId="2077"/>
            <ac:spMk id="274" creationId="{83838CFB-9D9E-6D64-1B6E-F42429CE026B}"/>
          </ac:spMkLst>
        </pc:spChg>
        <pc:spChg chg="del mod">
          <ac:chgData name="한나 조" userId="65a288ce2c9026c1" providerId="LiveId" clId="{C15A6EEB-526C-46C9-82AA-A02ABBD41001}" dt="2026-07-23T07:42:12.857" v="2268" actId="478"/>
          <ac:spMkLst>
            <pc:docMk/>
            <pc:sldMk cId="1952302872" sldId="2077"/>
            <ac:spMk id="275" creationId="{7B20FEF1-FACF-1416-20E4-01FB275BF353}"/>
          </ac:spMkLst>
        </pc:spChg>
        <pc:spChg chg="add mod">
          <ac:chgData name="한나 조" userId="65a288ce2c9026c1" providerId="LiveId" clId="{C15A6EEB-526C-46C9-82AA-A02ABBD41001}" dt="2026-07-23T08:06:01.197" v="2686" actId="554"/>
          <ac:spMkLst>
            <pc:docMk/>
            <pc:sldMk cId="1952302872" sldId="2077"/>
            <ac:spMk id="277" creationId="{F79AE4D9-38DC-D7F1-F850-5E3FD2B07733}"/>
          </ac:spMkLst>
        </pc:spChg>
        <pc:spChg chg="mod">
          <ac:chgData name="한나 조" userId="65a288ce2c9026c1" providerId="LiveId" clId="{C15A6EEB-526C-46C9-82AA-A02ABBD41001}" dt="2026-07-23T07:44:40.621" v="2350"/>
          <ac:spMkLst>
            <pc:docMk/>
            <pc:sldMk cId="1952302872" sldId="2077"/>
            <ac:spMk id="279" creationId="{409426C9-5A86-A0C3-5969-061C4DCAF2AB}"/>
          </ac:spMkLst>
        </pc:spChg>
        <pc:spChg chg="mod">
          <ac:chgData name="한나 조" userId="65a288ce2c9026c1" providerId="LiveId" clId="{C15A6EEB-526C-46C9-82AA-A02ABBD41001}" dt="2026-07-23T07:44:36.014" v="2338" actId="20577"/>
          <ac:spMkLst>
            <pc:docMk/>
            <pc:sldMk cId="1952302872" sldId="2077"/>
            <ac:spMk id="280" creationId="{9328EECE-535E-3022-4CDE-362F367A6DBF}"/>
          </ac:spMkLst>
        </pc:spChg>
        <pc:spChg chg="mod">
          <ac:chgData name="한나 조" userId="65a288ce2c9026c1" providerId="LiveId" clId="{C15A6EEB-526C-46C9-82AA-A02ABBD41001}" dt="2026-07-23T07:46:11.468" v="2410"/>
          <ac:spMkLst>
            <pc:docMk/>
            <pc:sldMk cId="1952302872" sldId="2077"/>
            <ac:spMk id="282" creationId="{6D5A30D0-6263-7722-3F02-BD6F0CFD8C19}"/>
          </ac:spMkLst>
        </pc:spChg>
        <pc:spChg chg="mod">
          <ac:chgData name="한나 조" userId="65a288ce2c9026c1" providerId="LiveId" clId="{C15A6EEB-526C-46C9-82AA-A02ABBD41001}" dt="2026-07-23T07:46:06.586" v="2401" actId="20577"/>
          <ac:spMkLst>
            <pc:docMk/>
            <pc:sldMk cId="1952302872" sldId="2077"/>
            <ac:spMk id="283" creationId="{B367AD7E-C53B-07DB-AC72-D831D64AEF27}"/>
          </ac:spMkLst>
        </pc:spChg>
        <pc:spChg chg="mod">
          <ac:chgData name="한나 조" userId="65a288ce2c9026c1" providerId="LiveId" clId="{C15A6EEB-526C-46C9-82AA-A02ABBD41001}" dt="2026-07-23T07:51:36.162" v="2451" actId="20577"/>
          <ac:spMkLst>
            <pc:docMk/>
            <pc:sldMk cId="1952302872" sldId="2077"/>
            <ac:spMk id="285" creationId="{D763EEC0-7178-6D42-9DA5-8E4EDA059360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86" creationId="{86627139-69BC-0D22-5D17-1EB056133671}"/>
          </ac:spMkLst>
        </pc:spChg>
        <pc:spChg chg="mod">
          <ac:chgData name="한나 조" userId="65a288ce2c9026c1" providerId="LiveId" clId="{C15A6EEB-526C-46C9-82AA-A02ABBD41001}" dt="2026-07-23T08:07:54.258" v="2711" actId="552"/>
          <ac:spMkLst>
            <pc:docMk/>
            <pc:sldMk cId="1952302872" sldId="2077"/>
            <ac:spMk id="288" creationId="{876020B8-D923-E963-D979-5557015CA182}"/>
          </ac:spMkLst>
        </pc:spChg>
        <pc:spChg chg="mod">
          <ac:chgData name="한나 조" userId="65a288ce2c9026c1" providerId="LiveId" clId="{C15A6EEB-526C-46C9-82AA-A02ABBD41001}" dt="2026-07-23T08:07:51.164" v="2710" actId="1076"/>
          <ac:spMkLst>
            <pc:docMk/>
            <pc:sldMk cId="1952302872" sldId="2077"/>
            <ac:spMk id="289" creationId="{B773E94A-7FBC-E6D0-5AED-8BC2EC099E96}"/>
          </ac:spMkLst>
        </pc:spChg>
        <pc:spChg chg="mod">
          <ac:chgData name="한나 조" userId="65a288ce2c9026c1" providerId="LiveId" clId="{C15A6EEB-526C-46C9-82AA-A02ABBD41001}" dt="2026-07-23T08:25:17.183" v="3368" actId="1036"/>
          <ac:spMkLst>
            <pc:docMk/>
            <pc:sldMk cId="1952302872" sldId="2077"/>
            <ac:spMk id="291" creationId="{95E7D18D-610D-3B7D-18B8-9A7FDADCD7E2}"/>
          </ac:spMkLst>
        </pc:spChg>
        <pc:spChg chg="mod">
          <ac:chgData name="한나 조" userId="65a288ce2c9026c1" providerId="LiveId" clId="{C15A6EEB-526C-46C9-82AA-A02ABBD41001}" dt="2026-07-23T07:58:21.944" v="2499"/>
          <ac:spMkLst>
            <pc:docMk/>
            <pc:sldMk cId="1952302872" sldId="2077"/>
            <ac:spMk id="292" creationId="{6555CCDD-9C2E-DDD7-4662-0DA71BEE7031}"/>
          </ac:spMkLst>
        </pc:spChg>
        <pc:spChg chg="mod">
          <ac:chgData name="한나 조" userId="65a288ce2c9026c1" providerId="LiveId" clId="{C15A6EEB-526C-46C9-82AA-A02ABBD41001}" dt="2026-07-23T08:07:54.258" v="2711" actId="552"/>
          <ac:spMkLst>
            <pc:docMk/>
            <pc:sldMk cId="1952302872" sldId="2077"/>
            <ac:spMk id="294" creationId="{D18A1CDF-320E-0D4E-815D-91B2003B0B75}"/>
          </ac:spMkLst>
        </pc:spChg>
        <pc:spChg chg="mod">
          <ac:chgData name="한나 조" userId="65a288ce2c9026c1" providerId="LiveId" clId="{C15A6EEB-526C-46C9-82AA-A02ABBD41001}" dt="2026-07-23T08:07:51.164" v="2710" actId="1076"/>
          <ac:spMkLst>
            <pc:docMk/>
            <pc:sldMk cId="1952302872" sldId="2077"/>
            <ac:spMk id="295" creationId="{A7682A3B-19E3-D427-0886-A0FAB99BB7B8}"/>
          </ac:spMkLst>
        </pc:spChg>
        <pc:spChg chg="mod">
          <ac:chgData name="한나 조" userId="65a288ce2c9026c1" providerId="LiveId" clId="{C15A6EEB-526C-46C9-82AA-A02ABBD41001}" dt="2026-07-23T08:07:54.258" v="2711" actId="552"/>
          <ac:spMkLst>
            <pc:docMk/>
            <pc:sldMk cId="1952302872" sldId="2077"/>
            <ac:spMk id="298" creationId="{A880FF50-7ADB-13ED-868B-9AE593499BBC}"/>
          </ac:spMkLst>
        </pc:spChg>
        <pc:spChg chg="mod">
          <ac:chgData name="한나 조" userId="65a288ce2c9026c1" providerId="LiveId" clId="{C15A6EEB-526C-46C9-82AA-A02ABBD41001}" dt="2026-07-23T08:07:51.164" v="2710" actId="1076"/>
          <ac:spMkLst>
            <pc:docMk/>
            <pc:sldMk cId="1952302872" sldId="2077"/>
            <ac:spMk id="299" creationId="{42F40ADB-9C08-803E-54A5-14E1B7AAA14D}"/>
          </ac:spMkLst>
        </pc:spChg>
        <pc:spChg chg="add mod">
          <ac:chgData name="한나 조" userId="65a288ce2c9026c1" providerId="LiveId" clId="{C15A6EEB-526C-46C9-82AA-A02ABBD41001}" dt="2026-07-23T08:05:27.269" v="2682" actId="164"/>
          <ac:spMkLst>
            <pc:docMk/>
            <pc:sldMk cId="1952302872" sldId="2077"/>
            <ac:spMk id="301" creationId="{6C018AC8-91A2-725C-4C3A-363D35C246AD}"/>
          </ac:spMkLst>
        </pc:spChg>
        <pc:spChg chg="add mod">
          <ac:chgData name="한나 조" userId="65a288ce2c9026c1" providerId="LiveId" clId="{C15A6EEB-526C-46C9-82AA-A02ABBD41001}" dt="2026-07-23T08:28:57.694" v="3423" actId="1076"/>
          <ac:spMkLst>
            <pc:docMk/>
            <pc:sldMk cId="1952302872" sldId="2077"/>
            <ac:spMk id="305" creationId="{ED1D1C8C-9BB0-3321-546E-8D288A62F8D6}"/>
          </ac:spMkLst>
        </pc:spChg>
        <pc:spChg chg="add mod">
          <ac:chgData name="한나 조" userId="65a288ce2c9026c1" providerId="LiveId" clId="{C15A6EEB-526C-46C9-82AA-A02ABBD41001}" dt="2026-07-23T08:26:08.559" v="3377" actId="1076"/>
          <ac:spMkLst>
            <pc:docMk/>
            <pc:sldMk cId="1952302872" sldId="2077"/>
            <ac:spMk id="307" creationId="{B3404711-D576-C084-5D7B-13DA2B602100}"/>
          </ac:spMkLst>
        </pc:spChg>
        <pc:spChg chg="add mod">
          <ac:chgData name="한나 조" userId="65a288ce2c9026c1" providerId="LiveId" clId="{C15A6EEB-526C-46C9-82AA-A02ABBD41001}" dt="2026-07-23T08:28:40.692" v="3418" actId="1037"/>
          <ac:spMkLst>
            <pc:docMk/>
            <pc:sldMk cId="1952302872" sldId="2077"/>
            <ac:spMk id="308" creationId="{275FC2B0-134C-E51F-B147-C0F35950020F}"/>
          </ac:spMkLst>
        </pc:spChg>
        <pc:spChg chg="add mod">
          <ac:chgData name="한나 조" userId="65a288ce2c9026c1" providerId="LiveId" clId="{C15A6EEB-526C-46C9-82AA-A02ABBD41001}" dt="2026-07-23T08:28:40.692" v="3418" actId="1037"/>
          <ac:spMkLst>
            <pc:docMk/>
            <pc:sldMk cId="1952302872" sldId="2077"/>
            <ac:spMk id="309" creationId="{6A6C72BA-8FF9-C808-3D92-EF69DD563ABB}"/>
          </ac:spMkLst>
        </pc:spChg>
        <pc:grpChg chg="del">
          <ac:chgData name="한나 조" userId="65a288ce2c9026c1" providerId="LiveId" clId="{C15A6EEB-526C-46C9-82AA-A02ABBD41001}" dt="2026-07-23T07:07:34.013" v="2126" actId="478"/>
          <ac:grpSpMkLst>
            <pc:docMk/>
            <pc:sldMk cId="1952302872" sldId="2077"/>
            <ac:grpSpMk id="10" creationId="{678919AF-2947-306B-0A5F-EF570EB588F3}"/>
          </ac:grpSpMkLst>
        </pc:grpChg>
        <pc:grpChg chg="del">
          <ac:chgData name="한나 조" userId="65a288ce2c9026c1" providerId="LiveId" clId="{C15A6EEB-526C-46C9-82AA-A02ABBD41001}" dt="2026-07-23T07:07:30.283" v="2125" actId="478"/>
          <ac:grpSpMkLst>
            <pc:docMk/>
            <pc:sldMk cId="1952302872" sldId="2077"/>
            <ac:grpSpMk id="43" creationId="{F05F675E-B3C0-C2B2-4B74-61E26059B413}"/>
          </ac:grpSpMkLst>
        </pc:grpChg>
        <pc:grpChg chg="del">
          <ac:chgData name="한나 조" userId="65a288ce2c9026c1" providerId="LiveId" clId="{C15A6EEB-526C-46C9-82AA-A02ABBD41001}" dt="2026-07-23T07:41:34.432" v="2253" actId="478"/>
          <ac:grpSpMkLst>
            <pc:docMk/>
            <pc:sldMk cId="1952302872" sldId="2077"/>
            <ac:grpSpMk id="206" creationId="{4F6AFB74-9BD9-550A-DB05-BB5CD3286FB7}"/>
          </ac:grpSpMkLst>
        </pc:grpChg>
        <pc:grpChg chg="del">
          <ac:chgData name="한나 조" userId="65a288ce2c9026c1" providerId="LiveId" clId="{C15A6EEB-526C-46C9-82AA-A02ABBD41001}" dt="2026-07-23T07:45:56.907" v="2388" actId="478"/>
          <ac:grpSpMkLst>
            <pc:docMk/>
            <pc:sldMk cId="1952302872" sldId="2077"/>
            <ac:grpSpMk id="207" creationId="{A703BAE5-304F-60C0-181A-B6394BE4F2BF}"/>
          </ac:grpSpMkLst>
        </pc:grpChg>
        <pc:grpChg chg="mod">
          <ac:chgData name="한나 조" userId="65a288ce2c9026c1" providerId="LiveId" clId="{C15A6EEB-526C-46C9-82AA-A02ABBD41001}" dt="2026-07-23T08:05:52.132" v="2685" actId="554"/>
          <ac:grpSpMkLst>
            <pc:docMk/>
            <pc:sldMk cId="1952302872" sldId="2077"/>
            <ac:grpSpMk id="208" creationId="{972164D2-1DA9-F62C-9943-0ABDD1DD9A1A}"/>
          </ac:grpSpMkLst>
        </pc:grpChg>
        <pc:grpChg chg="del">
          <ac:chgData name="한나 조" userId="65a288ce2c9026c1" providerId="LiveId" clId="{C15A6EEB-526C-46C9-82AA-A02ABBD41001}" dt="2026-07-23T07:58:34.899" v="2509" actId="165"/>
          <ac:grpSpMkLst>
            <pc:docMk/>
            <pc:sldMk cId="1952302872" sldId="2077"/>
            <ac:grpSpMk id="209" creationId="{BF4E6C15-72D9-18E6-DC3F-23FE069E085D}"/>
          </ac:grpSpMkLst>
        </pc:grpChg>
        <pc:grpChg chg="mod">
          <ac:chgData name="한나 조" userId="65a288ce2c9026c1" providerId="LiveId" clId="{C15A6EEB-526C-46C9-82AA-A02ABBD41001}" dt="2026-07-23T07:36:05.790" v="2190" actId="1076"/>
          <ac:grpSpMkLst>
            <pc:docMk/>
            <pc:sldMk cId="1952302872" sldId="2077"/>
            <ac:grpSpMk id="210" creationId="{BBD9A152-D61F-E043-AE57-78CD3B69409D}"/>
          </ac:grpSpMkLst>
        </pc:grpChg>
        <pc:grpChg chg="mod">
          <ac:chgData name="한나 조" userId="65a288ce2c9026c1" providerId="LiveId" clId="{C15A6EEB-526C-46C9-82AA-A02ABBD41001}" dt="2026-07-23T08:06:01.197" v="2686" actId="554"/>
          <ac:grpSpMkLst>
            <pc:docMk/>
            <pc:sldMk cId="1952302872" sldId="2077"/>
            <ac:grpSpMk id="211" creationId="{51C8075B-6326-65E7-F3D5-938755663EF7}"/>
          </ac:grpSpMkLst>
        </pc:grpChg>
        <pc:grpChg chg="mod">
          <ac:chgData name="한나 조" userId="65a288ce2c9026c1" providerId="LiveId" clId="{C15A6EEB-526C-46C9-82AA-A02ABBD41001}" dt="2026-07-23T08:06:16.590" v="2688" actId="554"/>
          <ac:grpSpMkLst>
            <pc:docMk/>
            <pc:sldMk cId="1952302872" sldId="2077"/>
            <ac:grpSpMk id="212" creationId="{19646347-0995-6633-D707-03C919AEA2A3}"/>
          </ac:grpSpMkLst>
        </pc:grpChg>
        <pc:grpChg chg="del">
          <ac:chgData name="한나 조" userId="65a288ce2c9026c1" providerId="LiveId" clId="{C15A6EEB-526C-46C9-82AA-A02ABBD41001}" dt="2026-07-23T07:50:03.408" v="2414" actId="478"/>
          <ac:grpSpMkLst>
            <pc:docMk/>
            <pc:sldMk cId="1952302872" sldId="2077"/>
            <ac:grpSpMk id="213" creationId="{8A8D92C0-EB65-4490-91DD-932F8C899C37}"/>
          </ac:grpSpMkLst>
        </pc:grpChg>
        <pc:grpChg chg="add del mod">
          <ac:chgData name="한나 조" userId="65a288ce2c9026c1" providerId="LiveId" clId="{C15A6EEB-526C-46C9-82AA-A02ABBD41001}" dt="2026-07-23T08:06:06.560" v="2687" actId="554"/>
          <ac:grpSpMkLst>
            <pc:docMk/>
            <pc:sldMk cId="1952302872" sldId="2077"/>
            <ac:grpSpMk id="216" creationId="{48DFD3E7-B318-8AE1-2DDF-8A29DC14E99B}"/>
          </ac:grpSpMkLst>
        </pc:grpChg>
        <pc:grpChg chg="mod">
          <ac:chgData name="한나 조" userId="65a288ce2c9026c1" providerId="LiveId" clId="{C15A6EEB-526C-46C9-82AA-A02ABBD41001}" dt="2026-07-23T08:06:06.560" v="2687" actId="554"/>
          <ac:grpSpMkLst>
            <pc:docMk/>
            <pc:sldMk cId="1952302872" sldId="2077"/>
            <ac:grpSpMk id="217" creationId="{D4712133-1140-BDA9-BC70-A48BD1B9AD53}"/>
          </ac:grpSpMkLst>
        </pc:grpChg>
        <pc:grpChg chg="del mod">
          <ac:chgData name="한나 조" userId="65a288ce2c9026c1" providerId="LiveId" clId="{C15A6EEB-526C-46C9-82AA-A02ABBD41001}" dt="2026-07-23T08:05:19.314" v="2677" actId="165"/>
          <ac:grpSpMkLst>
            <pc:docMk/>
            <pc:sldMk cId="1952302872" sldId="2077"/>
            <ac:grpSpMk id="218" creationId="{32FD67ED-B9BE-B46D-CD84-4F4BD289EE74}"/>
          </ac:grpSpMkLst>
        </pc:grpChg>
        <pc:grpChg chg="mod">
          <ac:chgData name="한나 조" userId="65a288ce2c9026c1" providerId="LiveId" clId="{C15A6EEB-526C-46C9-82AA-A02ABBD41001}" dt="2026-07-23T08:25:58.304" v="3375" actId="14100"/>
          <ac:grpSpMkLst>
            <pc:docMk/>
            <pc:sldMk cId="1952302872" sldId="2077"/>
            <ac:grpSpMk id="219" creationId="{8DDCDF0B-B492-06A1-0B74-97A85ECA8D53}"/>
          </ac:grpSpMkLst>
        </pc:grpChg>
        <pc:grpChg chg="mod">
          <ac:chgData name="한나 조" userId="65a288ce2c9026c1" providerId="LiveId" clId="{C15A6EEB-526C-46C9-82AA-A02ABBD41001}" dt="2026-07-23T07:43:37.050" v="2316" actId="1076"/>
          <ac:grpSpMkLst>
            <pc:docMk/>
            <pc:sldMk cId="1952302872" sldId="2077"/>
            <ac:grpSpMk id="246" creationId="{B0400989-FB07-0FE3-ED90-AC2047556B4C}"/>
          </ac:grpSpMkLst>
        </pc:grpChg>
        <pc:grpChg chg="mod">
          <ac:chgData name="한나 조" userId="65a288ce2c9026c1" providerId="LiveId" clId="{C15A6EEB-526C-46C9-82AA-A02ABBD41001}" dt="2026-07-23T07:43:37.050" v="2316" actId="1076"/>
          <ac:grpSpMkLst>
            <pc:docMk/>
            <pc:sldMk cId="1952302872" sldId="2077"/>
            <ac:grpSpMk id="247" creationId="{047BBA7A-FB4E-05B8-608A-5DD57DE942D4}"/>
          </ac:grpSpMkLst>
        </pc:grpChg>
        <pc:grpChg chg="add mod">
          <ac:chgData name="한나 조" userId="65a288ce2c9026c1" providerId="LiveId" clId="{C15A6EEB-526C-46C9-82AA-A02ABBD41001}" dt="2026-07-23T07:42:04.394" v="2259" actId="1076"/>
          <ac:grpSpMkLst>
            <pc:docMk/>
            <pc:sldMk cId="1952302872" sldId="2077"/>
            <ac:grpSpMk id="268" creationId="{B392D364-C259-399A-A379-6B89320543F9}"/>
          </ac:grpSpMkLst>
        </pc:grpChg>
        <pc:grpChg chg="add mod">
          <ac:chgData name="한나 조" userId="65a288ce2c9026c1" providerId="LiveId" clId="{C15A6EEB-526C-46C9-82AA-A02ABBD41001}" dt="2026-07-23T08:05:52.132" v="2685" actId="554"/>
          <ac:grpSpMkLst>
            <pc:docMk/>
            <pc:sldMk cId="1952302872" sldId="2077"/>
            <ac:grpSpMk id="272" creationId="{86D027B0-D886-7649-850B-3488756FC18E}"/>
          </ac:grpSpMkLst>
        </pc:grpChg>
        <pc:grpChg chg="add mod">
          <ac:chgData name="한나 조" userId="65a288ce2c9026c1" providerId="LiveId" clId="{C15A6EEB-526C-46C9-82AA-A02ABBD41001}" dt="2026-07-23T08:05:38.861" v="2683" actId="465"/>
          <ac:grpSpMkLst>
            <pc:docMk/>
            <pc:sldMk cId="1952302872" sldId="2077"/>
            <ac:grpSpMk id="278" creationId="{CBE64B8B-1D77-57BD-40EC-14236ECA53B5}"/>
          </ac:grpSpMkLst>
        </pc:grpChg>
        <pc:grpChg chg="add mod">
          <ac:chgData name="한나 조" userId="65a288ce2c9026c1" providerId="LiveId" clId="{C15A6EEB-526C-46C9-82AA-A02ABBD41001}" dt="2026-07-23T08:06:16.590" v="2688" actId="554"/>
          <ac:grpSpMkLst>
            <pc:docMk/>
            <pc:sldMk cId="1952302872" sldId="2077"/>
            <ac:grpSpMk id="281" creationId="{A77E466C-CEAB-8771-9441-BF03873B2304}"/>
          </ac:grpSpMkLst>
        </pc:grpChg>
        <pc:grpChg chg="add mod">
          <ac:chgData name="한나 조" userId="65a288ce2c9026c1" providerId="LiveId" clId="{C15A6EEB-526C-46C9-82AA-A02ABBD41001}" dt="2026-07-23T08:06:22.101" v="2689" actId="554"/>
          <ac:grpSpMkLst>
            <pc:docMk/>
            <pc:sldMk cId="1952302872" sldId="2077"/>
            <ac:grpSpMk id="284" creationId="{6AFF92FA-3BB3-F4EE-DF06-0AE03D7E8B24}"/>
          </ac:grpSpMkLst>
        </pc:grpChg>
        <pc:grpChg chg="add mod">
          <ac:chgData name="한나 조" userId="65a288ce2c9026c1" providerId="LiveId" clId="{C15A6EEB-526C-46C9-82AA-A02ABBD41001}" dt="2026-07-23T08:06:22.101" v="2689" actId="554"/>
          <ac:grpSpMkLst>
            <pc:docMk/>
            <pc:sldMk cId="1952302872" sldId="2077"/>
            <ac:grpSpMk id="287" creationId="{3110B8CA-EE96-09FB-A74B-FEEACEDB451D}"/>
          </ac:grpSpMkLst>
        </pc:grpChg>
        <pc:grpChg chg="add mod">
          <ac:chgData name="한나 조" userId="65a288ce2c9026c1" providerId="LiveId" clId="{C15A6EEB-526C-46C9-82AA-A02ABBD41001}" dt="2026-07-23T08:06:28.969" v="2690" actId="554"/>
          <ac:grpSpMkLst>
            <pc:docMk/>
            <pc:sldMk cId="1952302872" sldId="2077"/>
            <ac:grpSpMk id="290" creationId="{4B7967DE-D127-376C-4FA8-3385C9970D64}"/>
          </ac:grpSpMkLst>
        </pc:grpChg>
        <pc:grpChg chg="add mod">
          <ac:chgData name="한나 조" userId="65a288ce2c9026c1" providerId="LiveId" clId="{C15A6EEB-526C-46C9-82AA-A02ABBD41001}" dt="2026-07-23T08:25:54.591" v="3373" actId="552"/>
          <ac:grpSpMkLst>
            <pc:docMk/>
            <pc:sldMk cId="1952302872" sldId="2077"/>
            <ac:grpSpMk id="293" creationId="{9FAFD85E-C682-EE3F-2B2A-EB23F3CBE8D3}"/>
          </ac:grpSpMkLst>
        </pc:grpChg>
        <pc:grpChg chg="add mod">
          <ac:chgData name="한나 조" userId="65a288ce2c9026c1" providerId="LiveId" clId="{C15A6EEB-526C-46C9-82AA-A02ABBD41001}" dt="2026-07-23T08:06:01.197" v="2686" actId="554"/>
          <ac:grpSpMkLst>
            <pc:docMk/>
            <pc:sldMk cId="1952302872" sldId="2077"/>
            <ac:grpSpMk id="296" creationId="{57C98853-6C7F-8647-3527-45FF76B124C1}"/>
          </ac:grpSpMkLst>
        </pc:grpChg>
        <pc:grpChg chg="add mod">
          <ac:chgData name="한나 조" userId="65a288ce2c9026c1" providerId="LiveId" clId="{C15A6EEB-526C-46C9-82AA-A02ABBD41001}" dt="2026-07-23T08:25:39.046" v="3371" actId="552"/>
          <ac:grpSpMkLst>
            <pc:docMk/>
            <pc:sldMk cId="1952302872" sldId="2077"/>
            <ac:grpSpMk id="297" creationId="{08532954-BBDE-F845-6EC1-917B1A110110}"/>
          </ac:grpSpMkLst>
        </pc:grpChg>
        <pc:grpChg chg="add mod">
          <ac:chgData name="한나 조" userId="65a288ce2c9026c1" providerId="LiveId" clId="{C15A6EEB-526C-46C9-82AA-A02ABBD41001}" dt="2026-07-23T08:05:21.950" v="2679" actId="164"/>
          <ac:grpSpMkLst>
            <pc:docMk/>
            <pc:sldMk cId="1952302872" sldId="2077"/>
            <ac:grpSpMk id="302" creationId="{E9980AA8-F0EC-3CED-3F8E-572B7ED1827C}"/>
          </ac:grpSpMkLst>
        </pc:grpChg>
        <pc:grpChg chg="add mod">
          <ac:chgData name="한나 조" userId="65a288ce2c9026c1" providerId="LiveId" clId="{C15A6EEB-526C-46C9-82AA-A02ABBD41001}" dt="2026-07-23T08:28:29.830" v="3415" actId="1076"/>
          <ac:grpSpMkLst>
            <pc:docMk/>
            <pc:sldMk cId="1952302872" sldId="2077"/>
            <ac:grpSpMk id="303" creationId="{D3A074AA-71B1-8A97-74BC-AAEF73FE331C}"/>
          </ac:grpSpMkLst>
        </pc:grpChg>
        <pc:graphicFrameChg chg="mod modGraphic">
          <ac:chgData name="한나 조" userId="65a288ce2c9026c1" providerId="LiveId" clId="{C15A6EEB-526C-46C9-82AA-A02ABBD41001}" dt="2026-07-23T08:39:43.119" v="3976" actId="20577"/>
          <ac:graphicFrameMkLst>
            <pc:docMk/>
            <pc:sldMk cId="1952302872" sldId="2077"/>
            <ac:graphicFrameMk id="8" creationId="{B17F60FC-0A21-BDBC-F736-6D7A3959368D}"/>
          </ac:graphicFrameMkLst>
        </pc:graphicFrameChg>
        <pc:picChg chg="del mod ord modCrop">
          <ac:chgData name="한나 조" userId="65a288ce2c9026c1" providerId="LiveId" clId="{C15A6EEB-526C-46C9-82AA-A02ABBD41001}" dt="2026-07-23T03:44:22.954" v="1909" actId="478"/>
          <ac:picMkLst>
            <pc:docMk/>
            <pc:sldMk cId="1952302872" sldId="2077"/>
            <ac:picMk id="46" creationId="{9C02435D-AC4E-4EDF-5CC3-2713103CF6E1}"/>
          </ac:picMkLst>
        </pc:picChg>
        <pc:picChg chg="add del mod ord">
          <ac:chgData name="한나 조" userId="65a288ce2c9026c1" providerId="LiveId" clId="{C15A6EEB-526C-46C9-82AA-A02ABBD41001}" dt="2026-07-23T08:40:39.670" v="4023" actId="478"/>
          <ac:picMkLst>
            <pc:docMk/>
            <pc:sldMk cId="1952302872" sldId="2077"/>
            <ac:picMk id="142" creationId="{EEBAFBB4-0797-2FAB-ECB6-8B5532686116}"/>
          </ac:picMkLst>
        </pc:picChg>
        <pc:picChg chg="mod">
          <ac:chgData name="한나 조" userId="65a288ce2c9026c1" providerId="LiveId" clId="{C15A6EEB-526C-46C9-82AA-A02ABBD41001}" dt="2026-07-23T08:06:01.197" v="2686" actId="554"/>
          <ac:picMkLst>
            <pc:docMk/>
            <pc:sldMk cId="1952302872" sldId="2077"/>
            <ac:picMk id="248" creationId="{658C1FE0-4747-19DF-7831-39381049501A}"/>
          </ac:picMkLst>
        </pc:picChg>
        <pc:picChg chg="mod">
          <ac:chgData name="한나 조" userId="65a288ce2c9026c1" providerId="LiveId" clId="{C15A6EEB-526C-46C9-82AA-A02ABBD41001}" dt="2026-07-23T08:06:01.197" v="2686" actId="554"/>
          <ac:picMkLst>
            <pc:docMk/>
            <pc:sldMk cId="1952302872" sldId="2077"/>
            <ac:picMk id="250" creationId="{39E06635-F7C0-822C-03EC-CFD55F1B53D9}"/>
          </ac:picMkLst>
        </pc:picChg>
        <pc:cxnChg chg="add mod">
          <ac:chgData name="한나 조" userId="65a288ce2c9026c1" providerId="LiveId" clId="{C15A6EEB-526C-46C9-82AA-A02ABBD41001}" dt="2026-07-23T08:28:52.357" v="3422" actId="14100"/>
          <ac:cxnSpMkLst>
            <pc:docMk/>
            <pc:sldMk cId="1952302872" sldId="2077"/>
            <ac:cxnSpMk id="311" creationId="{77AC5E29-3EB9-375E-25F0-96B6C656D97F}"/>
          </ac:cxnSpMkLst>
        </pc:cxnChg>
      </pc:sldChg>
      <pc:sldChg chg="addSp delSp modSp add mod">
        <pc:chgData name="한나 조" userId="65a288ce2c9026c1" providerId="LiveId" clId="{C15A6EEB-526C-46C9-82AA-A02ABBD41001}" dt="2026-07-23T08:40:26.252" v="3997" actId="20577"/>
        <pc:sldMkLst>
          <pc:docMk/>
          <pc:sldMk cId="3350973158" sldId="2078"/>
        </pc:sldMkLst>
        <pc:spChg chg="mod">
          <ac:chgData name="한나 조" userId="65a288ce2c9026c1" providerId="LiveId" clId="{C15A6EEB-526C-46C9-82AA-A02ABBD41001}" dt="2026-07-23T08:40:26.252" v="3997" actId="20577"/>
          <ac:spMkLst>
            <pc:docMk/>
            <pc:sldMk cId="3350973158" sldId="2078"/>
            <ac:spMk id="2" creationId="{471FC9C1-604E-6113-6DB1-EE28D565EDA3}"/>
          </ac:spMkLst>
        </pc:spChg>
        <pc:spChg chg="add mod topLvl">
          <ac:chgData name="한나 조" userId="65a288ce2c9026c1" providerId="LiveId" clId="{C15A6EEB-526C-46C9-82AA-A02ABBD41001}" dt="2026-07-23T08:38:44.583" v="3897" actId="164"/>
          <ac:spMkLst>
            <pc:docMk/>
            <pc:sldMk cId="3350973158" sldId="2078"/>
            <ac:spMk id="7" creationId="{95F2F46C-2819-5797-3218-7271E1044485}"/>
          </ac:spMkLst>
        </pc:spChg>
        <pc:spChg chg="add mod topLvl">
          <ac:chgData name="한나 조" userId="65a288ce2c9026c1" providerId="LiveId" clId="{C15A6EEB-526C-46C9-82AA-A02ABBD41001}" dt="2026-07-23T08:38:46.829" v="3898" actId="164"/>
          <ac:spMkLst>
            <pc:docMk/>
            <pc:sldMk cId="3350973158" sldId="2078"/>
            <ac:spMk id="10" creationId="{4B4FA2B2-62A9-A756-688E-3220FEE9E69C}"/>
          </ac:spMkLst>
        </pc:spChg>
        <pc:spChg chg="add del mod">
          <ac:chgData name="한나 조" userId="65a288ce2c9026c1" providerId="LiveId" clId="{C15A6EEB-526C-46C9-82AA-A02ABBD41001}" dt="2026-07-23T08:35:36.569" v="3686" actId="478"/>
          <ac:spMkLst>
            <pc:docMk/>
            <pc:sldMk cId="3350973158" sldId="2078"/>
            <ac:spMk id="11" creationId="{BF10DCD7-19D1-0973-1B9E-0DB3D3ABF362}"/>
          </ac:spMkLst>
        </pc:spChg>
        <pc:spChg chg="add mod topLvl">
          <ac:chgData name="한나 조" userId="65a288ce2c9026c1" providerId="LiveId" clId="{C15A6EEB-526C-46C9-82AA-A02ABBD41001}" dt="2026-07-23T08:38:44.583" v="3897" actId="164"/>
          <ac:spMkLst>
            <pc:docMk/>
            <pc:sldMk cId="3350973158" sldId="2078"/>
            <ac:spMk id="12" creationId="{37941ED6-4603-1291-1EB7-FF39152503C0}"/>
          </ac:spMkLst>
        </pc:spChg>
        <pc:spChg chg="add mod topLvl">
          <ac:chgData name="한나 조" userId="65a288ce2c9026c1" providerId="LiveId" clId="{C15A6EEB-526C-46C9-82AA-A02ABBD41001}" dt="2026-07-23T08:38:46.829" v="3898" actId="164"/>
          <ac:spMkLst>
            <pc:docMk/>
            <pc:sldMk cId="3350973158" sldId="2078"/>
            <ac:spMk id="13" creationId="{9C10D58F-C880-C47E-8B3E-7D1A9B704D16}"/>
          </ac:spMkLst>
        </pc:spChg>
        <pc:spChg chg="add mod">
          <ac:chgData name="한나 조" userId="65a288ce2c9026c1" providerId="LiveId" clId="{C15A6EEB-526C-46C9-82AA-A02ABBD41001}" dt="2026-07-23T08:38:46.829" v="3898" actId="164"/>
          <ac:spMkLst>
            <pc:docMk/>
            <pc:sldMk cId="3350973158" sldId="2078"/>
            <ac:spMk id="15" creationId="{C57BAB58-BE01-9595-416F-80D6BF91F1D2}"/>
          </ac:spMkLst>
        </pc:spChg>
        <pc:spChg chg="add mod topLvl">
          <ac:chgData name="한나 조" userId="65a288ce2c9026c1" providerId="LiveId" clId="{C15A6EEB-526C-46C9-82AA-A02ABBD41001}" dt="2026-07-23T08:38:49.679" v="3899" actId="164"/>
          <ac:spMkLst>
            <pc:docMk/>
            <pc:sldMk cId="3350973158" sldId="2078"/>
            <ac:spMk id="17" creationId="{1485B7FA-FAF4-D8F1-A5CF-E8D032120B5C}"/>
          </ac:spMkLst>
        </pc:spChg>
        <pc:spChg chg="add mod topLvl">
          <ac:chgData name="한나 조" userId="65a288ce2c9026c1" providerId="LiveId" clId="{C15A6EEB-526C-46C9-82AA-A02ABBD41001}" dt="2026-07-23T08:38:49.679" v="3899" actId="164"/>
          <ac:spMkLst>
            <pc:docMk/>
            <pc:sldMk cId="3350973158" sldId="2078"/>
            <ac:spMk id="19" creationId="{0A7D6DD0-F09B-20C4-E443-D6F3C0D2CE01}"/>
          </ac:spMkLst>
        </pc:spChg>
        <pc:spChg chg="add mod topLvl">
          <ac:chgData name="한나 조" userId="65a288ce2c9026c1" providerId="LiveId" clId="{C15A6EEB-526C-46C9-82AA-A02ABBD41001}" dt="2026-07-23T08:38:49.679" v="3899" actId="164"/>
          <ac:spMkLst>
            <pc:docMk/>
            <pc:sldMk cId="3350973158" sldId="2078"/>
            <ac:spMk id="20" creationId="{BD588C54-06AE-710E-54E9-122D08BAD23D}"/>
          </ac:spMkLst>
        </pc:spChg>
        <pc:spChg chg="add mod topLvl">
          <ac:chgData name="한나 조" userId="65a288ce2c9026c1" providerId="LiveId" clId="{C15A6EEB-526C-46C9-82AA-A02ABBD41001}" dt="2026-07-23T08:38:52.061" v="3900" actId="164"/>
          <ac:spMkLst>
            <pc:docMk/>
            <pc:sldMk cId="3350973158" sldId="2078"/>
            <ac:spMk id="21" creationId="{91E997E1-C220-75D4-8A9A-3B1766ADD115}"/>
          </ac:spMkLst>
        </pc:spChg>
        <pc:spChg chg="add mod topLvl">
          <ac:chgData name="한나 조" userId="65a288ce2c9026c1" providerId="LiveId" clId="{C15A6EEB-526C-46C9-82AA-A02ABBD41001}" dt="2026-07-23T08:38:52.061" v="3900" actId="164"/>
          <ac:spMkLst>
            <pc:docMk/>
            <pc:sldMk cId="3350973158" sldId="2078"/>
            <ac:spMk id="22" creationId="{547D6214-1770-A70B-CCD1-062BF6073096}"/>
          </ac:spMkLst>
        </pc:spChg>
        <pc:spChg chg="mod">
          <ac:chgData name="한나 조" userId="65a288ce2c9026c1" providerId="LiveId" clId="{C15A6EEB-526C-46C9-82AA-A02ABBD41001}" dt="2026-07-23T08:38:52.061" v="3900" actId="164"/>
          <ac:spMkLst>
            <pc:docMk/>
            <pc:sldMk cId="3350973158" sldId="2078"/>
            <ac:spMk id="27" creationId="{8A54879B-AAD8-81D5-05FD-121AE7A0E730}"/>
          </ac:spMkLst>
        </pc:spChg>
        <pc:spChg chg="del">
          <ac:chgData name="한나 조" userId="65a288ce2c9026c1" providerId="LiveId" clId="{C15A6EEB-526C-46C9-82AA-A02ABBD41001}" dt="2026-07-23T08:40:04.517" v="3982" actId="478"/>
          <ac:spMkLst>
            <pc:docMk/>
            <pc:sldMk cId="3350973158" sldId="2078"/>
            <ac:spMk id="220" creationId="{A5A537E8-7D41-3307-0937-1191D79EBC93}"/>
          </ac:spMkLst>
        </pc:spChg>
        <pc:spChg chg="del">
          <ac:chgData name="한나 조" userId="65a288ce2c9026c1" providerId="LiveId" clId="{C15A6EEB-526C-46C9-82AA-A02ABBD41001}" dt="2026-07-23T08:40:04.517" v="3982" actId="478"/>
          <ac:spMkLst>
            <pc:docMk/>
            <pc:sldMk cId="3350973158" sldId="2078"/>
            <ac:spMk id="221" creationId="{F87626B4-E84F-04AC-B5B6-D100E931E157}"/>
          </ac:spMkLst>
        </pc:spChg>
        <pc:spChg chg="mod topLvl">
          <ac:chgData name="한나 조" userId="65a288ce2c9026c1" providerId="LiveId" clId="{C15A6EEB-526C-46C9-82AA-A02ABBD41001}" dt="2026-07-23T08:30:53.104" v="3513" actId="552"/>
          <ac:spMkLst>
            <pc:docMk/>
            <pc:sldMk cId="3350973158" sldId="2078"/>
            <ac:spMk id="252" creationId="{9244AD29-71CA-E969-459A-825EAB80324E}"/>
          </ac:spMkLst>
        </pc:spChg>
        <pc:spChg chg="mod topLvl">
          <ac:chgData name="한나 조" userId="65a288ce2c9026c1" providerId="LiveId" clId="{C15A6EEB-526C-46C9-82AA-A02ABBD41001}" dt="2026-07-23T08:30:44.884" v="3512" actId="165"/>
          <ac:spMkLst>
            <pc:docMk/>
            <pc:sldMk cId="3350973158" sldId="2078"/>
            <ac:spMk id="253" creationId="{4E45B5D2-86CB-D91E-BD10-64A8B0495A6A}"/>
          </ac:spMkLst>
        </pc:spChg>
        <pc:spChg chg="mod topLvl">
          <ac:chgData name="한나 조" userId="65a288ce2c9026c1" providerId="LiveId" clId="{C15A6EEB-526C-46C9-82AA-A02ABBD41001}" dt="2026-07-23T08:31:00.208" v="3514" actId="1076"/>
          <ac:spMkLst>
            <pc:docMk/>
            <pc:sldMk cId="3350973158" sldId="2078"/>
            <ac:spMk id="258" creationId="{F3E93B39-43FE-421B-87DA-70F4EE415114}"/>
          </ac:spMkLst>
        </pc:spChg>
        <pc:spChg chg="mod topLvl">
          <ac:chgData name="한나 조" userId="65a288ce2c9026c1" providerId="LiveId" clId="{C15A6EEB-526C-46C9-82AA-A02ABBD41001}" dt="2026-07-23T08:31:00.208" v="3514" actId="1076"/>
          <ac:spMkLst>
            <pc:docMk/>
            <pc:sldMk cId="3350973158" sldId="2078"/>
            <ac:spMk id="259" creationId="{EDEFD0C1-C704-A887-B8E9-2454F373FA46}"/>
          </ac:spMkLst>
        </pc:spChg>
        <pc:spChg chg="del">
          <ac:chgData name="한나 조" userId="65a288ce2c9026c1" providerId="LiveId" clId="{C15A6EEB-526C-46C9-82AA-A02ABBD41001}" dt="2026-07-23T08:40:04.517" v="3982" actId="478"/>
          <ac:spMkLst>
            <pc:docMk/>
            <pc:sldMk cId="3350973158" sldId="2078"/>
            <ac:spMk id="265" creationId="{CB8328C7-97E7-B659-17D2-DA0277D8407D}"/>
          </ac:spMkLst>
        </pc:spChg>
        <pc:spChg chg="del">
          <ac:chgData name="한나 조" userId="65a288ce2c9026c1" providerId="LiveId" clId="{C15A6EEB-526C-46C9-82AA-A02ABBD41001}" dt="2026-07-23T08:40:04.517" v="3982" actId="478"/>
          <ac:spMkLst>
            <pc:docMk/>
            <pc:sldMk cId="3350973158" sldId="2078"/>
            <ac:spMk id="266" creationId="{865B6989-9836-9EF1-494E-E972B6DEC62F}"/>
          </ac:spMkLst>
        </pc:spChg>
        <pc:spChg chg="del">
          <ac:chgData name="한나 조" userId="65a288ce2c9026c1" providerId="LiveId" clId="{C15A6EEB-526C-46C9-82AA-A02ABBD41001}" dt="2026-07-23T08:30:13.670" v="3498" actId="478"/>
          <ac:spMkLst>
            <pc:docMk/>
            <pc:sldMk cId="3350973158" sldId="2078"/>
            <ac:spMk id="271" creationId="{C0108369-D806-1F30-D5D9-FEC993299C84}"/>
          </ac:spMkLst>
        </pc:spChg>
        <pc:spChg chg="mod topLvl">
          <ac:chgData name="한나 조" userId="65a288ce2c9026c1" providerId="LiveId" clId="{C15A6EEB-526C-46C9-82AA-A02ABBD41001}" dt="2026-07-23T08:38:44.583" v="3897" actId="164"/>
          <ac:spMkLst>
            <pc:docMk/>
            <pc:sldMk cId="3350973158" sldId="2078"/>
            <ac:spMk id="291" creationId="{C44EB5AE-FAB0-DB67-98CA-B7C369F47B50}"/>
          </ac:spMkLst>
        </pc:spChg>
        <pc:spChg chg="mod">
          <ac:chgData name="한나 조" userId="65a288ce2c9026c1" providerId="LiveId" clId="{C15A6EEB-526C-46C9-82AA-A02ABBD41001}" dt="2026-07-23T08:38:58.991" v="3902" actId="164"/>
          <ac:spMkLst>
            <pc:docMk/>
            <pc:sldMk cId="3350973158" sldId="2078"/>
            <ac:spMk id="292" creationId="{BF8D9CCB-2636-39CE-EBC2-C67ACCE6E509}"/>
          </ac:spMkLst>
        </pc:spChg>
        <pc:spChg chg="del mod">
          <ac:chgData name="한나 조" userId="65a288ce2c9026c1" providerId="LiveId" clId="{C15A6EEB-526C-46C9-82AA-A02ABBD41001}" dt="2026-07-23T08:39:52.525" v="3979" actId="478"/>
          <ac:spMkLst>
            <pc:docMk/>
            <pc:sldMk cId="3350973158" sldId="2078"/>
            <ac:spMk id="305" creationId="{230D5EBF-350B-8961-CE73-F1CB39308C29}"/>
          </ac:spMkLst>
        </pc:spChg>
        <pc:spChg chg="del mod">
          <ac:chgData name="한나 조" userId="65a288ce2c9026c1" providerId="LiveId" clId="{C15A6EEB-526C-46C9-82AA-A02ABBD41001}" dt="2026-07-23T08:39:57.092" v="3980" actId="478"/>
          <ac:spMkLst>
            <pc:docMk/>
            <pc:sldMk cId="3350973158" sldId="2078"/>
            <ac:spMk id="307" creationId="{0C1B5948-EF61-B365-5D38-FB221339D292}"/>
          </ac:spMkLst>
        </pc:spChg>
        <pc:spChg chg="mod">
          <ac:chgData name="한나 조" userId="65a288ce2c9026c1" providerId="LiveId" clId="{C15A6EEB-526C-46C9-82AA-A02ABBD41001}" dt="2026-07-23T08:29:19.278" v="3428" actId="207"/>
          <ac:spMkLst>
            <pc:docMk/>
            <pc:sldMk cId="3350973158" sldId="2078"/>
            <ac:spMk id="308" creationId="{CCC24BEC-E9F8-9CFB-81B5-77CB67D24213}"/>
          </ac:spMkLst>
        </pc:spChg>
        <pc:spChg chg="mod">
          <ac:chgData name="한나 조" userId="65a288ce2c9026c1" providerId="LiveId" clId="{C15A6EEB-526C-46C9-82AA-A02ABBD41001}" dt="2026-07-23T08:29:22.293" v="3429" actId="207"/>
          <ac:spMkLst>
            <pc:docMk/>
            <pc:sldMk cId="3350973158" sldId="2078"/>
            <ac:spMk id="309" creationId="{D82C0055-2E6D-EAB2-877B-21581EE6DF3F}"/>
          </ac:spMkLst>
        </pc:spChg>
        <pc:grpChg chg="add mod">
          <ac:chgData name="한나 조" userId="65a288ce2c9026c1" providerId="LiveId" clId="{C15A6EEB-526C-46C9-82AA-A02ABBD41001}" dt="2026-07-23T08:38:58.991" v="3902" actId="164"/>
          <ac:grpSpMkLst>
            <pc:docMk/>
            <pc:sldMk cId="3350973158" sldId="2078"/>
            <ac:grpSpMk id="41" creationId="{4BB1214C-9345-68E8-25F5-29826721F07C}"/>
          </ac:grpSpMkLst>
        </pc:grpChg>
        <pc:grpChg chg="add mod">
          <ac:chgData name="한나 조" userId="65a288ce2c9026c1" providerId="LiveId" clId="{C15A6EEB-526C-46C9-82AA-A02ABBD41001}" dt="2026-07-23T08:38:58.991" v="3902" actId="164"/>
          <ac:grpSpMkLst>
            <pc:docMk/>
            <pc:sldMk cId="3350973158" sldId="2078"/>
            <ac:grpSpMk id="43" creationId="{307E7192-8389-BB6C-6CB1-D120074B8577}"/>
          </ac:grpSpMkLst>
        </pc:grpChg>
        <pc:grpChg chg="add mod">
          <ac:chgData name="한나 조" userId="65a288ce2c9026c1" providerId="LiveId" clId="{C15A6EEB-526C-46C9-82AA-A02ABBD41001}" dt="2026-07-23T08:38:58.991" v="3902" actId="164"/>
          <ac:grpSpMkLst>
            <pc:docMk/>
            <pc:sldMk cId="3350973158" sldId="2078"/>
            <ac:grpSpMk id="44" creationId="{66AE144C-EBBA-46FB-48A4-8DC2BEC357BB}"/>
          </ac:grpSpMkLst>
        </pc:grpChg>
        <pc:grpChg chg="add mod">
          <ac:chgData name="한나 조" userId="65a288ce2c9026c1" providerId="LiveId" clId="{C15A6EEB-526C-46C9-82AA-A02ABBD41001}" dt="2026-07-23T08:38:58.991" v="3902" actId="164"/>
          <ac:grpSpMkLst>
            <pc:docMk/>
            <pc:sldMk cId="3350973158" sldId="2078"/>
            <ac:grpSpMk id="45" creationId="{E94E0270-3405-5017-0E03-963AD7CAA3D2}"/>
          </ac:grpSpMkLst>
        </pc:grpChg>
        <pc:grpChg chg="add mod">
          <ac:chgData name="한나 조" userId="65a288ce2c9026c1" providerId="LiveId" clId="{C15A6EEB-526C-46C9-82AA-A02ABBD41001}" dt="2026-07-23T08:38:58.991" v="3902" actId="164"/>
          <ac:grpSpMkLst>
            <pc:docMk/>
            <pc:sldMk cId="3350973158" sldId="2078"/>
            <ac:grpSpMk id="46" creationId="{48C0A03B-BC9D-DB87-14CA-A882368C695E}"/>
          </ac:grpSpMkLst>
        </pc:grpChg>
        <pc:grpChg chg="del">
          <ac:chgData name="한나 조" userId="65a288ce2c9026c1" providerId="LiveId" clId="{C15A6EEB-526C-46C9-82AA-A02ABBD41001}" dt="2026-07-23T08:30:44.099" v="3511" actId="165"/>
          <ac:grpSpMkLst>
            <pc:docMk/>
            <pc:sldMk cId="3350973158" sldId="2078"/>
            <ac:grpSpMk id="208" creationId="{693C4FED-A3E5-3C83-97E6-FFB1EA265E1A}"/>
          </ac:grpSpMkLst>
        </pc:grpChg>
        <pc:grpChg chg="del">
          <ac:chgData name="한나 조" userId="65a288ce2c9026c1" providerId="LiveId" clId="{C15A6EEB-526C-46C9-82AA-A02ABBD41001}" dt="2026-07-23T08:30:44.884" v="3512" actId="165"/>
          <ac:grpSpMkLst>
            <pc:docMk/>
            <pc:sldMk cId="3350973158" sldId="2078"/>
            <ac:grpSpMk id="210" creationId="{F78AAACA-5C8D-F5D4-2E27-0A6C07ECE001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12" creationId="{A932E7AE-B1BC-8A11-6E11-F4D65788C30C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16" creationId="{4ABCF051-1AA2-FF6D-3EDE-4E2652A383F7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17" creationId="{D831F0E0-7BD8-AFDA-6719-FDBDEA8D048A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19" creationId="{20BA3AD4-E2A7-CCD8-6040-9D51E5502BBE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81" creationId="{A35612B0-EAE6-F636-9271-347B12052B6E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84" creationId="{C6FF1178-47FB-1821-631D-A709BE32380F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87" creationId="{B74F868B-1065-B19A-7660-29C57E9DB643}"/>
          </ac:grpSpMkLst>
        </pc:grpChg>
        <pc:grpChg chg="mod">
          <ac:chgData name="한나 조" userId="65a288ce2c9026c1" providerId="LiveId" clId="{C15A6EEB-526C-46C9-82AA-A02ABBD41001}" dt="2026-07-23T08:35:43.160" v="3687" actId="571"/>
          <ac:grpSpMkLst>
            <pc:docMk/>
            <pc:sldMk cId="3350973158" sldId="2078"/>
            <ac:grpSpMk id="290" creationId="{776858DF-0633-A289-787A-53C63F681234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93" creationId="{FD8D90E1-ADBA-2770-096D-9146CEF4BA78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96" creationId="{A44B6D37-5E9D-3B18-6C58-382DFDF1B5C9}"/>
          </ac:grpSpMkLst>
        </pc:grpChg>
        <pc:grpChg chg="del">
          <ac:chgData name="한나 조" userId="65a288ce2c9026c1" providerId="LiveId" clId="{C15A6EEB-526C-46C9-82AA-A02ABBD41001}" dt="2026-07-23T08:30:10.899" v="3497" actId="478"/>
          <ac:grpSpMkLst>
            <pc:docMk/>
            <pc:sldMk cId="3350973158" sldId="2078"/>
            <ac:grpSpMk id="297" creationId="{07A33E10-8634-0C5C-8846-5DC9362A046B}"/>
          </ac:grpSpMkLst>
        </pc:grpChg>
        <pc:graphicFrameChg chg="modGraphic">
          <ac:chgData name="한나 조" userId="65a288ce2c9026c1" providerId="LiveId" clId="{C15A6EEB-526C-46C9-82AA-A02ABBD41001}" dt="2026-07-23T08:39:59.449" v="3981" actId="6549"/>
          <ac:graphicFrameMkLst>
            <pc:docMk/>
            <pc:sldMk cId="3350973158" sldId="2078"/>
            <ac:graphicFrameMk id="8" creationId="{9B7EED00-635B-A073-893B-30821D4AEA13}"/>
          </ac:graphicFrameMkLst>
        </pc:graphicFrameChg>
        <pc:picChg chg="del">
          <ac:chgData name="한나 조" userId="65a288ce2c9026c1" providerId="LiveId" clId="{C15A6EEB-526C-46C9-82AA-A02ABBD41001}" dt="2026-07-23T08:29:05.631" v="3425" actId="478"/>
          <ac:picMkLst>
            <pc:docMk/>
            <pc:sldMk cId="3350973158" sldId="2078"/>
            <ac:picMk id="142" creationId="{FF054858-70ED-A105-86F7-A87FE1DA1B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회원관리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관리자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862492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467089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785913" y="2645346"/>
            <a:ext cx="13901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회원관리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253096"/>
              </p:ext>
            </p:extLst>
          </p:nvPr>
        </p:nvGraphicFramePr>
        <p:xfrm>
          <a:off x="720329" y="3348261"/>
          <a:ext cx="11521280" cy="1714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layer</a:t>
                      </a:r>
                      <a:r>
                        <a:rPr lang="ko-KR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popup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회원등록 레이어 팝업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1014F-2A67-22F7-8510-C0D8B8FC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5C0D07-56F7-5F9C-3FA4-CB5B12370843}"/>
              </a:ext>
            </a:extLst>
          </p:cNvPr>
          <p:cNvSpPr txBox="1"/>
          <p:nvPr/>
        </p:nvSpPr>
        <p:spPr>
          <a:xfrm>
            <a:off x="1307907" y="78285"/>
            <a:ext cx="20569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 상세정보 및 수정 레이어 팝업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회원정보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9DC48-76AD-B21D-B531-A1080B142D0D}"/>
              </a:ext>
            </a:extLst>
          </p:cNvPr>
          <p:cNvSpPr txBox="1"/>
          <p:nvPr/>
        </p:nvSpPr>
        <p:spPr>
          <a:xfrm>
            <a:off x="1302717" y="330494"/>
            <a:ext cx="13516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B2F971-C64E-9A58-7592-7451EC04E08D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A616A-6097-A7D6-8F06-6E09A3F5307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827BF-287D-34C9-5838-CF35DB2758A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B17F60FC-0A21-BDBC-F736-6D7A39593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015821"/>
              </p:ext>
            </p:extLst>
          </p:nvPr>
        </p:nvGraphicFramePr>
        <p:xfrm>
          <a:off x="10128399" y="623854"/>
          <a:ext cx="2850436" cy="19527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변경사항 외 기존과 </a:t>
                      </a:r>
                      <a:r>
                        <a:rPr kumimoji="0" lang="en-US" altLang="ko-KR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1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및 기능 동일하게 유지</a:t>
                      </a:r>
                      <a:endParaRPr kumimoji="0" lang="en-US" altLang="ko-KR" sz="800" b="1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보유마일리지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사용자가 보유한 마일리지 총액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C582EFA-00EB-80B3-89B9-DFFC279BECF9}"/>
              </a:ext>
            </a:extLst>
          </p:cNvPr>
          <p:cNvSpPr txBox="1"/>
          <p:nvPr/>
        </p:nvSpPr>
        <p:spPr>
          <a:xfrm>
            <a:off x="274872" y="105484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32E18F4-A31C-9A43-CD40-EB2AB7589251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AEF6C97-9F23-6DED-BF35-CE9B37F43533}"/>
              </a:ext>
            </a:extLst>
          </p:cNvPr>
          <p:cNvSpPr txBox="1"/>
          <p:nvPr/>
        </p:nvSpPr>
        <p:spPr>
          <a:xfrm>
            <a:off x="7633097" y="1093317"/>
            <a:ext cx="21509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700" dirty="0">
                <a:latin typeface="맑은 고딕"/>
                <a:ea typeface="맑은 고딕"/>
              </a:rPr>
              <a:t>시스템관리</a:t>
            </a:r>
            <a:r>
              <a:rPr lang="en-US" altLang="ko-KR" sz="700" dirty="0">
                <a:latin typeface="맑은 고딕"/>
                <a:ea typeface="맑은 고딕"/>
              </a:rPr>
              <a:t>&gt;</a:t>
            </a:r>
            <a:r>
              <a:rPr lang="ko-KR" altLang="en-US" sz="700" dirty="0">
                <a:latin typeface="맑은 고딕"/>
                <a:ea typeface="맑은 고딕"/>
              </a:rPr>
              <a:t>회원관리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7D9BFE-59E8-AC2A-E9E5-3B7C9CE120B4}"/>
              </a:ext>
            </a:extLst>
          </p:cNvPr>
          <p:cNvSpPr/>
          <p:nvPr/>
        </p:nvSpPr>
        <p:spPr>
          <a:xfrm>
            <a:off x="360289" y="1476053"/>
            <a:ext cx="9423738" cy="89504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6E49BA2-3821-B7A3-5F72-F1778DD499C3}"/>
              </a:ext>
            </a:extLst>
          </p:cNvPr>
          <p:cNvGrpSpPr/>
          <p:nvPr/>
        </p:nvGrpSpPr>
        <p:grpSpPr>
          <a:xfrm>
            <a:off x="468356" y="1592998"/>
            <a:ext cx="1978242" cy="289883"/>
            <a:chOff x="468356" y="1592998"/>
            <a:chExt cx="1978242" cy="289883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7177B8B-1593-8D68-B037-260587F62E07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206BFA6-4944-9AB3-3797-A78F88999052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사용자 </a:t>
              </a:r>
              <a:r>
                <a:rPr lang="en-US" altLang="ko-KR" sz="800" b="1" dirty="0">
                  <a:latin typeface="맑은 고딕"/>
                  <a:ea typeface="맑은 고딕"/>
                </a:rPr>
                <a:t>ID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E1EFE68-A645-00E4-262E-4B98969576BF}"/>
              </a:ext>
            </a:extLst>
          </p:cNvPr>
          <p:cNvGrpSpPr/>
          <p:nvPr/>
        </p:nvGrpSpPr>
        <p:grpSpPr>
          <a:xfrm>
            <a:off x="468356" y="1956689"/>
            <a:ext cx="1978242" cy="289883"/>
            <a:chOff x="468356" y="1592998"/>
            <a:chExt cx="1978242" cy="289883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79C10F2-D524-F106-E31A-B99B19A9EC33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8CE89C-6D5C-39C2-6C6B-5E36DCC5A680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생년월일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D66194B-4618-9CDF-0884-118FD5A1A805}"/>
              </a:ext>
            </a:extLst>
          </p:cNvPr>
          <p:cNvGrpSpPr/>
          <p:nvPr/>
        </p:nvGrpSpPr>
        <p:grpSpPr>
          <a:xfrm>
            <a:off x="2882794" y="1592998"/>
            <a:ext cx="1978242" cy="289883"/>
            <a:chOff x="468356" y="1592998"/>
            <a:chExt cx="1978242" cy="289883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72B9343-8175-9301-1740-40FAD139D738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0EE4F6E-C91E-5293-5236-A3C827A07740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사용자명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8B907F6-4FB5-344C-2A8B-5DD71E33531F}"/>
              </a:ext>
            </a:extLst>
          </p:cNvPr>
          <p:cNvGrpSpPr/>
          <p:nvPr/>
        </p:nvGrpSpPr>
        <p:grpSpPr>
          <a:xfrm>
            <a:off x="2882794" y="1956689"/>
            <a:ext cx="1978242" cy="289883"/>
            <a:chOff x="468356" y="1592998"/>
            <a:chExt cx="1978242" cy="289883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C291BB8-8B6A-1F13-DB0E-434785B90D2E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전체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DD10CEC-6092-4AB8-CF8F-75C81C800D4B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사용여부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7295CB5-5409-3ADE-EEFD-E3501A8FB1CF}"/>
              </a:ext>
            </a:extLst>
          </p:cNvPr>
          <p:cNvGrpSpPr/>
          <p:nvPr/>
        </p:nvGrpSpPr>
        <p:grpSpPr>
          <a:xfrm>
            <a:off x="5479099" y="1592998"/>
            <a:ext cx="1978242" cy="289883"/>
            <a:chOff x="468356" y="1592998"/>
            <a:chExt cx="1978242" cy="289883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16B1A19-A3CB-374A-688D-3FBCE62DFC3D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전체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259D6E4-63A3-4590-3AEA-925C9D40FC11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카드사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7D58D1A-A651-ED01-4C13-D7CED6A732BC}"/>
              </a:ext>
            </a:extLst>
          </p:cNvPr>
          <p:cNvGrpSpPr/>
          <p:nvPr/>
        </p:nvGrpSpPr>
        <p:grpSpPr>
          <a:xfrm>
            <a:off x="5479099" y="1956689"/>
            <a:ext cx="1978242" cy="289883"/>
            <a:chOff x="468356" y="1592998"/>
            <a:chExt cx="1978242" cy="289883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E404E87-6848-E3C7-6139-DC60320E0D8A}"/>
                </a:ext>
              </a:extLst>
            </p:cNvPr>
            <p:cNvSpPr/>
            <p:nvPr/>
          </p:nvSpPr>
          <p:spPr>
            <a:xfrm>
              <a:off x="1211057" y="1592998"/>
              <a:ext cx="1235541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5A11B73-021C-2A3A-ECD8-E56D70DB989F}"/>
                </a:ext>
              </a:extLst>
            </p:cNvPr>
            <p:cNvSpPr txBox="1"/>
            <p:nvPr/>
          </p:nvSpPr>
          <p:spPr>
            <a:xfrm>
              <a:off x="468356" y="1628161"/>
              <a:ext cx="8199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연락처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552AB4E8-1E97-2264-20BC-C3E9E0D68957}"/>
              </a:ext>
            </a:extLst>
          </p:cNvPr>
          <p:cNvSpPr/>
          <p:nvPr/>
        </p:nvSpPr>
        <p:spPr>
          <a:xfrm>
            <a:off x="8849978" y="1624149"/>
            <a:ext cx="76809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검색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20D82F-B958-F615-CFB1-4389AEA0AAF2}"/>
              </a:ext>
            </a:extLst>
          </p:cNvPr>
          <p:cNvSpPr/>
          <p:nvPr/>
        </p:nvSpPr>
        <p:spPr>
          <a:xfrm>
            <a:off x="59645" y="659863"/>
            <a:ext cx="10009112" cy="5778436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94377450-FC04-B6A1-00D8-9C600485B0BC}"/>
              </a:ext>
            </a:extLst>
          </p:cNvPr>
          <p:cNvSpPr/>
          <p:nvPr/>
        </p:nvSpPr>
        <p:spPr>
          <a:xfrm>
            <a:off x="1100145" y="827981"/>
            <a:ext cx="7253031" cy="542514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351A30E-3734-6B8A-DF3A-4148E9DB3D61}"/>
              </a:ext>
            </a:extLst>
          </p:cNvPr>
          <p:cNvSpPr txBox="1"/>
          <p:nvPr/>
        </p:nvSpPr>
        <p:spPr>
          <a:xfrm>
            <a:off x="1678341" y="1116013"/>
            <a:ext cx="1452451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050" b="1" dirty="0">
                <a:solidFill>
                  <a:srgbClr val="404040"/>
                </a:solidFill>
                <a:ea typeface="맑은 고딕"/>
              </a:rPr>
              <a:t>회원 상세정보 및 수정</a:t>
            </a:r>
          </a:p>
        </p:txBody>
      </p: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972164D2-1DA9-F62C-9943-0ABDD1DD9A1A}"/>
              </a:ext>
            </a:extLst>
          </p:cNvPr>
          <p:cNvGrpSpPr/>
          <p:nvPr/>
        </p:nvGrpSpPr>
        <p:grpSpPr>
          <a:xfrm>
            <a:off x="1603913" y="2016331"/>
            <a:ext cx="2943764" cy="513541"/>
            <a:chOff x="2814353" y="1761710"/>
            <a:chExt cx="2943764" cy="513541"/>
          </a:xfrm>
        </p:grpSpPr>
        <p:sp>
          <p:nvSpPr>
            <p:cNvPr id="258" name="직사각형 257">
              <a:extLst>
                <a:ext uri="{FF2B5EF4-FFF2-40B4-BE49-F238E27FC236}">
                  <a16:creationId xmlns:a16="http://schemas.microsoft.com/office/drawing/2014/main" id="{ED93850D-6DDD-72C1-6FC4-6EF38B054FD0}"/>
                </a:ext>
              </a:extLst>
            </p:cNvPr>
            <p:cNvSpPr/>
            <p:nvPr/>
          </p:nvSpPr>
          <p:spPr>
            <a:xfrm>
              <a:off x="3597877" y="1761710"/>
              <a:ext cx="2160240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CD3B4CFE-4B24-B2FC-C6E6-05B76B66E289}"/>
                </a:ext>
              </a:extLst>
            </p:cNvPr>
            <p:cNvSpPr txBox="1"/>
            <p:nvPr/>
          </p:nvSpPr>
          <p:spPr>
            <a:xfrm>
              <a:off x="2814353" y="1797802"/>
              <a:ext cx="63671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새 비밀번호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 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490B1A04-1F76-40BE-112C-78A9D1D03B48}"/>
                </a:ext>
              </a:extLst>
            </p:cNvPr>
            <p:cNvSpPr txBox="1"/>
            <p:nvPr/>
          </p:nvSpPr>
          <p:spPr>
            <a:xfrm>
              <a:off x="3573527" y="2075196"/>
              <a:ext cx="169469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영문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숫자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특수문자 조합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8~20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자리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)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BBD9A152-D61F-E043-AE57-78CD3B69409D}"/>
              </a:ext>
            </a:extLst>
          </p:cNvPr>
          <p:cNvGrpSpPr/>
          <p:nvPr/>
        </p:nvGrpSpPr>
        <p:grpSpPr>
          <a:xfrm>
            <a:off x="1603913" y="1620069"/>
            <a:ext cx="2261536" cy="289883"/>
            <a:chOff x="2814353" y="1402454"/>
            <a:chExt cx="2261536" cy="289883"/>
          </a:xfrm>
        </p:grpSpPr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19B9F1A0-4A32-3891-CE2E-CDE5C376BBE0}"/>
                </a:ext>
              </a:extLst>
            </p:cNvPr>
            <p:cNvSpPr/>
            <p:nvPr/>
          </p:nvSpPr>
          <p:spPr>
            <a:xfrm>
              <a:off x="3597876" y="1402454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happy123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2995A70D-1B37-D238-18F3-B2D1DF780116}"/>
                </a:ext>
              </a:extLst>
            </p:cNvPr>
            <p:cNvSpPr txBox="1"/>
            <p:nvPr/>
          </p:nvSpPr>
          <p:spPr>
            <a:xfrm>
              <a:off x="2814353" y="1438546"/>
              <a:ext cx="4732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 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19646347-0995-6633-D707-03C919AEA2A3}"/>
              </a:ext>
            </a:extLst>
          </p:cNvPr>
          <p:cNvGrpSpPr/>
          <p:nvPr/>
        </p:nvGrpSpPr>
        <p:grpSpPr>
          <a:xfrm>
            <a:off x="4868271" y="3825033"/>
            <a:ext cx="2932771" cy="289883"/>
            <a:chOff x="2825345" y="4055113"/>
            <a:chExt cx="2932771" cy="289883"/>
          </a:xfrm>
        </p:grpSpPr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CE380F75-6000-CB23-7407-D8F9BCCF956C}"/>
                </a:ext>
              </a:extLst>
            </p:cNvPr>
            <p:cNvSpPr/>
            <p:nvPr/>
          </p:nvSpPr>
          <p:spPr>
            <a:xfrm>
              <a:off x="3608869" y="4055113"/>
              <a:ext cx="9379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22002FB6-BA47-DEB1-EE59-0C254E8CCE19}"/>
                </a:ext>
              </a:extLst>
            </p:cNvPr>
            <p:cNvSpPr txBox="1"/>
            <p:nvPr/>
          </p:nvSpPr>
          <p:spPr>
            <a:xfrm>
              <a:off x="2825345" y="4091205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이메일</a:t>
              </a:r>
            </a:p>
          </p:txBody>
        </p:sp>
        <p:sp>
          <p:nvSpPr>
            <p:cNvPr id="243" name="직사각형 242">
              <a:extLst>
                <a:ext uri="{FF2B5EF4-FFF2-40B4-BE49-F238E27FC236}">
                  <a16:creationId xmlns:a16="http://schemas.microsoft.com/office/drawing/2014/main" id="{92050AAD-8541-1522-6CEB-53795306A158}"/>
                </a:ext>
              </a:extLst>
            </p:cNvPr>
            <p:cNvSpPr/>
            <p:nvPr/>
          </p:nvSpPr>
          <p:spPr>
            <a:xfrm>
              <a:off x="4820203" y="4055113"/>
              <a:ext cx="9379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2235E154-1432-28B4-9BD3-BE70951C7076}"/>
                </a:ext>
              </a:extLst>
            </p:cNvPr>
            <p:cNvSpPr txBox="1"/>
            <p:nvPr/>
          </p:nvSpPr>
          <p:spPr>
            <a:xfrm>
              <a:off x="4546724" y="4097584"/>
              <a:ext cx="27924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@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48DFD3E7-B318-8AE1-2DDF-8A29DC14E99B}"/>
              </a:ext>
            </a:extLst>
          </p:cNvPr>
          <p:cNvGrpSpPr/>
          <p:nvPr/>
        </p:nvGrpSpPr>
        <p:grpSpPr>
          <a:xfrm>
            <a:off x="1603913" y="3428772"/>
            <a:ext cx="2943763" cy="289883"/>
            <a:chOff x="2814353" y="2842354"/>
            <a:chExt cx="2943763" cy="289883"/>
          </a:xfrm>
        </p:grpSpPr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F41D303E-7580-660D-294C-17C366934AA1}"/>
                </a:ext>
              </a:extLst>
            </p:cNvPr>
            <p:cNvSpPr txBox="1"/>
            <p:nvPr/>
          </p:nvSpPr>
          <p:spPr>
            <a:xfrm>
              <a:off x="2814353" y="2878446"/>
              <a:ext cx="53572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 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5721C40D-DFB9-5920-BF74-DC8256F27B63}"/>
                </a:ext>
              </a:extLst>
            </p:cNvPr>
            <p:cNvSpPr/>
            <p:nvPr/>
          </p:nvSpPr>
          <p:spPr>
            <a:xfrm>
              <a:off x="3597877" y="2842354"/>
              <a:ext cx="6313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선택      ▼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0EC526DA-06BA-F8EC-0A1D-2337028B96B3}"/>
                </a:ext>
              </a:extLst>
            </p:cNvPr>
            <p:cNvSpPr/>
            <p:nvPr/>
          </p:nvSpPr>
          <p:spPr>
            <a:xfrm>
              <a:off x="4375501" y="2842354"/>
              <a:ext cx="6313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36" name="직사각형 235">
              <a:extLst>
                <a:ext uri="{FF2B5EF4-FFF2-40B4-BE49-F238E27FC236}">
                  <a16:creationId xmlns:a16="http://schemas.microsoft.com/office/drawing/2014/main" id="{D1E415E4-BC77-800B-41F5-2BB6FD862226}"/>
                </a:ext>
              </a:extLst>
            </p:cNvPr>
            <p:cNvSpPr/>
            <p:nvPr/>
          </p:nvSpPr>
          <p:spPr>
            <a:xfrm>
              <a:off x="5126803" y="2842354"/>
              <a:ext cx="6313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CC474F7F-0E57-D2EA-1972-04D296F7DB53}"/>
                </a:ext>
              </a:extLst>
            </p:cNvPr>
            <p:cNvSpPr txBox="1"/>
            <p:nvPr/>
          </p:nvSpPr>
          <p:spPr>
            <a:xfrm>
              <a:off x="4191394" y="2878446"/>
              <a:ext cx="20710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0E008364-4EFB-D32F-CF0F-90CB4E3AEA2C}"/>
                </a:ext>
              </a:extLst>
            </p:cNvPr>
            <p:cNvSpPr txBox="1"/>
            <p:nvPr/>
          </p:nvSpPr>
          <p:spPr>
            <a:xfrm>
              <a:off x="4953561" y="2878446"/>
              <a:ext cx="20710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D4712133-1140-BDA9-BC70-A48BD1B9AD53}"/>
              </a:ext>
            </a:extLst>
          </p:cNvPr>
          <p:cNvGrpSpPr/>
          <p:nvPr/>
        </p:nvGrpSpPr>
        <p:grpSpPr>
          <a:xfrm>
            <a:off x="4868271" y="3428772"/>
            <a:ext cx="2943763" cy="289883"/>
            <a:chOff x="2814353" y="2842354"/>
            <a:chExt cx="2943763" cy="289883"/>
          </a:xfrm>
        </p:grpSpPr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9416F62F-0EE3-DD45-7CC3-7530CFEFCB19}"/>
                </a:ext>
              </a:extLst>
            </p:cNvPr>
            <p:cNvSpPr txBox="1"/>
            <p:nvPr/>
          </p:nvSpPr>
          <p:spPr>
            <a:xfrm>
              <a:off x="2814353" y="2878446"/>
              <a:ext cx="4764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휴대폰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25FA08D2-427E-5514-9CD2-279EF3E20754}"/>
                </a:ext>
              </a:extLst>
            </p:cNvPr>
            <p:cNvSpPr/>
            <p:nvPr/>
          </p:nvSpPr>
          <p:spPr>
            <a:xfrm>
              <a:off x="3597877" y="2842354"/>
              <a:ext cx="6313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en-US" altLang="ko-KR" sz="700" dirty="0">
                  <a:solidFill>
                    <a:srgbClr val="595959"/>
                  </a:solidFill>
                  <a:ea typeface="맑은 고딕"/>
                </a:rPr>
                <a:t>010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BB03FF46-5F2E-04AA-89B4-124537D8484E}"/>
                </a:ext>
              </a:extLst>
            </p:cNvPr>
            <p:cNvSpPr/>
            <p:nvPr/>
          </p:nvSpPr>
          <p:spPr>
            <a:xfrm>
              <a:off x="4375501" y="2842354"/>
              <a:ext cx="6313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1234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26B68DF7-8095-9158-E788-6BBA91853E2C}"/>
                </a:ext>
              </a:extLst>
            </p:cNvPr>
            <p:cNvSpPr/>
            <p:nvPr/>
          </p:nvSpPr>
          <p:spPr>
            <a:xfrm>
              <a:off x="5126803" y="2842354"/>
              <a:ext cx="6313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5678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B4F49979-714D-8E7E-F3FE-C02F95463FAE}"/>
                </a:ext>
              </a:extLst>
            </p:cNvPr>
            <p:cNvSpPr txBox="1"/>
            <p:nvPr/>
          </p:nvSpPr>
          <p:spPr>
            <a:xfrm>
              <a:off x="4191394" y="2878446"/>
              <a:ext cx="20710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63193270-16C8-F067-AE23-393A4FBFF4D6}"/>
                </a:ext>
              </a:extLst>
            </p:cNvPr>
            <p:cNvSpPr txBox="1"/>
            <p:nvPr/>
          </p:nvSpPr>
          <p:spPr>
            <a:xfrm>
              <a:off x="4953561" y="2878446"/>
              <a:ext cx="20710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20" name="Rounded Rectangle 35">
            <a:extLst>
              <a:ext uri="{FF2B5EF4-FFF2-40B4-BE49-F238E27FC236}">
                <a16:creationId xmlns:a16="http://schemas.microsoft.com/office/drawing/2014/main" id="{A67D6A2B-C496-9C60-871B-7FF2E92064A5}"/>
              </a:ext>
            </a:extLst>
          </p:cNvPr>
          <p:cNvSpPr/>
          <p:nvPr/>
        </p:nvSpPr>
        <p:spPr>
          <a:xfrm>
            <a:off x="4248721" y="5883984"/>
            <a:ext cx="111664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로그인실패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초기화</a:t>
            </a:r>
          </a:p>
        </p:txBody>
      </p:sp>
      <p:sp>
        <p:nvSpPr>
          <p:cNvPr id="221" name="Rounded Rectangle 35">
            <a:extLst>
              <a:ext uri="{FF2B5EF4-FFF2-40B4-BE49-F238E27FC236}">
                <a16:creationId xmlns:a16="http://schemas.microsoft.com/office/drawing/2014/main" id="{195EC746-A1DF-B98E-3706-BB721F272B88}"/>
              </a:ext>
            </a:extLst>
          </p:cNvPr>
          <p:cNvSpPr/>
          <p:nvPr/>
        </p:nvSpPr>
        <p:spPr>
          <a:xfrm>
            <a:off x="5410717" y="5883984"/>
            <a:ext cx="111664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비밀번호 초기화</a:t>
            </a:r>
          </a:p>
        </p:txBody>
      </p:sp>
      <p:sp>
        <p:nvSpPr>
          <p:cNvPr id="265" name="Rounded Rectangle 35">
            <a:extLst>
              <a:ext uri="{FF2B5EF4-FFF2-40B4-BE49-F238E27FC236}">
                <a16:creationId xmlns:a16="http://schemas.microsoft.com/office/drawing/2014/main" id="{446503F4-BB4A-0531-0029-D9428EFB0F93}"/>
              </a:ext>
            </a:extLst>
          </p:cNvPr>
          <p:cNvSpPr/>
          <p:nvPr/>
        </p:nvSpPr>
        <p:spPr>
          <a:xfrm>
            <a:off x="6572713" y="5883984"/>
            <a:ext cx="69280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탈퇴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66" name="Rounded Rectangle 35">
            <a:extLst>
              <a:ext uri="{FF2B5EF4-FFF2-40B4-BE49-F238E27FC236}">
                <a16:creationId xmlns:a16="http://schemas.microsoft.com/office/drawing/2014/main" id="{25C390F9-A519-2B87-0FD7-7897B0AC17D4}"/>
              </a:ext>
            </a:extLst>
          </p:cNvPr>
          <p:cNvSpPr/>
          <p:nvPr/>
        </p:nvSpPr>
        <p:spPr>
          <a:xfrm>
            <a:off x="7310869" y="5883984"/>
            <a:ext cx="69280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B392D364-C259-399A-A379-6B89320543F9}"/>
              </a:ext>
            </a:extLst>
          </p:cNvPr>
          <p:cNvGrpSpPr/>
          <p:nvPr/>
        </p:nvGrpSpPr>
        <p:grpSpPr>
          <a:xfrm>
            <a:off x="4868271" y="1620069"/>
            <a:ext cx="2261536" cy="289883"/>
            <a:chOff x="2814353" y="1402454"/>
            <a:chExt cx="2261536" cy="289883"/>
          </a:xfrm>
        </p:grpSpPr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907E3574-6D6B-3953-12C8-321180B1ACD5}"/>
                </a:ext>
              </a:extLst>
            </p:cNvPr>
            <p:cNvSpPr/>
            <p:nvPr/>
          </p:nvSpPr>
          <p:spPr>
            <a:xfrm>
              <a:off x="3597876" y="1402454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김행복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AAA58DEF-DFEE-E500-0B41-E7CCC75BA886}"/>
                </a:ext>
              </a:extLst>
            </p:cNvPr>
            <p:cNvSpPr txBox="1"/>
            <p:nvPr/>
          </p:nvSpPr>
          <p:spPr>
            <a:xfrm>
              <a:off x="2814353" y="1438546"/>
              <a:ext cx="39305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성명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86D027B0-D886-7649-850B-3488756FC18E}"/>
              </a:ext>
            </a:extLst>
          </p:cNvPr>
          <p:cNvGrpSpPr/>
          <p:nvPr/>
        </p:nvGrpSpPr>
        <p:grpSpPr>
          <a:xfrm>
            <a:off x="4868271" y="2016331"/>
            <a:ext cx="2943764" cy="289883"/>
            <a:chOff x="2814353" y="1761710"/>
            <a:chExt cx="2943764" cy="289883"/>
          </a:xfrm>
        </p:grpSpPr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078C9A0C-A170-C64E-3F1A-7C2981448063}"/>
                </a:ext>
              </a:extLst>
            </p:cNvPr>
            <p:cNvSpPr/>
            <p:nvPr/>
          </p:nvSpPr>
          <p:spPr>
            <a:xfrm>
              <a:off x="3597877" y="1761710"/>
              <a:ext cx="2160240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83838CFB-9D9E-6D64-1B6E-F42429CE026B}"/>
                </a:ext>
              </a:extLst>
            </p:cNvPr>
            <p:cNvSpPr txBox="1"/>
            <p:nvPr/>
          </p:nvSpPr>
          <p:spPr>
            <a:xfrm>
              <a:off x="2814353" y="1797802"/>
              <a:ext cx="80342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새 비밀번호확인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 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57C98853-6C7F-8647-3527-45FF76B124C1}"/>
              </a:ext>
            </a:extLst>
          </p:cNvPr>
          <p:cNvGrpSpPr/>
          <p:nvPr/>
        </p:nvGrpSpPr>
        <p:grpSpPr>
          <a:xfrm>
            <a:off x="1603913" y="2636250"/>
            <a:ext cx="2412365" cy="289883"/>
            <a:chOff x="1693154" y="2477693"/>
            <a:chExt cx="2412365" cy="289883"/>
          </a:xfrm>
        </p:grpSpPr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85D35D24-87F8-B323-318E-BCF6322791C5}"/>
                </a:ext>
              </a:extLst>
            </p:cNvPr>
            <p:cNvSpPr/>
            <p:nvPr/>
          </p:nvSpPr>
          <p:spPr>
            <a:xfrm>
              <a:off x="2476678" y="2477693"/>
              <a:ext cx="948847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19870605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A3438C83-351A-89F0-DFFC-88813FE27196}"/>
                </a:ext>
              </a:extLst>
            </p:cNvPr>
            <p:cNvSpPr txBox="1"/>
            <p:nvPr/>
          </p:nvSpPr>
          <p:spPr>
            <a:xfrm>
              <a:off x="1693154" y="2513785"/>
              <a:ext cx="57740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생년월일</a:t>
              </a:r>
              <a:r>
                <a:rPr lang="ko-KR" altLang="en-US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 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F79AE4D9-38DC-D7F1-F850-5E3FD2B07733}"/>
                </a:ext>
              </a:extLst>
            </p:cNvPr>
            <p:cNvSpPr txBox="1"/>
            <p:nvPr/>
          </p:nvSpPr>
          <p:spPr>
            <a:xfrm>
              <a:off x="3425525" y="2518962"/>
              <a:ext cx="67999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숫자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자리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)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CBE64B8B-1D77-57BD-40EC-14236ECA53B5}"/>
              </a:ext>
            </a:extLst>
          </p:cNvPr>
          <p:cNvGrpSpPr/>
          <p:nvPr/>
        </p:nvGrpSpPr>
        <p:grpSpPr>
          <a:xfrm>
            <a:off x="1603913" y="3032511"/>
            <a:ext cx="2261536" cy="289883"/>
            <a:chOff x="2814353" y="1402454"/>
            <a:chExt cx="2261536" cy="289883"/>
          </a:xfrm>
        </p:grpSpPr>
        <p:sp>
          <p:nvSpPr>
            <p:cNvPr id="279" name="직사각형 278">
              <a:extLst>
                <a:ext uri="{FF2B5EF4-FFF2-40B4-BE49-F238E27FC236}">
                  <a16:creationId xmlns:a16="http://schemas.microsoft.com/office/drawing/2014/main" id="{409426C9-5A86-A0C3-5969-061C4DCAF2AB}"/>
                </a:ext>
              </a:extLst>
            </p:cNvPr>
            <p:cNvSpPr/>
            <p:nvPr/>
          </p:nvSpPr>
          <p:spPr>
            <a:xfrm>
              <a:off x="3597876" y="1402454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삼성카드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9328EECE-535E-3022-4CDE-362F367A6DBF}"/>
                </a:ext>
              </a:extLst>
            </p:cNvPr>
            <p:cNvSpPr txBox="1"/>
            <p:nvPr/>
          </p:nvSpPr>
          <p:spPr>
            <a:xfrm>
              <a:off x="2814353" y="1438546"/>
              <a:ext cx="4764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카드사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81" name="그룹 280">
            <a:extLst>
              <a:ext uri="{FF2B5EF4-FFF2-40B4-BE49-F238E27FC236}">
                <a16:creationId xmlns:a16="http://schemas.microsoft.com/office/drawing/2014/main" id="{A77E466C-CEAB-8771-9441-BF03873B2304}"/>
              </a:ext>
            </a:extLst>
          </p:cNvPr>
          <p:cNvGrpSpPr/>
          <p:nvPr/>
        </p:nvGrpSpPr>
        <p:grpSpPr>
          <a:xfrm>
            <a:off x="1603913" y="3825033"/>
            <a:ext cx="2261536" cy="289883"/>
            <a:chOff x="2814353" y="1402454"/>
            <a:chExt cx="2261536" cy="289883"/>
          </a:xfrm>
        </p:grpSpPr>
        <p:sp>
          <p:nvSpPr>
            <p:cNvPr id="282" name="직사각형 281">
              <a:extLst>
                <a:ext uri="{FF2B5EF4-FFF2-40B4-BE49-F238E27FC236}">
                  <a16:creationId xmlns:a16="http://schemas.microsoft.com/office/drawing/2014/main" id="{6D5A30D0-6263-7722-3F02-BD6F0CFD8C19}"/>
                </a:ext>
              </a:extLst>
            </p:cNvPr>
            <p:cNvSpPr/>
            <p:nvPr/>
          </p:nvSpPr>
          <p:spPr>
            <a:xfrm>
              <a:off x="3597876" y="1402454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사용자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B367AD7E-C53B-07DB-AC72-D831D64AEF27}"/>
                </a:ext>
              </a:extLst>
            </p:cNvPr>
            <p:cNvSpPr txBox="1"/>
            <p:nvPr/>
          </p:nvSpPr>
          <p:spPr>
            <a:xfrm>
              <a:off x="2814353" y="1438546"/>
              <a:ext cx="39305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spc="-15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* 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</a:t>
              </a:r>
              <a:endParaRPr lang="ko-KR" altLang="en-US" sz="800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6AFF92FA-3BB3-F4EE-DF06-0AE03D7E8B24}"/>
              </a:ext>
            </a:extLst>
          </p:cNvPr>
          <p:cNvGrpSpPr/>
          <p:nvPr/>
        </p:nvGrpSpPr>
        <p:grpSpPr>
          <a:xfrm>
            <a:off x="1603913" y="4221294"/>
            <a:ext cx="2261536" cy="289883"/>
            <a:chOff x="2814353" y="1402454"/>
            <a:chExt cx="2261536" cy="289883"/>
          </a:xfrm>
        </p:grpSpPr>
        <p:sp>
          <p:nvSpPr>
            <p:cNvPr id="285" name="직사각형 284">
              <a:extLst>
                <a:ext uri="{FF2B5EF4-FFF2-40B4-BE49-F238E27FC236}">
                  <a16:creationId xmlns:a16="http://schemas.microsoft.com/office/drawing/2014/main" id="{D763EEC0-7178-6D42-9DA5-8E4EDA059360}"/>
                </a:ext>
              </a:extLst>
            </p:cNvPr>
            <p:cNvSpPr/>
            <p:nvPr/>
          </p:nvSpPr>
          <p:spPr>
            <a:xfrm>
              <a:off x="3597876" y="1402454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happy123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86627139-69BC-0D22-5D17-1EB056133671}"/>
                </a:ext>
              </a:extLst>
            </p:cNvPr>
            <p:cNvSpPr txBox="1"/>
            <p:nvPr/>
          </p:nvSpPr>
          <p:spPr>
            <a:xfrm>
              <a:off x="2814353" y="1438546"/>
              <a:ext cx="5148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등록자 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3110B8CA-EE96-09FB-A74B-FEEACEDB451D}"/>
              </a:ext>
            </a:extLst>
          </p:cNvPr>
          <p:cNvGrpSpPr/>
          <p:nvPr/>
        </p:nvGrpSpPr>
        <p:grpSpPr>
          <a:xfrm>
            <a:off x="4868271" y="4221294"/>
            <a:ext cx="2261536" cy="289883"/>
            <a:chOff x="2814353" y="1402454"/>
            <a:chExt cx="2261536" cy="289883"/>
          </a:xfrm>
        </p:grpSpPr>
        <p:sp>
          <p:nvSpPr>
            <p:cNvPr id="288" name="직사각형 287">
              <a:extLst>
                <a:ext uri="{FF2B5EF4-FFF2-40B4-BE49-F238E27FC236}">
                  <a16:creationId xmlns:a16="http://schemas.microsoft.com/office/drawing/2014/main" id="{876020B8-D923-E963-D979-5557015CA182}"/>
                </a:ext>
              </a:extLst>
            </p:cNvPr>
            <p:cNvSpPr/>
            <p:nvPr/>
          </p:nvSpPr>
          <p:spPr>
            <a:xfrm>
              <a:off x="3597876" y="1402454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2026-07-20 09:12:56.0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B773E94A-7FBC-E6D0-5AED-8BC2EC099E96}"/>
                </a:ext>
              </a:extLst>
            </p:cNvPr>
            <p:cNvSpPr txBox="1"/>
            <p:nvPr/>
          </p:nvSpPr>
          <p:spPr>
            <a:xfrm>
              <a:off x="2814353" y="143854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등록일</a:t>
              </a:r>
            </a:p>
          </p:txBody>
        </p:sp>
      </p:grp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4B7967DE-D127-376C-4FA8-3385C9970D64}"/>
              </a:ext>
            </a:extLst>
          </p:cNvPr>
          <p:cNvGrpSpPr/>
          <p:nvPr/>
        </p:nvGrpSpPr>
        <p:grpSpPr>
          <a:xfrm>
            <a:off x="1603913" y="4617555"/>
            <a:ext cx="2261536" cy="289883"/>
            <a:chOff x="2814353" y="1402454"/>
            <a:chExt cx="2261536" cy="289883"/>
          </a:xfrm>
        </p:grpSpPr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95E7D18D-610D-3B7D-18B8-9A7FDADCD7E2}"/>
                </a:ext>
              </a:extLst>
            </p:cNvPr>
            <p:cNvSpPr/>
            <p:nvPr/>
          </p:nvSpPr>
          <p:spPr>
            <a:xfrm>
              <a:off x="3597876" y="1402454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happy123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6555CCDD-9C2E-DDD7-4662-0DA71BEE7031}"/>
                </a:ext>
              </a:extLst>
            </p:cNvPr>
            <p:cNvSpPr txBox="1"/>
            <p:nvPr/>
          </p:nvSpPr>
          <p:spPr>
            <a:xfrm>
              <a:off x="2814353" y="1438546"/>
              <a:ext cx="5148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수정자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9FAFD85E-C682-EE3F-2B2A-EB23F3CBE8D3}"/>
              </a:ext>
            </a:extLst>
          </p:cNvPr>
          <p:cNvGrpSpPr/>
          <p:nvPr/>
        </p:nvGrpSpPr>
        <p:grpSpPr>
          <a:xfrm>
            <a:off x="4868271" y="4617555"/>
            <a:ext cx="2261536" cy="289883"/>
            <a:chOff x="2814353" y="1402454"/>
            <a:chExt cx="2261536" cy="289883"/>
          </a:xfrm>
        </p:grpSpPr>
        <p:sp>
          <p:nvSpPr>
            <p:cNvPr id="294" name="직사각형 293">
              <a:extLst>
                <a:ext uri="{FF2B5EF4-FFF2-40B4-BE49-F238E27FC236}">
                  <a16:creationId xmlns:a16="http://schemas.microsoft.com/office/drawing/2014/main" id="{D18A1CDF-320E-0D4E-815D-91B2003B0B75}"/>
                </a:ext>
              </a:extLst>
            </p:cNvPr>
            <p:cNvSpPr/>
            <p:nvPr/>
          </p:nvSpPr>
          <p:spPr>
            <a:xfrm>
              <a:off x="3597876" y="1402454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2026-07-20 09:12:56.0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A7682A3B-19E3-D427-0886-A0FAB99BB7B8}"/>
                </a:ext>
              </a:extLst>
            </p:cNvPr>
            <p:cNvSpPr txBox="1"/>
            <p:nvPr/>
          </p:nvSpPr>
          <p:spPr>
            <a:xfrm>
              <a:off x="2814353" y="1438546"/>
              <a:ext cx="4347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수정일</a:t>
              </a:r>
            </a:p>
          </p:txBody>
        </p:sp>
      </p:grp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08532954-BBDE-F845-6EC1-917B1A110110}"/>
              </a:ext>
            </a:extLst>
          </p:cNvPr>
          <p:cNvGrpSpPr/>
          <p:nvPr/>
        </p:nvGrpSpPr>
        <p:grpSpPr>
          <a:xfrm>
            <a:off x="1599665" y="5027724"/>
            <a:ext cx="2261536" cy="289883"/>
            <a:chOff x="2814353" y="1402454"/>
            <a:chExt cx="2261536" cy="289883"/>
          </a:xfrm>
        </p:grpSpPr>
        <p:sp>
          <p:nvSpPr>
            <p:cNvPr id="298" name="직사각형 297">
              <a:extLst>
                <a:ext uri="{FF2B5EF4-FFF2-40B4-BE49-F238E27FC236}">
                  <a16:creationId xmlns:a16="http://schemas.microsoft.com/office/drawing/2014/main" id="{A880FF50-7ADB-13ED-868B-9AE593499BBC}"/>
                </a:ext>
              </a:extLst>
            </p:cNvPr>
            <p:cNvSpPr/>
            <p:nvPr/>
          </p:nvSpPr>
          <p:spPr>
            <a:xfrm>
              <a:off x="3597876" y="1402454"/>
              <a:ext cx="1478013" cy="28988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웹 </a:t>
              </a:r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 0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42F40ADB-9C08-803E-54A5-14E1B7AAA14D}"/>
                </a:ext>
              </a:extLst>
            </p:cNvPr>
            <p:cNvSpPr txBox="1"/>
            <p:nvPr/>
          </p:nvSpPr>
          <p:spPr>
            <a:xfrm>
              <a:off x="2814353" y="1438546"/>
              <a:ext cx="78579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로그인 실패횟수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54C2DF3-D976-D798-89F8-BFF58F779F2F}"/>
              </a:ext>
            </a:extLst>
          </p:cNvPr>
          <p:cNvGrpSpPr/>
          <p:nvPr/>
        </p:nvGrpSpPr>
        <p:grpSpPr>
          <a:xfrm>
            <a:off x="1587384" y="5437073"/>
            <a:ext cx="3132936" cy="215444"/>
            <a:chOff x="1704146" y="5395284"/>
            <a:chExt cx="3132936" cy="2154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6C2DA6-1BDC-3C9C-4BA1-F4B5A37C6D27}"/>
                </a:ext>
              </a:extLst>
            </p:cNvPr>
            <p:cNvSpPr txBox="1"/>
            <p:nvPr/>
          </p:nvSpPr>
          <p:spPr>
            <a:xfrm>
              <a:off x="2563755" y="5419976"/>
              <a:ext cx="227332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5000P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CE505A-8105-1B0B-E87E-3C68BFC40021}"/>
                </a:ext>
              </a:extLst>
            </p:cNvPr>
            <p:cNvSpPr txBox="1"/>
            <p:nvPr/>
          </p:nvSpPr>
          <p:spPr>
            <a:xfrm>
              <a:off x="1704146" y="5395284"/>
              <a:ext cx="6848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보유마일리지</a:t>
              </a:r>
              <a:endPara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9B8F2BD-5E89-80D9-AF1C-1B8402E9DE09}"/>
              </a:ext>
            </a:extLst>
          </p:cNvPr>
          <p:cNvGrpSpPr/>
          <p:nvPr/>
        </p:nvGrpSpPr>
        <p:grpSpPr>
          <a:xfrm>
            <a:off x="4868271" y="2611198"/>
            <a:ext cx="1414837" cy="289883"/>
            <a:chOff x="4868271" y="2611198"/>
            <a:chExt cx="1414837" cy="289883"/>
          </a:xfrm>
        </p:grpSpPr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240B24AC-39A6-2EB9-5BAE-48F70A146764}"/>
                </a:ext>
              </a:extLst>
            </p:cNvPr>
            <p:cNvSpPr txBox="1"/>
            <p:nvPr/>
          </p:nvSpPr>
          <p:spPr>
            <a:xfrm>
              <a:off x="4868271" y="2646434"/>
              <a:ext cx="35137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성별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84B28E-D804-76E1-88A4-B7E36F382AA1}"/>
                </a:ext>
              </a:extLst>
            </p:cNvPr>
            <p:cNvSpPr/>
            <p:nvPr/>
          </p:nvSpPr>
          <p:spPr>
            <a:xfrm>
              <a:off x="5651795" y="2611198"/>
              <a:ext cx="631313" cy="2898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/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여자</a:t>
              </a:r>
              <a:r>
                <a:rPr lang="en-US" altLang="ko-KR" sz="700" dirty="0">
                  <a:solidFill>
                    <a:srgbClr val="595959"/>
                  </a:solidFill>
                  <a:ea typeface="맑은 고딕"/>
                </a:rPr>
                <a:t>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6EBB7F4F-9467-54B2-6894-14BA8C71DC72}"/>
              </a:ext>
            </a:extLst>
          </p:cNvPr>
          <p:cNvSpPr/>
          <p:nvPr/>
        </p:nvSpPr>
        <p:spPr>
          <a:xfrm>
            <a:off x="1268693" y="54600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30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30524</TotalTime>
  <Words>211</Words>
  <Application>Microsoft Office PowerPoint</Application>
  <PresentationFormat>사용자 지정</PresentationFormat>
  <Paragraphs>95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1502</cp:revision>
  <dcterms:created xsi:type="dcterms:W3CDTF">2020-09-28T12:25:11Z</dcterms:created>
  <dcterms:modified xsi:type="dcterms:W3CDTF">2026-07-23T09:06:54Z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