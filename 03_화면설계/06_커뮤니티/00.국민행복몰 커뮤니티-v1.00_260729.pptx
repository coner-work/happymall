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803" r:id="rId5"/>
    <p:sldId id="624" r:id="rId6"/>
    <p:sldId id="2028" r:id="rId7"/>
    <p:sldId id="2029" r:id="rId8"/>
    <p:sldId id="2030" r:id="rId9"/>
    <p:sldId id="2031" r:id="rId10"/>
    <p:sldId id="2033" r:id="rId11"/>
    <p:sldId id="2025" r:id="rId12"/>
    <p:sldId id="2035" r:id="rId13"/>
    <p:sldId id="2036" r:id="rId14"/>
    <p:sldId id="2038" r:id="rId15"/>
    <p:sldId id="2039" r:id="rId1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1D12336-2E87-4A35-B82E-58388DB74F13}">
          <p14:sldIdLst>
            <p14:sldId id="1803"/>
            <p14:sldId id="624"/>
          </p14:sldIdLst>
        </p14:section>
        <p14:section name="0_모바일" id="{3E74C4AE-9902-4F12-A334-4749621D746C}">
          <p14:sldIdLst>
            <p14:sldId id="2028"/>
            <p14:sldId id="2029"/>
            <p14:sldId id="2030"/>
            <p14:sldId id="2031"/>
            <p14:sldId id="2033"/>
          </p14:sldIdLst>
        </p14:section>
        <p14:section name="0_PC 레이아웃 참고" id="{6808EE20-551B-4C4D-A1DD-41F3AB14CFCE}">
          <p14:sldIdLst>
            <p14:sldId id="2025"/>
            <p14:sldId id="2035"/>
            <p14:sldId id="2036"/>
            <p14:sldId id="2038"/>
            <p14:sldId id="20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DBEEF4"/>
    <a:srgbClr val="EB7A67"/>
    <a:srgbClr val="FF9933"/>
    <a:srgbClr val="34A44E"/>
    <a:srgbClr val="F28C7A"/>
    <a:srgbClr val="00589A"/>
    <a:srgbClr val="F9B129"/>
    <a:srgbClr val="235A9A"/>
    <a:srgbClr val="97C1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97402" autoAdjust="0"/>
  </p:normalViewPr>
  <p:slideViewPr>
    <p:cSldViewPr>
      <p:cViewPr varScale="1">
        <p:scale>
          <a:sx n="128" d="100"/>
          <a:sy n="128" d="100"/>
        </p:scale>
        <p:origin x="168" y="75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907CB-4D8C-4DED-9538-486F5AB24BE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446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A907CB-4D8C-4DED-9538-486F5AB24BEC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928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3-1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9"/>
            <a:ext cx="3444249" cy="580038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4-2 (노헤더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1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122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6" r:id="rId4"/>
    <p:sldLayoutId id="2147483672" r:id="rId5"/>
    <p:sldLayoutId id="2147483668" r:id="rId6"/>
    <p:sldLayoutId id="2147483669" r:id="rId7"/>
    <p:sldLayoutId id="2147483674" r:id="rId8"/>
    <p:sldLayoutId id="2147483670" r:id="rId9"/>
    <p:sldLayoutId id="2147483671" r:id="rId10"/>
    <p:sldLayoutId id="2147483673" r:id="rId11"/>
    <p:sldLayoutId id="2147483663" r:id="rId12"/>
    <p:sldLayoutId id="2147483662" r:id="rId13"/>
    <p:sldLayoutId id="2147483675" r:id="rId14"/>
    <p:sldLayoutId id="2147483654" r:id="rId15"/>
    <p:sldLayoutId id="2147483664" r:id="rId16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커뮤니티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344753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2026-07-29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6070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2026-07-27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2026-07-29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7/29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현업 화면설계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컨펌완료로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버전업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C13730-D747-9F2A-41B5-E68545DC6413}"/>
              </a:ext>
            </a:extLst>
          </p:cNvPr>
          <p:cNvSpPr txBox="1"/>
          <p:nvPr/>
        </p:nvSpPr>
        <p:spPr>
          <a:xfrm>
            <a:off x="288281" y="251917"/>
            <a:ext cx="882036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211E65FB-FC24-54C1-383F-642FB59D6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627364"/>
              </p:ext>
            </p:extLst>
          </p:nvPr>
        </p:nvGraphicFramePr>
        <p:xfrm>
          <a:off x="407381" y="683965"/>
          <a:ext cx="12147175" cy="4179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96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285247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173851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23547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132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0345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76760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44356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입력하지 않은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내용을 입력하지 않은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문의 내용을 입력해주세요</a:t>
                      </a: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 이상을 입력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자까지 입력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(PC/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모바일 공통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 파일 포맷이 맞지 않는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 파일 포맷을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only 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 중  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삭제하고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현재 화면에서  데이터 삭제 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(PC only 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CH-U-CO-03-01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항목 정상 입력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등록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작성하신 문의 글을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정상등록 완료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출력 후 화면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리프레시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처리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21464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57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576826-0FB6-32D0-A2E2-5E9DE5AAA658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목록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7EBC7-45E7-539E-8B9B-38DCC8EC686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4682AC-F949-5185-322B-F0C61874451D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CH-U-CO-01-01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38705-FEC0-D2C2-000A-4D64733652C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90533-A8F8-3E6E-7CEC-E9F806FBC7B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664DB8-60C2-F110-5DF5-8E5C597FBD8F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2A4B3-968E-0907-E490-4DF59D4966AD}"/>
              </a:ext>
            </a:extLst>
          </p:cNvPr>
          <p:cNvSpPr txBox="1"/>
          <p:nvPr/>
        </p:nvSpPr>
        <p:spPr>
          <a:xfrm>
            <a:off x="1521107" y="697393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7BAE5AD-BDA1-8C21-AF11-F3E9325B29CC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436917B-D5B6-BE79-C0DB-D67F9D242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7041AB5E-7537-C3F4-2B95-011F7121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F2823B0-8BD6-F859-8305-A65CB198A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8C7728F-6645-9334-3A08-38C8EC18D75A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36CFE66-E98D-2FBA-34A4-77A168C10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70445"/>
              </p:ext>
            </p:extLst>
          </p:nvPr>
        </p:nvGraphicFramePr>
        <p:xfrm>
          <a:off x="241410" y="1399491"/>
          <a:ext cx="3281508" cy="314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2026.07.27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국민행복몰이 리뉴얼 되었습니다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19700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롯데카드 결제 서비스 가능 안내</a:t>
                      </a:r>
                      <a:endParaRPr kumimoji="0" lang="en-US" altLang="ko-KR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2026.07.27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D2672979-3DFF-0B98-F71C-81337F217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065525"/>
              </p:ext>
            </p:extLst>
          </p:nvPr>
        </p:nvGraphicFramePr>
        <p:xfrm>
          <a:off x="334889" y="1038969"/>
          <a:ext cx="3094550" cy="255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1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검색어를 입력하세요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DDD84E32-79AD-615F-91BF-DF91629767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42" r="-8672"/>
          <a:stretch>
            <a:fillRect/>
          </a:stretch>
        </p:blipFill>
        <p:spPr>
          <a:xfrm>
            <a:off x="3188313" y="1087499"/>
            <a:ext cx="241126" cy="20109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0818677-986A-1C0C-A1BB-56BF3581E3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24" y="1399262"/>
            <a:ext cx="276999" cy="27699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B323A64-81A9-B392-2592-943053FBC9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38" y="1690009"/>
            <a:ext cx="276999" cy="276999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78F28FA3-85EA-4FA7-4897-4BCBC38EE903}"/>
              </a:ext>
            </a:extLst>
          </p:cNvPr>
          <p:cNvSpPr/>
          <p:nvPr/>
        </p:nvSpPr>
        <p:spPr>
          <a:xfrm>
            <a:off x="1327309" y="4711630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EAB686D2-B030-2CAA-5998-B795103DA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7768"/>
              </p:ext>
            </p:extLst>
          </p:nvPr>
        </p:nvGraphicFramePr>
        <p:xfrm>
          <a:off x="10086305" y="636529"/>
          <a:ext cx="2850436" cy="328625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목록은 디폴트 </a:t>
                      </a:r>
                      <a:r>
                        <a:rPr lang="en-US" altLang="ko-KR" sz="800" spc="-150" dirty="0"/>
                        <a:t>10</a:t>
                      </a:r>
                      <a:r>
                        <a:rPr lang="ko-KR" altLang="en-US" sz="800" spc="-150" dirty="0"/>
                        <a:t>개까지 출력 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87924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검색바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엔터로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아이콘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중요공지로 등록할 경우 게시글 최상단에 아이콘 과 함께 고정 출력됨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등록 가능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일반 공지 제목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상세 페이지로 이동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검색결과 없을 경우 디폴트 안내문구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AFF5207D-FAD3-A151-068B-6AA52502961F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3262E789-B71F-D44B-90F5-9177209E51FD}"/>
              </a:ext>
            </a:extLst>
          </p:cNvPr>
          <p:cNvSpPr/>
          <p:nvPr/>
        </p:nvSpPr>
        <p:spPr>
          <a:xfrm>
            <a:off x="3352472" y="9434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863F6FA4-0FB8-1A2B-0255-1B1F164B086F}"/>
              </a:ext>
            </a:extLst>
          </p:cNvPr>
          <p:cNvSpPr/>
          <p:nvPr/>
        </p:nvSpPr>
        <p:spPr>
          <a:xfrm>
            <a:off x="106061" y="12936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114">
            <a:extLst>
              <a:ext uri="{FF2B5EF4-FFF2-40B4-BE49-F238E27FC236}">
                <a16:creationId xmlns:a16="http://schemas.microsoft.com/office/drawing/2014/main" id="{E675A514-C926-9659-74CE-A30A4BDDAC04}"/>
              </a:ext>
            </a:extLst>
          </p:cNvPr>
          <p:cNvSpPr/>
          <p:nvPr/>
        </p:nvSpPr>
        <p:spPr>
          <a:xfrm>
            <a:off x="1469651" y="20193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BA76FE71-F08B-C207-DD29-41D0E19118CE}"/>
              </a:ext>
            </a:extLst>
          </p:cNvPr>
          <p:cNvSpPr/>
          <p:nvPr/>
        </p:nvSpPr>
        <p:spPr>
          <a:xfrm>
            <a:off x="1911685" y="46268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106AC171-B0F7-3166-E762-150033BF7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66529"/>
              </p:ext>
            </p:extLst>
          </p:nvPr>
        </p:nvGraphicFramePr>
        <p:xfrm>
          <a:off x="3968259" y="1365663"/>
          <a:ext cx="2871635" cy="1838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285DD132-6E5F-7CA4-645C-61C4E04E04E0}"/>
              </a:ext>
            </a:extLst>
          </p:cNvPr>
          <p:cNvSpPr/>
          <p:nvPr/>
        </p:nvSpPr>
        <p:spPr>
          <a:xfrm>
            <a:off x="5112817" y="1938760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33B6280E-0AAE-1728-97EE-59EA1A927AD0}"/>
              </a:ext>
            </a:extLst>
          </p:cNvPr>
          <p:cNvSpPr/>
          <p:nvPr/>
        </p:nvSpPr>
        <p:spPr>
          <a:xfrm>
            <a:off x="6598403" y="12936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7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464C-849C-3A42-86C8-57756B67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7BBA897-87C3-ABC2-0387-0DF6ECA11423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CH-U-CO-01-02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6206E-59F9-8382-03F2-78DEB553890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2CE97-39C9-C9A5-F0CB-DDDF928E4E2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2903C0-09A6-C949-2B8B-EF5AAEB0A156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191A2-B6B9-16FC-9FC8-C381A519A3FA}"/>
              </a:ext>
            </a:extLst>
          </p:cNvPr>
          <p:cNvSpPr txBox="1"/>
          <p:nvPr/>
        </p:nvSpPr>
        <p:spPr>
          <a:xfrm>
            <a:off x="1521107" y="697393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ADA6E37-A22F-E07D-8063-0753FC7B1E9D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340F18C-6525-9700-1006-89A60FC06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3C1181F-F8CE-7F6F-2928-7953A0968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8416EE70-D7B7-886A-1D46-3E220D3ADC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328B74F-0364-D8B4-E045-6599351CD003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DBCFE3FE-AEC9-FF8C-15E3-16171C3F5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024731"/>
              </p:ext>
            </p:extLst>
          </p:nvPr>
        </p:nvGraphicFramePr>
        <p:xfrm>
          <a:off x="10086305" y="636529"/>
          <a:ext cx="2850436" cy="277711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제목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중요공지 아이콘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관리자에서 중요공지로 등록할 경우 출력되는 아이콘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화면 조회 수 카운트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등록일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상세 콘텐츠 내용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에디터 입력 영역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첨부파일 데이터 영역 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 등록 옵션</a:t>
                      </a:r>
                      <a:r>
                        <a:rPr kumimoji="0" lang="en-US" altLang="ko-KR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다운로드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까지 출력 가능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없는 경우 존재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1F1FBDE-6388-1A08-9A1A-14A4EE3BC486}"/>
              </a:ext>
            </a:extLst>
          </p:cNvPr>
          <p:cNvSpPr txBox="1"/>
          <p:nvPr/>
        </p:nvSpPr>
        <p:spPr>
          <a:xfrm>
            <a:off x="180441" y="995252"/>
            <a:ext cx="1800721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</a:t>
            </a:r>
            <a:r>
              <a:rPr kumimoji="0" lang="ko-KR" altLang="en-US" sz="85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국민행복몰이 리뉴얼 되었습니다</a:t>
            </a:r>
            <a:r>
              <a:rPr kumimoji="0" lang="en-US" altLang="ko-KR" sz="85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lang="ko-KR" altLang="en-US" sz="8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F4F55-ABD7-142D-5D35-86A0B23CCB38}"/>
              </a:ext>
            </a:extLst>
          </p:cNvPr>
          <p:cNvSpPr txBox="1"/>
          <p:nvPr/>
        </p:nvSpPr>
        <p:spPr>
          <a:xfrm>
            <a:off x="3024496" y="1251952"/>
            <a:ext cx="72060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 2026.07.27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A0E18F0-BB38-6553-8957-E18DF3D722ED}"/>
              </a:ext>
            </a:extLst>
          </p:cNvPr>
          <p:cNvCxnSpPr/>
          <p:nvPr/>
        </p:nvCxnSpPr>
        <p:spPr>
          <a:xfrm>
            <a:off x="288286" y="1476053"/>
            <a:ext cx="3209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9EA2E7-386E-66A1-710F-40434522AD91}"/>
              </a:ext>
            </a:extLst>
          </p:cNvPr>
          <p:cNvSpPr/>
          <p:nvPr/>
        </p:nvSpPr>
        <p:spPr>
          <a:xfrm>
            <a:off x="279109" y="2125519"/>
            <a:ext cx="3203691" cy="293092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</a:rPr>
              <a:t>에디터 삽입 이미지 영역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B6F313-F81A-F5E9-2531-719AD671DF01}"/>
              </a:ext>
            </a:extLst>
          </p:cNvPr>
          <p:cNvSpPr txBox="1"/>
          <p:nvPr/>
        </p:nvSpPr>
        <p:spPr>
          <a:xfrm>
            <a:off x="195704" y="1251952"/>
            <a:ext cx="72060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조회수 </a:t>
            </a:r>
            <a:r>
              <a:rPr kumimoji="0" lang="en-US" altLang="ko-KR" sz="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: 198</a:t>
            </a:r>
            <a:endParaRPr lang="ko-KR" altLang="en-US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D1076D8-1A83-5223-921C-0ADE3EADBA1A}"/>
              </a:ext>
            </a:extLst>
          </p:cNvPr>
          <p:cNvCxnSpPr/>
          <p:nvPr/>
        </p:nvCxnSpPr>
        <p:spPr>
          <a:xfrm>
            <a:off x="276206" y="5220469"/>
            <a:ext cx="320949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BFFA62E-BDD4-4F61-8FB4-695419DAC13A}"/>
              </a:ext>
            </a:extLst>
          </p:cNvPr>
          <p:cNvSpPr/>
          <p:nvPr/>
        </p:nvSpPr>
        <p:spPr>
          <a:xfrm>
            <a:off x="288286" y="5231962"/>
            <a:ext cx="3203691" cy="7879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FF1B84-2FF1-268B-3C06-F56283517A09}"/>
              </a:ext>
            </a:extLst>
          </p:cNvPr>
          <p:cNvSpPr txBox="1"/>
          <p:nvPr/>
        </p:nvSpPr>
        <p:spPr>
          <a:xfrm>
            <a:off x="276206" y="5246477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</a:t>
            </a:r>
            <a:endParaRPr lang="ko-KR" altLang="en-US" sz="800" b="1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66C6E01F-866E-B694-2496-FB05DDBC5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36" y="5496373"/>
            <a:ext cx="90488" cy="12382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2DBEB5D-4DCD-B80B-AEB3-CB6E39899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390" y="5679010"/>
            <a:ext cx="90488" cy="123826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B5B098F-1D0E-64AC-62B2-6B863B462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36" y="5850088"/>
            <a:ext cx="90488" cy="123826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1B8089A-5F0E-B909-7EE3-77689780C73B}"/>
              </a:ext>
            </a:extLst>
          </p:cNvPr>
          <p:cNvSpPr txBox="1"/>
          <p:nvPr/>
        </p:nvSpPr>
        <p:spPr>
          <a:xfrm>
            <a:off x="214885" y="1583111"/>
            <a:ext cx="2816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안녕하세요</a:t>
            </a:r>
            <a:r>
              <a:rPr kumimoji="0" lang="en-US" altLang="ko-KR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ko-KR" altLang="en-US" sz="8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2027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월부로 국민행복몰이 리뉴얼 되었습니다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164A36-25BE-5452-1EE9-A494D1643128}"/>
              </a:ext>
            </a:extLst>
          </p:cNvPr>
          <p:cNvSpPr txBox="1"/>
          <p:nvPr/>
        </p:nvSpPr>
        <p:spPr>
          <a:xfrm>
            <a:off x="378432" y="5463924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A2A228-DA19-5814-AFA0-123E700AB655}"/>
              </a:ext>
            </a:extLst>
          </p:cNvPr>
          <p:cNvSpPr txBox="1"/>
          <p:nvPr/>
        </p:nvSpPr>
        <p:spPr>
          <a:xfrm>
            <a:off x="374471" y="5630173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592667-4F1C-F5E9-09F1-DA8B1645A986}"/>
              </a:ext>
            </a:extLst>
          </p:cNvPr>
          <p:cNvSpPr txBox="1"/>
          <p:nvPr/>
        </p:nvSpPr>
        <p:spPr>
          <a:xfrm>
            <a:off x="374471" y="5810076"/>
            <a:ext cx="281624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6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600" u="sng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EBDC1B-DAE1-8C87-448C-2CAAF55C6222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상세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D2D35E-BB42-E8A0-0445-1F9FC2E79ED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C36B249B-8088-9A37-A193-6290B10F02CF}"/>
              </a:ext>
            </a:extLst>
          </p:cNvPr>
          <p:cNvSpPr/>
          <p:nvPr/>
        </p:nvSpPr>
        <p:spPr>
          <a:xfrm>
            <a:off x="1902361" y="96808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5" name="모서리가 둥근 직사각형 114">
            <a:extLst>
              <a:ext uri="{FF2B5EF4-FFF2-40B4-BE49-F238E27FC236}">
                <a16:creationId xmlns:a16="http://schemas.microsoft.com/office/drawing/2014/main" id="{98F7CD83-218C-5400-0DD1-8DD65A046006}"/>
              </a:ext>
            </a:extLst>
          </p:cNvPr>
          <p:cNvSpPr/>
          <p:nvPr/>
        </p:nvSpPr>
        <p:spPr>
          <a:xfrm>
            <a:off x="225199" y="87679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983DCFF8-2A67-FFF7-25AC-12E96FCD7B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0" y="973600"/>
            <a:ext cx="276999" cy="276999"/>
          </a:xfrm>
          <a:prstGeom prst="rect">
            <a:avLst/>
          </a:prstGeom>
        </p:spPr>
      </p:pic>
      <p:sp>
        <p:nvSpPr>
          <p:cNvPr id="69" name="모서리가 둥근 직사각형 114">
            <a:extLst>
              <a:ext uri="{FF2B5EF4-FFF2-40B4-BE49-F238E27FC236}">
                <a16:creationId xmlns:a16="http://schemas.microsoft.com/office/drawing/2014/main" id="{40DD1FFC-BC2B-A651-FEC6-0F19C02A89F1}"/>
              </a:ext>
            </a:extLst>
          </p:cNvPr>
          <p:cNvSpPr/>
          <p:nvPr/>
        </p:nvSpPr>
        <p:spPr>
          <a:xfrm>
            <a:off x="803513" y="12442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1" name="모서리가 둥근 직사각형 114">
            <a:extLst>
              <a:ext uri="{FF2B5EF4-FFF2-40B4-BE49-F238E27FC236}">
                <a16:creationId xmlns:a16="http://schemas.microsoft.com/office/drawing/2014/main" id="{5DE570DC-E5F1-0673-A54B-4CF642468320}"/>
              </a:ext>
            </a:extLst>
          </p:cNvPr>
          <p:cNvSpPr/>
          <p:nvPr/>
        </p:nvSpPr>
        <p:spPr>
          <a:xfrm>
            <a:off x="3440516" y="11405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563E701C-92A6-FDC3-6771-AC4B30A8CFB9}"/>
              </a:ext>
            </a:extLst>
          </p:cNvPr>
          <p:cNvSpPr/>
          <p:nvPr/>
        </p:nvSpPr>
        <p:spPr>
          <a:xfrm>
            <a:off x="3416519" y="157646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5" name="모서리가 둥근 직사각형 114">
            <a:extLst>
              <a:ext uri="{FF2B5EF4-FFF2-40B4-BE49-F238E27FC236}">
                <a16:creationId xmlns:a16="http://schemas.microsoft.com/office/drawing/2014/main" id="{3695F292-0AF5-0A54-FB4D-89BBD8BBD85B}"/>
              </a:ext>
            </a:extLst>
          </p:cNvPr>
          <p:cNvSpPr/>
          <p:nvPr/>
        </p:nvSpPr>
        <p:spPr>
          <a:xfrm>
            <a:off x="1161275" y="54274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331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BEC2-4253-4B41-F035-E61499A4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6CBF6B-71C9-8AD9-073F-B9BCDBAD1CA5}"/>
              </a:ext>
            </a:extLst>
          </p:cNvPr>
          <p:cNvSpPr txBox="1"/>
          <p:nvPr/>
        </p:nvSpPr>
        <p:spPr>
          <a:xfrm>
            <a:off x="1307907" y="78285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3FF97-DA76-0611-99B7-209D7C11A6C9}"/>
              </a:ext>
            </a:extLst>
          </p:cNvPr>
          <p:cNvSpPr txBox="1"/>
          <p:nvPr/>
        </p:nvSpPr>
        <p:spPr>
          <a:xfrm>
            <a:off x="1302717" y="330494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FAQ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967C28-7452-1EE6-4ACC-F73E0DF7B585}"/>
              </a:ext>
            </a:extLst>
          </p:cNvPr>
          <p:cNvSpPr/>
          <p:nvPr/>
        </p:nvSpPr>
        <p:spPr>
          <a:xfrm>
            <a:off x="7921129" y="58428"/>
            <a:ext cx="11538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CH-U-CO-02-01-01</a:t>
            </a:r>
            <a:endParaRPr lang="ko-KR" altLang="en-US" sz="1000" spc="-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CA008A-055F-8C3E-CBC5-8FD679058ED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18996-0E56-0A89-1670-EBB599BF1E2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4D6C81-4B96-6900-5E8F-06004D48E902}"/>
              </a:ext>
            </a:extLst>
          </p:cNvPr>
          <p:cNvSpPr/>
          <p:nvPr/>
        </p:nvSpPr>
        <p:spPr>
          <a:xfrm>
            <a:off x="165501" y="656589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4BFE1-3BB4-FC06-7140-5F31096A9C35}"/>
              </a:ext>
            </a:extLst>
          </p:cNvPr>
          <p:cNvSpPr txBox="1"/>
          <p:nvPr/>
        </p:nvSpPr>
        <p:spPr>
          <a:xfrm>
            <a:off x="1521107" y="697393"/>
            <a:ext cx="3593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96AF2B-0395-2C16-20C1-D6A8727275EB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9FDA307-875B-8AE0-66F1-2141963D1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3B7524D-D8B4-11E9-69E1-BC1572A982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20AAA06A-2FA2-8876-2D91-7205D5884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EC3EF74-DE01-0F8F-BF88-635F71A02918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E2ED11C-4405-945E-BFA1-18ACB60C3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674053"/>
              </p:ext>
            </p:extLst>
          </p:nvPr>
        </p:nvGraphicFramePr>
        <p:xfrm>
          <a:off x="235591" y="2136955"/>
          <a:ext cx="3281508" cy="2147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5278FF9-CFD1-4B1D-1A17-F1B8FE1D8EA1}"/>
              </a:ext>
            </a:extLst>
          </p:cNvPr>
          <p:cNvGraphicFramePr>
            <a:graphicFrameLocks noGrp="1"/>
          </p:cNvGraphicFramePr>
          <p:nvPr/>
        </p:nvGraphicFramePr>
        <p:xfrm>
          <a:off x="334889" y="1038969"/>
          <a:ext cx="3094550" cy="255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51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검색어를 입력하세요</a:t>
                      </a:r>
                      <a:r>
                        <a:rPr kumimoji="0" lang="en-US" altLang="ko-KR" sz="75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75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24" name="그림 23">
            <a:extLst>
              <a:ext uri="{FF2B5EF4-FFF2-40B4-BE49-F238E27FC236}">
                <a16:creationId xmlns:a16="http://schemas.microsoft.com/office/drawing/2014/main" id="{E0CFE0CD-BBA7-E22B-0B0D-E5EE6614B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313" y="1038969"/>
            <a:ext cx="221885" cy="249622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17A1E184-A544-7CC1-34F3-6F544BAEEC3D}"/>
              </a:ext>
            </a:extLst>
          </p:cNvPr>
          <p:cNvSpPr/>
          <p:nvPr/>
        </p:nvSpPr>
        <p:spPr>
          <a:xfrm>
            <a:off x="1327309" y="4629597"/>
            <a:ext cx="9361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u="sng" spc="-150" dirty="0">
                <a:solidFill>
                  <a:schemeClr val="tx1"/>
                </a:solidFill>
                <a:latin typeface="+mn-ea"/>
              </a:rPr>
              <a:t> + </a:t>
            </a:r>
            <a:r>
              <a:rPr lang="ko-KR" altLang="en-US" sz="800" b="1" u="sng" spc="-150" dirty="0">
                <a:solidFill>
                  <a:schemeClr val="tx1"/>
                </a:solidFill>
                <a:latin typeface="+mn-ea"/>
              </a:rPr>
              <a:t>더 보기</a:t>
            </a:r>
          </a:p>
        </p:txBody>
      </p:sp>
      <p:graphicFrame>
        <p:nvGraphicFramePr>
          <p:cNvPr id="32" name="Group 59">
            <a:extLst>
              <a:ext uri="{FF2B5EF4-FFF2-40B4-BE49-F238E27FC236}">
                <a16:creationId xmlns:a16="http://schemas.microsoft.com/office/drawing/2014/main" id="{B624742B-885D-2A46-8EDA-2F4532714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183937"/>
              </p:ext>
            </p:extLst>
          </p:nvPr>
        </p:nvGraphicFramePr>
        <p:xfrm>
          <a:off x="10086305" y="636529"/>
          <a:ext cx="2850436" cy="314979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ko-KR" altLang="en-US" sz="800" spc="-150" dirty="0"/>
                        <a:t>데이터 목록은 디폴트 </a:t>
                      </a:r>
                      <a:r>
                        <a:rPr lang="en-US" altLang="ko-KR" sz="800" spc="-150" dirty="0"/>
                        <a:t>10</a:t>
                      </a:r>
                      <a:r>
                        <a:rPr lang="ko-KR" altLang="en-US" sz="800" spc="-150" dirty="0"/>
                        <a:t>개까지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682682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검색바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엔터로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검색 가능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 탭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탭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카테고리에 해당 하는 데이터 하단에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자주하는 질문 데이터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드롭다운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UI/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 하단으로 열려 상세를 보여주는 구조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답변 데이터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검색결과 없을 경우 디폴트 안내문구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 보기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하단에 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10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개씩  추가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1" name="직사각형 50">
            <a:extLst>
              <a:ext uri="{FF2B5EF4-FFF2-40B4-BE49-F238E27FC236}">
                <a16:creationId xmlns:a16="http://schemas.microsoft.com/office/drawing/2014/main" id="{AB180691-EE88-49FD-49D3-1FC1D74D94C7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8D91EBCC-7F0F-8656-1478-A32E53A54DE2}"/>
              </a:ext>
            </a:extLst>
          </p:cNvPr>
          <p:cNvSpPr/>
          <p:nvPr/>
        </p:nvSpPr>
        <p:spPr>
          <a:xfrm>
            <a:off x="663417" y="1460160"/>
            <a:ext cx="800778" cy="22622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8C3EED7A-BA8D-15AA-1652-3A984C58A11A}"/>
              </a:ext>
            </a:extLst>
          </p:cNvPr>
          <p:cNvSpPr/>
          <p:nvPr/>
        </p:nvSpPr>
        <p:spPr>
          <a:xfrm>
            <a:off x="1482076" y="146093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회원가입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이용안내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9511B1BC-252D-BF14-F33F-DE3B39622753}"/>
              </a:ext>
            </a:extLst>
          </p:cNvPr>
          <p:cNvSpPr/>
          <p:nvPr/>
        </p:nvSpPr>
        <p:spPr>
          <a:xfrm>
            <a:off x="2300735" y="1456770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주문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결제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AB304BA-6E44-E146-7C15-0F66D9ABC708}"/>
              </a:ext>
            </a:extLst>
          </p:cNvPr>
          <p:cNvSpPr/>
          <p:nvPr/>
        </p:nvSpPr>
        <p:spPr>
          <a:xfrm>
            <a:off x="663417" y="172195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상품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배송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799F9C42-682E-8EE4-1705-4599B7D1075A}"/>
              </a:ext>
            </a:extLst>
          </p:cNvPr>
          <p:cNvSpPr/>
          <p:nvPr/>
        </p:nvSpPr>
        <p:spPr>
          <a:xfrm>
            <a:off x="1482076" y="1722734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취소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반품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교환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9387A8E-5F98-0B57-7293-417A9C2B252E}"/>
              </a:ext>
            </a:extLst>
          </p:cNvPr>
          <p:cNvSpPr/>
          <p:nvPr/>
        </p:nvSpPr>
        <p:spPr>
          <a:xfrm>
            <a:off x="2300735" y="1718567"/>
            <a:ext cx="800778" cy="226220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바우처</a:t>
            </a:r>
            <a:r>
              <a:rPr lang="en-US" altLang="ko-KR" sz="75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750" spc="-150" dirty="0">
                <a:solidFill>
                  <a:schemeClr val="tx1"/>
                </a:solidFill>
                <a:latin typeface="+mn-ea"/>
              </a:rPr>
              <a:t>기타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1C6A2D4-536F-A458-0970-BE32E51B6A0A}"/>
              </a:ext>
            </a:extLst>
          </p:cNvPr>
          <p:cNvSpPr/>
          <p:nvPr/>
        </p:nvSpPr>
        <p:spPr>
          <a:xfrm>
            <a:off x="3208795" y="213143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DB9927A-968A-78C7-2AD9-B6D3C8BD87A3}"/>
              </a:ext>
            </a:extLst>
          </p:cNvPr>
          <p:cNvSpPr/>
          <p:nvPr/>
        </p:nvSpPr>
        <p:spPr>
          <a:xfrm>
            <a:off x="3208795" y="2362269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475B8D2-C3B7-10CA-AE39-A993F2329F10}"/>
              </a:ext>
            </a:extLst>
          </p:cNvPr>
          <p:cNvSpPr/>
          <p:nvPr/>
        </p:nvSpPr>
        <p:spPr>
          <a:xfrm>
            <a:off x="3208795" y="255617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6208E82-C57B-D436-E289-3FE5F2F610A4}"/>
              </a:ext>
            </a:extLst>
          </p:cNvPr>
          <p:cNvSpPr/>
          <p:nvPr/>
        </p:nvSpPr>
        <p:spPr>
          <a:xfrm>
            <a:off x="3208795" y="277219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2A6BE7-EAE7-53AE-4AE3-4AAB98A31FE0}"/>
              </a:ext>
            </a:extLst>
          </p:cNvPr>
          <p:cNvSpPr/>
          <p:nvPr/>
        </p:nvSpPr>
        <p:spPr>
          <a:xfrm>
            <a:off x="3208795" y="301307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D0CB6D4-3747-4995-C1B7-AFECDC3FED05}"/>
              </a:ext>
            </a:extLst>
          </p:cNvPr>
          <p:cNvSpPr/>
          <p:nvPr/>
        </p:nvSpPr>
        <p:spPr>
          <a:xfrm>
            <a:off x="3208795" y="3204245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DCFB1D1-2CE0-46E7-B88E-BDED21EE01DA}"/>
              </a:ext>
            </a:extLst>
          </p:cNvPr>
          <p:cNvSpPr/>
          <p:nvPr/>
        </p:nvSpPr>
        <p:spPr>
          <a:xfrm>
            <a:off x="3208795" y="3420269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295336F2-A17B-2D97-5994-A26161CF02D0}"/>
              </a:ext>
            </a:extLst>
          </p:cNvPr>
          <p:cNvSpPr/>
          <p:nvPr/>
        </p:nvSpPr>
        <p:spPr>
          <a:xfrm>
            <a:off x="3208795" y="3653833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64FDCB05-52F8-C7A1-25ED-1ADCFF162F9C}"/>
              </a:ext>
            </a:extLst>
          </p:cNvPr>
          <p:cNvSpPr/>
          <p:nvPr/>
        </p:nvSpPr>
        <p:spPr>
          <a:xfrm>
            <a:off x="3208795" y="3852317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2B433FD-7E65-BA55-DA9C-0EC41D240D0B}"/>
              </a:ext>
            </a:extLst>
          </p:cNvPr>
          <p:cNvSpPr/>
          <p:nvPr/>
        </p:nvSpPr>
        <p:spPr>
          <a:xfrm>
            <a:off x="3208795" y="4068341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spc="-15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BF6B4510-26E0-8C35-C12B-2E7874D85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042978"/>
              </p:ext>
            </p:extLst>
          </p:nvPr>
        </p:nvGraphicFramePr>
        <p:xfrm>
          <a:off x="3744665" y="2130540"/>
          <a:ext cx="3281508" cy="3404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2138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041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9635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77508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7662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718065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7165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08574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024531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 점검으로 인한  서비스 이용 제한 안내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116313"/>
                  </a:ext>
                </a:extLst>
              </a:tr>
            </a:tbl>
          </a:graphicData>
        </a:graphic>
      </p:graphicFrame>
      <p:sp>
        <p:nvSpPr>
          <p:cNvPr id="99" name="직사각형 98">
            <a:extLst>
              <a:ext uri="{FF2B5EF4-FFF2-40B4-BE49-F238E27FC236}">
                <a16:creationId xmlns:a16="http://schemas.microsoft.com/office/drawing/2014/main" id="{53080339-2765-3144-9EEC-970FA9B32779}"/>
              </a:ext>
            </a:extLst>
          </p:cNvPr>
          <p:cNvSpPr/>
          <p:nvPr/>
        </p:nvSpPr>
        <p:spPr>
          <a:xfrm rot="10800000">
            <a:off x="6717869" y="2125022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b="1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1EA2FB-A05B-20C9-90B8-07459B1A32BB}"/>
              </a:ext>
            </a:extLst>
          </p:cNvPr>
          <p:cNvSpPr txBox="1"/>
          <p:nvPr/>
        </p:nvSpPr>
        <p:spPr>
          <a:xfrm>
            <a:off x="3955995" y="2448451"/>
            <a:ext cx="209223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답변 데이터 입니다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가나다라마바사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3346064-2A38-A9F5-3EF4-1A65540FF2F8}"/>
              </a:ext>
            </a:extLst>
          </p:cNvPr>
          <p:cNvSpPr txBox="1"/>
          <p:nvPr/>
        </p:nvSpPr>
        <p:spPr>
          <a:xfrm>
            <a:off x="3826523" y="2456145"/>
            <a:ext cx="3590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b="1" i="0" u="none" strike="noStrike" kern="1200" cap="none" spc="-15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3B39536D-1E98-7C6B-62E1-AFBFA0DE7429}"/>
              </a:ext>
            </a:extLst>
          </p:cNvPr>
          <p:cNvSpPr/>
          <p:nvPr/>
        </p:nvSpPr>
        <p:spPr>
          <a:xfrm>
            <a:off x="3352472" y="9434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D798BC3C-D352-2349-2B8C-75D2689C361C}"/>
              </a:ext>
            </a:extLst>
          </p:cNvPr>
          <p:cNvSpPr/>
          <p:nvPr/>
        </p:nvSpPr>
        <p:spPr>
          <a:xfrm>
            <a:off x="455981" y="14229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A35138CD-78A0-E1F7-F7B1-8EA95083FF9A}"/>
              </a:ext>
            </a:extLst>
          </p:cNvPr>
          <p:cNvSpPr/>
          <p:nvPr/>
        </p:nvSpPr>
        <p:spPr>
          <a:xfrm>
            <a:off x="3250558" y="19357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117" name="표 116">
            <a:extLst>
              <a:ext uri="{FF2B5EF4-FFF2-40B4-BE49-F238E27FC236}">
                <a16:creationId xmlns:a16="http://schemas.microsoft.com/office/drawing/2014/main" id="{570FD2E3-48D6-5FEA-08AF-086391410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99309"/>
              </p:ext>
            </p:extLst>
          </p:nvPr>
        </p:nvGraphicFramePr>
        <p:xfrm>
          <a:off x="7144369" y="2131437"/>
          <a:ext cx="2871635" cy="1838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5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119" name="순서도: 연결자 118">
            <a:extLst>
              <a:ext uri="{FF2B5EF4-FFF2-40B4-BE49-F238E27FC236}">
                <a16:creationId xmlns:a16="http://schemas.microsoft.com/office/drawing/2014/main" id="{FEA2D9EE-DC8E-054A-C57F-407F6D4AD8C4}"/>
              </a:ext>
            </a:extLst>
          </p:cNvPr>
          <p:cNvSpPr/>
          <p:nvPr/>
        </p:nvSpPr>
        <p:spPr>
          <a:xfrm>
            <a:off x="8288927" y="2704534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BCBBFF1C-C4F1-615E-73E9-28A71B31B8FC}"/>
              </a:ext>
            </a:extLst>
          </p:cNvPr>
          <p:cNvSpPr/>
          <p:nvPr/>
        </p:nvSpPr>
        <p:spPr>
          <a:xfrm>
            <a:off x="9774513" y="2059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3" name="모서리가 둥근 직사각형 114">
            <a:extLst>
              <a:ext uri="{FF2B5EF4-FFF2-40B4-BE49-F238E27FC236}">
                <a16:creationId xmlns:a16="http://schemas.microsoft.com/office/drawing/2014/main" id="{3DD7699E-7A11-A57B-AA58-C44706D73556}"/>
              </a:ext>
            </a:extLst>
          </p:cNvPr>
          <p:cNvSpPr/>
          <p:nvPr/>
        </p:nvSpPr>
        <p:spPr>
          <a:xfrm>
            <a:off x="6809592" y="247536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5" name="모서리가 둥근 직사각형 114">
            <a:extLst>
              <a:ext uri="{FF2B5EF4-FFF2-40B4-BE49-F238E27FC236}">
                <a16:creationId xmlns:a16="http://schemas.microsoft.com/office/drawing/2014/main" id="{834A9914-0DE2-74DB-3AF4-FB013E61CF8E}"/>
              </a:ext>
            </a:extLst>
          </p:cNvPr>
          <p:cNvSpPr/>
          <p:nvPr/>
        </p:nvSpPr>
        <p:spPr>
          <a:xfrm>
            <a:off x="2035718" y="45470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267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E9CB66B-5B41-961C-E563-9EEF5284007F}"/>
              </a:ext>
            </a:extLst>
          </p:cNvPr>
          <p:cNvSpPr/>
          <p:nvPr/>
        </p:nvSpPr>
        <p:spPr>
          <a:xfrm>
            <a:off x="164590" y="6183949"/>
            <a:ext cx="3435147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spc="-150" dirty="0">
                <a:solidFill>
                  <a:schemeClr val="bg1"/>
                </a:solidFill>
              </a:rPr>
              <a:t>공통 하단 </a:t>
            </a:r>
            <a:r>
              <a:rPr lang="ko-KR" altLang="en-US" sz="1000" spc="-150" dirty="0" err="1">
                <a:solidFill>
                  <a:schemeClr val="bg1"/>
                </a:solidFill>
              </a:rPr>
              <a:t>탭바</a:t>
            </a:r>
            <a:r>
              <a:rPr lang="ko-KR" altLang="en-US" sz="1000" spc="-150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3DEB6-7BC6-B1D9-980B-8B9F0DDEFE08}"/>
              </a:ext>
            </a:extLst>
          </p:cNvPr>
          <p:cNvSpPr txBox="1"/>
          <p:nvPr/>
        </p:nvSpPr>
        <p:spPr>
          <a:xfrm>
            <a:off x="1307907" y="78285"/>
            <a:ext cx="4940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58E6C-B857-D399-3C33-61B04094F0BC}"/>
              </a:ext>
            </a:extLst>
          </p:cNvPr>
          <p:cNvSpPr txBox="1"/>
          <p:nvPr/>
        </p:nvSpPr>
        <p:spPr>
          <a:xfrm>
            <a:off x="1302717" y="330494"/>
            <a:ext cx="1295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158AF2-08D0-1B90-DA50-C4124A7889E2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CH-U-CO-03-01</a:t>
            </a:r>
            <a:endParaRPr lang="ko-KR" altLang="en-US" sz="1000" spc="-8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E19AA-6001-6C05-F418-60666CD3E01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2026.07.27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2F7DC9-E0AC-E650-72B9-095151A193C4}"/>
              </a:ext>
            </a:extLst>
          </p:cNvPr>
          <p:cNvSpPr/>
          <p:nvPr/>
        </p:nvSpPr>
        <p:spPr>
          <a:xfrm>
            <a:off x="143268" y="649272"/>
            <a:ext cx="3435147" cy="2769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1B950-E33F-0FC5-AFD4-400F19BDE0AD}"/>
              </a:ext>
            </a:extLst>
          </p:cNvPr>
          <p:cNvSpPr txBox="1"/>
          <p:nvPr/>
        </p:nvSpPr>
        <p:spPr>
          <a:xfrm>
            <a:off x="1521107" y="697393"/>
            <a:ext cx="5052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8D92B9C-AB85-9271-34DC-7E0FD0F49FF6}"/>
              </a:ext>
            </a:extLst>
          </p:cNvPr>
          <p:cNvGrpSpPr/>
          <p:nvPr/>
        </p:nvGrpSpPr>
        <p:grpSpPr>
          <a:xfrm>
            <a:off x="2867869" y="727634"/>
            <a:ext cx="629913" cy="172355"/>
            <a:chOff x="6148364" y="711082"/>
            <a:chExt cx="1052685" cy="288032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BCC3A061-9A7E-F406-E014-7C5E40A14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BF7A20C5-2AE7-E2C4-EDC0-72A99330A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E0773DC2-8BF0-5B68-5B25-F2820FF32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FEB47DB-9728-513D-9301-6E41B0F208EE}"/>
              </a:ext>
            </a:extLst>
          </p:cNvPr>
          <p:cNvSpPr txBox="1"/>
          <p:nvPr/>
        </p:nvSpPr>
        <p:spPr>
          <a:xfrm>
            <a:off x="150267" y="622990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0C1CD6E-09A7-F75A-04A8-EC5DE10B3222}"/>
              </a:ext>
            </a:extLst>
          </p:cNvPr>
          <p:cNvSpPr/>
          <p:nvPr/>
        </p:nvSpPr>
        <p:spPr>
          <a:xfrm>
            <a:off x="253780" y="1071381"/>
            <a:ext cx="3244001" cy="665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모서리가 둥근 직사각형 61">
            <a:extLst>
              <a:ext uri="{FF2B5EF4-FFF2-40B4-BE49-F238E27FC236}">
                <a16:creationId xmlns:a16="http://schemas.microsoft.com/office/drawing/2014/main" id="{F7B4A093-74B9-5C8D-1C39-4944CC6A601A}"/>
              </a:ext>
            </a:extLst>
          </p:cNvPr>
          <p:cNvSpPr/>
          <p:nvPr/>
        </p:nvSpPr>
        <p:spPr>
          <a:xfrm>
            <a:off x="620809" y="1908101"/>
            <a:ext cx="2458807" cy="2294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입력해주세요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28CA4E-1530-F9B6-6B39-7B4E49616E7D}"/>
              </a:ext>
            </a:extLst>
          </p:cNvPr>
          <p:cNvSpPr txBox="1"/>
          <p:nvPr/>
        </p:nvSpPr>
        <p:spPr>
          <a:xfrm>
            <a:off x="649402" y="1224921"/>
            <a:ext cx="240161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내용을 입력해주세요</a:t>
            </a:r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/>
            <a:r>
              <a:rPr lang="ko-KR" altLang="en-US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정보 </a:t>
            </a:r>
            <a:r>
              <a:rPr lang="en-US" altLang="ko-KR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5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  <a:r>
              <a:rPr lang="ko-KR" altLang="en-US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답변 결과를 확인하실 수 있습니다</a:t>
            </a:r>
            <a:r>
              <a:rPr lang="en-US" altLang="ko-KR" sz="8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5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61">
            <a:extLst>
              <a:ext uri="{FF2B5EF4-FFF2-40B4-BE49-F238E27FC236}">
                <a16:creationId xmlns:a16="http://schemas.microsoft.com/office/drawing/2014/main" id="{34175242-F1E3-1A68-591A-F4D8C1EF1491}"/>
              </a:ext>
            </a:extLst>
          </p:cNvPr>
          <p:cNvSpPr/>
          <p:nvPr/>
        </p:nvSpPr>
        <p:spPr>
          <a:xfrm>
            <a:off x="620809" y="2238845"/>
            <a:ext cx="2458807" cy="23335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하실 내용을 입력해주세요</a:t>
            </a: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2,000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모서리가 둥근 직사각형 61">
            <a:extLst>
              <a:ext uri="{FF2B5EF4-FFF2-40B4-BE49-F238E27FC236}">
                <a16:creationId xmlns:a16="http://schemas.microsoft.com/office/drawing/2014/main" id="{7B2E5C29-7FF3-9D9A-1743-C0A5A2BD52B3}"/>
              </a:ext>
            </a:extLst>
          </p:cNvPr>
          <p:cNvSpPr/>
          <p:nvPr/>
        </p:nvSpPr>
        <p:spPr>
          <a:xfrm>
            <a:off x="2675313" y="4356373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4B544-D9DA-B784-D48B-0185CBFAA0E4}"/>
              </a:ext>
            </a:extLst>
          </p:cNvPr>
          <p:cNvSpPr txBox="1"/>
          <p:nvPr/>
        </p:nvSpPr>
        <p:spPr>
          <a:xfrm>
            <a:off x="521186" y="4572396"/>
            <a:ext cx="2728632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75CE05F-3B35-CD14-6808-1DEF9594F9A6}"/>
              </a:ext>
            </a:extLst>
          </p:cNvPr>
          <p:cNvGrpSpPr/>
          <p:nvPr/>
        </p:nvGrpSpPr>
        <p:grpSpPr>
          <a:xfrm>
            <a:off x="620809" y="4857199"/>
            <a:ext cx="531568" cy="375507"/>
            <a:chOff x="620809" y="4862108"/>
            <a:chExt cx="531568" cy="375507"/>
          </a:xfrm>
        </p:grpSpPr>
        <p:sp>
          <p:nvSpPr>
            <p:cNvPr id="41" name="모서리가 둥근 직사각형 61">
              <a:extLst>
                <a:ext uri="{FF2B5EF4-FFF2-40B4-BE49-F238E27FC236}">
                  <a16:creationId xmlns:a16="http://schemas.microsoft.com/office/drawing/2014/main" id="{77F02EE5-1FB8-8F97-D184-239FFAEB0822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80963507-CCED-DA17-BFDB-392B469FE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5849952-3614-0A64-F3BA-58360C533538}"/>
              </a:ext>
            </a:extLst>
          </p:cNvPr>
          <p:cNvSpPr txBox="1"/>
          <p:nvPr/>
        </p:nvSpPr>
        <p:spPr>
          <a:xfrm>
            <a:off x="537504" y="5205860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7962DE-A187-BD5E-EAE2-491684F564D8}"/>
              </a:ext>
            </a:extLst>
          </p:cNvPr>
          <p:cNvSpPr/>
          <p:nvPr/>
        </p:nvSpPr>
        <p:spPr>
          <a:xfrm>
            <a:off x="649402" y="5577207"/>
            <a:ext cx="2348934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>
                <a:solidFill>
                  <a:schemeClr val="bg1"/>
                </a:solidFill>
              </a:rPr>
              <a:t>등록</a:t>
            </a:r>
            <a:endParaRPr lang="ko-KR" altLang="en-US" sz="800" b="1" spc="-15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16C5A38E-CEF3-E642-454F-84DA668B57FE}"/>
              </a:ext>
            </a:extLst>
          </p:cNvPr>
          <p:cNvSpPr/>
          <p:nvPr/>
        </p:nvSpPr>
        <p:spPr>
          <a:xfrm>
            <a:off x="2864612" y="186008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E2A081F4-7BDA-6296-D8D7-FAA2BD14F260}"/>
              </a:ext>
            </a:extLst>
          </p:cNvPr>
          <p:cNvSpPr/>
          <p:nvPr/>
        </p:nvSpPr>
        <p:spPr>
          <a:xfrm>
            <a:off x="2877464" y="22853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66537DA4-DD0C-218B-5D01-C5B79205DCCF}"/>
              </a:ext>
            </a:extLst>
          </p:cNvPr>
          <p:cNvSpPr/>
          <p:nvPr/>
        </p:nvSpPr>
        <p:spPr>
          <a:xfrm>
            <a:off x="1039890" y="48399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B0B22ECE-CAE6-CC00-839B-4F6A45782B31}"/>
              </a:ext>
            </a:extLst>
          </p:cNvPr>
          <p:cNvSpPr/>
          <p:nvPr/>
        </p:nvSpPr>
        <p:spPr>
          <a:xfrm>
            <a:off x="2843527" y="54993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2BD24D3-1330-DC79-6EF2-DE8B72D3BAF9}"/>
              </a:ext>
            </a:extLst>
          </p:cNvPr>
          <p:cNvGrpSpPr/>
          <p:nvPr/>
        </p:nvGrpSpPr>
        <p:grpSpPr>
          <a:xfrm>
            <a:off x="4801833" y="4836363"/>
            <a:ext cx="531568" cy="375507"/>
            <a:chOff x="620809" y="4862108"/>
            <a:chExt cx="531568" cy="375507"/>
          </a:xfrm>
        </p:grpSpPr>
        <p:sp>
          <p:nvSpPr>
            <p:cNvPr id="75" name="모서리가 둥근 직사각형 61">
              <a:extLst>
                <a:ext uri="{FF2B5EF4-FFF2-40B4-BE49-F238E27FC236}">
                  <a16:creationId xmlns:a16="http://schemas.microsoft.com/office/drawing/2014/main" id="{5BC45338-854D-8E15-C185-EB67BA6EFA20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B17A597E-E300-A5A8-52EC-E29349B59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5EC9806-534D-C5C5-EF6E-19661570A9A7}"/>
              </a:ext>
            </a:extLst>
          </p:cNvPr>
          <p:cNvSpPr txBox="1"/>
          <p:nvPr/>
        </p:nvSpPr>
        <p:spPr>
          <a:xfrm>
            <a:off x="4021400" y="5204863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0" name="모서리가 둥근 직사각형 61">
            <a:extLst>
              <a:ext uri="{FF2B5EF4-FFF2-40B4-BE49-F238E27FC236}">
                <a16:creationId xmlns:a16="http://schemas.microsoft.com/office/drawing/2014/main" id="{F9401F3A-10F9-1970-38A0-4F5C9C26F826}"/>
              </a:ext>
            </a:extLst>
          </p:cNvPr>
          <p:cNvSpPr/>
          <p:nvPr/>
        </p:nvSpPr>
        <p:spPr>
          <a:xfrm>
            <a:off x="4226344" y="4838960"/>
            <a:ext cx="531568" cy="3755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모서리가 둥근 직사각형 114">
            <a:extLst>
              <a:ext uri="{FF2B5EF4-FFF2-40B4-BE49-F238E27FC236}">
                <a16:creationId xmlns:a16="http://schemas.microsoft.com/office/drawing/2014/main" id="{4961ABFD-4C10-281B-7275-AC760A91F57E}"/>
              </a:ext>
            </a:extLst>
          </p:cNvPr>
          <p:cNvSpPr/>
          <p:nvPr/>
        </p:nvSpPr>
        <p:spPr>
          <a:xfrm>
            <a:off x="4502216" y="46843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9166B834-862D-95A5-4B8F-9DF5D3BCD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6911" y="4875426"/>
            <a:ext cx="310610" cy="343707"/>
          </a:xfrm>
          <a:prstGeom prst="rect">
            <a:avLst/>
          </a:prstGeom>
        </p:spPr>
      </p:pic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97F842D-9A2C-A21D-5292-7DFF794B599B}"/>
              </a:ext>
            </a:extLst>
          </p:cNvPr>
          <p:cNvCxnSpPr/>
          <p:nvPr/>
        </p:nvCxnSpPr>
        <p:spPr>
          <a:xfrm>
            <a:off x="3672657" y="4788421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05A2DD9-1503-AD86-3483-CA15ED5C5D67}"/>
              </a:ext>
            </a:extLst>
          </p:cNvPr>
          <p:cNvCxnSpPr/>
          <p:nvPr/>
        </p:nvCxnSpPr>
        <p:spPr>
          <a:xfrm>
            <a:off x="3672657" y="5459060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3CF1AE66-4CDC-1FA9-58DD-6989FC50E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76598"/>
              </p:ext>
            </p:extLst>
          </p:nvPr>
        </p:nvGraphicFramePr>
        <p:xfrm>
          <a:off x="10086305" y="636529"/>
          <a:ext cx="2850436" cy="26780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2,000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자까지만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가능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카운팅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 제공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첨부 기능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</a:t>
                      </a:r>
                      <a:r>
                        <a:rPr lang="en-US" altLang="ko-KR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업로드 이후 버튼 비활성화 처리 </a:t>
                      </a:r>
                      <a:endParaRPr lang="en-US" altLang="ko-KR" sz="800" b="0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사진 첨부 후 썸네일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VIEW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E9B3C7-F096-ECB5-5C61-073472DF6DE8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064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D0D35-4136-4BF4-E537-0D1971154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D49A0B-E7EB-C18A-9041-538345B5128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2E846-DBA2-AD76-6CD7-DB1A1D9884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1" name="Group 59">
            <a:extLst>
              <a:ext uri="{FF2B5EF4-FFF2-40B4-BE49-F238E27FC236}">
                <a16:creationId xmlns:a16="http://schemas.microsoft.com/office/drawing/2014/main" id="{D85786E9-89B0-380C-685F-6FFAFF61E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772498"/>
              </p:ext>
            </p:extLst>
          </p:nvPr>
        </p:nvGraphicFramePr>
        <p:xfrm>
          <a:off x="10086305" y="636529"/>
          <a:ext cx="2850436" cy="184537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0451506E-F3DB-0331-E19A-EB20281A6E23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6AE601-60A4-CC8C-AB84-378BDE2310FF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4FA43C-569B-C3CB-61A6-726FA2B36B0B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AAA1FFA2-7199-9E64-E790-75F1A1D6E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002205"/>
              </p:ext>
            </p:extLst>
          </p:nvPr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검색어를 입력하세요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60" name="그림 59">
            <a:extLst>
              <a:ext uri="{FF2B5EF4-FFF2-40B4-BE49-F238E27FC236}">
                <a16:creationId xmlns:a16="http://schemas.microsoft.com/office/drawing/2014/main" id="{88F9364F-03B7-A6C3-A991-3B34047C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15C88359-91D6-133C-03C9-851CAB2C0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371170"/>
              </p:ext>
            </p:extLst>
          </p:nvPr>
        </p:nvGraphicFramePr>
        <p:xfrm>
          <a:off x="1812831" y="2088133"/>
          <a:ext cx="68326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74431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  <a:gridCol w="1058260">
                  <a:extLst>
                    <a:ext uri="{9D8B030D-6E8A-4147-A177-3AD203B41FA5}">
                      <a16:colId xmlns:a16="http://schemas.microsoft.com/office/drawing/2014/main" val="308867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3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1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5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64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32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1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84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91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2268"/>
                  </a:ext>
                </a:extLst>
              </a:tr>
            </a:tbl>
          </a:graphicData>
        </a:graphic>
      </p:graphicFrame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0E106943-331E-9E86-0D1D-83AC4B5649EB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323FAF-58FD-6B0A-BBBD-233A684A271E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AE79BD69-6FA3-EC49-B294-5CEA172949B6}"/>
              </a:ext>
            </a:extLst>
          </p:cNvPr>
          <p:cNvGrpSpPr/>
          <p:nvPr/>
        </p:nvGrpSpPr>
        <p:grpSpPr>
          <a:xfrm>
            <a:off x="1826569" y="2111963"/>
            <a:ext cx="6837133" cy="4313894"/>
            <a:chOff x="1826569" y="2111963"/>
            <a:chExt cx="6837133" cy="4313894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71B061FA-A940-A037-1088-8ED9AB343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569" y="2111963"/>
              <a:ext cx="334232" cy="334235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5AFA3B5-DFF6-FFCC-40C3-1BC69B742DBC}"/>
                </a:ext>
              </a:extLst>
            </p:cNvPr>
            <p:cNvSpPr txBox="1"/>
            <p:nvPr/>
          </p:nvSpPr>
          <p:spPr>
            <a:xfrm>
              <a:off x="1993685" y="217829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서버 점검으로 인한  서비스 이용 제한 안내</a:t>
              </a:r>
              <a:endParaRPr lang="ko-KR" altLang="en-US" sz="9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1FF5638-E35F-D123-5521-D02CEACE28E4}"/>
                </a:ext>
              </a:extLst>
            </p:cNvPr>
            <p:cNvSpPr txBox="1"/>
            <p:nvPr/>
          </p:nvSpPr>
          <p:spPr>
            <a:xfrm>
              <a:off x="7646274" y="2162892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0ECE781E-D11D-75CA-6376-5FD7C221B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6569" y="2501057"/>
              <a:ext cx="334232" cy="334235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E67F71C-48C1-8921-A1E3-7FDE3C8F6562}"/>
                </a:ext>
              </a:extLst>
            </p:cNvPr>
            <p:cNvSpPr txBox="1"/>
            <p:nvPr/>
          </p:nvSpPr>
          <p:spPr>
            <a:xfrm>
              <a:off x="1993685" y="255335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국민행복몰이 리뉴얼 되었습니다</a:t>
              </a:r>
              <a:r>
                <a:rPr kumimoji="0" lang="en-US" altLang="ko-KR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.</a:t>
              </a:r>
              <a:endParaRPr lang="ko-KR" altLang="en-US" sz="9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70B5510-429A-81AD-4760-AC8F23584681}"/>
                </a:ext>
              </a:extLst>
            </p:cNvPr>
            <p:cNvSpPr txBox="1"/>
            <p:nvPr/>
          </p:nvSpPr>
          <p:spPr>
            <a:xfrm>
              <a:off x="7646274" y="253630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040C918-8735-58C5-4BAE-FD504CD95F40}"/>
                </a:ext>
              </a:extLst>
            </p:cNvPr>
            <p:cNvSpPr txBox="1"/>
            <p:nvPr/>
          </p:nvSpPr>
          <p:spPr>
            <a:xfrm>
              <a:off x="1993685" y="2910458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0AAE655-FCC0-713F-95A6-964CBB0642EC}"/>
                </a:ext>
              </a:extLst>
            </p:cNvPr>
            <p:cNvSpPr txBox="1"/>
            <p:nvPr/>
          </p:nvSpPr>
          <p:spPr>
            <a:xfrm>
              <a:off x="1999964" y="3267557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539AC53-F849-7D96-1C7B-8D3301F8E305}"/>
                </a:ext>
              </a:extLst>
            </p:cNvPr>
            <p:cNvSpPr txBox="1"/>
            <p:nvPr/>
          </p:nvSpPr>
          <p:spPr>
            <a:xfrm>
              <a:off x="1993685" y="3641145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51BB32B-6720-06E4-9423-F21949FECE15}"/>
                </a:ext>
              </a:extLst>
            </p:cNvPr>
            <p:cNvSpPr txBox="1"/>
            <p:nvPr/>
          </p:nvSpPr>
          <p:spPr>
            <a:xfrm>
              <a:off x="1999964" y="399824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D6814E8-5D19-F6F2-12A7-165A1275F508}"/>
                </a:ext>
              </a:extLst>
            </p:cNvPr>
            <p:cNvSpPr txBox="1"/>
            <p:nvPr/>
          </p:nvSpPr>
          <p:spPr>
            <a:xfrm>
              <a:off x="1996166" y="439662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337308B-47EF-5690-8A50-8AC9038F1081}"/>
                </a:ext>
              </a:extLst>
            </p:cNvPr>
            <p:cNvSpPr txBox="1"/>
            <p:nvPr/>
          </p:nvSpPr>
          <p:spPr>
            <a:xfrm>
              <a:off x="2002445" y="4753723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F7D1FBF4-FF7C-B4BA-345B-FFF75AAA6720}"/>
                </a:ext>
              </a:extLst>
            </p:cNvPr>
            <p:cNvSpPr txBox="1"/>
            <p:nvPr/>
          </p:nvSpPr>
          <p:spPr>
            <a:xfrm>
              <a:off x="1996166" y="5127311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DAE9C0C-D5D5-11C1-A756-59AC38906A1C}"/>
                </a:ext>
              </a:extLst>
            </p:cNvPr>
            <p:cNvSpPr txBox="1"/>
            <p:nvPr/>
          </p:nvSpPr>
          <p:spPr>
            <a:xfrm>
              <a:off x="2002445" y="5484410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롯데카드 결제 서비스 가능 안내</a:t>
              </a: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91A5465E-82D6-7C27-EC34-36F4BD12BE15}"/>
                </a:ext>
              </a:extLst>
            </p:cNvPr>
            <p:cNvSpPr/>
            <p:nvPr/>
          </p:nvSpPr>
          <p:spPr>
            <a:xfrm>
              <a:off x="4618849" y="6195025"/>
              <a:ext cx="93610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u="sng" spc="-150" dirty="0">
                  <a:solidFill>
                    <a:schemeClr val="tx1"/>
                  </a:solidFill>
                  <a:latin typeface="+mn-ea"/>
                </a:rPr>
                <a:t> + </a:t>
              </a:r>
              <a:r>
                <a:rPr lang="ko-KR" altLang="en-US" sz="1000" b="1" u="sng" spc="-150" dirty="0">
                  <a:solidFill>
                    <a:schemeClr val="tx1"/>
                  </a:solidFill>
                  <a:latin typeface="+mn-ea"/>
                </a:rPr>
                <a:t>더 보기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15B27FB-AA9B-2F91-BFD0-A9637C55D86E}"/>
                </a:ext>
              </a:extLst>
            </p:cNvPr>
            <p:cNvSpPr txBox="1"/>
            <p:nvPr/>
          </p:nvSpPr>
          <p:spPr>
            <a:xfrm>
              <a:off x="7650716" y="290252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32153C80-850A-6F39-7DDD-6555D5A304A2}"/>
                </a:ext>
              </a:extLst>
            </p:cNvPr>
            <p:cNvSpPr txBox="1"/>
            <p:nvPr/>
          </p:nvSpPr>
          <p:spPr>
            <a:xfrm>
              <a:off x="7650716" y="3275928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D02954B-4691-3CD8-B2D8-18E2239DF404}"/>
                </a:ext>
              </a:extLst>
            </p:cNvPr>
            <p:cNvSpPr txBox="1"/>
            <p:nvPr/>
          </p:nvSpPr>
          <p:spPr>
            <a:xfrm>
              <a:off x="7637184" y="3649336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ED0FFF20-3887-5F53-1D68-BB39D77A5BEE}"/>
                </a:ext>
              </a:extLst>
            </p:cNvPr>
            <p:cNvSpPr txBox="1"/>
            <p:nvPr/>
          </p:nvSpPr>
          <p:spPr>
            <a:xfrm>
              <a:off x="7637184" y="4022744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75C8302-760F-5A7A-EDE8-8EAB61B983B4}"/>
                </a:ext>
              </a:extLst>
            </p:cNvPr>
            <p:cNvSpPr txBox="1"/>
            <p:nvPr/>
          </p:nvSpPr>
          <p:spPr>
            <a:xfrm>
              <a:off x="7641626" y="4388964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47C00B05-AC8C-C499-25AB-D281DEFB6D93}"/>
                </a:ext>
              </a:extLst>
            </p:cNvPr>
            <p:cNvSpPr txBox="1"/>
            <p:nvPr/>
          </p:nvSpPr>
          <p:spPr>
            <a:xfrm>
              <a:off x="7641626" y="4762372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F1F4716-9616-FABE-50C7-40F4E12D8F4C}"/>
                </a:ext>
              </a:extLst>
            </p:cNvPr>
            <p:cNvSpPr txBox="1"/>
            <p:nvPr/>
          </p:nvSpPr>
          <p:spPr>
            <a:xfrm>
              <a:off x="7650716" y="5135780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9EF45B94-788F-0EB6-939E-FFC22DA7A2E4}"/>
                </a:ext>
              </a:extLst>
            </p:cNvPr>
            <p:cNvSpPr txBox="1"/>
            <p:nvPr/>
          </p:nvSpPr>
          <p:spPr>
            <a:xfrm>
              <a:off x="7650716" y="5509188"/>
              <a:ext cx="101298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900" b="0" i="0" u="none" strike="noStrike" kern="1200" cap="none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2027.01.26</a:t>
              </a:r>
              <a:endParaRPr lang="ko-KR" altLang="en-US" sz="900" dirty="0"/>
            </a:p>
          </p:txBody>
        </p:sp>
      </p:grp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F7A9BC-C318-47DE-9721-7DEDE2F9DF71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4450732-4454-6C2C-E3ED-BBC36DA5A26E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목록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BAF751-79DC-57EE-E63B-105A747141C9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8EFEE6-4974-8E56-79BC-27333AE31684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1166473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E745C26-5415-120F-ED1D-2F081DBCC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40215"/>
              </p:ext>
            </p:extLst>
          </p:nvPr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포인트결제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CF3D34D-C6C8-C7AD-CD79-D149C2F2D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45B131-70BE-9B2B-3709-7B54BE353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836906"/>
              </p:ext>
            </p:extLst>
          </p:nvPr>
        </p:nvGraphicFramePr>
        <p:xfrm>
          <a:off x="1812831" y="2088133"/>
          <a:ext cx="6832691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32691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</a:tbl>
          </a:graphicData>
        </a:graphic>
      </p:graphicFrame>
      <p:sp>
        <p:nvSpPr>
          <p:cNvPr id="33" name="순서도: 연결자 32">
            <a:extLst>
              <a:ext uri="{FF2B5EF4-FFF2-40B4-BE49-F238E27FC236}">
                <a16:creationId xmlns:a16="http://schemas.microsoft.com/office/drawing/2014/main" id="{8B010C68-9EC3-87BE-923C-A04E05BE3E1C}"/>
              </a:ext>
            </a:extLst>
          </p:cNvPr>
          <p:cNvSpPr/>
          <p:nvPr/>
        </p:nvSpPr>
        <p:spPr>
          <a:xfrm>
            <a:off x="4608761" y="2556173"/>
            <a:ext cx="936104" cy="864096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181EEE-7E5D-4CC9-A0A3-EE9E9DAC1F40}"/>
              </a:ext>
            </a:extLst>
          </p:cNvPr>
          <p:cNvSpPr txBox="1"/>
          <p:nvPr/>
        </p:nvSpPr>
        <p:spPr>
          <a:xfrm>
            <a:off x="4527624" y="3563025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결과가 없습니다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AC80DB-15D8-5C4C-D6F2-6F39DD7EBDB0}"/>
              </a:ext>
            </a:extLst>
          </p:cNvPr>
          <p:cNvSpPr txBox="1"/>
          <p:nvPr/>
        </p:nvSpPr>
        <p:spPr>
          <a:xfrm>
            <a:off x="288281" y="207626"/>
            <a:ext cx="36150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검색결과가 없을 경우 콘텐츠 영역 디폴트 문구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833E7E-C7EA-82AB-2648-1DC751945AFE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9C83C3-F4F2-2B01-218F-DB06B5053D2D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338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C74B5-7EC1-83DD-F06D-242181C25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3D9213-7B11-D473-35F9-8827AA4164BF}"/>
              </a:ext>
            </a:extLst>
          </p:cNvPr>
          <p:cNvSpPr/>
          <p:nvPr/>
        </p:nvSpPr>
        <p:spPr>
          <a:xfrm>
            <a:off x="1800449" y="1476054"/>
            <a:ext cx="7632843" cy="46468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BBC9F-4388-877C-C8C5-F8D6055E061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55951-0DA8-FD50-8BBA-FFABF2FC68C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4BEF20-2457-6AFE-4853-DB1CCB5F05EE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778997-2C7E-0DDD-4824-70590D938F85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306F5F0A-3E12-97E6-61D8-232CDA6BDB6B}"/>
              </a:ext>
            </a:extLst>
          </p:cNvPr>
          <p:cNvSpPr/>
          <p:nvPr/>
        </p:nvSpPr>
        <p:spPr>
          <a:xfrm>
            <a:off x="87497" y="6140577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9EF8772-4FAA-2AA0-6185-47E374C1979F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97D67D7-3243-B774-A1B4-AAE90DDA255A}"/>
              </a:ext>
            </a:extLst>
          </p:cNvPr>
          <p:cNvSpPr txBox="1"/>
          <p:nvPr/>
        </p:nvSpPr>
        <p:spPr>
          <a:xfrm>
            <a:off x="1902699" y="1640975"/>
            <a:ext cx="23400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   </a:t>
            </a:r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국민행복몰이 리뉴얼 되었습니다</a:t>
            </a:r>
            <a:r>
              <a:rPr kumimoji="0" lang="en-US" altLang="ko-KR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</a:t>
            </a:r>
            <a:endParaRPr lang="ko-KR" altLang="en-US" sz="1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8C54D-FEAE-DEE9-C978-11379D4F0F5A}"/>
              </a:ext>
            </a:extLst>
          </p:cNvPr>
          <p:cNvSpPr txBox="1"/>
          <p:nvPr/>
        </p:nvSpPr>
        <p:spPr>
          <a:xfrm>
            <a:off x="8398559" y="1677981"/>
            <a:ext cx="8588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 2026.07.27</a:t>
            </a:r>
            <a:endParaRPr lang="ko-KR" altLang="en-US" sz="900" dirty="0">
              <a:latin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03DD9A7-CB1E-259A-C462-A3BB71F3A8BF}"/>
              </a:ext>
            </a:extLst>
          </p:cNvPr>
          <p:cNvCxnSpPr/>
          <p:nvPr/>
        </p:nvCxnSpPr>
        <p:spPr>
          <a:xfrm>
            <a:off x="1890481" y="2052117"/>
            <a:ext cx="756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EBA011-66AD-46B0-25E8-1445556A4CBF}"/>
              </a:ext>
            </a:extLst>
          </p:cNvPr>
          <p:cNvSpPr txBox="1"/>
          <p:nvPr/>
        </p:nvSpPr>
        <p:spPr>
          <a:xfrm>
            <a:off x="7380196" y="1677981"/>
            <a:ext cx="12964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조회수 </a:t>
            </a:r>
            <a:r>
              <a:rPr kumimoji="0" lang="en-US" altLang="ko-KR" sz="9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: 198</a:t>
            </a:r>
            <a:endParaRPr lang="ko-KR" altLang="en-US" sz="900" dirty="0">
              <a:latin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2269528-9FB6-9036-640C-7711F3FEDD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382" y="1466571"/>
            <a:ext cx="567912" cy="567912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44762787-44D8-452D-F8C6-9A1C200DA2A0}"/>
              </a:ext>
            </a:extLst>
          </p:cNvPr>
          <p:cNvSpPr/>
          <p:nvPr/>
        </p:nvSpPr>
        <p:spPr>
          <a:xfrm>
            <a:off x="2088896" y="3058600"/>
            <a:ext cx="3203691" cy="172982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</a:rPr>
              <a:t>에디터 삽입 이미지 영역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AFCF3C-18D9-77AA-E63A-23EF3CA3D9E1}"/>
              </a:ext>
            </a:extLst>
          </p:cNvPr>
          <p:cNvSpPr txBox="1"/>
          <p:nvPr/>
        </p:nvSpPr>
        <p:spPr>
          <a:xfrm>
            <a:off x="2029199" y="2354204"/>
            <a:ext cx="281624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안녕하세요</a:t>
            </a:r>
            <a:r>
              <a:rPr kumimoji="0" lang="en-US" altLang="ko-KR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ko-KR" altLang="en-US" sz="1000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국민행복몰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입니다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2027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월부로 국민행복몰이 리뉴얼 되었습니다</a:t>
            </a:r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endParaRPr lang="ko-KR" altLang="en-US" sz="10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4EA0F47-FEE7-E639-46CF-A65700BD2233}"/>
              </a:ext>
            </a:extLst>
          </p:cNvPr>
          <p:cNvSpPr/>
          <p:nvPr/>
        </p:nvSpPr>
        <p:spPr>
          <a:xfrm>
            <a:off x="1958580" y="5238628"/>
            <a:ext cx="7298873" cy="68638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2F58A9-941E-CFA1-5B78-64ABDB6B740D}"/>
              </a:ext>
            </a:extLst>
          </p:cNvPr>
          <p:cNvSpPr txBox="1"/>
          <p:nvPr/>
        </p:nvSpPr>
        <p:spPr>
          <a:xfrm>
            <a:off x="2023007" y="5004445"/>
            <a:ext cx="28162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</a:t>
            </a:r>
            <a:endParaRPr lang="ko-KR" altLang="en-US" sz="1000" b="1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5B10A0E-945B-A971-809A-70FE1E036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85" y="5280736"/>
            <a:ext cx="152008" cy="20801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B41DD94-4699-4E1D-BA3C-1883DEAC2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424" y="5471583"/>
            <a:ext cx="152008" cy="20801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A2D1EA83-CBD0-1DA1-B65A-931775A08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385" y="5643496"/>
            <a:ext cx="152008" cy="20801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36022CC-EC73-E556-713E-E2CD195480C4}"/>
              </a:ext>
            </a:extLst>
          </p:cNvPr>
          <p:cNvSpPr txBox="1"/>
          <p:nvPr/>
        </p:nvSpPr>
        <p:spPr>
          <a:xfrm>
            <a:off x="2053696" y="5277020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23B42C-165E-2CE9-F475-7DFB334F56A5}"/>
              </a:ext>
            </a:extLst>
          </p:cNvPr>
          <p:cNvSpPr txBox="1"/>
          <p:nvPr/>
        </p:nvSpPr>
        <p:spPr>
          <a:xfrm>
            <a:off x="2049735" y="5443269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E67196-E5C1-4BDF-B2AD-6FD85B444A56}"/>
              </a:ext>
            </a:extLst>
          </p:cNvPr>
          <p:cNvSpPr txBox="1"/>
          <p:nvPr/>
        </p:nvSpPr>
        <p:spPr>
          <a:xfrm>
            <a:off x="2049735" y="5623172"/>
            <a:ext cx="28162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DB77AE4-EAC4-AA4C-8DC2-A6928D956D3D}"/>
              </a:ext>
            </a:extLst>
          </p:cNvPr>
          <p:cNvSpPr/>
          <p:nvPr/>
        </p:nvSpPr>
        <p:spPr>
          <a:xfrm>
            <a:off x="1800449" y="6197807"/>
            <a:ext cx="1132506" cy="24622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255784-C92B-9271-3DFB-6FBA29A1B935}"/>
              </a:ext>
            </a:extLst>
          </p:cNvPr>
          <p:cNvSpPr txBox="1"/>
          <p:nvPr/>
        </p:nvSpPr>
        <p:spPr>
          <a:xfrm>
            <a:off x="1599942" y="1035826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7E1B813-1063-F8D6-CEA0-FC83737D1FA7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Group 59">
            <a:extLst>
              <a:ext uri="{FF2B5EF4-FFF2-40B4-BE49-F238E27FC236}">
                <a16:creationId xmlns:a16="http://schemas.microsoft.com/office/drawing/2014/main" id="{E3D35C57-906C-4BC2-35BB-B193D42A1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49278"/>
              </p:ext>
            </p:extLst>
          </p:nvPr>
        </p:nvGraphicFramePr>
        <p:xfrm>
          <a:off x="10086305" y="636529"/>
          <a:ext cx="2850436" cy="207467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버전에서만 목록 버튼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목록 화면으로 이동 </a:t>
                      </a:r>
                      <a:r>
                        <a:rPr lang="en-US" altLang="ko-KR" sz="800" spc="-80" dirty="0"/>
                        <a:t>CH-U-CO-01-01</a:t>
                      </a:r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B4F70B19-CA4D-0F5E-2C6E-238BC03509CB}"/>
              </a:ext>
            </a:extLst>
          </p:cNvPr>
          <p:cNvSpPr/>
          <p:nvPr/>
        </p:nvSpPr>
        <p:spPr>
          <a:xfrm>
            <a:off x="2738107" y="62013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154A9C-65EC-3980-A2FB-8890CFBE3ABF}"/>
              </a:ext>
            </a:extLst>
          </p:cNvPr>
          <p:cNvSpPr/>
          <p:nvPr/>
        </p:nvSpPr>
        <p:spPr>
          <a:xfrm>
            <a:off x="7921129" y="58428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CH-U-CO-01-02</a:t>
            </a:r>
            <a:endParaRPr lang="ko-KR" altLang="en-US" sz="1000" spc="-8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F28DBD-1751-67E0-E9A8-807DF7ACC047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공지사항 상세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18D021-7D68-6F39-6ED3-9037C07B7751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</a:p>
        </p:txBody>
      </p:sp>
    </p:spTree>
    <p:extLst>
      <p:ext uri="{BB962C8B-B14F-4D97-AF65-F5344CB8AC3E}">
        <p14:creationId xmlns:p14="http://schemas.microsoft.com/office/powerpoint/2010/main" val="149931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9C84-DD98-94E7-103B-1571632C0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A507E3-5480-57E9-94C9-BF43C404F1F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0AFA2-4AB8-C593-967E-9BB04F6593E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C79CA2-8A1A-2CA9-EC6C-F7A1C70CB2ED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E4C12B-58B7-BDBF-49F6-4CEB98246387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b="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B3792828-0EC8-A6F8-EF24-6E9680940F0B}"/>
              </a:ext>
            </a:extLst>
          </p:cNvPr>
          <p:cNvGraphicFramePr>
            <a:graphicFrameLocks noGrp="1"/>
          </p:cNvGraphicFramePr>
          <p:nvPr/>
        </p:nvGraphicFramePr>
        <p:xfrm>
          <a:off x="1812831" y="1506796"/>
          <a:ext cx="6832693" cy="323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2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검색어를 입력하세요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</a:tbl>
          </a:graphicData>
        </a:graphic>
      </p:graphicFrame>
      <p:pic>
        <p:nvPicPr>
          <p:cNvPr id="60" name="그림 59">
            <a:extLst>
              <a:ext uri="{FF2B5EF4-FFF2-40B4-BE49-F238E27FC236}">
                <a16:creationId xmlns:a16="http://schemas.microsoft.com/office/drawing/2014/main" id="{513ACC4B-77E5-147A-6588-3F1C73A10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680" y="1543567"/>
            <a:ext cx="221885" cy="249622"/>
          </a:xfrm>
          <a:prstGeom prst="rect">
            <a:avLst/>
          </a:prstGeom>
        </p:spPr>
      </p:pic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9DFACAF-6CCB-08FE-CEA9-60C235E2AC67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C6C6963-095F-2F8D-085E-3989270BB27F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DE4B57AA-2C7F-F004-9E18-314CF3C4AB35}"/>
              </a:ext>
            </a:extLst>
          </p:cNvPr>
          <p:cNvGrpSpPr/>
          <p:nvPr/>
        </p:nvGrpSpPr>
        <p:grpSpPr>
          <a:xfrm>
            <a:off x="1993685" y="2629095"/>
            <a:ext cx="4063996" cy="3979251"/>
            <a:chOff x="1993685" y="2178299"/>
            <a:chExt cx="4063996" cy="397925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65DCD3F-6626-5EA4-BF13-84D71E7BC9AB}"/>
                </a:ext>
              </a:extLst>
            </p:cNvPr>
            <p:cNvSpPr txBox="1"/>
            <p:nvPr/>
          </p:nvSpPr>
          <p:spPr>
            <a:xfrm>
              <a:off x="1993685" y="217829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상품의 교환 기준은 어떻게 되나요</a:t>
              </a:r>
              <a:r>
                <a:rPr kumimoji="0" lang="en-US" altLang="ko-KR" sz="900" b="0" i="0" u="none" strike="noStrike" kern="1200" cap="none" spc="-15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?</a:t>
              </a:r>
              <a:endParaRPr lang="ko-KR" altLang="en-US" sz="9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5BA43A-492A-43D6-2412-F04597891F3B}"/>
                </a:ext>
              </a:extLst>
            </p:cNvPr>
            <p:cNvSpPr txBox="1"/>
            <p:nvPr/>
          </p:nvSpPr>
          <p:spPr>
            <a:xfrm>
              <a:off x="1993685" y="2553359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985DDC8-A8A9-10AB-97EA-A980D8163FE6}"/>
                </a:ext>
              </a:extLst>
            </p:cNvPr>
            <p:cNvSpPr txBox="1"/>
            <p:nvPr/>
          </p:nvSpPr>
          <p:spPr>
            <a:xfrm>
              <a:off x="1993685" y="2910458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F2DE6C9-0A89-CB02-F4B5-18F85457344E}"/>
                </a:ext>
              </a:extLst>
            </p:cNvPr>
            <p:cNvSpPr txBox="1"/>
            <p:nvPr/>
          </p:nvSpPr>
          <p:spPr>
            <a:xfrm>
              <a:off x="1999964" y="3267557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3DFFE06B-D0D3-D713-535E-6FE75F898646}"/>
                </a:ext>
              </a:extLst>
            </p:cNvPr>
            <p:cNvSpPr txBox="1"/>
            <p:nvPr/>
          </p:nvSpPr>
          <p:spPr>
            <a:xfrm>
              <a:off x="1993685" y="3641145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CB2456D-3794-1901-7F5C-6F30CD1EF056}"/>
                </a:ext>
              </a:extLst>
            </p:cNvPr>
            <p:cNvSpPr txBox="1"/>
            <p:nvPr/>
          </p:nvSpPr>
          <p:spPr>
            <a:xfrm>
              <a:off x="1999964" y="399824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724AB34-7FD4-7C73-6A2E-3290CE12CCB4}"/>
                </a:ext>
              </a:extLst>
            </p:cNvPr>
            <p:cNvSpPr txBox="1"/>
            <p:nvPr/>
          </p:nvSpPr>
          <p:spPr>
            <a:xfrm>
              <a:off x="1996166" y="4396624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997D74E-3A0A-C7D9-CCA8-309700C90183}"/>
                </a:ext>
              </a:extLst>
            </p:cNvPr>
            <p:cNvSpPr txBox="1"/>
            <p:nvPr/>
          </p:nvSpPr>
          <p:spPr>
            <a:xfrm>
              <a:off x="2002445" y="4753723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739D80A8-9AA1-7678-6900-EA1C8A1645DD}"/>
                </a:ext>
              </a:extLst>
            </p:cNvPr>
            <p:cNvSpPr txBox="1"/>
            <p:nvPr/>
          </p:nvSpPr>
          <p:spPr>
            <a:xfrm>
              <a:off x="1996166" y="5127311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4A66C62-25D2-2476-F9D7-7D2E76D7B069}"/>
                </a:ext>
              </a:extLst>
            </p:cNvPr>
            <p:cNvSpPr txBox="1"/>
            <p:nvPr/>
          </p:nvSpPr>
          <p:spPr>
            <a:xfrm>
              <a:off x="2002445" y="5484410"/>
              <a:ext cx="4055236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상품의 교환 기준은 어떻게 되나요</a:t>
              </a:r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?</a:t>
              </a:r>
              <a:endParaRPr lang="ko-KR" altLang="en-US" sz="900" dirty="0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DBFF5DBD-5772-8B01-BC5F-ECBAC9E1174D}"/>
                </a:ext>
              </a:extLst>
            </p:cNvPr>
            <p:cNvSpPr/>
            <p:nvPr/>
          </p:nvSpPr>
          <p:spPr>
            <a:xfrm>
              <a:off x="4761124" y="5926718"/>
              <a:ext cx="936104" cy="2308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00" b="1" u="sng" spc="-150" dirty="0">
                  <a:solidFill>
                    <a:schemeClr val="tx1"/>
                  </a:solidFill>
                  <a:latin typeface="+mn-ea"/>
                </a:rPr>
                <a:t> + </a:t>
              </a:r>
              <a:r>
                <a:rPr lang="ko-KR" altLang="en-US" sz="1000" b="1" u="sng" spc="-150" dirty="0">
                  <a:solidFill>
                    <a:schemeClr val="tx1"/>
                  </a:solidFill>
                  <a:latin typeface="+mn-ea"/>
                </a:rPr>
                <a:t>더 보기</a:t>
              </a:r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15D76E5-E4A8-7610-6584-85E4436A6FD9}"/>
              </a:ext>
            </a:extLst>
          </p:cNvPr>
          <p:cNvSpPr/>
          <p:nvPr/>
        </p:nvSpPr>
        <p:spPr>
          <a:xfrm>
            <a:off x="2304505" y="1970361"/>
            <a:ext cx="913501" cy="30616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spc="-150" dirty="0">
                <a:solidFill>
                  <a:schemeClr val="bg1"/>
                </a:solidFill>
                <a:latin typeface="+mn-ea"/>
              </a:rPr>
              <a:t>전체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DFDF543-73B2-F355-1520-1581E9E243A3}"/>
              </a:ext>
            </a:extLst>
          </p:cNvPr>
          <p:cNvSpPr/>
          <p:nvPr/>
        </p:nvSpPr>
        <p:spPr>
          <a:xfrm>
            <a:off x="3240609" y="1971138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회원가입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이용안내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3F33333-0982-8AF7-C3E8-3B93FAD17A41}"/>
              </a:ext>
            </a:extLst>
          </p:cNvPr>
          <p:cNvSpPr/>
          <p:nvPr/>
        </p:nvSpPr>
        <p:spPr>
          <a:xfrm>
            <a:off x="4176713" y="196697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주문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결제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6FD122F-304A-FC2F-38CD-7151D104EEA3}"/>
              </a:ext>
            </a:extLst>
          </p:cNvPr>
          <p:cNvSpPr/>
          <p:nvPr/>
        </p:nvSpPr>
        <p:spPr>
          <a:xfrm>
            <a:off x="5112817" y="197036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상품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배송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F6F82DF-D6DB-C829-5912-015262053533}"/>
              </a:ext>
            </a:extLst>
          </p:cNvPr>
          <p:cNvSpPr/>
          <p:nvPr/>
        </p:nvSpPr>
        <p:spPr>
          <a:xfrm>
            <a:off x="6048921" y="1971138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취소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반품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교환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635211-6C3A-9DBF-C384-6A02A5354164}"/>
              </a:ext>
            </a:extLst>
          </p:cNvPr>
          <p:cNvSpPr/>
          <p:nvPr/>
        </p:nvSpPr>
        <p:spPr>
          <a:xfrm>
            <a:off x="6985025" y="1966971"/>
            <a:ext cx="913501" cy="306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바우처</a:t>
            </a:r>
            <a:r>
              <a:rPr lang="en-US" altLang="ko-KR" sz="800" spc="-15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spc="-150" dirty="0">
                <a:solidFill>
                  <a:schemeClr val="tx1"/>
                </a:solidFill>
                <a:latin typeface="+mn-ea"/>
              </a:rPr>
              <a:t>기타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85AB82CB-545A-18D2-322F-8EA5E887B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178337"/>
              </p:ext>
            </p:extLst>
          </p:nvPr>
        </p:nvGraphicFramePr>
        <p:xfrm>
          <a:off x="1812831" y="2538929"/>
          <a:ext cx="683269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36290">
                  <a:extLst>
                    <a:ext uri="{9D8B030D-6E8A-4147-A177-3AD203B41FA5}">
                      <a16:colId xmlns:a16="http://schemas.microsoft.com/office/drawing/2014/main" val="3446954240"/>
                    </a:ext>
                  </a:extLst>
                </a:gridCol>
                <a:gridCol w="796401">
                  <a:extLst>
                    <a:ext uri="{9D8B030D-6E8A-4147-A177-3AD203B41FA5}">
                      <a16:colId xmlns:a16="http://schemas.microsoft.com/office/drawing/2014/main" val="3088673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 </a:t>
                      </a:r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900" dirty="0"/>
                        <a:t>V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53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73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155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59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64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320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613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845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915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V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6572268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35ADBB81-5703-9C43-B924-3D1776E82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1510"/>
              </p:ext>
            </p:extLst>
          </p:nvPr>
        </p:nvGraphicFramePr>
        <p:xfrm>
          <a:off x="8934506" y="2552253"/>
          <a:ext cx="2871635" cy="183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Q.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교환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/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반품이 안되는 경우는 어떤 경우인가요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234DD3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?</a:t>
                      </a: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257266"/>
                  </a:ext>
                </a:extLst>
              </a:tr>
              <a:tr h="214741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1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1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답변 데이터 영역</a:t>
                      </a:r>
                      <a:endParaRPr kumimoji="0" lang="en-US" altLang="ko-KR" sz="1200" b="0" i="1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EF4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21381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66660BF-5D00-62BD-CDE6-0AAC50426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36642"/>
              </p:ext>
            </p:extLst>
          </p:nvPr>
        </p:nvGraphicFramePr>
        <p:xfrm>
          <a:off x="8961821" y="4741458"/>
          <a:ext cx="2871635" cy="1516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1690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27" name="순서도: 연결자 26">
            <a:extLst>
              <a:ext uri="{FF2B5EF4-FFF2-40B4-BE49-F238E27FC236}">
                <a16:creationId xmlns:a16="http://schemas.microsoft.com/office/drawing/2014/main" id="{81709D0A-6721-C778-74AE-B1D62900BCE1}"/>
              </a:ext>
            </a:extLst>
          </p:cNvPr>
          <p:cNvSpPr/>
          <p:nvPr/>
        </p:nvSpPr>
        <p:spPr>
          <a:xfrm>
            <a:off x="10106379" y="5178247"/>
            <a:ext cx="504056" cy="473397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C41B7E-C767-B784-EA81-6E2F67B843B2}"/>
              </a:ext>
            </a:extLst>
          </p:cNvPr>
          <p:cNvSpPr/>
          <p:nvPr/>
        </p:nvSpPr>
        <p:spPr>
          <a:xfrm rot="10800000">
            <a:off x="11547683" y="2531801"/>
            <a:ext cx="308304" cy="2308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b="1" spc="-150" dirty="0">
                <a:solidFill>
                  <a:schemeClr val="tx1"/>
                </a:solidFill>
                <a:latin typeface="+mn-ea"/>
              </a:rPr>
              <a:t>V</a:t>
            </a:r>
            <a:endParaRPr lang="ko-KR" altLang="en-US" sz="800" b="1" spc="-1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6146A0-382B-69A6-28E4-69E1CC85D2AF}"/>
              </a:ext>
            </a:extLst>
          </p:cNvPr>
          <p:cNvSpPr txBox="1"/>
          <p:nvPr/>
        </p:nvSpPr>
        <p:spPr>
          <a:xfrm>
            <a:off x="8863109" y="4499902"/>
            <a:ext cx="20963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800" b="1" spc="-150" dirty="0">
                <a:solidFill>
                  <a:srgbClr val="C00000"/>
                </a:solidFill>
                <a:latin typeface="+mn-ea"/>
                <a:ea typeface="+mn-ea"/>
              </a:rPr>
              <a:t>검색결과 없을 경우 디폴트 안내문구</a:t>
            </a:r>
            <a:endParaRPr lang="en-US" altLang="ko-KR" sz="800" b="0" spc="-15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4" name="오른쪽 대괄호 33">
            <a:extLst>
              <a:ext uri="{FF2B5EF4-FFF2-40B4-BE49-F238E27FC236}">
                <a16:creationId xmlns:a16="http://schemas.microsoft.com/office/drawing/2014/main" id="{211C733D-A9C4-CFA6-6F89-364A1DA59A99}"/>
              </a:ext>
            </a:extLst>
          </p:cNvPr>
          <p:cNvSpPr/>
          <p:nvPr/>
        </p:nvSpPr>
        <p:spPr>
          <a:xfrm>
            <a:off x="8645522" y="2629095"/>
            <a:ext cx="189614" cy="3455470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C95A28-8B49-A60F-F404-7F0D3801C2A2}"/>
              </a:ext>
            </a:extLst>
          </p:cNvPr>
          <p:cNvSpPr txBox="1"/>
          <p:nvPr/>
        </p:nvSpPr>
        <p:spPr>
          <a:xfrm>
            <a:off x="1599942" y="1035826"/>
            <a:ext cx="484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F322628-7685-4D69-EF6C-565BA8240513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FC5F0F2-4867-C5BD-8565-DB7EA99EE997}"/>
              </a:ext>
            </a:extLst>
          </p:cNvPr>
          <p:cNvSpPr txBox="1"/>
          <p:nvPr/>
        </p:nvSpPr>
        <p:spPr>
          <a:xfrm>
            <a:off x="1307907" y="78285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FAQ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048507-07F5-3AEE-5A30-3195D07F74FA}"/>
              </a:ext>
            </a:extLst>
          </p:cNvPr>
          <p:cNvSpPr txBox="1"/>
          <p:nvPr/>
        </p:nvSpPr>
        <p:spPr>
          <a:xfrm>
            <a:off x="1302717" y="330494"/>
            <a:ext cx="10358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FAQ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9793FA6-A4FF-10D2-F2A8-B57ED1C8DBD6}"/>
              </a:ext>
            </a:extLst>
          </p:cNvPr>
          <p:cNvSpPr/>
          <p:nvPr/>
        </p:nvSpPr>
        <p:spPr>
          <a:xfrm>
            <a:off x="7921129" y="58428"/>
            <a:ext cx="115384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CH-U-CO-02-01-01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399542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C10B-6035-68B6-91DA-4DF103B6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6586AC-382E-CD55-43E3-2AF7DE9B580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F4836-BAFF-7FF9-3644-88ED3132A5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03D5AF-A17A-1E8B-B560-2EC07D09AC3D}"/>
              </a:ext>
            </a:extLst>
          </p:cNvPr>
          <p:cNvSpPr txBox="1"/>
          <p:nvPr/>
        </p:nvSpPr>
        <p:spPr>
          <a:xfrm>
            <a:off x="327899" y="1044005"/>
            <a:ext cx="8771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E4F9C0-17D9-F4DB-A5D9-220AABED1994}"/>
              </a:ext>
            </a:extLst>
          </p:cNvPr>
          <p:cNvSpPr txBox="1"/>
          <p:nvPr/>
        </p:nvSpPr>
        <p:spPr>
          <a:xfrm>
            <a:off x="349852" y="1555998"/>
            <a:ext cx="56938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CD17CFC-506C-0AB0-4678-8A3DE6E362E2}"/>
              </a:ext>
            </a:extLst>
          </p:cNvPr>
          <p:cNvSpPr/>
          <p:nvPr/>
        </p:nvSpPr>
        <p:spPr>
          <a:xfrm>
            <a:off x="2401" y="6141579"/>
            <a:ext cx="9998808" cy="676137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6DC2F34-926A-9AB7-FB86-C7D81FA2ACEA}"/>
              </a:ext>
            </a:extLst>
          </p:cNvPr>
          <p:cNvCxnSpPr/>
          <p:nvPr/>
        </p:nvCxnSpPr>
        <p:spPr>
          <a:xfrm>
            <a:off x="1440409" y="1124212"/>
            <a:ext cx="0" cy="540000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CB3651F-FAED-3BFF-FDE5-ABC3B674EC2C}"/>
              </a:ext>
            </a:extLst>
          </p:cNvPr>
          <p:cNvSpPr/>
          <p:nvPr/>
        </p:nvSpPr>
        <p:spPr>
          <a:xfrm>
            <a:off x="1684642" y="1472385"/>
            <a:ext cx="7776862" cy="66521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모서리가 둥근 직사각형 61">
            <a:extLst>
              <a:ext uri="{FF2B5EF4-FFF2-40B4-BE49-F238E27FC236}">
                <a16:creationId xmlns:a16="http://schemas.microsoft.com/office/drawing/2014/main" id="{82F99355-9317-F6FF-76FE-69055EFC9B97}"/>
              </a:ext>
            </a:extLst>
          </p:cNvPr>
          <p:cNvSpPr/>
          <p:nvPr/>
        </p:nvSpPr>
        <p:spPr>
          <a:xfrm>
            <a:off x="1759031" y="2311276"/>
            <a:ext cx="7702473" cy="245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제목을 입력해주세요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CC6734-E987-7FE8-BA34-332D11077151}"/>
              </a:ext>
            </a:extLst>
          </p:cNvPr>
          <p:cNvSpPr txBox="1"/>
          <p:nvPr/>
        </p:nvSpPr>
        <p:spPr>
          <a:xfrm>
            <a:off x="3358208" y="1654382"/>
            <a:ext cx="43733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</a:t>
            </a:r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내용을 입력해주세요</a:t>
            </a:r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정보 </a:t>
            </a:r>
            <a:r>
              <a:rPr lang="en-US" altLang="ko-KR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0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답변 결과를 확인하실 수 있습니다</a:t>
            </a:r>
            <a:r>
              <a: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4401B7-2099-9288-D173-9E2FF49DB40F}"/>
              </a:ext>
            </a:extLst>
          </p:cNvPr>
          <p:cNvSpPr txBox="1"/>
          <p:nvPr/>
        </p:nvSpPr>
        <p:spPr>
          <a:xfrm>
            <a:off x="1684642" y="4966986"/>
            <a:ext cx="273023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주민번호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전화번호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이메일등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개인정보를 남기시면 타인에 의해 도용될 수 있습니다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9BC1571-F93F-3B74-F721-E64EABCEA191}"/>
              </a:ext>
            </a:extLst>
          </p:cNvPr>
          <p:cNvGrpSpPr/>
          <p:nvPr/>
        </p:nvGrpSpPr>
        <p:grpSpPr>
          <a:xfrm>
            <a:off x="1767947" y="5304581"/>
            <a:ext cx="531568" cy="375507"/>
            <a:chOff x="620809" y="4862108"/>
            <a:chExt cx="531568" cy="375507"/>
          </a:xfrm>
        </p:grpSpPr>
        <p:sp>
          <p:nvSpPr>
            <p:cNvPr id="21" name="모서리가 둥근 직사각형 61">
              <a:extLst>
                <a:ext uri="{FF2B5EF4-FFF2-40B4-BE49-F238E27FC236}">
                  <a16:creationId xmlns:a16="http://schemas.microsoft.com/office/drawing/2014/main" id="{9EAE4EF8-1219-CB3D-9D0D-0150F759D065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2F2B81F-D273-4315-6F2F-F2F73B998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73F47DE-BA41-C21A-3940-4C012781ECDE}"/>
              </a:ext>
            </a:extLst>
          </p:cNvPr>
          <p:cNvSpPr txBox="1"/>
          <p:nvPr/>
        </p:nvSpPr>
        <p:spPr>
          <a:xfrm>
            <a:off x="1684642" y="5653242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D3BB82-1AE9-BD05-C79F-7A20E63CD031}"/>
              </a:ext>
            </a:extLst>
          </p:cNvPr>
          <p:cNvSpPr/>
          <p:nvPr/>
        </p:nvSpPr>
        <p:spPr>
          <a:xfrm>
            <a:off x="3697964" y="6195926"/>
            <a:ext cx="2000310" cy="262117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3C8B9B5-3E3C-027A-3B0C-CF970F535632}"/>
              </a:ext>
            </a:extLst>
          </p:cNvPr>
          <p:cNvSpPr/>
          <p:nvPr/>
        </p:nvSpPr>
        <p:spPr>
          <a:xfrm>
            <a:off x="5731214" y="6195925"/>
            <a:ext cx="2000307" cy="262117"/>
          </a:xfrm>
          <a:prstGeom prst="rect">
            <a:avLst/>
          </a:prstGeom>
          <a:solidFill>
            <a:srgbClr val="234DD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spc="-15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6BB434-4319-3FC1-4EE7-5CDA5FA554C9}"/>
              </a:ext>
            </a:extLst>
          </p:cNvPr>
          <p:cNvSpPr txBox="1"/>
          <p:nvPr/>
        </p:nvSpPr>
        <p:spPr>
          <a:xfrm>
            <a:off x="1599942" y="1035826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9E531FE-E7B0-F7C8-EFAA-C3659B02FB19}"/>
              </a:ext>
            </a:extLst>
          </p:cNvPr>
          <p:cNvCxnSpPr/>
          <p:nvPr/>
        </p:nvCxnSpPr>
        <p:spPr>
          <a:xfrm>
            <a:off x="1656433" y="1367170"/>
            <a:ext cx="77768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61">
            <a:extLst>
              <a:ext uri="{FF2B5EF4-FFF2-40B4-BE49-F238E27FC236}">
                <a16:creationId xmlns:a16="http://schemas.microsoft.com/office/drawing/2014/main" id="{00E286D7-ADFE-26A2-E12C-4E7E6E61112D}"/>
              </a:ext>
            </a:extLst>
          </p:cNvPr>
          <p:cNvSpPr/>
          <p:nvPr/>
        </p:nvSpPr>
        <p:spPr>
          <a:xfrm>
            <a:off x="1759031" y="2668775"/>
            <a:ext cx="7702473" cy="225352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문의 하실 내용을 입력해주세요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2,000</a:t>
            </a:r>
            <a:r>
              <a: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1EB11AF5-2E2F-717A-D924-4FB5D7591AC2}"/>
              </a:ext>
            </a:extLst>
          </p:cNvPr>
          <p:cNvSpPr/>
          <p:nvPr/>
        </p:nvSpPr>
        <p:spPr>
          <a:xfrm>
            <a:off x="8972385" y="4650155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BF747B7-1BE4-9DFA-A7B1-6D4404FA9040}"/>
              </a:ext>
            </a:extLst>
          </p:cNvPr>
          <p:cNvGrpSpPr/>
          <p:nvPr/>
        </p:nvGrpSpPr>
        <p:grpSpPr>
          <a:xfrm>
            <a:off x="11260759" y="5248005"/>
            <a:ext cx="531568" cy="375507"/>
            <a:chOff x="620809" y="4862108"/>
            <a:chExt cx="531568" cy="375507"/>
          </a:xfrm>
        </p:grpSpPr>
        <p:sp>
          <p:nvSpPr>
            <p:cNvPr id="43" name="모서리가 둥근 직사각형 61">
              <a:extLst>
                <a:ext uri="{FF2B5EF4-FFF2-40B4-BE49-F238E27FC236}">
                  <a16:creationId xmlns:a16="http://schemas.microsoft.com/office/drawing/2014/main" id="{DACDF63B-5957-39E9-DCAD-421C4C5D1EB4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3B69061A-0505-EE1A-E381-2A124CB1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2675516-8EFA-4919-15E4-99901E97C1EB}"/>
              </a:ext>
            </a:extLst>
          </p:cNvPr>
          <p:cNvSpPr txBox="1"/>
          <p:nvPr/>
        </p:nvSpPr>
        <p:spPr>
          <a:xfrm>
            <a:off x="10480326" y="5616505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47" name="모서리가 둥근 직사각형 61">
            <a:extLst>
              <a:ext uri="{FF2B5EF4-FFF2-40B4-BE49-F238E27FC236}">
                <a16:creationId xmlns:a16="http://schemas.microsoft.com/office/drawing/2014/main" id="{7525B0C5-0FBF-696D-50F5-5C65AEC6D8F2}"/>
              </a:ext>
            </a:extLst>
          </p:cNvPr>
          <p:cNvSpPr/>
          <p:nvPr/>
        </p:nvSpPr>
        <p:spPr>
          <a:xfrm>
            <a:off x="10685270" y="5250602"/>
            <a:ext cx="531568" cy="3755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AF975E08-6D48-2594-7F34-E7071FFE1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5837" y="5287068"/>
            <a:ext cx="310610" cy="343707"/>
          </a:xfrm>
          <a:prstGeom prst="rect">
            <a:avLst/>
          </a:prstGeom>
        </p:spPr>
      </p:pic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1BE31792-9CB2-40BD-3191-ACE31CFCF1E1}"/>
              </a:ext>
            </a:extLst>
          </p:cNvPr>
          <p:cNvCxnSpPr/>
          <p:nvPr/>
        </p:nvCxnSpPr>
        <p:spPr>
          <a:xfrm>
            <a:off x="10131583" y="5870702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Group 59">
            <a:extLst>
              <a:ext uri="{FF2B5EF4-FFF2-40B4-BE49-F238E27FC236}">
                <a16:creationId xmlns:a16="http://schemas.microsoft.com/office/drawing/2014/main" id="{6ED5DD1C-1291-1BD2-9F83-0D70B5AF8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91372"/>
              </p:ext>
            </p:extLst>
          </p:nvPr>
        </p:nvGraphicFramePr>
        <p:xfrm>
          <a:off x="10086305" y="636529"/>
          <a:ext cx="2850436" cy="213493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버튼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PC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에서만 출력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28600" indent="-22860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클릭 시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유효성 체크 후 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컨펌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얼럿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59" name="모서리가 둥근 직사각형 114">
            <a:extLst>
              <a:ext uri="{FF2B5EF4-FFF2-40B4-BE49-F238E27FC236}">
                <a16:creationId xmlns:a16="http://schemas.microsoft.com/office/drawing/2014/main" id="{88587051-6C3B-BB11-F953-72631BF99284}"/>
              </a:ext>
            </a:extLst>
          </p:cNvPr>
          <p:cNvSpPr/>
          <p:nvPr/>
        </p:nvSpPr>
        <p:spPr>
          <a:xfrm>
            <a:off x="5274810" y="60967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47E1A191-7EC8-A087-E326-57E7E5C00647}"/>
              </a:ext>
            </a:extLst>
          </p:cNvPr>
          <p:cNvSpPr/>
          <p:nvPr/>
        </p:nvSpPr>
        <p:spPr>
          <a:xfrm>
            <a:off x="7524830" y="60695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1BE5E70-F067-C4F2-8FB8-D8687F0F739F}"/>
              </a:ext>
            </a:extLst>
          </p:cNvPr>
          <p:cNvSpPr txBox="1"/>
          <p:nvPr/>
        </p:nvSpPr>
        <p:spPr>
          <a:xfrm>
            <a:off x="10051784" y="4886882"/>
            <a:ext cx="17283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* </a:t>
            </a:r>
            <a:r>
              <a:rPr lang="ko-KR" altLang="en-US" sz="800" dirty="0">
                <a:solidFill>
                  <a:srgbClr val="C00000"/>
                </a:solidFill>
                <a:latin typeface="+mn-ea"/>
                <a:ea typeface="+mn-ea"/>
              </a:rPr>
              <a:t>사진 첨부 후 썸네일 </a:t>
            </a:r>
            <a:r>
              <a:rPr lang="en-US" altLang="ko-KR" sz="800" dirty="0">
                <a:solidFill>
                  <a:srgbClr val="C00000"/>
                </a:solidFill>
                <a:latin typeface="+mn-ea"/>
                <a:ea typeface="+mn-ea"/>
              </a:rPr>
              <a:t>VIEW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110AC4-CE9A-82BD-60F4-89430C3AA38A}"/>
              </a:ext>
            </a:extLst>
          </p:cNvPr>
          <p:cNvSpPr txBox="1"/>
          <p:nvPr/>
        </p:nvSpPr>
        <p:spPr>
          <a:xfrm>
            <a:off x="1380586" y="78285"/>
            <a:ext cx="6094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문의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D410FD-5661-75C1-97FE-1A8845EF67ED}"/>
              </a:ext>
            </a:extLst>
          </p:cNvPr>
          <p:cNvSpPr txBox="1"/>
          <p:nvPr/>
        </p:nvSpPr>
        <p:spPr>
          <a:xfrm>
            <a:off x="1380551" y="343870"/>
            <a:ext cx="12955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커뮤니티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9408661-E53E-3A21-2962-E93E292E72D6}"/>
              </a:ext>
            </a:extLst>
          </p:cNvPr>
          <p:cNvSpPr/>
          <p:nvPr/>
        </p:nvSpPr>
        <p:spPr>
          <a:xfrm>
            <a:off x="7896433" y="63067"/>
            <a:ext cx="99065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CH-U-CO-03-01</a:t>
            </a:r>
            <a:endParaRPr lang="ko-KR" altLang="en-US" sz="1000" spc="-80" dirty="0"/>
          </a:p>
        </p:txBody>
      </p:sp>
    </p:spTree>
    <p:extLst>
      <p:ext uri="{BB962C8B-B14F-4D97-AF65-F5344CB8AC3E}">
        <p14:creationId xmlns:p14="http://schemas.microsoft.com/office/powerpoint/2010/main" val="234317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16595</TotalTime>
  <Words>1616</Words>
  <Application>Microsoft Office PowerPoint</Application>
  <PresentationFormat>사용자 지정</PresentationFormat>
  <Paragraphs>548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2147</cp:revision>
  <dcterms:created xsi:type="dcterms:W3CDTF">2020-09-28T12:25:11Z</dcterms:created>
  <dcterms:modified xsi:type="dcterms:W3CDTF">2026-08-05T05:14:35Z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