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1803" r:id="rId5"/>
    <p:sldId id="624" r:id="rId6"/>
    <p:sldId id="1973" r:id="rId7"/>
    <p:sldId id="1976" r:id="rId8"/>
    <p:sldId id="1963" r:id="rId9"/>
    <p:sldId id="1952" r:id="rId10"/>
    <p:sldId id="1977" r:id="rId11"/>
    <p:sldId id="1978" r:id="rId12"/>
  </p:sldIdLst>
  <p:sldSz cx="12961938" cy="6840538"/>
  <p:notesSz cx="6805613" cy="9939338"/>
  <p:defaultTextStyle>
    <a:defPPr>
      <a:defRPr lang="ko-KR"/>
    </a:defPPr>
    <a:lvl1pPr marL="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59820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1964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7946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3928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29910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14" userDrawn="1">
          <p15:clr>
            <a:srgbClr val="A4A3A4"/>
          </p15:clr>
        </p15:guide>
        <p15:guide id="4" orient="horz" pos="249">
          <p15:clr>
            <a:srgbClr val="A4A3A4"/>
          </p15:clr>
        </p15:guide>
        <p15:guide id="7" pos="7938" userDrawn="1">
          <p15:clr>
            <a:srgbClr val="A4A3A4"/>
          </p15:clr>
        </p15:guide>
        <p15:guide id="9" pos="8165" userDrawn="1">
          <p15:clr>
            <a:srgbClr val="A4A3A4"/>
          </p15:clr>
        </p15:guide>
        <p15:guide id="11" orient="horz" pos="1429" userDrawn="1">
          <p15:clr>
            <a:srgbClr val="A4A3A4"/>
          </p15:clr>
        </p15:guide>
        <p15:guide id="12" pos="7983">
          <p15:clr>
            <a:srgbClr val="A4A3A4"/>
          </p15:clr>
        </p15:guide>
        <p15:guide id="13" orient="horz" pos="3878">
          <p15:clr>
            <a:srgbClr val="A4A3A4"/>
          </p15:clr>
        </p15:guide>
        <p15:guide id="16" orient="horz" pos="22">
          <p15:clr>
            <a:srgbClr val="A4A3A4"/>
          </p15:clr>
        </p15:guide>
        <p15:guide id="17" orient="horz" pos="68" userDrawn="1">
          <p15:clr>
            <a:srgbClr val="A4A3A4"/>
          </p15:clr>
        </p15:guide>
        <p15:guide id="19" orient="horz" pos="1201">
          <p15:clr>
            <a:srgbClr val="A4A3A4"/>
          </p15:clr>
        </p15:guide>
        <p15:guide id="20" orient="horz" pos="4286" userDrawn="1">
          <p15:clr>
            <a:srgbClr val="A4A3A4"/>
          </p15:clr>
        </p15:guide>
        <p15:guide id="23" pos="5852" userDrawn="1">
          <p15:clr>
            <a:srgbClr val="A4A3A4"/>
          </p15:clr>
        </p15:guide>
        <p15:guide id="24" orient="horz" pos="1474" userDrawn="1">
          <p15:clr>
            <a:srgbClr val="A4A3A4"/>
          </p15:clr>
        </p15:guide>
        <p15:guide id="25" pos="2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k" initials="jink" lastIdx="8" clrIdx="0">
    <p:extLst>
      <p:ext uri="{19B8F6BF-5375-455C-9EA6-DF929625EA0E}">
        <p15:presenceInfo xmlns:p15="http://schemas.microsoft.com/office/powerpoint/2012/main" userId="jink" providerId="None"/>
      </p:ext>
    </p:extLst>
  </p:cmAuthor>
  <p:cmAuthor id="2" name="yoon" initials="y" lastIdx="2" clrIdx="1">
    <p:extLst>
      <p:ext uri="{19B8F6BF-5375-455C-9EA6-DF929625EA0E}">
        <p15:presenceInfo xmlns:p15="http://schemas.microsoft.com/office/powerpoint/2012/main" userId="yoon" providerId="None"/>
      </p:ext>
    </p:extLst>
  </p:cmAuthor>
  <p:cmAuthor id="3" name="정선진" initials="정" lastIdx="6" clrIdx="2">
    <p:extLst>
      <p:ext uri="{19B8F6BF-5375-455C-9EA6-DF929625EA0E}">
        <p15:presenceInfo xmlns:p15="http://schemas.microsoft.com/office/powerpoint/2012/main" userId="S::eternal0416@knou.ac.kr::2fd7d7e9-5a49-409f-ba72-b2984fb79a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DD3"/>
    <a:srgbClr val="EB7A67"/>
    <a:srgbClr val="F28C7A"/>
    <a:srgbClr val="00589A"/>
    <a:srgbClr val="F9B129"/>
    <a:srgbClr val="235A9A"/>
    <a:srgbClr val="34A44E"/>
    <a:srgbClr val="97C139"/>
    <a:srgbClr val="FFFFFF"/>
    <a:srgbClr val="190D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523254-5EB2-4850-B769-C28839106052}" v="61" dt="2020-12-08T15:21:52.290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43" autoAdjust="0"/>
    <p:restoredTop sz="96391" autoAdjust="0"/>
  </p:normalViewPr>
  <p:slideViewPr>
    <p:cSldViewPr>
      <p:cViewPr varScale="1">
        <p:scale>
          <a:sx n="159" d="100"/>
          <a:sy n="159" d="100"/>
        </p:scale>
        <p:origin x="162" y="168"/>
      </p:cViewPr>
      <p:guideLst>
        <p:guide orient="horz" pos="4014"/>
        <p:guide orient="horz" pos="249"/>
        <p:guide pos="7938"/>
        <p:guide pos="8165"/>
        <p:guide orient="horz" pos="1429"/>
        <p:guide pos="7983"/>
        <p:guide orient="horz" pos="3878"/>
        <p:guide orient="horz" pos="22"/>
        <p:guide orient="horz" pos="68"/>
        <p:guide orient="horz" pos="1201"/>
        <p:guide orient="horz" pos="4286"/>
        <p:guide pos="5852"/>
        <p:guide orient="horz" pos="1474"/>
        <p:guide pos="2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488"/>
    </p:cViewPr>
  </p:sorterViewPr>
  <p:notesViewPr>
    <p:cSldViewPr>
      <p:cViewPr varScale="1">
        <p:scale>
          <a:sx n="77" d="100"/>
          <a:sy n="77" d="100"/>
        </p:scale>
        <p:origin x="5922" y="108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정선진" userId="2fd7d7e9-5a49-409f-ba72-b2984fb79a4b" providerId="ADAL" clId="{03523254-5EB2-4850-B769-C28839106052}"/>
    <pc:docChg chg="undo redo custSel modSld">
      <pc:chgData name="정선진" userId="2fd7d7e9-5a49-409f-ba72-b2984fb79a4b" providerId="ADAL" clId="{03523254-5EB2-4850-B769-C28839106052}" dt="2020-12-08T15:22:20.982" v="760" actId="20577"/>
      <pc:docMkLst>
        <pc:docMk/>
      </pc:docMkLst>
      <pc:sldChg chg="modSp mod">
        <pc:chgData name="정선진" userId="2fd7d7e9-5a49-409f-ba72-b2984fb79a4b" providerId="ADAL" clId="{03523254-5EB2-4850-B769-C28839106052}" dt="2020-12-08T15:21:58.386" v="756" actId="20577"/>
        <pc:sldMkLst>
          <pc:docMk/>
          <pc:sldMk cId="86950737" sldId="624"/>
        </pc:sldMkLst>
        <pc:graphicFrameChg chg="mod modGraphic">
          <ac:chgData name="정선진" userId="2fd7d7e9-5a49-409f-ba72-b2984fb79a4b" providerId="ADAL" clId="{03523254-5EB2-4850-B769-C28839106052}" dt="2020-12-08T15:21:58.386" v="756" actId="20577"/>
          <ac:graphicFrameMkLst>
            <pc:docMk/>
            <pc:sldMk cId="86950737" sldId="624"/>
            <ac:graphicFrameMk id="5" creationId="{00000000-0000-0000-0000-000000000000}"/>
          </ac:graphicFrameMkLst>
        </pc:graphicFrameChg>
      </pc:sldChg>
      <pc:sldChg chg="modSp mod">
        <pc:chgData name="정선진" userId="2fd7d7e9-5a49-409f-ba72-b2984fb79a4b" providerId="ADAL" clId="{03523254-5EB2-4850-B769-C28839106052}" dt="2020-12-08T15:22:20.982" v="760" actId="20577"/>
        <pc:sldMkLst>
          <pc:docMk/>
          <pc:sldMk cId="531880422" sldId="1803"/>
        </pc:sldMkLst>
        <pc:spChg chg="mod">
          <ac:chgData name="정선진" userId="2fd7d7e9-5a49-409f-ba72-b2984fb79a4b" providerId="ADAL" clId="{03523254-5EB2-4850-B769-C28839106052}" dt="2020-12-08T15:22:18.794" v="758" actId="20577"/>
          <ac:spMkLst>
            <pc:docMk/>
            <pc:sldMk cId="531880422" sldId="1803"/>
            <ac:spMk id="7" creationId="{0D733168-3CE9-4603-B6A6-E5857DF55BB5}"/>
          </ac:spMkLst>
        </pc:spChg>
        <pc:spChg chg="mod">
          <ac:chgData name="정선진" userId="2fd7d7e9-5a49-409f-ba72-b2984fb79a4b" providerId="ADAL" clId="{03523254-5EB2-4850-B769-C28839106052}" dt="2020-12-08T15:22:20.982" v="760" actId="20577"/>
          <ac:spMkLst>
            <pc:docMk/>
            <pc:sldMk cId="531880422" sldId="1803"/>
            <ac:spMk id="9" creationId="{A7F1D930-481B-46EF-BFB3-1BE2E4AD196B}"/>
          </ac:spMkLst>
        </pc:spChg>
      </pc:sldChg>
      <pc:sldChg chg="modSp mod">
        <pc:chgData name="정선진" userId="2fd7d7e9-5a49-409f-ba72-b2984fb79a4b" providerId="ADAL" clId="{03523254-5EB2-4850-B769-C28839106052}" dt="2020-12-08T15:19:14.660" v="454" actId="6549"/>
        <pc:sldMkLst>
          <pc:docMk/>
          <pc:sldMk cId="3370358189" sldId="1840"/>
        </pc:sldMkLst>
        <pc:graphicFrameChg chg="mod modGraphic">
          <ac:chgData name="정선진" userId="2fd7d7e9-5a49-409f-ba72-b2984fb79a4b" providerId="ADAL" clId="{03523254-5EB2-4850-B769-C28839106052}" dt="2020-12-08T15:19:14.660" v="454" actId="6549"/>
          <ac:graphicFrameMkLst>
            <pc:docMk/>
            <pc:sldMk cId="3370358189" sldId="1840"/>
            <ac:graphicFrameMk id="52" creationId="{4A89B116-28CB-2A4B-8FCF-B354CD085752}"/>
          </ac:graphicFrameMkLst>
        </pc:graphicFrameChg>
        <pc:graphicFrameChg chg="mod modGraphic">
          <ac:chgData name="정선진" userId="2fd7d7e9-5a49-409f-ba72-b2984fb79a4b" providerId="ADAL" clId="{03523254-5EB2-4850-B769-C28839106052}" dt="2020-12-08T15:18:58.058" v="447" actId="122"/>
          <ac:graphicFrameMkLst>
            <pc:docMk/>
            <pc:sldMk cId="3370358189" sldId="1840"/>
            <ac:graphicFrameMk id="66" creationId="{5E79D65A-0210-894E-9EF9-B71B338A50FA}"/>
          </ac:graphicFrameMkLst>
        </pc:graphicFrameChg>
      </pc:sldChg>
      <pc:sldChg chg="addSp modSp mod">
        <pc:chgData name="정선진" userId="2fd7d7e9-5a49-409f-ba72-b2984fb79a4b" providerId="ADAL" clId="{03523254-5EB2-4850-B769-C28839106052}" dt="2020-12-08T15:20:00.300" v="463" actId="207"/>
        <pc:sldMkLst>
          <pc:docMk/>
          <pc:sldMk cId="3161967529" sldId="1841"/>
        </pc:sldMkLst>
        <pc:spChg chg="mod">
          <ac:chgData name="정선진" userId="2fd7d7e9-5a49-409f-ba72-b2984fb79a4b" providerId="ADAL" clId="{03523254-5EB2-4850-B769-C28839106052}" dt="2020-12-08T15:16:18.823" v="17" actId="14100"/>
          <ac:spMkLst>
            <pc:docMk/>
            <pc:sldMk cId="3161967529" sldId="1841"/>
            <ac:spMk id="11" creationId="{12318EEE-BF5D-40D8-8409-32ED30671EF6}"/>
          </ac:spMkLst>
        </pc:spChg>
        <pc:spChg chg="mod">
          <ac:chgData name="정선진" userId="2fd7d7e9-5a49-409f-ba72-b2984fb79a4b" providerId="ADAL" clId="{03523254-5EB2-4850-B769-C28839106052}" dt="2020-12-08T15:20:00.300" v="463" actId="207"/>
          <ac:spMkLst>
            <pc:docMk/>
            <pc:sldMk cId="3161967529" sldId="1841"/>
            <ac:spMk id="16" creationId="{2EEF2481-10B4-41A3-B919-3F8D8C750125}"/>
          </ac:spMkLst>
        </pc:spChg>
        <pc:spChg chg="mod">
          <ac:chgData name="정선진" userId="2fd7d7e9-5a49-409f-ba72-b2984fb79a4b" providerId="ADAL" clId="{03523254-5EB2-4850-B769-C28839106052}" dt="2020-12-08T15:16:07.046" v="12" actId="1076"/>
          <ac:spMkLst>
            <pc:docMk/>
            <pc:sldMk cId="3161967529" sldId="1841"/>
            <ac:spMk id="17" creationId="{449E62E7-2759-4631-B4B4-45F423FF55E7}"/>
          </ac:spMkLst>
        </pc:spChg>
        <pc:spChg chg="mod">
          <ac:chgData name="정선진" userId="2fd7d7e9-5a49-409f-ba72-b2984fb79a4b" providerId="ADAL" clId="{03523254-5EB2-4850-B769-C28839106052}" dt="2020-12-08T15:15:36.247" v="5" actId="1076"/>
          <ac:spMkLst>
            <pc:docMk/>
            <pc:sldMk cId="3161967529" sldId="1841"/>
            <ac:spMk id="18" creationId="{39E5D2BD-EF80-4BDE-9B6B-C91F4A8A2B67}"/>
          </ac:spMkLst>
        </pc:spChg>
        <pc:spChg chg="add mod">
          <ac:chgData name="정선진" userId="2fd7d7e9-5a49-409f-ba72-b2984fb79a4b" providerId="ADAL" clId="{03523254-5EB2-4850-B769-C28839106052}" dt="2020-12-08T15:15:38.745" v="7" actId="20577"/>
          <ac:spMkLst>
            <pc:docMk/>
            <pc:sldMk cId="3161967529" sldId="1841"/>
            <ac:spMk id="19" creationId="{BC3F4E6B-32FB-4AC2-AF94-10701466FB2D}"/>
          </ac:spMkLst>
        </pc:spChg>
        <pc:graphicFrameChg chg="modGraphic">
          <ac:chgData name="정선진" userId="2fd7d7e9-5a49-409f-ba72-b2984fb79a4b" providerId="ADAL" clId="{03523254-5EB2-4850-B769-C28839106052}" dt="2020-12-08T15:18:24.019" v="436" actId="6549"/>
          <ac:graphicFrameMkLst>
            <pc:docMk/>
            <pc:sldMk cId="3161967529" sldId="1841"/>
            <ac:graphicFrameMk id="7" creationId="{AE155DCC-1061-4637-998A-8B1F00BF731B}"/>
          </ac:graphicFrameMkLst>
        </pc:graphicFrameChg>
        <pc:graphicFrameChg chg="mod modGraphic">
          <ac:chgData name="정선진" userId="2fd7d7e9-5a49-409f-ba72-b2984fb79a4b" providerId="ADAL" clId="{03523254-5EB2-4850-B769-C28839106052}" dt="2020-12-08T15:17:53.044" v="427" actId="6549"/>
          <ac:graphicFrameMkLst>
            <pc:docMk/>
            <pc:sldMk cId="3161967529" sldId="1841"/>
            <ac:graphicFrameMk id="13" creationId="{421252A2-A094-4A35-8DFE-E06C6C044F47}"/>
          </ac:graphicFrameMkLst>
        </pc:graphicFrameChg>
      </pc:sldChg>
      <pc:sldChg chg="addSp delSp modSp mod">
        <pc:chgData name="정선진" userId="2fd7d7e9-5a49-409f-ba72-b2984fb79a4b" providerId="ADAL" clId="{03523254-5EB2-4850-B769-C28839106052}" dt="2020-12-08T15:20:40.587" v="593" actId="6549"/>
        <pc:sldMkLst>
          <pc:docMk/>
          <pc:sldMk cId="3482821350" sldId="1842"/>
        </pc:sldMkLst>
        <pc:spChg chg="mod">
          <ac:chgData name="정선진" userId="2fd7d7e9-5a49-409f-ba72-b2984fb79a4b" providerId="ADAL" clId="{03523254-5EB2-4850-B769-C28839106052}" dt="2020-12-08T15:18:17.142" v="430"/>
          <ac:spMkLst>
            <pc:docMk/>
            <pc:sldMk cId="3482821350" sldId="1842"/>
            <ac:spMk id="3" creationId="{662107FC-656E-421C-9A3F-BEF5A67F3B9A}"/>
          </ac:spMkLst>
        </pc:spChg>
        <pc:spChg chg="mod">
          <ac:chgData name="정선진" userId="2fd7d7e9-5a49-409f-ba72-b2984fb79a4b" providerId="ADAL" clId="{03523254-5EB2-4850-B769-C28839106052}" dt="2020-12-08T15:18:17.142" v="430"/>
          <ac:spMkLst>
            <pc:docMk/>
            <pc:sldMk cId="3482821350" sldId="1842"/>
            <ac:spMk id="5" creationId="{5763DD32-CD72-4769-B75A-8237C499AAED}"/>
          </ac:spMkLst>
        </pc:spChg>
        <pc:spChg chg="mod">
          <ac:chgData name="정선진" userId="2fd7d7e9-5a49-409f-ba72-b2984fb79a4b" providerId="ADAL" clId="{03523254-5EB2-4850-B769-C28839106052}" dt="2020-12-08T15:18:26.622" v="439" actId="6549"/>
          <ac:spMkLst>
            <pc:docMk/>
            <pc:sldMk cId="3482821350" sldId="1842"/>
            <ac:spMk id="8" creationId="{952E9ED7-76BE-487B-973B-FD265B03CC47}"/>
          </ac:spMkLst>
        </pc:spChg>
        <pc:spChg chg="del">
          <ac:chgData name="정선진" userId="2fd7d7e9-5a49-409f-ba72-b2984fb79a4b" providerId="ADAL" clId="{03523254-5EB2-4850-B769-C28839106052}" dt="2020-12-08T15:19:41.053" v="458" actId="478"/>
          <ac:spMkLst>
            <pc:docMk/>
            <pc:sldMk cId="3482821350" sldId="1842"/>
            <ac:spMk id="11" creationId="{12318EEE-BF5D-40D8-8409-32ED30671EF6}"/>
          </ac:spMkLst>
        </pc:spChg>
        <pc:spChg chg="add mod">
          <ac:chgData name="정선진" userId="2fd7d7e9-5a49-409f-ba72-b2984fb79a4b" providerId="ADAL" clId="{03523254-5EB2-4850-B769-C28839106052}" dt="2020-12-08T15:19:41.933" v="459"/>
          <ac:spMkLst>
            <pc:docMk/>
            <pc:sldMk cId="3482821350" sldId="1842"/>
            <ac:spMk id="13" creationId="{AEC5564C-28DD-4AFE-94B7-3A213F5FD326}"/>
          </ac:spMkLst>
        </pc:spChg>
        <pc:spChg chg="add mod">
          <ac:chgData name="정선진" userId="2fd7d7e9-5a49-409f-ba72-b2984fb79a4b" providerId="ADAL" clId="{03523254-5EB2-4850-B769-C28839106052}" dt="2020-12-08T15:20:05.442" v="467"/>
          <ac:spMkLst>
            <pc:docMk/>
            <pc:sldMk cId="3482821350" sldId="1842"/>
            <ac:spMk id="14" creationId="{48EBFDB6-C15A-404C-A4D4-5AF4AE1D9620}"/>
          </ac:spMkLst>
        </pc:spChg>
        <pc:spChg chg="add mod">
          <ac:chgData name="정선진" userId="2fd7d7e9-5a49-409f-ba72-b2984fb79a4b" providerId="ADAL" clId="{03523254-5EB2-4850-B769-C28839106052}" dt="2020-12-08T15:19:41.933" v="459"/>
          <ac:spMkLst>
            <pc:docMk/>
            <pc:sldMk cId="3482821350" sldId="1842"/>
            <ac:spMk id="15" creationId="{A61D8278-D2C8-4110-B7E4-22F0432C5582}"/>
          </ac:spMkLst>
        </pc:spChg>
        <pc:spChg chg="add mod">
          <ac:chgData name="정선진" userId="2fd7d7e9-5a49-409f-ba72-b2984fb79a4b" providerId="ADAL" clId="{03523254-5EB2-4850-B769-C28839106052}" dt="2020-12-08T15:19:41.933" v="459"/>
          <ac:spMkLst>
            <pc:docMk/>
            <pc:sldMk cId="3482821350" sldId="1842"/>
            <ac:spMk id="16" creationId="{D9301602-4121-4C26-8318-8FFE050C2069}"/>
          </ac:spMkLst>
        </pc:spChg>
        <pc:spChg chg="add mod">
          <ac:chgData name="정선진" userId="2fd7d7e9-5a49-409f-ba72-b2984fb79a4b" providerId="ADAL" clId="{03523254-5EB2-4850-B769-C28839106052}" dt="2020-12-08T15:19:41.933" v="459"/>
          <ac:spMkLst>
            <pc:docMk/>
            <pc:sldMk cId="3482821350" sldId="1842"/>
            <ac:spMk id="17" creationId="{6F01F824-2049-4418-A5F9-03D7E8DAA1F3}"/>
          </ac:spMkLst>
        </pc:spChg>
        <pc:graphicFrameChg chg="modGraphic">
          <ac:chgData name="정선진" userId="2fd7d7e9-5a49-409f-ba72-b2984fb79a4b" providerId="ADAL" clId="{03523254-5EB2-4850-B769-C28839106052}" dt="2020-12-08T15:18:19.875" v="433" actId="6549"/>
          <ac:graphicFrameMkLst>
            <pc:docMk/>
            <pc:sldMk cId="3482821350" sldId="1842"/>
            <ac:graphicFrameMk id="7" creationId="{AE155DCC-1061-4637-998A-8B1F00BF731B}"/>
          </ac:graphicFrameMkLst>
        </pc:graphicFrameChg>
        <pc:graphicFrameChg chg="modGraphic">
          <ac:chgData name="정선진" userId="2fd7d7e9-5a49-409f-ba72-b2984fb79a4b" providerId="ADAL" clId="{03523254-5EB2-4850-B769-C28839106052}" dt="2020-12-08T15:19:25.334" v="457" actId="6549"/>
          <ac:graphicFrameMkLst>
            <pc:docMk/>
            <pc:sldMk cId="3482821350" sldId="1842"/>
            <ac:graphicFrameMk id="9" creationId="{5FCD5B24-5F02-48D2-A860-6CC2D64CCA47}"/>
          </ac:graphicFrameMkLst>
        </pc:graphicFrameChg>
        <pc:graphicFrameChg chg="del">
          <ac:chgData name="정선진" userId="2fd7d7e9-5a49-409f-ba72-b2984fb79a4b" providerId="ADAL" clId="{03523254-5EB2-4850-B769-C28839106052}" dt="2020-12-08T15:18:01.356" v="428" actId="478"/>
          <ac:graphicFrameMkLst>
            <pc:docMk/>
            <pc:sldMk cId="3482821350" sldId="1842"/>
            <ac:graphicFrameMk id="10" creationId="{2A9B4018-8BA9-4E2F-BBA5-DE79845024B3}"/>
          </ac:graphicFrameMkLst>
        </pc:graphicFrameChg>
        <pc:graphicFrameChg chg="add mod modGraphic">
          <ac:chgData name="정선진" userId="2fd7d7e9-5a49-409f-ba72-b2984fb79a4b" providerId="ADAL" clId="{03523254-5EB2-4850-B769-C28839106052}" dt="2020-12-08T15:20:40.587" v="593" actId="6549"/>
          <ac:graphicFrameMkLst>
            <pc:docMk/>
            <pc:sldMk cId="3482821350" sldId="1842"/>
            <ac:graphicFrameMk id="12" creationId="{38EC2856-D00A-4FCA-BA66-56198E6882EC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837FE978-525B-492C-A161-211F20A599B5}" type="datetimeFigureOut">
              <a:rPr lang="ko-KR" altLang="en-US" smtClean="0"/>
              <a:pPr/>
              <a:t>2026-07-09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28588" y="746125"/>
            <a:ext cx="7062788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E6A907CB-4D8C-4DED-9538-486F5AB24B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17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1pPr>
    <a:lvl2pPr marL="59820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2pPr>
    <a:lvl3pPr marL="11964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3pPr>
    <a:lvl4pPr marL="17946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4pPr>
    <a:lvl5pPr marL="2392802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5pPr>
    <a:lvl6pPr marL="2991002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17"/>
          <p:cNvSpPr>
            <a:spLocks noChangeArrowheads="1"/>
          </p:cNvSpPr>
          <p:nvPr userDrawn="1"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19"/>
          <p:cNvSpPr>
            <a:spLocks noChangeArrowheads="1"/>
          </p:cNvSpPr>
          <p:nvPr userDrawn="1"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Rectangle 29"/>
          <p:cNvSpPr>
            <a:spLocks noChangeArrowheads="1"/>
          </p:cNvSpPr>
          <p:nvPr userDrawn="1"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Rectangle 33"/>
          <p:cNvSpPr>
            <a:spLocks noChangeArrowheads="1"/>
          </p:cNvSpPr>
          <p:nvPr userDrawn="1"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Rectangle 52"/>
          <p:cNvSpPr>
            <a:spLocks noChangeArrowheads="1"/>
          </p:cNvSpPr>
          <p:nvPr userDrawn="1"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직선 연결선 4"/>
          <p:cNvCxnSpPr>
            <a:cxnSpLocks noChangeShapeType="1"/>
          </p:cNvCxnSpPr>
          <p:nvPr userDrawn="1"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직선 연결선 11"/>
          <p:cNvCxnSpPr>
            <a:cxnSpLocks noChangeShapeType="1"/>
          </p:cNvCxnSpPr>
          <p:nvPr userDrawn="1"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Rectangle 18" descr="C:\Documents and Settings\문미영\Local Settings\Temp\hunclip1\02\huntemp.files\img0001.bmp"/>
          <p:cNvSpPr>
            <a:spLocks noChangeArrowheads="1"/>
          </p:cNvSpPr>
          <p:nvPr userDrawn="1"/>
        </p:nvSpPr>
        <p:spPr bwMode="auto">
          <a:xfrm>
            <a:off x="7777113" y="1589088"/>
            <a:ext cx="363884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r"/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국민행복몰 </a:t>
            </a:r>
            <a:r>
              <a:rPr lang="en-US" altLang="ko-KR" sz="1800" b="1" spc="-150" dirty="0">
                <a:latin typeface="맑은 고딕" pitchFamily="50" charset="-127"/>
                <a:ea typeface="맑은 고딕" pitchFamily="50" charset="-127"/>
              </a:rPr>
              <a:t>UX/UI </a:t>
            </a:r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리뉴얼</a:t>
            </a:r>
            <a:endParaRPr lang="ko-KR" altLang="en-US" sz="1600" b="1" spc="-15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541463" y="504055"/>
            <a:ext cx="12961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60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상세_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54715884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099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_상세_화면(푸터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503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59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이어지는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179910"/>
            <a:ext cx="9983154" cy="65887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A4721F-D41C-4181-B653-542A2248CB4E}"/>
              </a:ext>
            </a:extLst>
          </p:cNvPr>
          <p:cNvSpPr/>
          <p:nvPr userDrawn="1"/>
        </p:nvSpPr>
        <p:spPr>
          <a:xfrm>
            <a:off x="69715" y="0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▲ 이전 페이지에서 이어짐</a:t>
            </a:r>
          </a:p>
        </p:txBody>
      </p:sp>
    </p:spTree>
    <p:extLst>
      <p:ext uri="{BB962C8B-B14F-4D97-AF65-F5344CB8AC3E}">
        <p14:creationId xmlns:p14="http://schemas.microsoft.com/office/powerpoint/2010/main" val="3055246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개정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276874" y="194453"/>
            <a:ext cx="1677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1200" b="1" spc="-150" dirty="0">
                <a:latin typeface="맑은 고딕" pitchFamily="50" charset="-127"/>
                <a:ea typeface="+mn-ea"/>
              </a:rPr>
              <a:t>국민행복몰 </a:t>
            </a:r>
            <a:r>
              <a:rPr lang="en-US" altLang="ko-KR" sz="1200" b="1" spc="-150" dirty="0">
                <a:latin typeface="맑은 고딕" pitchFamily="50" charset="-127"/>
                <a:ea typeface="+mn-ea"/>
              </a:rPr>
              <a:t>UX/UI </a:t>
            </a:r>
            <a:r>
              <a:rPr lang="ko-KR" altLang="en-US" sz="1200" b="1" spc="-150" dirty="0">
                <a:latin typeface="맑은 고딕" pitchFamily="50" charset="-127"/>
                <a:ea typeface="+mn-ea"/>
              </a:rPr>
              <a:t>리뉴얼</a:t>
            </a:r>
            <a:endParaRPr lang="ko-KR" altLang="en-US" sz="1100" b="1" spc="-150" dirty="0">
              <a:latin typeface="맑은 고딕" pitchFamily="50" charset="-127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2006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프로세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1270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4964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0-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2F5D260-FF71-632E-DE1D-4D11D634C7FE}"/>
              </a:ext>
            </a:extLst>
          </p:cNvPr>
          <p:cNvSpPr/>
          <p:nvPr userDrawn="1"/>
        </p:nvSpPr>
        <p:spPr>
          <a:xfrm>
            <a:off x="156399" y="6205668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TAB BAR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3217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1-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8013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06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순서도: 천공 테이프 3">
            <a:extLst>
              <a:ext uri="{FF2B5EF4-FFF2-40B4-BE49-F238E27FC236}">
                <a16:creationId xmlns:a16="http://schemas.microsoft.com/office/drawing/2014/main" id="{11FC4A96-F484-9E35-8B76-2A2E2DB0FA96}"/>
              </a:ext>
            </a:extLst>
          </p:cNvPr>
          <p:cNvSpPr/>
          <p:nvPr userDrawn="1"/>
        </p:nvSpPr>
        <p:spPr>
          <a:xfrm>
            <a:off x="3960689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다음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20771736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0504634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4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1553991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48097" y="273940"/>
            <a:ext cx="11665745" cy="1140090"/>
          </a:xfrm>
          <a:prstGeom prst="rect">
            <a:avLst/>
          </a:prstGeom>
        </p:spPr>
        <p:txBody>
          <a:bodyPr vert="horz" lIns="119640" tIns="59820" rIns="119640" bIns="598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8097" y="1596127"/>
            <a:ext cx="11665745" cy="4514439"/>
          </a:xfrm>
          <a:prstGeom prst="rect">
            <a:avLst/>
          </a:prstGeom>
        </p:spPr>
        <p:txBody>
          <a:bodyPr vert="horz" lIns="119640" tIns="59820" rIns="119640" bIns="598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48097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3060C5D1-7B09-411C-8CF0-9B89373D44EF}" type="datetimeFigureOut">
              <a:rPr lang="ko-KR" altLang="en-US" smtClean="0"/>
              <a:pPr/>
              <a:t>2026-07-09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428664" y="6340166"/>
            <a:ext cx="4104614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89389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CB5ACB83-5835-4531-BD23-0222CD1EFB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24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  <p:sldLayoutId id="2147483665" r:id="rId3"/>
    <p:sldLayoutId id="2147483663" r:id="rId4"/>
    <p:sldLayoutId id="2147483662" r:id="rId5"/>
    <p:sldLayoutId id="2147483654" r:id="rId6"/>
    <p:sldLayoutId id="2147483664" r:id="rId7"/>
    <p:sldLayoutId id="2147483671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ctr" defTabSz="1196401" rtl="0" eaLnBrk="1" latinLnBrk="1" hangingPunct="1">
        <a:spcBef>
          <a:spcPct val="0"/>
        </a:spcBef>
        <a:buNone/>
        <a:defRPr sz="58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j-cs"/>
        </a:defRPr>
      </a:lvl1pPr>
    </p:titleStyle>
    <p:bodyStyle>
      <a:lvl1pPr marL="448650" indent="-44865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1pPr>
      <a:lvl2pPr marL="972076" indent="-373875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2pPr>
      <a:lvl3pPr marL="1495501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3pPr>
      <a:lvl4pPr marL="20937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4pPr>
      <a:lvl5pPr marL="26919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5pPr>
      <a:lvl6pPr marL="32901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883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4865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0847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820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4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946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928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10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892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874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85604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18" descr="C:\Documents and Settings\문미영\Local Settings\Temp\hunclip1\02\huntemp.files\img0001.bmp"/>
          <p:cNvSpPr>
            <a:spLocks noChangeArrowheads="1"/>
          </p:cNvSpPr>
          <p:nvPr/>
        </p:nvSpPr>
        <p:spPr bwMode="auto">
          <a:xfrm>
            <a:off x="4248721" y="2322513"/>
            <a:ext cx="4397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lang="en-US" altLang="ko-KR" sz="3000" b="1" dirty="0">
                <a:latin typeface="맑은 고딕" pitchFamily="50" charset="-127"/>
                <a:ea typeface="맑은 고딕" pitchFamily="50" charset="-127"/>
              </a:rPr>
              <a:t>UI</a:t>
            </a:r>
            <a:r>
              <a:rPr lang="ko-KR" altLang="en-US" sz="3000" b="1" dirty="0">
                <a:latin typeface="맑은 고딕" pitchFamily="50" charset="-127"/>
                <a:ea typeface="맑은 고딕" pitchFamily="50" charset="-127"/>
              </a:rPr>
              <a:t>레이아웃</a:t>
            </a:r>
            <a:endParaRPr lang="en-US" altLang="ko-KR" sz="30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로그인 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</a:t>
            </a:r>
            <a:endParaRPr lang="ko-KR" altLang="en-US" sz="18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29"/>
          <p:cNvSpPr>
            <a:spLocks noChangeArrowheads="1"/>
          </p:cNvSpPr>
          <p:nvPr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52"/>
          <p:cNvSpPr>
            <a:spLocks noChangeArrowheads="1"/>
          </p:cNvSpPr>
          <p:nvPr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" name="직선 연결선 4"/>
          <p:cNvCxnSpPr>
            <a:cxnSpLocks noChangeShapeType="1"/>
          </p:cNvCxnSpPr>
          <p:nvPr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직선 연결선 20"/>
          <p:cNvCxnSpPr>
            <a:cxnSpLocks noChangeShapeType="1"/>
          </p:cNvCxnSpPr>
          <p:nvPr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955619"/>
              </p:ext>
            </p:extLst>
          </p:nvPr>
        </p:nvGraphicFramePr>
        <p:xfrm>
          <a:off x="7522046" y="4019550"/>
          <a:ext cx="3927475" cy="876300"/>
        </p:xfrm>
        <a:graphic>
          <a:graphicData uri="http://schemas.openxmlformats.org/drawingml/2006/table">
            <a:tbl>
              <a:tblPr/>
              <a:tblGrid>
                <a:gridCol w="1406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문서 번호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버전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1.00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제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·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개정일자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2026-06-26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88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48"/>
          <p:cNvSpPr txBox="1">
            <a:spLocks noChangeArrowheads="1"/>
          </p:cNvSpPr>
          <p:nvPr/>
        </p:nvSpPr>
        <p:spPr bwMode="auto">
          <a:xfrm>
            <a:off x="5164137" y="827981"/>
            <a:ext cx="26336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1" rIns="91424" bIns="45711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kumimoji="0" lang="ko-KR" altLang="en-US" sz="1400" b="1" u="sng" dirty="0">
                <a:latin typeface="맑은 고딕" pitchFamily="50" charset="-127"/>
                <a:ea typeface="맑은 고딕" pitchFamily="50" charset="-127"/>
              </a:rPr>
              <a:t>개 정 이 </a:t>
            </a:r>
            <a:r>
              <a:rPr kumimoji="0" lang="ko-KR" altLang="en-US" sz="1400" b="1" u="sng" dirty="0" err="1">
                <a:latin typeface="맑은 고딕" pitchFamily="50" charset="-127"/>
                <a:ea typeface="맑은 고딕" pitchFamily="50" charset="-127"/>
              </a:rPr>
              <a:t>력</a:t>
            </a:r>
            <a:endParaRPr kumimoji="0" lang="ko-KR" altLang="en-US" sz="1400" b="1" u="sng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6" name="Group 4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856977"/>
              </p:ext>
            </p:extLst>
          </p:nvPr>
        </p:nvGraphicFramePr>
        <p:xfrm>
          <a:off x="360289" y="1293813"/>
          <a:ext cx="12241360" cy="3755646"/>
        </p:xfrm>
        <a:graphic>
          <a:graphicData uri="http://schemas.openxmlformats.org/drawingml/2006/table">
            <a:tbl>
              <a:tblPr/>
              <a:tblGrid>
                <a:gridCol w="1036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9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 내역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ko-KR" altLang="en-US" sz="10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2026-06-26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최초작성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0.02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2026-06-26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6/26 1</a:t>
                      </a:r>
                      <a:r>
                        <a:rPr kumimoji="1" lang="ko-KR" altLang="en-US" sz="900" b="1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화면설계 </a:t>
                      </a:r>
                      <a:r>
                        <a:rPr kumimoji="1" lang="ko-KR" altLang="en-US" sz="900" b="1" i="0" u="none" strike="noStrike" cap="none" spc="-1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컨펌</a:t>
                      </a:r>
                      <a:r>
                        <a:rPr kumimoji="1" lang="ko-KR" altLang="en-US" sz="900" b="1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요청 후 피드백 반영</a:t>
                      </a:r>
                      <a:endParaRPr kumimoji="1" lang="en-US" altLang="ko-KR" sz="900" b="1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CH-U-LO-02-04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비밀번호 찾기가 아닌 비밀번호 재설정 기능으로 제공 요청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권용현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C)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308891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1.00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2026-06-26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1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6/26  </a:t>
                      </a:r>
                      <a:r>
                        <a:rPr kumimoji="1" lang="ko-KR" altLang="en-US" sz="900" b="1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화면설계 현업 </a:t>
                      </a:r>
                      <a:r>
                        <a:rPr kumimoji="1" lang="ko-KR" altLang="en-US" sz="900" b="1" i="0" u="none" strike="noStrike" cap="none" spc="-1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컨펌완료</a:t>
                      </a:r>
                      <a:r>
                        <a:rPr kumimoji="1" lang="ko-KR" altLang="en-US" sz="900" b="1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900" b="1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1" lang="ko-KR" altLang="en-US" sz="900" b="1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900" b="1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1.00v</a:t>
                      </a:r>
                      <a:r>
                        <a:rPr kumimoji="1" lang="ko-KR" altLang="en-US" sz="900" b="1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으로 버전 업 처리</a:t>
                      </a:r>
                      <a:endParaRPr kumimoji="1" lang="en-US" altLang="ko-KR" sz="900" b="1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886979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58043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617426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3038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3982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61385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43136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878757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301607"/>
                  </a:ext>
                </a:extLst>
              </a:tr>
            </a:tbl>
          </a:graphicData>
        </a:graphic>
      </p:graphicFrame>
      <p:sp>
        <p:nvSpPr>
          <p:cNvPr id="7" name="Text Box 549"/>
          <p:cNvSpPr txBox="1">
            <a:spLocks noChangeArrowheads="1"/>
          </p:cNvSpPr>
          <p:nvPr/>
        </p:nvSpPr>
        <p:spPr bwMode="auto">
          <a:xfrm>
            <a:off x="256365" y="5868541"/>
            <a:ext cx="4934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구분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 내용이 이전 문서에 대해 최초작성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승인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추가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수정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삭제 중 선택 기입</a:t>
            </a:r>
          </a:p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개정 내역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변경이 발생되는 위치와 변경 내용을 자세히 기록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5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180FDE3-F39E-1359-049F-0F15996FFD17}"/>
              </a:ext>
            </a:extLst>
          </p:cNvPr>
          <p:cNvSpPr txBox="1"/>
          <p:nvPr/>
        </p:nvSpPr>
        <p:spPr>
          <a:xfrm>
            <a:off x="4257450" y="2700189"/>
            <a:ext cx="444705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500" i="1" u="sng" spc="-150" dirty="0">
                <a:latin typeface="맑은 고딕" panose="020B0503020000020004" pitchFamily="50" charset="-127"/>
              </a:rPr>
              <a:t>로그인</a:t>
            </a:r>
            <a:r>
              <a:rPr lang="en-US" altLang="ko-KR" sz="2500" i="1" u="sng" spc="-150" dirty="0">
                <a:latin typeface="맑은 고딕" panose="020B0503020000020004" pitchFamily="50" charset="-127"/>
              </a:rPr>
              <a:t>/</a:t>
            </a:r>
            <a:r>
              <a:rPr lang="ko-KR" altLang="en-US" sz="2500" i="1" u="sng" spc="-150" dirty="0">
                <a:latin typeface="맑은 고딕" panose="020B0503020000020004" pitchFamily="50" charset="-127"/>
              </a:rPr>
              <a:t>아이디</a:t>
            </a:r>
            <a:r>
              <a:rPr lang="en-US" altLang="ko-KR" sz="2500" i="1" u="sng" spc="-150" dirty="0">
                <a:latin typeface="맑은 고딕" panose="020B0503020000020004" pitchFamily="50" charset="-127"/>
              </a:rPr>
              <a:t>, </a:t>
            </a:r>
            <a:r>
              <a:rPr lang="ko-KR" altLang="en-US" sz="2500" i="1" u="sng" spc="-150" dirty="0">
                <a:latin typeface="맑은 고딕" panose="020B0503020000020004" pitchFamily="50" charset="-127"/>
              </a:rPr>
              <a:t>비밀번호 재설정</a:t>
            </a:r>
            <a:endParaRPr lang="en-US" altLang="ko-KR" sz="2500" i="1" u="sng" spc="-150" dirty="0">
              <a:latin typeface="맑은 고딕" panose="020B050302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F464C77-6E6B-ABE3-7113-FE09A1F5BB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1412111"/>
              </p:ext>
            </p:extLst>
          </p:nvPr>
        </p:nvGraphicFramePr>
        <p:xfrm>
          <a:off x="720329" y="3708301"/>
          <a:ext cx="11521280" cy="51435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402430">
                  <a:extLst>
                    <a:ext uri="{9D8B030D-6E8A-4147-A177-3AD203B41FA5}">
                      <a16:colId xmlns:a16="http://schemas.microsoft.com/office/drawing/2014/main" val="2931824213"/>
                    </a:ext>
                  </a:extLst>
                </a:gridCol>
                <a:gridCol w="1442921">
                  <a:extLst>
                    <a:ext uri="{9D8B030D-6E8A-4147-A177-3AD203B41FA5}">
                      <a16:colId xmlns:a16="http://schemas.microsoft.com/office/drawing/2014/main" val="112716740"/>
                    </a:ext>
                  </a:extLst>
                </a:gridCol>
                <a:gridCol w="1575434">
                  <a:extLst>
                    <a:ext uri="{9D8B030D-6E8A-4147-A177-3AD203B41FA5}">
                      <a16:colId xmlns:a16="http://schemas.microsoft.com/office/drawing/2014/main" val="3578309589"/>
                    </a:ext>
                  </a:extLst>
                </a:gridCol>
                <a:gridCol w="1280960">
                  <a:extLst>
                    <a:ext uri="{9D8B030D-6E8A-4147-A177-3AD203B41FA5}">
                      <a16:colId xmlns:a16="http://schemas.microsoft.com/office/drawing/2014/main" val="3106844441"/>
                    </a:ext>
                  </a:extLst>
                </a:gridCol>
                <a:gridCol w="3047801">
                  <a:extLst>
                    <a:ext uri="{9D8B030D-6E8A-4147-A177-3AD203B41FA5}">
                      <a16:colId xmlns:a16="http://schemas.microsoft.com/office/drawing/2014/main" val="2270234462"/>
                    </a:ext>
                  </a:extLst>
                </a:gridCol>
                <a:gridCol w="1446602">
                  <a:extLst>
                    <a:ext uri="{9D8B030D-6E8A-4147-A177-3AD203B41FA5}">
                      <a16:colId xmlns:a16="http://schemas.microsoft.com/office/drawing/2014/main" val="1899491010"/>
                    </a:ext>
                  </a:extLst>
                </a:gridCol>
                <a:gridCol w="1325132">
                  <a:extLst>
                    <a:ext uri="{9D8B030D-6E8A-4147-A177-3AD203B41FA5}">
                      <a16:colId xmlns:a16="http://schemas.microsoft.com/office/drawing/2014/main" val="3071907306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spc="-150" dirty="0">
                          <a:effectLst/>
                        </a:rPr>
                        <a:t>로그인</a:t>
                      </a: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Page</a:t>
                      </a:r>
                      <a:endParaRPr lang="ko-KR" sz="10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로그인 화면</a:t>
                      </a:r>
                      <a:endParaRPr lang="ko-KR" sz="10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개선</a:t>
                      </a:r>
                      <a:endParaRPr lang="ko-KR" sz="10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>
                          <a:effectLst/>
                        </a:rPr>
                        <a:t>CH-U-LO-01-01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801837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Page</a:t>
                      </a:r>
                      <a:endParaRPr lang="ko-KR" sz="10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spc="-150" dirty="0">
                          <a:effectLst/>
                        </a:rPr>
                        <a:t>아이디 찾기 화면</a:t>
                      </a: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개선</a:t>
                      </a:r>
                      <a:endParaRPr lang="ko-KR" sz="10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>
                          <a:effectLst/>
                        </a:rPr>
                        <a:t>CH-U-LO-02-01</a:t>
                      </a:r>
                      <a:endParaRPr lang="ko-KR" sz="8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1354379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Page</a:t>
                      </a:r>
                      <a:endParaRPr lang="ko-KR" sz="10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spc="-150" dirty="0">
                          <a:effectLst/>
                        </a:rPr>
                        <a:t>비밀번호 재설정 화면</a:t>
                      </a: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개선</a:t>
                      </a:r>
                      <a:endParaRPr lang="ko-KR" sz="10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u="none" strike="noStrike" spc="-150" dirty="0">
                          <a:effectLst/>
                        </a:rPr>
                        <a:t>CH-U-LO-02-02</a:t>
                      </a:r>
                      <a:endParaRPr lang="ko-KR" sz="8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21767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2698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2CBBA-875A-2BF3-12B2-8EF6BA002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BB2380-848C-E8A2-C9A5-E69D6FCCDFA4}"/>
              </a:ext>
            </a:extLst>
          </p:cNvPr>
          <p:cNvSpPr txBox="1"/>
          <p:nvPr/>
        </p:nvSpPr>
        <p:spPr>
          <a:xfrm>
            <a:off x="288281" y="190942"/>
            <a:ext cx="17107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디바이스 별 영역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1B4CA0D-0E1B-5075-8121-4379A7FEF147}"/>
              </a:ext>
            </a:extLst>
          </p:cNvPr>
          <p:cNvSpPr/>
          <p:nvPr/>
        </p:nvSpPr>
        <p:spPr>
          <a:xfrm>
            <a:off x="7129041" y="755973"/>
            <a:ext cx="4536504" cy="558050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BBF37BD-60D0-7C94-F3BD-B42795F27B20}"/>
              </a:ext>
            </a:extLst>
          </p:cNvPr>
          <p:cNvSpPr/>
          <p:nvPr/>
        </p:nvSpPr>
        <p:spPr>
          <a:xfrm>
            <a:off x="3842723" y="755972"/>
            <a:ext cx="3043412" cy="5074618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3BE94E7-3EC8-1CAF-2550-FEC5E09735DA}"/>
              </a:ext>
            </a:extLst>
          </p:cNvPr>
          <p:cNvSpPr/>
          <p:nvPr/>
        </p:nvSpPr>
        <p:spPr>
          <a:xfrm>
            <a:off x="1585895" y="768933"/>
            <a:ext cx="2029612" cy="511256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3058C59-A3C8-903B-2CF3-461F09C62FA8}"/>
              </a:ext>
            </a:extLst>
          </p:cNvPr>
          <p:cNvSpPr/>
          <p:nvPr/>
        </p:nvSpPr>
        <p:spPr>
          <a:xfrm>
            <a:off x="7129041" y="755974"/>
            <a:ext cx="4536504" cy="15697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3E35138E-F716-0EAD-327A-5AC9C73C148A}"/>
              </a:ext>
            </a:extLst>
          </p:cNvPr>
          <p:cNvSpPr/>
          <p:nvPr/>
        </p:nvSpPr>
        <p:spPr>
          <a:xfrm>
            <a:off x="3842723" y="755973"/>
            <a:ext cx="3043412" cy="14218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50472136-1B35-0C1F-BA78-2B8B536FCE3E}"/>
              </a:ext>
            </a:extLst>
          </p:cNvPr>
          <p:cNvSpPr/>
          <p:nvPr/>
        </p:nvSpPr>
        <p:spPr>
          <a:xfrm>
            <a:off x="1585894" y="768933"/>
            <a:ext cx="2022578" cy="1440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1D70F215-CDE1-8596-7B6D-999049808ADE}"/>
              </a:ext>
            </a:extLst>
          </p:cNvPr>
          <p:cNvSpPr/>
          <p:nvPr/>
        </p:nvSpPr>
        <p:spPr>
          <a:xfrm>
            <a:off x="1585894" y="5555383"/>
            <a:ext cx="2029612" cy="1440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Footer</a:t>
            </a:r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A4D0E9FD-C79D-5B86-8275-FE43FDDF1846}"/>
              </a:ext>
            </a:extLst>
          </p:cNvPr>
          <p:cNvSpPr/>
          <p:nvPr/>
        </p:nvSpPr>
        <p:spPr>
          <a:xfrm>
            <a:off x="1581075" y="5715437"/>
            <a:ext cx="2029612" cy="144016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하단 고정 탭 바 영역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FF6DB8-1423-E007-DB84-1DB472325B83}"/>
              </a:ext>
            </a:extLst>
          </p:cNvPr>
          <p:cNvSpPr txBox="1"/>
          <p:nvPr/>
        </p:nvSpPr>
        <p:spPr>
          <a:xfrm>
            <a:off x="7057654" y="546041"/>
            <a:ext cx="3449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</a:t>
            </a:r>
            <a:endParaRPr lang="ko-KR" altLang="en-US" sz="1000" b="1" i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C6F53E-D426-ADCF-5568-7ACC5E29AD05}"/>
              </a:ext>
            </a:extLst>
          </p:cNvPr>
          <p:cNvSpPr txBox="1"/>
          <p:nvPr/>
        </p:nvSpPr>
        <p:spPr>
          <a:xfrm>
            <a:off x="3786930" y="548608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태블릿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DA7F25-86BD-A44F-FBE6-D118B256C3B2}"/>
              </a:ext>
            </a:extLst>
          </p:cNvPr>
          <p:cNvSpPr txBox="1"/>
          <p:nvPr/>
        </p:nvSpPr>
        <p:spPr>
          <a:xfrm>
            <a:off x="1480754" y="551763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모바일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EF0EE55-D6FC-479D-E190-6753BA95D624}"/>
              </a:ext>
            </a:extLst>
          </p:cNvPr>
          <p:cNvSpPr/>
          <p:nvPr/>
        </p:nvSpPr>
        <p:spPr>
          <a:xfrm>
            <a:off x="7124222" y="6162949"/>
            <a:ext cx="4536504" cy="15697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Footer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83E63C7-6FAF-0D6F-AC72-8F0F15A625BF}"/>
              </a:ext>
            </a:extLst>
          </p:cNvPr>
          <p:cNvSpPr/>
          <p:nvPr/>
        </p:nvSpPr>
        <p:spPr>
          <a:xfrm>
            <a:off x="3847735" y="5677873"/>
            <a:ext cx="3038399" cy="13615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Footer</a:t>
            </a:r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B7B6782-D2E0-B1F8-1979-F526ECDBA4F3}"/>
              </a:ext>
            </a:extLst>
          </p:cNvPr>
          <p:cNvSpPr/>
          <p:nvPr/>
        </p:nvSpPr>
        <p:spPr>
          <a:xfrm>
            <a:off x="8335355" y="2241805"/>
            <a:ext cx="2016224" cy="2592288"/>
          </a:xfrm>
          <a:prstGeom prst="rect">
            <a:avLst/>
          </a:prstGeom>
          <a:solidFill>
            <a:schemeClr val="tx1">
              <a:alpha val="3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콘텐츠 영역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3F3C69F-D16B-66D0-19DE-D886E2C83DC7}"/>
              </a:ext>
            </a:extLst>
          </p:cNvPr>
          <p:cNvSpPr/>
          <p:nvPr/>
        </p:nvSpPr>
        <p:spPr>
          <a:xfrm>
            <a:off x="4356317" y="1925601"/>
            <a:ext cx="2016224" cy="2592288"/>
          </a:xfrm>
          <a:prstGeom prst="rect">
            <a:avLst/>
          </a:prstGeom>
          <a:solidFill>
            <a:schemeClr val="tx1">
              <a:alpha val="3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콘텐츠 영역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377A5C0-6D7B-A970-6C90-F14F3D72F4CE}"/>
              </a:ext>
            </a:extLst>
          </p:cNvPr>
          <p:cNvSpPr/>
          <p:nvPr/>
        </p:nvSpPr>
        <p:spPr>
          <a:xfrm>
            <a:off x="1592248" y="1938022"/>
            <a:ext cx="2016224" cy="2592288"/>
          </a:xfrm>
          <a:prstGeom prst="rect">
            <a:avLst/>
          </a:prstGeom>
          <a:solidFill>
            <a:schemeClr val="tx1">
              <a:alpha val="3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콘텐츠 영역</a:t>
            </a:r>
          </a:p>
        </p:txBody>
      </p:sp>
    </p:spTree>
    <p:extLst>
      <p:ext uri="{BB962C8B-B14F-4D97-AF65-F5344CB8AC3E}">
        <p14:creationId xmlns:p14="http://schemas.microsoft.com/office/powerpoint/2010/main" val="1882529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ACC3A9-710C-4565-9418-38424886268D}"/>
              </a:ext>
            </a:extLst>
          </p:cNvPr>
          <p:cNvSpPr txBox="1"/>
          <p:nvPr/>
        </p:nvSpPr>
        <p:spPr>
          <a:xfrm>
            <a:off x="288281" y="190942"/>
            <a:ext cx="9989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메시지 정의 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sz="1200" b="1" spc="-150" dirty="0">
              <a:solidFill>
                <a:srgbClr val="342F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" name="표 50">
            <a:extLst>
              <a:ext uri="{FF2B5EF4-FFF2-40B4-BE49-F238E27FC236}">
                <a16:creationId xmlns:a16="http://schemas.microsoft.com/office/drawing/2014/main" id="{450A4719-7E1B-4454-5CA4-8A68DDF9E0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3351513"/>
              </p:ext>
            </p:extLst>
          </p:nvPr>
        </p:nvGraphicFramePr>
        <p:xfrm>
          <a:off x="432297" y="611957"/>
          <a:ext cx="12241358" cy="38646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4727">
                  <a:extLst>
                    <a:ext uri="{9D8B030D-6E8A-4147-A177-3AD203B41FA5}">
                      <a16:colId xmlns:a16="http://schemas.microsoft.com/office/drawing/2014/main" val="4232753918"/>
                    </a:ext>
                  </a:extLst>
                </a:gridCol>
                <a:gridCol w="848971">
                  <a:extLst>
                    <a:ext uri="{9D8B030D-6E8A-4147-A177-3AD203B41FA5}">
                      <a16:colId xmlns:a16="http://schemas.microsoft.com/office/drawing/2014/main" val="3018287434"/>
                    </a:ext>
                  </a:extLst>
                </a:gridCol>
                <a:gridCol w="2641151">
                  <a:extLst>
                    <a:ext uri="{9D8B030D-6E8A-4147-A177-3AD203B41FA5}">
                      <a16:colId xmlns:a16="http://schemas.microsoft.com/office/drawing/2014/main" val="1024583826"/>
                    </a:ext>
                  </a:extLst>
                </a:gridCol>
                <a:gridCol w="1132258">
                  <a:extLst>
                    <a:ext uri="{9D8B030D-6E8A-4147-A177-3AD203B41FA5}">
                      <a16:colId xmlns:a16="http://schemas.microsoft.com/office/drawing/2014/main" val="2630283918"/>
                    </a:ext>
                  </a:extLst>
                </a:gridCol>
                <a:gridCol w="616067">
                  <a:extLst>
                    <a:ext uri="{9D8B030D-6E8A-4147-A177-3AD203B41FA5}">
                      <a16:colId xmlns:a16="http://schemas.microsoft.com/office/drawing/2014/main" val="363714043"/>
                    </a:ext>
                  </a:extLst>
                </a:gridCol>
                <a:gridCol w="2321318">
                  <a:extLst>
                    <a:ext uri="{9D8B030D-6E8A-4147-A177-3AD203B41FA5}">
                      <a16:colId xmlns:a16="http://schemas.microsoft.com/office/drawing/2014/main" val="3704753181"/>
                    </a:ext>
                  </a:extLst>
                </a:gridCol>
                <a:gridCol w="682007">
                  <a:extLst>
                    <a:ext uri="{9D8B030D-6E8A-4147-A177-3AD203B41FA5}">
                      <a16:colId xmlns:a16="http://schemas.microsoft.com/office/drawing/2014/main" val="2491921244"/>
                    </a:ext>
                  </a:extLst>
                </a:gridCol>
                <a:gridCol w="2664859">
                  <a:extLst>
                    <a:ext uri="{9D8B030D-6E8A-4147-A177-3AD203B41FA5}">
                      <a16:colId xmlns:a16="http://schemas.microsoft.com/office/drawing/2014/main" val="1733115995"/>
                    </a:ext>
                  </a:extLst>
                </a:gridCol>
              </a:tblGrid>
              <a:tr h="3168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 시점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메시지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선택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381393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아이디 찾기 화면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spc="-80" dirty="0"/>
                        <a:t>CH-U-LO-02-01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NICE </a:t>
                      </a:r>
                      <a:r>
                        <a:rPr lang="ko-KR" altLang="en-US" sz="80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본인인증된</a:t>
                      </a: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정보로 가입된 회원정보가 없을 경우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NICE  </a:t>
                      </a:r>
                      <a:r>
                        <a:rPr lang="ko-KR" altLang="en-US" sz="8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보인인증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정상 완료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가입된 회원정보가 없습니다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다시 확인해주세요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7727500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아이디 찾기 화면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spc="-80" dirty="0"/>
                        <a:t>CH-U-LO-02-02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재설정 입력 값을 입력하지 않고 변경버튼 시도 시</a:t>
                      </a:r>
                      <a:endParaRPr lang="en-US" altLang="ko-KR" sz="8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변경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새로운 비밀번호를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 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미입력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항목 포커스 이동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228508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아이디 찾기 화면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spc="-80" dirty="0"/>
                        <a:t>CH-U-LO-02-02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재설정 입력 값이 입력 조건에 맞지 않을 경우</a:t>
                      </a:r>
                      <a:endParaRPr lang="en-US" altLang="ko-KR" sz="8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변경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</a:rPr>
                        <a:t>영문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</a:rPr>
                        <a:t>숫자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</a:rPr>
                        <a:t>특수문자 조합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</a:rPr>
                        <a:t>8~20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</a:rPr>
                        <a:t>자리로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023650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아이디 찾기 화면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spc="-80" dirty="0"/>
                        <a:t>CH-U-LO-02-02</a:t>
                      </a:r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재설정 입력 값이 입력 조건에 맞을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변경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비밀번호가 정상적으로 변경되었습니다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로그인 화면으로 이동 </a:t>
                      </a:r>
                      <a:r>
                        <a:rPr lang="en-US" altLang="ko-KR" sz="800" spc="-80" dirty="0"/>
                        <a:t>CH-U-LO-01-01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9092539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아이디 찾기 화면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CH-U-LO-02-01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ko-KR" altLang="en-US" sz="800" spc="-80" dirty="0"/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새 비밀번호 입력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 입력 값이 다른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변경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입력한 새 비밀번호가 일치하지 않습니다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다시 확인해주세요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632201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비밀번호 재설정 화면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CH-U-LO-02-02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입력한 아이디로 가입된 내역이 없을 경우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 버튼 선택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가입된 아이디가 없습니다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다시 확인해주세요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4071605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비밀번호 재설정 화면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CH-U-LO-02-02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 및 가입 확인된 아이디와</a:t>
                      </a:r>
                      <a:endParaRPr lang="en-US" altLang="ko-KR" sz="8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본인인증된</a:t>
                      </a: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회원정보가 다를 경우</a:t>
                      </a:r>
                      <a:endParaRPr lang="en-US" altLang="ko-KR" sz="8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아이디 정상 확인 완료</a:t>
                      </a:r>
                      <a:endParaRPr lang="en-US" altLang="ko-KR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NICE  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본인인증 정상 완료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입력하신 아이디와 본인인증 정보가 일치하지 않습니다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다시 확인해주세요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402702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비밀번호 재설정 화면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CH-U-LO-02-02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재설정 입력 값을 입력하지 않고 변경버튼 시도 시</a:t>
                      </a:r>
                      <a:endParaRPr lang="en-US" altLang="ko-KR" sz="8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변경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새로운 비밀번호를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 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lang="ko-KR" altLang="en-US" sz="800" kern="120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미입력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항목 포커스 이동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837436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비밀번호 재설정 화면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CH-U-LO-02-02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재설정 입력 값이 입력 조건에 맞지 않을 경우</a:t>
                      </a:r>
                      <a:endParaRPr lang="en-US" altLang="ko-KR" sz="8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변경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</a:rPr>
                        <a:t>영문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</a:rPr>
                        <a:t>숫자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</a:rPr>
                        <a:t>특수문자 조합 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</a:rPr>
                        <a:t>8~20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</a:rPr>
                        <a:t>자리로 입력해주세요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29347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비밀번호 재설정 화면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CH-U-LO-02-02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재설정 입력 값이 입력 조건에 맞을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변경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비밀번호가 정상적으로 변경되었습니다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 </a:t>
                      </a: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로그인 화면으로 이동 </a:t>
                      </a:r>
                      <a:r>
                        <a:rPr lang="en-US" altLang="ko-KR" sz="800" spc="-80" dirty="0"/>
                        <a:t>CH-U-LO-01-01</a:t>
                      </a: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369637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비밀번호 재설정 화면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CH-U-LO-02-02</a:t>
                      </a: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새 비밀번호 입력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 입력 값이 다른 경우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비밀번호 변경 버튼 클릭 시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-1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alert </a:t>
                      </a: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입력한 새 비밀번호가 일치하지 않습니다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다시 확인해주세요</a:t>
                      </a:r>
                      <a:r>
                        <a:rPr lang="en-US" altLang="ko-KR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alert </a:t>
                      </a:r>
                      <a:r>
                        <a:rPr lang="ko-KR" altLang="en-US" sz="800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닫음</a:t>
                      </a: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90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2338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07907" y="78285"/>
            <a:ext cx="473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02717" y="330494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7921129" y="58428"/>
            <a:ext cx="96981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CH-U-LO-01-01</a:t>
            </a:r>
            <a:endParaRPr lang="ko-KR" altLang="en-US" sz="1000" spc="-80" dirty="0"/>
          </a:p>
        </p:txBody>
      </p:sp>
      <p:sp>
        <p:nvSpPr>
          <p:cNvPr id="5" name="TextBox 4"/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421252A2-A094-4A35-8DFE-E06C6C044F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9027510"/>
              </p:ext>
            </p:extLst>
          </p:nvPr>
        </p:nvGraphicFramePr>
        <p:xfrm>
          <a:off x="10128399" y="623854"/>
          <a:ext cx="2850436" cy="622274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아이디 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Input box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플레이스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홀더 디폴트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문자 입력 시 사라짐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: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아이디를 입력해주세요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2-1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비밀번호 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Input box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플레이스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홀더 디폴트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문자 입력 시 사라짐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: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비밀번호를 입력해주세요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2-2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비밀번호 보기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숨기기 아이콘 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숨기기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입력한 비밀번호 표시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좌측 예시화면 참고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3-1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아이디 저장 체크 박스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비체크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체크 박스 컬러 온 및 아이디 저장 기능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3-2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상태 유지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비체크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체크 박스 컬러 온 및 자동 로그인 기능 활성화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로그인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상단 입력 값 유효성 체크 후 로그인 처리 후 메인으로 이동 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CH-U-MA-00-00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회원가입 버튼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회원가입 페이지로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     CH-U-JO-01-01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아이디 찾기 텍스트 링크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아이디 찾기 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(TAB)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으로 화면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CH-U-LO-02-01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비밀번호 재설정 텍스트 링크</a:t>
                      </a:r>
                      <a:endParaRPr kumimoji="0" lang="en-US" altLang="ko-KR" sz="800" b="1" i="0" u="sng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비밀번호 재설정 화면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(TAB)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으로 화면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CH-U-LO-02-02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DA4C1347-5AF5-59B9-F5FC-09CFD169BD70}"/>
              </a:ext>
            </a:extLst>
          </p:cNvPr>
          <p:cNvSpPr txBox="1"/>
          <p:nvPr/>
        </p:nvSpPr>
        <p:spPr>
          <a:xfrm>
            <a:off x="1478086" y="1600518"/>
            <a:ext cx="70403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C336E5C-345F-570A-BCF3-A2C63DD5A87B}"/>
              </a:ext>
            </a:extLst>
          </p:cNvPr>
          <p:cNvSpPr/>
          <p:nvPr/>
        </p:nvSpPr>
        <p:spPr>
          <a:xfrm>
            <a:off x="749986" y="2139707"/>
            <a:ext cx="2160240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</a:rPr>
              <a:t>아이디를 입력해주세요</a:t>
            </a:r>
            <a:r>
              <a:rPr lang="en-US" altLang="ko-KR" sz="800" spc="-150" dirty="0">
                <a:solidFill>
                  <a:schemeClr val="bg1">
                    <a:lumMod val="50000"/>
                  </a:schemeClr>
                </a:solidFill>
              </a:rPr>
              <a:t>.</a:t>
            </a:r>
            <a:endParaRPr lang="ko-KR" altLang="en-US" sz="800" spc="-1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9169FDD-9B34-9083-78BB-628137BF9FDF}"/>
              </a:ext>
            </a:extLst>
          </p:cNvPr>
          <p:cNvSpPr/>
          <p:nvPr/>
        </p:nvSpPr>
        <p:spPr>
          <a:xfrm>
            <a:off x="749986" y="2514555"/>
            <a:ext cx="2160240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</a:rPr>
              <a:t>비밀번호를 입력해주세요</a:t>
            </a:r>
            <a:r>
              <a:rPr lang="en-US" altLang="ko-KR" sz="800" spc="-150" dirty="0">
                <a:solidFill>
                  <a:schemeClr val="bg1">
                    <a:lumMod val="50000"/>
                  </a:schemeClr>
                </a:solidFill>
              </a:rPr>
              <a:t>.</a:t>
            </a:r>
            <a:endParaRPr lang="ko-KR" altLang="en-US" sz="800" spc="-15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DE9407B6-DFF3-4293-DEBE-1011F97ED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049" y="2884439"/>
            <a:ext cx="217708" cy="232222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603D65B5-5E00-DBE0-AD90-0A80D32FE221}"/>
              </a:ext>
            </a:extLst>
          </p:cNvPr>
          <p:cNvSpPr txBox="1"/>
          <p:nvPr/>
        </p:nvSpPr>
        <p:spPr>
          <a:xfrm>
            <a:off x="1498903" y="2901217"/>
            <a:ext cx="80342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 상태 유지</a:t>
            </a:r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C2E6D08E-EDAD-8308-2775-95C8345EC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65" y="2882124"/>
            <a:ext cx="217708" cy="232222"/>
          </a:xfrm>
          <a:prstGeom prst="rect">
            <a:avLst/>
          </a:prstGeom>
        </p:spPr>
      </p:pic>
      <p:sp>
        <p:nvSpPr>
          <p:cNvPr id="72" name="직사각형 71">
            <a:extLst>
              <a:ext uri="{FF2B5EF4-FFF2-40B4-BE49-F238E27FC236}">
                <a16:creationId xmlns:a16="http://schemas.microsoft.com/office/drawing/2014/main" id="{D6956C33-F42F-1040-BCAD-09C5264DA8CD}"/>
              </a:ext>
            </a:extLst>
          </p:cNvPr>
          <p:cNvSpPr/>
          <p:nvPr/>
        </p:nvSpPr>
        <p:spPr>
          <a:xfrm>
            <a:off x="749986" y="3250979"/>
            <a:ext cx="2160240" cy="28988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5D6BEE6-DA0A-B9E9-FB1A-6745F75E49AC}"/>
              </a:ext>
            </a:extLst>
          </p:cNvPr>
          <p:cNvSpPr txBox="1"/>
          <p:nvPr/>
        </p:nvSpPr>
        <p:spPr>
          <a:xfrm>
            <a:off x="809083" y="2893323"/>
            <a:ext cx="6190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아이디 저장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0B013999-E25D-A8D7-163B-8A03903425F1}"/>
              </a:ext>
            </a:extLst>
          </p:cNvPr>
          <p:cNvSpPr/>
          <p:nvPr/>
        </p:nvSpPr>
        <p:spPr>
          <a:xfrm>
            <a:off x="749986" y="3597899"/>
            <a:ext cx="2160240" cy="289883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회원가입</a:t>
            </a:r>
          </a:p>
        </p:txBody>
      </p:sp>
      <p:pic>
        <p:nvPicPr>
          <p:cNvPr id="95" name="그림 94">
            <a:extLst>
              <a:ext uri="{FF2B5EF4-FFF2-40B4-BE49-F238E27FC236}">
                <a16:creationId xmlns:a16="http://schemas.microsoft.com/office/drawing/2014/main" id="{8646B2D8-E657-6E42-EF8B-197052982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4683" y="2575771"/>
            <a:ext cx="224408" cy="196357"/>
          </a:xfrm>
          <a:prstGeom prst="rect">
            <a:avLst/>
          </a:prstGeom>
        </p:spPr>
      </p:pic>
      <p:sp>
        <p:nvSpPr>
          <p:cNvPr id="135" name="모서리가 둥근 직사각형 114">
            <a:extLst>
              <a:ext uri="{FF2B5EF4-FFF2-40B4-BE49-F238E27FC236}">
                <a16:creationId xmlns:a16="http://schemas.microsoft.com/office/drawing/2014/main" id="{EDC7C32F-76A0-3F09-A800-DC09FE1C9420}"/>
              </a:ext>
            </a:extLst>
          </p:cNvPr>
          <p:cNvSpPr/>
          <p:nvPr/>
        </p:nvSpPr>
        <p:spPr>
          <a:xfrm>
            <a:off x="2791949" y="206769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8" name="모서리가 둥근 직사각형 114">
            <a:extLst>
              <a:ext uri="{FF2B5EF4-FFF2-40B4-BE49-F238E27FC236}">
                <a16:creationId xmlns:a16="http://schemas.microsoft.com/office/drawing/2014/main" id="{8EB40393-9D15-6F0B-B70A-1B180524604C}"/>
              </a:ext>
            </a:extLst>
          </p:cNvPr>
          <p:cNvSpPr/>
          <p:nvPr/>
        </p:nvSpPr>
        <p:spPr>
          <a:xfrm>
            <a:off x="2810839" y="242376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0" name="모서리가 둥근 직사각형 114">
            <a:extLst>
              <a:ext uri="{FF2B5EF4-FFF2-40B4-BE49-F238E27FC236}">
                <a16:creationId xmlns:a16="http://schemas.microsoft.com/office/drawing/2014/main" id="{02147359-A39C-CC46-2C6A-DD01D983FBA0}"/>
              </a:ext>
            </a:extLst>
          </p:cNvPr>
          <p:cNvSpPr/>
          <p:nvPr/>
        </p:nvSpPr>
        <p:spPr>
          <a:xfrm>
            <a:off x="2810839" y="362856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31F3D960-7A26-15AA-A318-7904BC6803AD}"/>
              </a:ext>
            </a:extLst>
          </p:cNvPr>
          <p:cNvSpPr/>
          <p:nvPr/>
        </p:nvSpPr>
        <p:spPr>
          <a:xfrm>
            <a:off x="10771436" y="2559110"/>
            <a:ext cx="1681224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</a:rPr>
              <a:t>● ● ● ● ● ● ● ● ● ● ● ●</a:t>
            </a: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88A34374-8EA6-E94F-CF2C-950C77ED6133}"/>
              </a:ext>
            </a:extLst>
          </p:cNvPr>
          <p:cNvSpPr/>
          <p:nvPr/>
        </p:nvSpPr>
        <p:spPr>
          <a:xfrm>
            <a:off x="10771436" y="3140723"/>
            <a:ext cx="1681224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Mall20!!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50" name="그림 149">
            <a:extLst>
              <a:ext uri="{FF2B5EF4-FFF2-40B4-BE49-F238E27FC236}">
                <a16:creationId xmlns:a16="http://schemas.microsoft.com/office/drawing/2014/main" id="{7A00DED5-688D-5B8A-2A5A-6AA0A4F27F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06997" y="3173358"/>
            <a:ext cx="210121" cy="224612"/>
          </a:xfrm>
          <a:prstGeom prst="rect">
            <a:avLst/>
          </a:prstGeom>
        </p:spPr>
      </p:pic>
      <p:pic>
        <p:nvPicPr>
          <p:cNvPr id="152" name="그림 151">
            <a:extLst>
              <a:ext uri="{FF2B5EF4-FFF2-40B4-BE49-F238E27FC236}">
                <a16:creationId xmlns:a16="http://schemas.microsoft.com/office/drawing/2014/main" id="{5B5AEE59-D284-6D78-84FA-6200CC894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9853" y="2614181"/>
            <a:ext cx="224408" cy="196357"/>
          </a:xfrm>
          <a:prstGeom prst="rect">
            <a:avLst/>
          </a:prstGeom>
        </p:spPr>
      </p:pic>
      <p:sp>
        <p:nvSpPr>
          <p:cNvPr id="154" name="모서리가 둥근 직사각형 114">
            <a:extLst>
              <a:ext uri="{FF2B5EF4-FFF2-40B4-BE49-F238E27FC236}">
                <a16:creationId xmlns:a16="http://schemas.microsoft.com/office/drawing/2014/main" id="{250A69E8-981D-9A2B-8687-053F207E2374}"/>
              </a:ext>
            </a:extLst>
          </p:cNvPr>
          <p:cNvSpPr/>
          <p:nvPr/>
        </p:nvSpPr>
        <p:spPr>
          <a:xfrm>
            <a:off x="1160134" y="276856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56" name="모서리가 둥근 직사각형 114">
            <a:extLst>
              <a:ext uri="{FF2B5EF4-FFF2-40B4-BE49-F238E27FC236}">
                <a16:creationId xmlns:a16="http://schemas.microsoft.com/office/drawing/2014/main" id="{148B2700-1E6C-02E4-E8CD-9830E1F07D60}"/>
              </a:ext>
            </a:extLst>
          </p:cNvPr>
          <p:cNvSpPr/>
          <p:nvPr/>
        </p:nvSpPr>
        <p:spPr>
          <a:xfrm>
            <a:off x="2110701" y="278271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58" name="모서리가 둥근 직사각형 114">
            <a:extLst>
              <a:ext uri="{FF2B5EF4-FFF2-40B4-BE49-F238E27FC236}">
                <a16:creationId xmlns:a16="http://schemas.microsoft.com/office/drawing/2014/main" id="{0C0F4B23-66C0-2BEF-9BA5-C3B82CF93860}"/>
              </a:ext>
            </a:extLst>
          </p:cNvPr>
          <p:cNvSpPr/>
          <p:nvPr/>
        </p:nvSpPr>
        <p:spPr>
          <a:xfrm>
            <a:off x="2810839" y="316316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1" name="모서리가 둥근 직사각형 114">
            <a:extLst>
              <a:ext uri="{FF2B5EF4-FFF2-40B4-BE49-F238E27FC236}">
                <a16:creationId xmlns:a16="http://schemas.microsoft.com/office/drawing/2014/main" id="{794E9EDF-843E-A6DD-139D-B48094BE9EDA}"/>
              </a:ext>
            </a:extLst>
          </p:cNvPr>
          <p:cNvSpPr/>
          <p:nvPr/>
        </p:nvSpPr>
        <p:spPr>
          <a:xfrm>
            <a:off x="2807574" y="263798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8E4C4936-FD9C-34F9-213D-8789FD77338D}"/>
              </a:ext>
            </a:extLst>
          </p:cNvPr>
          <p:cNvSpPr txBox="1"/>
          <p:nvPr/>
        </p:nvSpPr>
        <p:spPr>
          <a:xfrm>
            <a:off x="10671401" y="2328278"/>
            <a:ext cx="122180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비밀번호 숨기기 시 </a:t>
            </a:r>
            <a:r>
              <a:rPr lang="en-US" altLang="ko-KR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디폴트</a:t>
            </a:r>
            <a:r>
              <a:rPr lang="en-US" altLang="ko-KR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8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CF3A6F97-C545-8AAC-BD1F-F31098207E5F}"/>
              </a:ext>
            </a:extLst>
          </p:cNvPr>
          <p:cNvSpPr txBox="1"/>
          <p:nvPr/>
        </p:nvSpPr>
        <p:spPr>
          <a:xfrm>
            <a:off x="10671729" y="2916213"/>
            <a:ext cx="102463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비밀번호 표시하기시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064375-8CB7-F5B1-0F72-08C8D7A3A2CF}"/>
              </a:ext>
            </a:extLst>
          </p:cNvPr>
          <p:cNvSpPr txBox="1"/>
          <p:nvPr/>
        </p:nvSpPr>
        <p:spPr>
          <a:xfrm>
            <a:off x="1000241" y="3966136"/>
            <a:ext cx="18582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아이디 찾기    ｜    비밀번호 재설정</a:t>
            </a:r>
          </a:p>
        </p:txBody>
      </p:sp>
      <p:sp>
        <p:nvSpPr>
          <p:cNvPr id="15" name="모서리가 둥근 직사각형 114">
            <a:extLst>
              <a:ext uri="{FF2B5EF4-FFF2-40B4-BE49-F238E27FC236}">
                <a16:creationId xmlns:a16="http://schemas.microsoft.com/office/drawing/2014/main" id="{0E0928D6-623E-3321-8B35-B98E5B84EA2A}"/>
              </a:ext>
            </a:extLst>
          </p:cNvPr>
          <p:cNvSpPr/>
          <p:nvPr/>
        </p:nvSpPr>
        <p:spPr>
          <a:xfrm>
            <a:off x="1559965" y="389883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" name="모서리가 둥근 직사각형 114">
            <a:extLst>
              <a:ext uri="{FF2B5EF4-FFF2-40B4-BE49-F238E27FC236}">
                <a16:creationId xmlns:a16="http://schemas.microsoft.com/office/drawing/2014/main" id="{8EFEF1F6-13F0-90C1-7AE8-ED64EE068BA3}"/>
              </a:ext>
            </a:extLst>
          </p:cNvPr>
          <p:cNvSpPr/>
          <p:nvPr/>
        </p:nvSpPr>
        <p:spPr>
          <a:xfrm>
            <a:off x="2731345" y="388778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1299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F6914-F303-534B-94EB-405E9D38C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직사각형 59">
            <a:extLst>
              <a:ext uri="{FF2B5EF4-FFF2-40B4-BE49-F238E27FC236}">
                <a16:creationId xmlns:a16="http://schemas.microsoft.com/office/drawing/2014/main" id="{8E4D3BAF-0B77-3A07-A73B-4B53EA74250B}"/>
              </a:ext>
            </a:extLst>
          </p:cNvPr>
          <p:cNvSpPr/>
          <p:nvPr/>
        </p:nvSpPr>
        <p:spPr>
          <a:xfrm>
            <a:off x="166962" y="2052117"/>
            <a:ext cx="3433687" cy="2214388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AD4579-E5CB-87A9-E3DB-1EFFE3406B54}"/>
              </a:ext>
            </a:extLst>
          </p:cNvPr>
          <p:cNvSpPr txBox="1"/>
          <p:nvPr/>
        </p:nvSpPr>
        <p:spPr>
          <a:xfrm>
            <a:off x="1307907" y="78285"/>
            <a:ext cx="93166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아이디 찾기 화면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5526CAA-FA01-459F-9E7D-7B149CE2EF1D}"/>
              </a:ext>
            </a:extLst>
          </p:cNvPr>
          <p:cNvSpPr/>
          <p:nvPr/>
        </p:nvSpPr>
        <p:spPr>
          <a:xfrm>
            <a:off x="7921129" y="58428"/>
            <a:ext cx="96981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CH-U-LO-02-01</a:t>
            </a:r>
            <a:endParaRPr lang="ko-KR" altLang="en-US" sz="1000" spc="-8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27A12E-499B-A233-D3C1-F4DC9F4CB371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2026.06.26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FBB471-CAE2-98B0-F25B-457FAB16A550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9CF35C94-C8A1-983A-DF93-6FD5583E38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6190414"/>
              </p:ext>
            </p:extLst>
          </p:nvPr>
        </p:nvGraphicFramePr>
        <p:xfrm>
          <a:off x="10128399" y="623854"/>
          <a:ext cx="2850436" cy="568864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본인인증 후 아이디 찾기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NICE 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인증 새 창 출력 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CH-U-JO-01-02-01p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본인인증 후 가입 아이디가 없을 경우</a:t>
                      </a:r>
                      <a:r>
                        <a:rPr lang="en-US" altLang="ko-KR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회원정보가 존재하지 않는 다는 </a:t>
                      </a:r>
                      <a:r>
                        <a:rPr lang="ko-KR" altLang="en-US" sz="800" b="0" u="none" kern="0" spc="-150" baseline="0" dirty="0" err="1">
                          <a:solidFill>
                            <a:srgbClr val="C00000"/>
                          </a:solidFill>
                          <a:latin typeface="+mn-ea"/>
                        </a:rPr>
                        <a:t>얼럿</a:t>
                      </a:r>
                      <a:r>
                        <a:rPr lang="ko-KR" altLang="en-US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 출력 </a:t>
                      </a:r>
                      <a:r>
                        <a:rPr lang="en-US" altLang="ko-KR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메시지 정의 참고</a:t>
                      </a:r>
                      <a:r>
                        <a:rPr lang="en-US" altLang="ko-KR" sz="800" b="0" u="none" kern="0" spc="-150" baseline="0" dirty="0">
                          <a:solidFill>
                            <a:srgbClr val="C00000"/>
                          </a:solidFill>
                          <a:latin typeface="+mn-ea"/>
                        </a:rPr>
                        <a:t>)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아이디 데이터 값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본인인증 정상 완료 시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, 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</a:rPr>
                        <a:t>아이디 값 출력</a:t>
                      </a: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로그인하러 가기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로그인 화면으로 이동 </a:t>
                      </a:r>
                      <a:r>
                        <a:rPr lang="en-US" altLang="ko-KR" sz="800" spc="-80" dirty="0"/>
                        <a:t>CH-U-LO-01-01</a:t>
                      </a:r>
                      <a:endParaRPr lang="ko-KR" altLang="en-US" sz="800" spc="-80" dirty="0"/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4-1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새 비밀번호 입력 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플레이스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홀더 디폴트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문자 입력 시 사라짐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: </a:t>
                      </a:r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새 비밀번호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/ </a:t>
                      </a:r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영문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,</a:t>
                      </a:r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숫자 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,</a:t>
                      </a:r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특수문자 조합 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8~20</a:t>
                      </a:r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자리</a:t>
                      </a: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4-2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새 비밀번호 확인 입력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플레이스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홀더 디폴트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문자 입력 시 사라짐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: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새 비밀번호 확인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4-3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비밀번호 변경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유효성 체크 후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얼럿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정상 완료 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로그인 화면으로 이동 </a:t>
                      </a:r>
                      <a:r>
                        <a:rPr lang="en-US" altLang="ko-KR" sz="800" spc="-80" dirty="0"/>
                        <a:t>CH-U-LO-01-01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8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8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비밀번호 보기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숨기기 아이콘 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숨기기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입력한 비밀번호 표시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좌측 예시화면 참고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8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8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8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8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8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8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8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8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8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8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8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9985A45F-AC92-B88D-FE7A-7B2E1A920C86}"/>
              </a:ext>
            </a:extLst>
          </p:cNvPr>
          <p:cNvSpPr/>
          <p:nvPr/>
        </p:nvSpPr>
        <p:spPr>
          <a:xfrm>
            <a:off x="805536" y="2440503"/>
            <a:ext cx="2160240" cy="289883"/>
          </a:xfrm>
          <a:prstGeom prst="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본인인증 후 아이디 찾기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3432F3-303E-4020-3366-4E00167609D5}"/>
              </a:ext>
            </a:extLst>
          </p:cNvPr>
          <p:cNvSpPr txBox="1"/>
          <p:nvPr/>
        </p:nvSpPr>
        <p:spPr>
          <a:xfrm>
            <a:off x="1302717" y="1599409"/>
            <a:ext cx="109837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아이디 찾기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4E525C2-BE0B-FBBC-9D46-37170A6FF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6149" y="1562650"/>
            <a:ext cx="1080120" cy="1941086"/>
          </a:xfrm>
          <a:prstGeom prst="rect">
            <a:avLst/>
          </a:prstGeom>
        </p:spPr>
      </p:pic>
      <p:sp>
        <p:nvSpPr>
          <p:cNvPr id="33" name="모서리가 둥근 직사각형 114">
            <a:extLst>
              <a:ext uri="{FF2B5EF4-FFF2-40B4-BE49-F238E27FC236}">
                <a16:creationId xmlns:a16="http://schemas.microsoft.com/office/drawing/2014/main" id="{A41E5A92-BB9E-387A-39AE-D03926BDF180}"/>
              </a:ext>
            </a:extLst>
          </p:cNvPr>
          <p:cNvSpPr/>
          <p:nvPr/>
        </p:nvSpPr>
        <p:spPr>
          <a:xfrm>
            <a:off x="2714335" y="236849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A68B6A3-CAD8-B677-17E0-C2A67E47DEC7}"/>
              </a:ext>
            </a:extLst>
          </p:cNvPr>
          <p:cNvSpPr txBox="1"/>
          <p:nvPr/>
        </p:nvSpPr>
        <p:spPr>
          <a:xfrm>
            <a:off x="4248721" y="1331818"/>
            <a:ext cx="1368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/>
              <a:t>CH-U-JO-01-02-01p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5B59E88-1AF1-29FA-9734-63ADA4EC57A6}"/>
              </a:ext>
            </a:extLst>
          </p:cNvPr>
          <p:cNvSpPr txBox="1"/>
          <p:nvPr/>
        </p:nvSpPr>
        <p:spPr>
          <a:xfrm>
            <a:off x="1302717" y="330494"/>
            <a:ext cx="127631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아이디 찾기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CA4CD41-A0C2-A09A-E6B9-730385E4C574}"/>
              </a:ext>
            </a:extLst>
          </p:cNvPr>
          <p:cNvSpPr txBox="1"/>
          <p:nvPr/>
        </p:nvSpPr>
        <p:spPr>
          <a:xfrm>
            <a:off x="670867" y="2124125"/>
            <a:ext cx="7409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0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본인 인증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A518DBA-5294-E736-0231-7B6227F32BB3}"/>
              </a:ext>
            </a:extLst>
          </p:cNvPr>
          <p:cNvSpPr txBox="1"/>
          <p:nvPr/>
        </p:nvSpPr>
        <p:spPr>
          <a:xfrm>
            <a:off x="705038" y="2988221"/>
            <a:ext cx="10855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spc="-150" dirty="0">
                <a:latin typeface="맑은 고딕" panose="020B0503020000020004" pitchFamily="50" charset="-127"/>
              </a:rPr>
              <a:t>2. </a:t>
            </a:r>
            <a:r>
              <a:rPr lang="ko-KR" altLang="en-US" sz="1000" b="1" spc="-150" dirty="0">
                <a:latin typeface="맑은 고딕" panose="020B0503020000020004" pitchFamily="50" charset="-127"/>
              </a:rPr>
              <a:t>아이디 찾기 완료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AC16F7D3-FEB6-30A7-6FFD-1BFEA001ED9D}"/>
              </a:ext>
            </a:extLst>
          </p:cNvPr>
          <p:cNvSpPr/>
          <p:nvPr/>
        </p:nvSpPr>
        <p:spPr>
          <a:xfrm>
            <a:off x="805957" y="3620302"/>
            <a:ext cx="2160240" cy="28988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로그인하러 가기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7BCBB9-4C6D-D8FD-0C23-65F6EE2BAC7A}"/>
              </a:ext>
            </a:extLst>
          </p:cNvPr>
          <p:cNvSpPr txBox="1"/>
          <p:nvPr/>
        </p:nvSpPr>
        <p:spPr>
          <a:xfrm>
            <a:off x="1512417" y="3260262"/>
            <a:ext cx="7473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coner123</a:t>
            </a:r>
            <a:endParaRPr lang="ko-KR" altLang="en-US" sz="1000" b="1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6" name="모서리가 둥근 직사각형 114">
            <a:extLst>
              <a:ext uri="{FF2B5EF4-FFF2-40B4-BE49-F238E27FC236}">
                <a16:creationId xmlns:a16="http://schemas.microsoft.com/office/drawing/2014/main" id="{117D5036-7F39-1E55-B0C6-CCF6F489F888}"/>
              </a:ext>
            </a:extLst>
          </p:cNvPr>
          <p:cNvSpPr/>
          <p:nvPr/>
        </p:nvSpPr>
        <p:spPr>
          <a:xfrm>
            <a:off x="2192214" y="322634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7" name="모서리가 둥근 직사각형 114">
            <a:extLst>
              <a:ext uri="{FF2B5EF4-FFF2-40B4-BE49-F238E27FC236}">
                <a16:creationId xmlns:a16="http://schemas.microsoft.com/office/drawing/2014/main" id="{AEBDB64B-E3CB-AD38-2F9D-9AE8FDF74AD2}"/>
              </a:ext>
            </a:extLst>
          </p:cNvPr>
          <p:cNvSpPr/>
          <p:nvPr/>
        </p:nvSpPr>
        <p:spPr>
          <a:xfrm>
            <a:off x="2843480" y="360277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8349E3FC-BDF1-7A74-1618-E39E434F8D68}"/>
              </a:ext>
            </a:extLst>
          </p:cNvPr>
          <p:cNvSpPr/>
          <p:nvPr/>
        </p:nvSpPr>
        <p:spPr>
          <a:xfrm>
            <a:off x="821394" y="5794682"/>
            <a:ext cx="2160240" cy="289883"/>
          </a:xfrm>
          <a:prstGeom prst="rect">
            <a:avLst/>
          </a:prstGeom>
          <a:solidFill>
            <a:srgbClr val="00206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비밀번호 변경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758D2FD7-6008-C0E5-7B62-CE26190E803B}"/>
              </a:ext>
            </a:extLst>
          </p:cNvPr>
          <p:cNvSpPr/>
          <p:nvPr/>
        </p:nvSpPr>
        <p:spPr>
          <a:xfrm>
            <a:off x="821394" y="5064947"/>
            <a:ext cx="2160240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</a:rPr>
              <a:t>새 비밀번호</a:t>
            </a:r>
            <a:r>
              <a:rPr lang="en-US" altLang="ko-KR" sz="800" spc="-150" dirty="0">
                <a:solidFill>
                  <a:schemeClr val="bg1">
                    <a:lumMod val="50000"/>
                  </a:schemeClr>
                </a:solidFill>
              </a:rPr>
              <a:t>/ </a:t>
            </a:r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</a:rPr>
              <a:t>영문</a:t>
            </a:r>
            <a:r>
              <a:rPr lang="en-US" altLang="ko-KR" sz="800" spc="-150" dirty="0">
                <a:solidFill>
                  <a:schemeClr val="bg1">
                    <a:lumMod val="50000"/>
                  </a:schemeClr>
                </a:solidFill>
              </a:rPr>
              <a:t>,</a:t>
            </a:r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</a:rPr>
              <a:t>숫자 </a:t>
            </a:r>
            <a:r>
              <a:rPr lang="en-US" altLang="ko-KR" sz="800" spc="-150" dirty="0">
                <a:solidFill>
                  <a:schemeClr val="bg1">
                    <a:lumMod val="50000"/>
                  </a:schemeClr>
                </a:solidFill>
              </a:rPr>
              <a:t>,</a:t>
            </a:r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</a:rPr>
              <a:t>특수문자 조합 </a:t>
            </a:r>
            <a:r>
              <a:rPr lang="en-US" altLang="ko-KR" sz="800" spc="-150" dirty="0">
                <a:solidFill>
                  <a:schemeClr val="bg1">
                    <a:lumMod val="50000"/>
                  </a:schemeClr>
                </a:solidFill>
              </a:rPr>
              <a:t>8~20</a:t>
            </a:r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</a:rPr>
              <a:t>자리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F155ABFB-3887-B56B-54BB-43AF4A1534F2}"/>
              </a:ext>
            </a:extLst>
          </p:cNvPr>
          <p:cNvSpPr/>
          <p:nvPr/>
        </p:nvSpPr>
        <p:spPr>
          <a:xfrm>
            <a:off x="821394" y="5439795"/>
            <a:ext cx="2160240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</a:rPr>
              <a:t>새 비밀번호 확인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ADD0D96-BF87-810A-7BF6-F6E63DA904DD}"/>
              </a:ext>
            </a:extLst>
          </p:cNvPr>
          <p:cNvSpPr txBox="1"/>
          <p:nvPr/>
        </p:nvSpPr>
        <p:spPr>
          <a:xfrm>
            <a:off x="409831" y="4637126"/>
            <a:ext cx="301882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비밀번호 분실 시에는 비밀번호 재설정을 진행해 주세요</a:t>
            </a:r>
            <a:r>
              <a:rPr kumimoji="0" lang="en-US" altLang="ko-KR" sz="900" b="1" i="0" u="none" strike="noStrike" kern="1200" cap="none" spc="-15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900" b="1" i="0" u="none" strike="noStrike" kern="1200" cap="none" spc="-15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3C156BF-D90C-3EDA-39F5-DBE027F6210E}"/>
              </a:ext>
            </a:extLst>
          </p:cNvPr>
          <p:cNvSpPr txBox="1"/>
          <p:nvPr/>
        </p:nvSpPr>
        <p:spPr>
          <a:xfrm>
            <a:off x="1011140" y="4406294"/>
            <a:ext cx="16802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잠깐</a:t>
            </a:r>
            <a:r>
              <a:rPr lang="en-US" altLang="ko-KR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!</a:t>
            </a:r>
            <a:r>
              <a:rPr lang="ko-KR" altLang="en-US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비밀번호를 잊어버리셨나요</a:t>
            </a:r>
            <a:r>
              <a:rPr lang="en-US" altLang="ko-KR" sz="900" b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</a:p>
        </p:txBody>
      </p:sp>
      <p:sp>
        <p:nvSpPr>
          <p:cNvPr id="73" name="모서리가 둥근 직사각형 114">
            <a:extLst>
              <a:ext uri="{FF2B5EF4-FFF2-40B4-BE49-F238E27FC236}">
                <a16:creationId xmlns:a16="http://schemas.microsoft.com/office/drawing/2014/main" id="{ED508C82-A14C-5049-45DD-19F879176D0E}"/>
              </a:ext>
            </a:extLst>
          </p:cNvPr>
          <p:cNvSpPr/>
          <p:nvPr/>
        </p:nvSpPr>
        <p:spPr>
          <a:xfrm>
            <a:off x="2945831" y="502678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4" name="모서리가 둥근 직사각형 114">
            <a:extLst>
              <a:ext uri="{FF2B5EF4-FFF2-40B4-BE49-F238E27FC236}">
                <a16:creationId xmlns:a16="http://schemas.microsoft.com/office/drawing/2014/main" id="{A240EEC7-8578-752E-134C-8BC2BA7A8EC9}"/>
              </a:ext>
            </a:extLst>
          </p:cNvPr>
          <p:cNvSpPr/>
          <p:nvPr/>
        </p:nvSpPr>
        <p:spPr>
          <a:xfrm>
            <a:off x="2954855" y="535895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75" name="모서리가 둥근 직사각형 114">
            <a:extLst>
              <a:ext uri="{FF2B5EF4-FFF2-40B4-BE49-F238E27FC236}">
                <a16:creationId xmlns:a16="http://schemas.microsoft.com/office/drawing/2014/main" id="{02DD6E01-032F-58F8-B4A9-7D0B0FCCC0DF}"/>
              </a:ext>
            </a:extLst>
          </p:cNvPr>
          <p:cNvSpPr/>
          <p:nvPr/>
        </p:nvSpPr>
        <p:spPr>
          <a:xfrm>
            <a:off x="2945831" y="578492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4" name="오른쪽 대괄호 83">
            <a:extLst>
              <a:ext uri="{FF2B5EF4-FFF2-40B4-BE49-F238E27FC236}">
                <a16:creationId xmlns:a16="http://schemas.microsoft.com/office/drawing/2014/main" id="{B77C97B5-E9B2-C88D-C2DB-857D91677FFF}"/>
              </a:ext>
            </a:extLst>
          </p:cNvPr>
          <p:cNvSpPr/>
          <p:nvPr/>
        </p:nvSpPr>
        <p:spPr>
          <a:xfrm>
            <a:off x="3661431" y="2988221"/>
            <a:ext cx="305301" cy="3024336"/>
          </a:xfrm>
          <a:prstGeom prst="rightBracket">
            <a:avLst/>
          </a:prstGeom>
          <a:ln w="635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EF2E40D5-71C0-408B-0434-EA4F7D82E89A}"/>
              </a:ext>
            </a:extLst>
          </p:cNvPr>
          <p:cNvSpPr/>
          <p:nvPr/>
        </p:nvSpPr>
        <p:spPr>
          <a:xfrm>
            <a:off x="6411961" y="2469217"/>
            <a:ext cx="2160240" cy="289883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>
                    <a:lumMod val="75000"/>
                  </a:schemeClr>
                </a:solidFill>
              </a:rPr>
              <a:t>본인인증 후 아이디 찾기 </a:t>
            </a:r>
          </a:p>
        </p:txBody>
      </p: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1FEDF3A9-5544-7335-3603-4DC42C154249}"/>
              </a:ext>
            </a:extLst>
          </p:cNvPr>
          <p:cNvCxnSpPr>
            <a:stCxn id="9" idx="3"/>
            <a:endCxn id="26" idx="1"/>
          </p:cNvCxnSpPr>
          <p:nvPr/>
        </p:nvCxnSpPr>
        <p:spPr>
          <a:xfrm flipV="1">
            <a:off x="2965776" y="2533193"/>
            <a:ext cx="1350373" cy="52252"/>
          </a:xfrm>
          <a:prstGeom prst="straightConnector1">
            <a:avLst/>
          </a:prstGeom>
          <a:ln w="3175">
            <a:solidFill>
              <a:srgbClr val="C0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1FD058B2-E56C-5411-5C0C-815773A8D1DF}"/>
              </a:ext>
            </a:extLst>
          </p:cNvPr>
          <p:cNvCxnSpPr>
            <a:cxnSpLocks/>
            <a:endCxn id="87" idx="1"/>
          </p:cNvCxnSpPr>
          <p:nvPr/>
        </p:nvCxnSpPr>
        <p:spPr>
          <a:xfrm>
            <a:off x="5331841" y="2512511"/>
            <a:ext cx="1080120" cy="101648"/>
          </a:xfrm>
          <a:prstGeom prst="straightConnector1">
            <a:avLst/>
          </a:prstGeom>
          <a:ln w="31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6180CB8A-F196-370E-9824-7B64A7A77E03}"/>
              </a:ext>
            </a:extLst>
          </p:cNvPr>
          <p:cNvSpPr txBox="1"/>
          <p:nvPr/>
        </p:nvSpPr>
        <p:spPr>
          <a:xfrm>
            <a:off x="6157184" y="2208861"/>
            <a:ext cx="293650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900" b="1" u="none" kern="0" spc="-150" baseline="0" dirty="0">
                <a:solidFill>
                  <a:srgbClr val="C00000"/>
                </a:solidFill>
                <a:latin typeface="+mn-ea"/>
              </a:rPr>
              <a:t>본인인증 완료 시</a:t>
            </a:r>
            <a:r>
              <a:rPr lang="en-US" altLang="ko-KR" sz="900" b="1" u="none" kern="0" spc="-150" baseline="0" dirty="0">
                <a:solidFill>
                  <a:srgbClr val="C00000"/>
                </a:solidFill>
                <a:latin typeface="+mn-ea"/>
              </a:rPr>
              <a:t>, </a:t>
            </a:r>
            <a:r>
              <a:rPr lang="ko-KR" altLang="en-US" sz="900" b="1" u="none" kern="0" spc="-150" baseline="0" dirty="0">
                <a:solidFill>
                  <a:srgbClr val="C00000"/>
                </a:solidFill>
                <a:latin typeface="+mn-ea"/>
              </a:rPr>
              <a:t>버튼 비활성화 처리  및 </a:t>
            </a:r>
            <a:r>
              <a:rPr lang="en-US" altLang="ko-KR" sz="900" b="1" u="none" kern="0" spc="-150" baseline="0" dirty="0">
                <a:solidFill>
                  <a:srgbClr val="C00000"/>
                </a:solidFill>
                <a:latin typeface="+mn-ea"/>
              </a:rPr>
              <a:t> </a:t>
            </a:r>
            <a:r>
              <a:rPr lang="ko-KR" altLang="en-US" sz="900" b="1" u="none" kern="0" spc="-150" baseline="0" dirty="0">
                <a:solidFill>
                  <a:srgbClr val="C00000"/>
                </a:solidFill>
                <a:latin typeface="+mn-ea"/>
              </a:rPr>
              <a:t>하단 영역 출력</a:t>
            </a:r>
            <a:endParaRPr lang="en-US" altLang="ko-KR" sz="900" b="1" u="none" kern="0" spc="-150" baseline="0" dirty="0">
              <a:solidFill>
                <a:srgbClr val="C00000"/>
              </a:solidFill>
              <a:latin typeface="+mn-ea"/>
            </a:endParaRPr>
          </a:p>
        </p:txBody>
      </p:sp>
      <p:cxnSp>
        <p:nvCxnSpPr>
          <p:cNvPr id="98" name="연결선: 꺾임 97">
            <a:extLst>
              <a:ext uri="{FF2B5EF4-FFF2-40B4-BE49-F238E27FC236}">
                <a16:creationId xmlns:a16="http://schemas.microsoft.com/office/drawing/2014/main" id="{9668846F-A658-D6AE-7ED6-CB60A02514E0}"/>
              </a:ext>
            </a:extLst>
          </p:cNvPr>
          <p:cNvCxnSpPr>
            <a:stCxn id="87" idx="2"/>
          </p:cNvCxnSpPr>
          <p:nvPr/>
        </p:nvCxnSpPr>
        <p:spPr>
          <a:xfrm rot="5400000">
            <a:off x="4879267" y="1984538"/>
            <a:ext cx="1838253" cy="3387376"/>
          </a:xfrm>
          <a:prstGeom prst="bentConnector2">
            <a:avLst/>
          </a:prstGeom>
          <a:ln w="3175">
            <a:solidFill>
              <a:srgbClr val="C0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0" name="그림 99">
            <a:extLst>
              <a:ext uri="{FF2B5EF4-FFF2-40B4-BE49-F238E27FC236}">
                <a16:creationId xmlns:a16="http://schemas.microsoft.com/office/drawing/2014/main" id="{40902642-19C2-6A25-817B-6BB833A30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2541" y="5142893"/>
            <a:ext cx="224408" cy="196357"/>
          </a:xfrm>
          <a:prstGeom prst="rect">
            <a:avLst/>
          </a:prstGeom>
        </p:spPr>
      </p:pic>
      <p:pic>
        <p:nvPicPr>
          <p:cNvPr id="102" name="그림 101">
            <a:extLst>
              <a:ext uri="{FF2B5EF4-FFF2-40B4-BE49-F238E27FC236}">
                <a16:creationId xmlns:a16="http://schemas.microsoft.com/office/drawing/2014/main" id="{B866EE5E-0688-D08C-E99F-711B40532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1276" y="5502970"/>
            <a:ext cx="224408" cy="196357"/>
          </a:xfrm>
          <a:prstGeom prst="rect">
            <a:avLst/>
          </a:prstGeom>
        </p:spPr>
      </p:pic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BB44E82B-1C01-E351-D939-9E19A2EBE3B8}"/>
              </a:ext>
            </a:extLst>
          </p:cNvPr>
          <p:cNvSpPr/>
          <p:nvPr/>
        </p:nvSpPr>
        <p:spPr>
          <a:xfrm>
            <a:off x="10602627" y="4637005"/>
            <a:ext cx="1681224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</a:rPr>
              <a:t>● ● ● ● ● ● ● ● ● ● ● ●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9E29641F-ABB5-BFAE-105C-F6003C3630A9}"/>
              </a:ext>
            </a:extLst>
          </p:cNvPr>
          <p:cNvSpPr/>
          <p:nvPr/>
        </p:nvSpPr>
        <p:spPr>
          <a:xfrm>
            <a:off x="10602627" y="5218618"/>
            <a:ext cx="1681224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Mall20!!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09" name="그림 108">
            <a:extLst>
              <a:ext uri="{FF2B5EF4-FFF2-40B4-BE49-F238E27FC236}">
                <a16:creationId xmlns:a16="http://schemas.microsoft.com/office/drawing/2014/main" id="{704B166E-B8C4-BE72-899E-4C268669BD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38188" y="5251253"/>
            <a:ext cx="210121" cy="224612"/>
          </a:xfrm>
          <a:prstGeom prst="rect">
            <a:avLst/>
          </a:prstGeom>
        </p:spPr>
      </p:pic>
      <p:pic>
        <p:nvPicPr>
          <p:cNvPr id="111" name="그림 110">
            <a:extLst>
              <a:ext uri="{FF2B5EF4-FFF2-40B4-BE49-F238E27FC236}">
                <a16:creationId xmlns:a16="http://schemas.microsoft.com/office/drawing/2014/main" id="{46927459-3183-F008-9015-FFC14FDC1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1044" y="4692076"/>
            <a:ext cx="224408" cy="196357"/>
          </a:xfrm>
          <a:prstGeom prst="rect">
            <a:avLst/>
          </a:prstGeom>
        </p:spPr>
      </p:pic>
      <p:sp>
        <p:nvSpPr>
          <p:cNvPr id="113" name="TextBox 112">
            <a:extLst>
              <a:ext uri="{FF2B5EF4-FFF2-40B4-BE49-F238E27FC236}">
                <a16:creationId xmlns:a16="http://schemas.microsoft.com/office/drawing/2014/main" id="{260E7B4F-359B-7A0B-2D39-5C78BDEA9F8F}"/>
              </a:ext>
            </a:extLst>
          </p:cNvPr>
          <p:cNvSpPr txBox="1"/>
          <p:nvPr/>
        </p:nvSpPr>
        <p:spPr>
          <a:xfrm>
            <a:off x="10502592" y="4406173"/>
            <a:ext cx="122180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비밀번호 숨기기 시 </a:t>
            </a:r>
            <a:r>
              <a:rPr lang="en-US" altLang="ko-KR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디폴트</a:t>
            </a:r>
            <a:r>
              <a:rPr lang="en-US" altLang="ko-KR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8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A215E8C7-8C6A-D784-1082-68E6CE7CE3BD}"/>
              </a:ext>
            </a:extLst>
          </p:cNvPr>
          <p:cNvSpPr txBox="1"/>
          <p:nvPr/>
        </p:nvSpPr>
        <p:spPr>
          <a:xfrm>
            <a:off x="10502920" y="4994108"/>
            <a:ext cx="102463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비밀번호 표시하기시 </a:t>
            </a:r>
          </a:p>
        </p:txBody>
      </p:sp>
    </p:spTree>
    <p:extLst>
      <p:ext uri="{BB962C8B-B14F-4D97-AF65-F5344CB8AC3E}">
        <p14:creationId xmlns:p14="http://schemas.microsoft.com/office/powerpoint/2010/main" val="2558901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8063C-2186-EFD9-0852-D54831139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직사각형 47">
            <a:extLst>
              <a:ext uri="{FF2B5EF4-FFF2-40B4-BE49-F238E27FC236}">
                <a16:creationId xmlns:a16="http://schemas.microsoft.com/office/drawing/2014/main" id="{67464E34-83C8-FF2E-335F-B4AB9C360C64}"/>
              </a:ext>
            </a:extLst>
          </p:cNvPr>
          <p:cNvSpPr/>
          <p:nvPr/>
        </p:nvSpPr>
        <p:spPr>
          <a:xfrm>
            <a:off x="166962" y="2052117"/>
            <a:ext cx="3433687" cy="3816424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4417ED-4183-A81E-6AE9-608F0D7D5794}"/>
              </a:ext>
            </a:extLst>
          </p:cNvPr>
          <p:cNvSpPr txBox="1"/>
          <p:nvPr/>
        </p:nvSpPr>
        <p:spPr>
          <a:xfrm>
            <a:off x="1307907" y="78285"/>
            <a:ext cx="10919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비밀번호 재설정 화면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0F95C8D-0643-01B9-5991-ED77DA7BF45A}"/>
              </a:ext>
            </a:extLst>
          </p:cNvPr>
          <p:cNvSpPr/>
          <p:nvPr/>
        </p:nvSpPr>
        <p:spPr>
          <a:xfrm>
            <a:off x="7921129" y="58428"/>
            <a:ext cx="96981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spc="-80" dirty="0"/>
              <a:t>CH-U-LO-02-02</a:t>
            </a:r>
            <a:endParaRPr lang="ko-KR" altLang="en-US" sz="1000" spc="-8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851022-30FD-330B-4AE9-94EB988F0A1C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CA732E-605C-EDED-B04D-D451A95DE937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20E688AA-7EE7-837B-F481-7CE7665517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406020"/>
              </p:ext>
            </p:extLst>
          </p:nvPr>
        </p:nvGraphicFramePr>
        <p:xfrm>
          <a:off x="10094945" y="643056"/>
          <a:ext cx="2850436" cy="573506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1-1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아이디 입력 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Input box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플레이스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홀더 디폴트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문자 입력 시 사라짐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: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아이디를 입력해주세요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1-2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확인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유효성 체크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1-1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유효성 체크 후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가입 된 아이디가 있을 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2-1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번 버튼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2-2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로 활성화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가입 된 아이디가 없을 경우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얼럿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2-1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본인인증 후 비밀번호 재설정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디폴트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비활성화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2-2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본인인증 후 비밀번호 재설정 버튼</a:t>
                      </a:r>
                      <a:endParaRPr lang="en-US" altLang="ko-KR" sz="800" b="0" u="none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NICE </a:t>
                      </a:r>
                      <a:r>
                        <a:rPr lang="ko-KR" altLang="en-US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인증 새 창 출력 </a:t>
                      </a:r>
                      <a:r>
                        <a:rPr lang="en-US" altLang="ko-KR" sz="800" b="0" u="none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CH-U-JO-01-02-01p</a:t>
                      </a: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70" baseline="0" dirty="0">
                          <a:solidFill>
                            <a:srgbClr val="C00000"/>
                          </a:solidFill>
                          <a:latin typeface="+mn-ea"/>
                        </a:rPr>
                        <a:t>본인인증 정상 완료 시 </a:t>
                      </a:r>
                      <a:r>
                        <a:rPr lang="en-US" altLang="ko-KR" sz="800" b="0" u="none" kern="0" spc="-70" baseline="0" dirty="0">
                          <a:solidFill>
                            <a:srgbClr val="C00000"/>
                          </a:solidFill>
                          <a:latin typeface="+mn-ea"/>
                        </a:rPr>
                        <a:t>1-1 Read only </a:t>
                      </a:r>
                      <a:r>
                        <a:rPr lang="ko-KR" altLang="en-US" sz="800" b="0" u="none" kern="0" spc="-70" baseline="0" dirty="0">
                          <a:solidFill>
                            <a:srgbClr val="C00000"/>
                          </a:solidFill>
                          <a:latin typeface="+mn-ea"/>
                        </a:rPr>
                        <a:t>처리</a:t>
                      </a:r>
                      <a:endParaRPr lang="en-US" altLang="ko-KR" sz="800" b="0" u="none" kern="0" spc="-70" baseline="0" dirty="0">
                        <a:solidFill>
                          <a:srgbClr val="C0000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3-1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새 비밀번호 입력 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플레이스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홀더 디폴트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문자 입력 시 사라짐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: </a:t>
                      </a:r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새 비밀번호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/ </a:t>
                      </a:r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영문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,</a:t>
                      </a:r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숫자 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,</a:t>
                      </a:r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특수문자 조합 </a:t>
                      </a:r>
                      <a:r>
                        <a:rPr lang="en-US" altLang="ko-KR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8~20</a:t>
                      </a:r>
                      <a:r>
                        <a:rPr lang="ko-KR" altLang="en-US" sz="800" spc="-15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자리</a:t>
                      </a: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3-2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새 비밀번호 확인 입력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플레이스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홀더 디폴트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문자 입력 시 사라짐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 :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새 비밀번호 확인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3-3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비밀번호 변경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유효성 체크 후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얼럿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출력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정상 완료 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로그인 화면으로 이동 </a:t>
                      </a:r>
                      <a:r>
                        <a:rPr lang="en-US" altLang="ko-KR" sz="800" spc="-80" dirty="0"/>
                        <a:t>CH-U-LO-01-01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8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8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비밀번호 보기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숨기기 아이콘 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</a:t>
                      </a: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디폴트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숨기기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입력한 비밀번호 표시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좌측 예시화면 참고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8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8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8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8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8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8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8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8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8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A6B33BD5-A400-F75D-C200-C8BD03591545}"/>
              </a:ext>
            </a:extLst>
          </p:cNvPr>
          <p:cNvSpPr/>
          <p:nvPr/>
        </p:nvSpPr>
        <p:spPr>
          <a:xfrm>
            <a:off x="803178" y="2986370"/>
            <a:ext cx="2160240" cy="289883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>
                    <a:lumMod val="75000"/>
                  </a:schemeClr>
                </a:solidFill>
              </a:rPr>
              <a:t>본인인증 후 비밀번호 재설정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C5308B-1548-EF59-875C-809ED66C9B42}"/>
              </a:ext>
            </a:extLst>
          </p:cNvPr>
          <p:cNvSpPr txBox="1"/>
          <p:nvPr/>
        </p:nvSpPr>
        <p:spPr>
          <a:xfrm>
            <a:off x="1160985" y="1620069"/>
            <a:ext cx="144462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비밀번호 재설정</a:t>
            </a:r>
          </a:p>
        </p:txBody>
      </p:sp>
      <p:sp>
        <p:nvSpPr>
          <p:cNvPr id="33" name="모서리가 둥근 직사각형 114">
            <a:extLst>
              <a:ext uri="{FF2B5EF4-FFF2-40B4-BE49-F238E27FC236}">
                <a16:creationId xmlns:a16="http://schemas.microsoft.com/office/drawing/2014/main" id="{028DF530-BD68-5976-B9B8-B7CBC55A9C5B}"/>
              </a:ext>
            </a:extLst>
          </p:cNvPr>
          <p:cNvSpPr/>
          <p:nvPr/>
        </p:nvSpPr>
        <p:spPr>
          <a:xfrm>
            <a:off x="2745727" y="291436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060A908-48C2-26FF-9BCA-D62FCED001DF}"/>
              </a:ext>
            </a:extLst>
          </p:cNvPr>
          <p:cNvSpPr/>
          <p:nvPr/>
        </p:nvSpPr>
        <p:spPr>
          <a:xfrm>
            <a:off x="803178" y="2535093"/>
            <a:ext cx="1645343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</a:rPr>
              <a:t>아이디를 입력해주세요</a:t>
            </a:r>
            <a:r>
              <a:rPr lang="en-US" altLang="ko-KR" sz="800" spc="-150" dirty="0">
                <a:solidFill>
                  <a:schemeClr val="bg1">
                    <a:lumMod val="50000"/>
                  </a:schemeClr>
                </a:solidFill>
              </a:rPr>
              <a:t>.</a:t>
            </a:r>
            <a:endParaRPr lang="ko-KR" altLang="en-US" sz="800" spc="-1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06BE4F0-77A1-CDA5-7319-0D508C56F799}"/>
              </a:ext>
            </a:extLst>
          </p:cNvPr>
          <p:cNvSpPr/>
          <p:nvPr/>
        </p:nvSpPr>
        <p:spPr>
          <a:xfrm>
            <a:off x="2556577" y="2547852"/>
            <a:ext cx="396000" cy="27712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</a:t>
            </a:r>
          </a:p>
        </p:txBody>
      </p:sp>
      <p:sp>
        <p:nvSpPr>
          <p:cNvPr id="20" name="모서리가 둥근 직사각형 114">
            <a:extLst>
              <a:ext uri="{FF2B5EF4-FFF2-40B4-BE49-F238E27FC236}">
                <a16:creationId xmlns:a16="http://schemas.microsoft.com/office/drawing/2014/main" id="{946D71DE-5D0D-C29A-722E-9C18F5BB3D6F}"/>
              </a:ext>
            </a:extLst>
          </p:cNvPr>
          <p:cNvSpPr/>
          <p:nvPr/>
        </p:nvSpPr>
        <p:spPr>
          <a:xfrm>
            <a:off x="2096762" y="243900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5" name="모서리가 둥근 직사각형 114">
            <a:extLst>
              <a:ext uri="{FF2B5EF4-FFF2-40B4-BE49-F238E27FC236}">
                <a16:creationId xmlns:a16="http://schemas.microsoft.com/office/drawing/2014/main" id="{117F510D-9160-E4F2-2E40-CA0BEFEF6FF5}"/>
              </a:ext>
            </a:extLst>
          </p:cNvPr>
          <p:cNvSpPr/>
          <p:nvPr/>
        </p:nvSpPr>
        <p:spPr>
          <a:xfrm>
            <a:off x="2784537" y="244553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CE28909-BC66-A4A9-9E8C-9924381A603F}"/>
              </a:ext>
            </a:extLst>
          </p:cNvPr>
          <p:cNvSpPr txBox="1"/>
          <p:nvPr/>
        </p:nvSpPr>
        <p:spPr>
          <a:xfrm>
            <a:off x="1302717" y="330494"/>
            <a:ext cx="14895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비밀번호 재설정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6349AB1-D51E-CCC9-3AA8-90AEB9F43F61}"/>
              </a:ext>
            </a:extLst>
          </p:cNvPr>
          <p:cNvSpPr txBox="1"/>
          <p:nvPr/>
        </p:nvSpPr>
        <p:spPr>
          <a:xfrm>
            <a:off x="670867" y="2124125"/>
            <a:ext cx="8499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0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아이디 확인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FFD61AD-AE72-866D-24DC-426B6E9D28B8}"/>
              </a:ext>
            </a:extLst>
          </p:cNvPr>
          <p:cNvSpPr/>
          <p:nvPr/>
        </p:nvSpPr>
        <p:spPr>
          <a:xfrm>
            <a:off x="821394" y="4964420"/>
            <a:ext cx="2160240" cy="289883"/>
          </a:xfrm>
          <a:prstGeom prst="rect">
            <a:avLst/>
          </a:prstGeom>
          <a:solidFill>
            <a:srgbClr val="00206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비밀번호 변경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98EA71A7-7AEE-5D5F-B79B-BA92743EEE05}"/>
              </a:ext>
            </a:extLst>
          </p:cNvPr>
          <p:cNvSpPr/>
          <p:nvPr/>
        </p:nvSpPr>
        <p:spPr>
          <a:xfrm>
            <a:off x="821394" y="4234685"/>
            <a:ext cx="2160240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</a:rPr>
              <a:t>새 비밀번호</a:t>
            </a:r>
            <a:r>
              <a:rPr lang="en-US" altLang="ko-KR" sz="800" spc="-150" dirty="0">
                <a:solidFill>
                  <a:schemeClr val="bg1">
                    <a:lumMod val="50000"/>
                  </a:schemeClr>
                </a:solidFill>
              </a:rPr>
              <a:t>/ </a:t>
            </a:r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</a:rPr>
              <a:t>영문</a:t>
            </a:r>
            <a:r>
              <a:rPr lang="en-US" altLang="ko-KR" sz="800" spc="-150" dirty="0">
                <a:solidFill>
                  <a:schemeClr val="bg1">
                    <a:lumMod val="50000"/>
                  </a:schemeClr>
                </a:solidFill>
              </a:rPr>
              <a:t>,</a:t>
            </a:r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</a:rPr>
              <a:t>숫자 </a:t>
            </a:r>
            <a:r>
              <a:rPr lang="en-US" altLang="ko-KR" sz="800" spc="-150" dirty="0">
                <a:solidFill>
                  <a:schemeClr val="bg1">
                    <a:lumMod val="50000"/>
                  </a:schemeClr>
                </a:solidFill>
              </a:rPr>
              <a:t>,</a:t>
            </a:r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</a:rPr>
              <a:t>특수문자 조합 </a:t>
            </a:r>
            <a:r>
              <a:rPr lang="en-US" altLang="ko-KR" sz="800" spc="-150" dirty="0">
                <a:solidFill>
                  <a:schemeClr val="bg1">
                    <a:lumMod val="50000"/>
                  </a:schemeClr>
                </a:solidFill>
              </a:rPr>
              <a:t>8~20</a:t>
            </a:r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</a:rPr>
              <a:t>자리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42662E5-4EC8-FCFC-B493-A97C2CE86926}"/>
              </a:ext>
            </a:extLst>
          </p:cNvPr>
          <p:cNvSpPr/>
          <p:nvPr/>
        </p:nvSpPr>
        <p:spPr>
          <a:xfrm>
            <a:off x="821394" y="4609533"/>
            <a:ext cx="2160240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</a:rPr>
              <a:t>새 비밀번호 확인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366BC9A-4985-0195-A9DD-E8ABF8FA7524}"/>
              </a:ext>
            </a:extLst>
          </p:cNvPr>
          <p:cNvSpPr txBox="1"/>
          <p:nvPr/>
        </p:nvSpPr>
        <p:spPr>
          <a:xfrm>
            <a:off x="409831" y="3924325"/>
            <a:ext cx="301882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-15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비밀번호 재설정을 진행해 주세요</a:t>
            </a:r>
            <a:r>
              <a:rPr kumimoji="0" lang="en-US" altLang="ko-KR" sz="900" i="0" u="none" strike="noStrike" kern="1200" cap="none" spc="-150" normalizeH="0" baseline="0" noProof="0" dirty="0">
                <a:ln>
                  <a:noFill/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900" i="0" u="none" strike="noStrike" kern="1200" cap="none" spc="-150" normalizeH="0" baseline="0" noProof="0" dirty="0">
              <a:ln>
                <a:noFill/>
              </a:ln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315E3C8-8CE2-D8F0-E987-71797C2DE340}"/>
              </a:ext>
            </a:extLst>
          </p:cNvPr>
          <p:cNvSpPr txBox="1"/>
          <p:nvPr/>
        </p:nvSpPr>
        <p:spPr>
          <a:xfrm>
            <a:off x="698127" y="3556490"/>
            <a:ext cx="10679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10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비밀번호 재설정</a:t>
            </a:r>
          </a:p>
        </p:txBody>
      </p:sp>
      <p:sp>
        <p:nvSpPr>
          <p:cNvPr id="71" name="오른쪽 대괄호 70">
            <a:extLst>
              <a:ext uri="{FF2B5EF4-FFF2-40B4-BE49-F238E27FC236}">
                <a16:creationId xmlns:a16="http://schemas.microsoft.com/office/drawing/2014/main" id="{7A9BC4CA-695E-F489-75D0-2E114A9C02CA}"/>
              </a:ext>
            </a:extLst>
          </p:cNvPr>
          <p:cNvSpPr/>
          <p:nvPr/>
        </p:nvSpPr>
        <p:spPr>
          <a:xfrm>
            <a:off x="3631200" y="3494652"/>
            <a:ext cx="305301" cy="1941841"/>
          </a:xfrm>
          <a:prstGeom prst="rightBracket">
            <a:avLst/>
          </a:prstGeom>
          <a:ln w="635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4BCC9808-DA43-F9C0-8F8F-FF9F0BF13628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2963418" y="2511014"/>
            <a:ext cx="1288303" cy="620298"/>
          </a:xfrm>
          <a:prstGeom prst="straightConnector1">
            <a:avLst/>
          </a:prstGeom>
          <a:ln w="3175">
            <a:solidFill>
              <a:srgbClr val="C0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9DC20D32-FE5F-CA19-72F7-CEA061B3B09A}"/>
              </a:ext>
            </a:extLst>
          </p:cNvPr>
          <p:cNvCxnSpPr>
            <a:cxnSpLocks/>
            <a:endCxn id="84" idx="1"/>
          </p:cNvCxnSpPr>
          <p:nvPr/>
        </p:nvCxnSpPr>
        <p:spPr>
          <a:xfrm flipV="1">
            <a:off x="6422802" y="2354621"/>
            <a:ext cx="623318" cy="126753"/>
          </a:xfrm>
          <a:prstGeom prst="straightConnector1">
            <a:avLst/>
          </a:prstGeom>
          <a:ln w="31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0D864992-7D5C-A295-D791-26A07D13D364}"/>
              </a:ext>
            </a:extLst>
          </p:cNvPr>
          <p:cNvSpPr txBox="1"/>
          <p:nvPr/>
        </p:nvSpPr>
        <p:spPr>
          <a:xfrm>
            <a:off x="3742105" y="1827818"/>
            <a:ext cx="293650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marR="0" lvl="0" indent="-171450" algn="l" defTabSz="119640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900" b="1" u="none" kern="0" spc="-150" baseline="0" dirty="0">
                <a:solidFill>
                  <a:srgbClr val="C00000"/>
                </a:solidFill>
                <a:latin typeface="+mn-ea"/>
              </a:rPr>
              <a:t>본인인증 완료 시</a:t>
            </a:r>
            <a:r>
              <a:rPr lang="en-US" altLang="ko-KR" sz="900" b="1" u="none" kern="0" spc="-150" baseline="0" dirty="0">
                <a:solidFill>
                  <a:srgbClr val="C00000"/>
                </a:solidFill>
                <a:latin typeface="+mn-ea"/>
              </a:rPr>
              <a:t>, </a:t>
            </a:r>
            <a:r>
              <a:rPr lang="ko-KR" altLang="en-US" sz="900" b="1" u="none" kern="0" spc="-150" baseline="0" dirty="0">
                <a:solidFill>
                  <a:srgbClr val="C00000"/>
                </a:solidFill>
                <a:latin typeface="+mn-ea"/>
              </a:rPr>
              <a:t>버튼 활성화 처리  및 </a:t>
            </a:r>
            <a:r>
              <a:rPr lang="en-US" altLang="ko-KR" sz="900" b="1" u="none" kern="0" spc="-150" baseline="0" dirty="0">
                <a:solidFill>
                  <a:srgbClr val="C00000"/>
                </a:solidFill>
                <a:latin typeface="+mn-ea"/>
              </a:rPr>
              <a:t> </a:t>
            </a:r>
            <a:r>
              <a:rPr lang="ko-KR" altLang="en-US" sz="900" b="1" u="none" kern="0" spc="-150" baseline="0" dirty="0">
                <a:solidFill>
                  <a:srgbClr val="C00000"/>
                </a:solidFill>
                <a:latin typeface="+mn-ea"/>
              </a:rPr>
              <a:t>하단 영역 출력</a:t>
            </a:r>
            <a:endParaRPr lang="en-US" altLang="ko-KR" sz="900" b="1" u="none" kern="0" spc="-150" baseline="0" dirty="0">
              <a:solidFill>
                <a:srgbClr val="C00000"/>
              </a:solidFill>
              <a:latin typeface="+mn-ea"/>
            </a:endParaRPr>
          </a:p>
        </p:txBody>
      </p:sp>
      <p:cxnSp>
        <p:nvCxnSpPr>
          <p:cNvPr id="76" name="연결선: 꺾임 75">
            <a:extLst>
              <a:ext uri="{FF2B5EF4-FFF2-40B4-BE49-F238E27FC236}">
                <a16:creationId xmlns:a16="http://schemas.microsoft.com/office/drawing/2014/main" id="{8B3D40A0-911F-46D4-6903-164477F53E91}"/>
              </a:ext>
            </a:extLst>
          </p:cNvPr>
          <p:cNvCxnSpPr>
            <a:cxnSpLocks/>
            <a:stCxn id="84" idx="2"/>
          </p:cNvCxnSpPr>
          <p:nvPr/>
        </p:nvCxnSpPr>
        <p:spPr>
          <a:xfrm rot="5400000">
            <a:off x="5209349" y="2220521"/>
            <a:ext cx="1272188" cy="3481474"/>
          </a:xfrm>
          <a:prstGeom prst="bentConnector2">
            <a:avLst/>
          </a:prstGeom>
          <a:ln w="3175">
            <a:solidFill>
              <a:srgbClr val="C0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28BBFC45-3259-6990-AC5E-A77628B2D86C}"/>
              </a:ext>
            </a:extLst>
          </p:cNvPr>
          <p:cNvSpPr/>
          <p:nvPr/>
        </p:nvSpPr>
        <p:spPr>
          <a:xfrm>
            <a:off x="4262562" y="2354621"/>
            <a:ext cx="2160240" cy="28988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spc="-150" dirty="0">
                <a:solidFill>
                  <a:schemeClr val="bg1"/>
                </a:solidFill>
              </a:rPr>
              <a:t>본인인증 후 비밀번호 재설정 </a:t>
            </a:r>
          </a:p>
        </p:txBody>
      </p:sp>
      <p:pic>
        <p:nvPicPr>
          <p:cNvPr id="84" name="그림 83">
            <a:extLst>
              <a:ext uri="{FF2B5EF4-FFF2-40B4-BE49-F238E27FC236}">
                <a16:creationId xmlns:a16="http://schemas.microsoft.com/office/drawing/2014/main" id="{77EEA294-7106-0D96-7C33-5BF6584BB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6120" y="1384078"/>
            <a:ext cx="1080120" cy="1941086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674CC925-35E5-427C-0E75-4B91AC0D8B28}"/>
              </a:ext>
            </a:extLst>
          </p:cNvPr>
          <p:cNvSpPr txBox="1"/>
          <p:nvPr/>
        </p:nvSpPr>
        <p:spPr>
          <a:xfrm>
            <a:off x="6902180" y="1122685"/>
            <a:ext cx="1368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/>
              <a:t>CH-U-JO-01-02-01p</a:t>
            </a:r>
          </a:p>
        </p:txBody>
      </p:sp>
      <p:sp>
        <p:nvSpPr>
          <p:cNvPr id="90" name="모서리가 둥근 직사각형 114">
            <a:extLst>
              <a:ext uri="{FF2B5EF4-FFF2-40B4-BE49-F238E27FC236}">
                <a16:creationId xmlns:a16="http://schemas.microsoft.com/office/drawing/2014/main" id="{3284AD52-A574-51CD-7FF5-B652D51FCA82}"/>
              </a:ext>
            </a:extLst>
          </p:cNvPr>
          <p:cNvSpPr/>
          <p:nvPr/>
        </p:nvSpPr>
        <p:spPr>
          <a:xfrm>
            <a:off x="4262562" y="223653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2" name="모서리가 둥근 직사각형 114">
            <a:extLst>
              <a:ext uri="{FF2B5EF4-FFF2-40B4-BE49-F238E27FC236}">
                <a16:creationId xmlns:a16="http://schemas.microsoft.com/office/drawing/2014/main" id="{D1734F26-4EAB-BC47-F4BA-86A3AFC20254}"/>
              </a:ext>
            </a:extLst>
          </p:cNvPr>
          <p:cNvSpPr/>
          <p:nvPr/>
        </p:nvSpPr>
        <p:spPr>
          <a:xfrm>
            <a:off x="2945831" y="421235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4" name="모서리가 둥근 직사각형 114">
            <a:extLst>
              <a:ext uri="{FF2B5EF4-FFF2-40B4-BE49-F238E27FC236}">
                <a16:creationId xmlns:a16="http://schemas.microsoft.com/office/drawing/2014/main" id="{D58DEA16-7D0D-1EA2-6C5A-29F56083DBE7}"/>
              </a:ext>
            </a:extLst>
          </p:cNvPr>
          <p:cNvSpPr/>
          <p:nvPr/>
        </p:nvSpPr>
        <p:spPr>
          <a:xfrm>
            <a:off x="2954855" y="45445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6" name="모서리가 둥근 직사각형 114">
            <a:extLst>
              <a:ext uri="{FF2B5EF4-FFF2-40B4-BE49-F238E27FC236}">
                <a16:creationId xmlns:a16="http://schemas.microsoft.com/office/drawing/2014/main" id="{2216EC9D-9207-044C-4DDC-CB60C3CEDC0B}"/>
              </a:ext>
            </a:extLst>
          </p:cNvPr>
          <p:cNvSpPr/>
          <p:nvPr/>
        </p:nvSpPr>
        <p:spPr>
          <a:xfrm>
            <a:off x="2945831" y="497049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pic>
        <p:nvPicPr>
          <p:cNvPr id="98" name="그림 97">
            <a:extLst>
              <a:ext uri="{FF2B5EF4-FFF2-40B4-BE49-F238E27FC236}">
                <a16:creationId xmlns:a16="http://schemas.microsoft.com/office/drawing/2014/main" id="{27F25B97-2688-94D5-AA5C-A31444F89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2541" y="4328468"/>
            <a:ext cx="224408" cy="196357"/>
          </a:xfrm>
          <a:prstGeom prst="rect">
            <a:avLst/>
          </a:prstGeom>
        </p:spPr>
      </p:pic>
      <p:pic>
        <p:nvPicPr>
          <p:cNvPr id="100" name="그림 99">
            <a:extLst>
              <a:ext uri="{FF2B5EF4-FFF2-40B4-BE49-F238E27FC236}">
                <a16:creationId xmlns:a16="http://schemas.microsoft.com/office/drawing/2014/main" id="{B4F074F3-47F7-81EF-021C-8339F7D98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1276" y="4688545"/>
            <a:ext cx="224408" cy="196357"/>
          </a:xfrm>
          <a:prstGeom prst="rect">
            <a:avLst/>
          </a:prstGeom>
        </p:spPr>
      </p:pic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AB94323D-A7F9-0FAB-8356-C8D2AB8A6F0D}"/>
              </a:ext>
            </a:extLst>
          </p:cNvPr>
          <p:cNvSpPr/>
          <p:nvPr/>
        </p:nvSpPr>
        <p:spPr>
          <a:xfrm>
            <a:off x="10632393" y="5163269"/>
            <a:ext cx="1681224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800" spc="-150" dirty="0">
                <a:solidFill>
                  <a:schemeClr val="bg1">
                    <a:lumMod val="50000"/>
                  </a:schemeClr>
                </a:solidFill>
              </a:rPr>
              <a:t>● ● ● ● ● ● ● ● ● ● ● ●</a:t>
            </a: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85CF9570-641A-1602-C3D6-32B0268CA504}"/>
              </a:ext>
            </a:extLst>
          </p:cNvPr>
          <p:cNvSpPr/>
          <p:nvPr/>
        </p:nvSpPr>
        <p:spPr>
          <a:xfrm>
            <a:off x="10632393" y="5744882"/>
            <a:ext cx="1681224" cy="28988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Mall20!!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18" name="그림 117">
            <a:extLst>
              <a:ext uri="{FF2B5EF4-FFF2-40B4-BE49-F238E27FC236}">
                <a16:creationId xmlns:a16="http://schemas.microsoft.com/office/drawing/2014/main" id="{15028535-CD6F-A80D-674C-AF5372634E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7954" y="5777517"/>
            <a:ext cx="210121" cy="224612"/>
          </a:xfrm>
          <a:prstGeom prst="rect">
            <a:avLst/>
          </a:prstGeom>
        </p:spPr>
      </p:pic>
      <p:pic>
        <p:nvPicPr>
          <p:cNvPr id="120" name="그림 119">
            <a:extLst>
              <a:ext uri="{FF2B5EF4-FFF2-40B4-BE49-F238E27FC236}">
                <a16:creationId xmlns:a16="http://schemas.microsoft.com/office/drawing/2014/main" id="{44817D61-3AEA-C31B-4E1C-EB0690AD2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0810" y="5218340"/>
            <a:ext cx="224408" cy="196357"/>
          </a:xfrm>
          <a:prstGeom prst="rect">
            <a:avLst/>
          </a:prstGeom>
        </p:spPr>
      </p:pic>
      <p:sp>
        <p:nvSpPr>
          <p:cNvPr id="122" name="TextBox 121">
            <a:extLst>
              <a:ext uri="{FF2B5EF4-FFF2-40B4-BE49-F238E27FC236}">
                <a16:creationId xmlns:a16="http://schemas.microsoft.com/office/drawing/2014/main" id="{B8FBB4DB-120D-69EA-1A10-BEC953D279CA}"/>
              </a:ext>
            </a:extLst>
          </p:cNvPr>
          <p:cNvSpPr txBox="1"/>
          <p:nvPr/>
        </p:nvSpPr>
        <p:spPr>
          <a:xfrm>
            <a:off x="10532358" y="4932437"/>
            <a:ext cx="122180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비밀번호 숨기기 시 </a:t>
            </a:r>
            <a:r>
              <a:rPr lang="en-US" altLang="ko-KR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디폴트</a:t>
            </a:r>
            <a:r>
              <a:rPr lang="en-US" altLang="ko-KR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8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A80F3D1-6286-5E2F-732D-F6BEAE558F42}"/>
              </a:ext>
            </a:extLst>
          </p:cNvPr>
          <p:cNvSpPr txBox="1"/>
          <p:nvPr/>
        </p:nvSpPr>
        <p:spPr>
          <a:xfrm>
            <a:off x="10532686" y="5520372"/>
            <a:ext cx="102463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8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비밀번호 표시하기시 </a:t>
            </a:r>
          </a:p>
        </p:txBody>
      </p:sp>
    </p:spTree>
    <p:extLst>
      <p:ext uri="{BB962C8B-B14F-4D97-AF65-F5344CB8AC3E}">
        <p14:creationId xmlns:p14="http://schemas.microsoft.com/office/powerpoint/2010/main" val="1363160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 w="3175">
          <a:solidFill>
            <a:schemeClr val="tx1">
              <a:lumMod val="50000"/>
              <a:lumOff val="50000"/>
            </a:schemeClr>
          </a:solidFill>
        </a:ln>
      </a:spPr>
      <a:bodyPr wrap="none" rtlCol="0" anchor="ctr"/>
      <a:lstStyle>
        <a:defPPr algn="ctr">
          <a:defRPr sz="1000" dirty="0">
            <a:solidFill>
              <a:schemeClr val="bg1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spc="-150" dirty="0" smtClean="0">
            <a:solidFill>
              <a:schemeClr val="tx1">
                <a:lumMod val="75000"/>
                <a:lumOff val="25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FC4C9E55A6BA342A7080202977ABE50" ma:contentTypeVersion="2" ma:contentTypeDescription="새 문서를 만듭니다." ma:contentTypeScope="" ma:versionID="5f0c3a76909df500a0514a0d061d1777">
  <xsd:schema xmlns:xsd="http://www.w3.org/2001/XMLSchema" xmlns:xs="http://www.w3.org/2001/XMLSchema" xmlns:p="http://schemas.microsoft.com/office/2006/metadata/properties" xmlns:ns3="c79ae3b7-9b9c-40a7-be7f-f9741b338b2e" targetNamespace="http://schemas.microsoft.com/office/2006/metadata/properties" ma:root="true" ma:fieldsID="dafcb9a81abbc5ee8269b4ad7e0634d6" ns3:_="">
    <xsd:import namespace="c79ae3b7-9b9c-40a7-be7f-f9741b338b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ae3b7-9b9c-40a7-be7f-f9741b338b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EC15724-B754-4626-A6C8-8C3D7A19C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9ae3b7-9b9c-40a7-be7f-f9741b338b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C9F6248-8556-459F-BA68-F2ACF0C990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3AB1250-1D00-4EEC-9ABF-992B3C3F3B59}">
  <ds:schemaRefs>
    <ds:schemaRef ds:uri="http://www.w3.org/XML/1998/namespace"/>
    <ds:schemaRef ds:uri="http://schemas.openxmlformats.org/package/2006/metadata/core-properties"/>
    <ds:schemaRef ds:uri="c79ae3b7-9b9c-40a7-be7f-f9741b338b2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11201</TotalTime>
  <Words>1259</Words>
  <Application>Microsoft Office PowerPoint</Application>
  <PresentationFormat>사용자 지정</PresentationFormat>
  <Paragraphs>385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나눔바른고딕OTF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yoon</dc:creator>
  <cp:lastModifiedBy>py ko</cp:lastModifiedBy>
  <cp:revision>1484</cp:revision>
  <dcterms:created xsi:type="dcterms:W3CDTF">2020-09-28T12:25:11Z</dcterms:created>
  <dcterms:modified xsi:type="dcterms:W3CDTF">2026-07-09T07:21:00Z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0x0101005FC4C9E55A6BA342A7080202977ABE50</vt:lpwstr>
  </property>
  <property fmtid="{D5CDD505-2E9C-101B-9397-08002B2CF9AE}" pid="3" name="Fasoo_Trace_ID">
    <vt:lpwstr>eyAibm9kZUNvdW50IjogMiwgIm5vZGUxIiA6IHsiZHNkIjoiMDEwMDAwMDAwMDAwMzI2NyIsImxvZ1RpbWUiOiIyMDI0LTA5LTIzVDA4OjI5OjM4WiIsInBJRCI6MSwicHJvY2Vzc0lkIjo3NzQ5MiwicHJvY2Vzc05hbWUiOiJtc2VkZ2UuZXhlIiwidHJhY2VJZCI6IjQ4M0UwNTgwMjVCRjRERUNCMUQ0MjYzRUQzRjQ2Q0NGIiwidXNlckNvZGUiOiIyMDMxMTk5NiJ9LCJub2RlMiIgOiB7ImRzZCI6IjAxMDAwMDAwMDAwMDMyNjciLCJsb2dUaW1lIjoiMjAyNC0wOS0yM1QwODoyOTozOFoiLCJwSUQiOjEsInByb2Nlc3NJZCI6Nzc0OTIsInByb2Nlc3NOYW1lIjoibXNlZGdlLmV4ZSIsInRyYWNlSWQiOiI0ODNFMDU4MDI1QkY0REVDQjFENDI2M0VEM0Y0NkNDRiIsInVzZXJDb2RlIjoiMjAzMTE5OTYifSwibm9kZTMiIDogeyJkc2QiOiIwMTAwMDAwMDAwMDAzMjY3IiwibG9nVGltZSI6IjIwMjQtMDktMjNUMDg6Mjk6MzhaIiwicElEIjoxLCJwcm9jZXNzSWQiOjc3NDkyLCJwcm9jZXNzTmFtZSI6Im1zZWRnZS5leGUiLCJ0cmFjZUlkIjoiNDgzRTA1ODAyNUJGNERFQ0IxRDQyNjNFRDNGNDZDQ0YiLCJ1c2VyQ29kZSI6IjIwMzExOTk2In0sIm5vZGU0IiA6IHsiZHNkIjoiMDEwMDAwMDAwMDAwMzI2NyIsImxvZ1RpbWUiOiIyMDI0LTA5LTIzVDA4OjI5OjM4WiIsInBJRCI6MSwicHJvY2Vzc0lkIjo3NzQ5MiwicHJvY2Vzc05hbWUiOiJtc2VkZ2UuZXhlIiwidHJhY2VJZCI6IjQ4M0UwNTgwMjVCRjRERUNCMUQ0MjYzRUQzRjQ2Q0NGIiwidXNlckNvZGUiOiIyMDMxMTk5NiJ9LCJub2RlNSIgOiB7ICJ1c2VyQ29kZSIgOiAiIiwgInRyYWNlSWQiIDogIkNENzcwMkJCNzA3MkI1Q0YwNzg4NTE3OTYxMEYxN0VBIiwgImRzZCIgOiAiMDAwMDAwMDAwMDAwMDAwMCIsICJwSUQiIDogIjIwNDgiLCAibG9nVGltZSIgOiAiMjAyNC0wOS0yM1QwODozMjozNloiIH19</vt:lpwstr>
  </property>
  <property fmtid="{D5CDD505-2E9C-101B-9397-08002B2CF9AE}" pid="4" name="FDRClass">
    <vt:lpwstr>0</vt:lpwstr>
  </property>
  <property fmtid="{D5CDD505-2E9C-101B-9397-08002B2CF9AE}" pid="5" name="FDRSet">
    <vt:lpwstr>manual</vt:lpwstr>
  </property>
</Properties>
</file>