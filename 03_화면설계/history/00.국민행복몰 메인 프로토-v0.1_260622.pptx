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1803" r:id="rId5"/>
    <p:sldId id="624" r:id="rId6"/>
    <p:sldId id="1973" r:id="rId7"/>
    <p:sldId id="1972" r:id="rId8"/>
    <p:sldId id="1969" r:id="rId9"/>
    <p:sldId id="1971" r:id="rId10"/>
    <p:sldId id="1977" r:id="rId11"/>
    <p:sldId id="1976" r:id="rId12"/>
    <p:sldId id="1951" r:id="rId13"/>
    <p:sldId id="1952" r:id="rId14"/>
    <p:sldId id="1964" r:id="rId15"/>
    <p:sldId id="1966" r:id="rId16"/>
    <p:sldId id="1974" r:id="rId17"/>
    <p:sldId id="1978" r:id="rId18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862F073-EEFB-46EA-BB38-D9B1D46EB51D}">
          <p14:sldIdLst>
            <p14:sldId id="1803"/>
            <p14:sldId id="624"/>
            <p14:sldId id="1973"/>
            <p14:sldId id="1972"/>
            <p14:sldId id="1969"/>
            <p14:sldId id="1971"/>
          </p14:sldIdLst>
        </p14:section>
        <p14:section name="메인 A타입" id="{6D90CCF4-2B3B-4522-B3DC-4E691DDC4C47}">
          <p14:sldIdLst>
            <p14:sldId id="1977"/>
            <p14:sldId id="1976"/>
            <p14:sldId id="1951"/>
            <p14:sldId id="1952"/>
            <p14:sldId id="1964"/>
            <p14:sldId id="1966"/>
            <p14:sldId id="1974"/>
          </p14:sldIdLst>
        </p14:section>
        <p14:section name="메인 B타입" id="{9DC150BB-FC12-4A1C-9A28-5C7C10766B10}">
          <p14:sldIdLst>
            <p14:sldId id="19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00589A"/>
    <a:srgbClr val="F9B129"/>
    <a:srgbClr val="235A9A"/>
    <a:srgbClr val="34A44E"/>
    <a:srgbClr val="97C139"/>
    <a:srgbClr val="FFFFFF"/>
    <a:srgbClr val="190DB3"/>
    <a:srgbClr val="56AE52"/>
    <a:srgbClr val="342F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91" autoAdjust="0"/>
  </p:normalViewPr>
  <p:slideViewPr>
    <p:cSldViewPr>
      <p:cViewPr varScale="1">
        <p:scale>
          <a:sx n="136" d="100"/>
          <a:sy n="136" d="100"/>
        </p:scale>
        <p:origin x="162" y="96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선진" userId="2fd7d7e9-5a49-409f-ba72-b2984fb79a4b" providerId="ADAL" clId="{03523254-5EB2-4850-B769-C28839106052}"/>
    <pc:docChg chg="undo redo custSel modSld">
      <pc:chgData name="정선진" userId="2fd7d7e9-5a49-409f-ba72-b2984fb79a4b" providerId="ADAL" clId="{03523254-5EB2-4850-B769-C28839106052}" dt="2020-12-08T15:22:20.982" v="760" actId="20577"/>
      <pc:docMkLst>
        <pc:docMk/>
      </pc:docMkLst>
      <pc:sldChg chg="modSp mod">
        <pc:chgData name="정선진" userId="2fd7d7e9-5a49-409f-ba72-b2984fb79a4b" providerId="ADAL" clId="{03523254-5EB2-4850-B769-C28839106052}" dt="2020-12-08T15:21:58.386" v="756" actId="20577"/>
        <pc:sldMkLst>
          <pc:docMk/>
          <pc:sldMk cId="86950737" sldId="624"/>
        </pc:sldMkLst>
        <pc:graphicFrameChg chg="mod modGraphic">
          <ac:chgData name="정선진" userId="2fd7d7e9-5a49-409f-ba72-b2984fb79a4b" providerId="ADAL" clId="{03523254-5EB2-4850-B769-C28839106052}" dt="2020-12-08T15:21:58.386" v="756" actId="20577"/>
          <ac:graphicFrameMkLst>
            <pc:docMk/>
            <pc:sldMk cId="86950737" sldId="624"/>
            <ac:graphicFrameMk id="5" creationId="{00000000-0000-0000-0000-000000000000}"/>
          </ac:graphicFrameMkLst>
        </pc:graphicFrameChg>
      </pc:sldChg>
      <pc:sldChg chg="modSp mod">
        <pc:chgData name="정선진" userId="2fd7d7e9-5a49-409f-ba72-b2984fb79a4b" providerId="ADAL" clId="{03523254-5EB2-4850-B769-C28839106052}" dt="2020-12-08T15:22:20.982" v="760" actId="20577"/>
        <pc:sldMkLst>
          <pc:docMk/>
          <pc:sldMk cId="531880422" sldId="1803"/>
        </pc:sldMkLst>
        <pc:spChg chg="mod">
          <ac:chgData name="정선진" userId="2fd7d7e9-5a49-409f-ba72-b2984fb79a4b" providerId="ADAL" clId="{03523254-5EB2-4850-B769-C28839106052}" dt="2020-12-08T15:22:18.794" v="758" actId="20577"/>
          <ac:spMkLst>
            <pc:docMk/>
            <pc:sldMk cId="531880422" sldId="1803"/>
            <ac:spMk id="7" creationId="{0D733168-3CE9-4603-B6A6-E5857DF55BB5}"/>
          </ac:spMkLst>
        </pc:spChg>
        <pc:spChg chg="mod">
          <ac:chgData name="정선진" userId="2fd7d7e9-5a49-409f-ba72-b2984fb79a4b" providerId="ADAL" clId="{03523254-5EB2-4850-B769-C28839106052}" dt="2020-12-08T15:22:20.982" v="760" actId="20577"/>
          <ac:spMkLst>
            <pc:docMk/>
            <pc:sldMk cId="531880422" sldId="1803"/>
            <ac:spMk id="9" creationId="{A7F1D930-481B-46EF-BFB3-1BE2E4AD196B}"/>
          </ac:spMkLst>
        </pc:spChg>
      </pc:sldChg>
      <pc:sldChg chg="modSp mod">
        <pc:chgData name="정선진" userId="2fd7d7e9-5a49-409f-ba72-b2984fb79a4b" providerId="ADAL" clId="{03523254-5EB2-4850-B769-C28839106052}" dt="2020-12-08T15:19:14.660" v="454" actId="6549"/>
        <pc:sldMkLst>
          <pc:docMk/>
          <pc:sldMk cId="3370358189" sldId="1840"/>
        </pc:sldMkLst>
        <pc:graphicFrameChg chg="mod modGraphic">
          <ac:chgData name="정선진" userId="2fd7d7e9-5a49-409f-ba72-b2984fb79a4b" providerId="ADAL" clId="{03523254-5EB2-4850-B769-C28839106052}" dt="2020-12-08T15:19:14.660" v="454" actId="6549"/>
          <ac:graphicFrameMkLst>
            <pc:docMk/>
            <pc:sldMk cId="3370358189" sldId="1840"/>
            <ac:graphicFrameMk id="52" creationId="{4A89B116-28CB-2A4B-8FCF-B354CD085752}"/>
          </ac:graphicFrameMkLst>
        </pc:graphicFrameChg>
        <pc:graphicFrameChg chg="mod modGraphic">
          <ac:chgData name="정선진" userId="2fd7d7e9-5a49-409f-ba72-b2984fb79a4b" providerId="ADAL" clId="{03523254-5EB2-4850-B769-C28839106052}" dt="2020-12-08T15:18:58.058" v="447" actId="122"/>
          <ac:graphicFrameMkLst>
            <pc:docMk/>
            <pc:sldMk cId="3370358189" sldId="1840"/>
            <ac:graphicFrameMk id="66" creationId="{5E79D65A-0210-894E-9EF9-B71B338A50FA}"/>
          </ac:graphicFrameMkLst>
        </pc:graphicFrameChg>
      </pc:sldChg>
      <pc:sldChg chg="addSp modSp mod">
        <pc:chgData name="정선진" userId="2fd7d7e9-5a49-409f-ba72-b2984fb79a4b" providerId="ADAL" clId="{03523254-5EB2-4850-B769-C28839106052}" dt="2020-12-08T15:20:00.300" v="463" actId="207"/>
        <pc:sldMkLst>
          <pc:docMk/>
          <pc:sldMk cId="3161967529" sldId="1841"/>
        </pc:sldMkLst>
        <pc:spChg chg="mod">
          <ac:chgData name="정선진" userId="2fd7d7e9-5a49-409f-ba72-b2984fb79a4b" providerId="ADAL" clId="{03523254-5EB2-4850-B769-C28839106052}" dt="2020-12-08T15:16:18.823" v="17" actId="14100"/>
          <ac:spMkLst>
            <pc:docMk/>
            <pc:sldMk cId="3161967529" sldId="1841"/>
            <ac:spMk id="11" creationId="{12318EEE-BF5D-40D8-8409-32ED30671EF6}"/>
          </ac:spMkLst>
        </pc:spChg>
        <pc:spChg chg="mod">
          <ac:chgData name="정선진" userId="2fd7d7e9-5a49-409f-ba72-b2984fb79a4b" providerId="ADAL" clId="{03523254-5EB2-4850-B769-C28839106052}" dt="2020-12-08T15:20:00.300" v="463" actId="207"/>
          <ac:spMkLst>
            <pc:docMk/>
            <pc:sldMk cId="3161967529" sldId="1841"/>
            <ac:spMk id="16" creationId="{2EEF2481-10B4-41A3-B919-3F8D8C750125}"/>
          </ac:spMkLst>
        </pc:spChg>
        <pc:spChg chg="mod">
          <ac:chgData name="정선진" userId="2fd7d7e9-5a49-409f-ba72-b2984fb79a4b" providerId="ADAL" clId="{03523254-5EB2-4850-B769-C28839106052}" dt="2020-12-08T15:16:07.046" v="12" actId="1076"/>
          <ac:spMkLst>
            <pc:docMk/>
            <pc:sldMk cId="3161967529" sldId="1841"/>
            <ac:spMk id="17" creationId="{449E62E7-2759-4631-B4B4-45F423FF55E7}"/>
          </ac:spMkLst>
        </pc:spChg>
        <pc:spChg chg="mod">
          <ac:chgData name="정선진" userId="2fd7d7e9-5a49-409f-ba72-b2984fb79a4b" providerId="ADAL" clId="{03523254-5EB2-4850-B769-C28839106052}" dt="2020-12-08T15:15:36.247" v="5" actId="1076"/>
          <ac:spMkLst>
            <pc:docMk/>
            <pc:sldMk cId="3161967529" sldId="1841"/>
            <ac:spMk id="18" creationId="{39E5D2BD-EF80-4BDE-9B6B-C91F4A8A2B67}"/>
          </ac:spMkLst>
        </pc:spChg>
        <pc:spChg chg="add mod">
          <ac:chgData name="정선진" userId="2fd7d7e9-5a49-409f-ba72-b2984fb79a4b" providerId="ADAL" clId="{03523254-5EB2-4850-B769-C28839106052}" dt="2020-12-08T15:15:38.745" v="7" actId="20577"/>
          <ac:spMkLst>
            <pc:docMk/>
            <pc:sldMk cId="3161967529" sldId="1841"/>
            <ac:spMk id="19" creationId="{BC3F4E6B-32FB-4AC2-AF94-10701466FB2D}"/>
          </ac:spMkLst>
        </pc:spChg>
        <pc:graphicFrameChg chg="modGraphic">
          <ac:chgData name="정선진" userId="2fd7d7e9-5a49-409f-ba72-b2984fb79a4b" providerId="ADAL" clId="{03523254-5EB2-4850-B769-C28839106052}" dt="2020-12-08T15:18:24.019" v="436" actId="6549"/>
          <ac:graphicFrameMkLst>
            <pc:docMk/>
            <pc:sldMk cId="3161967529" sldId="1841"/>
            <ac:graphicFrameMk id="7" creationId="{AE155DCC-1061-4637-998A-8B1F00BF731B}"/>
          </ac:graphicFrameMkLst>
        </pc:graphicFrameChg>
        <pc:graphicFrameChg chg="mod modGraphic">
          <ac:chgData name="정선진" userId="2fd7d7e9-5a49-409f-ba72-b2984fb79a4b" providerId="ADAL" clId="{03523254-5EB2-4850-B769-C28839106052}" dt="2020-12-08T15:17:53.044" v="427" actId="6549"/>
          <ac:graphicFrameMkLst>
            <pc:docMk/>
            <pc:sldMk cId="3161967529" sldId="1841"/>
            <ac:graphicFrameMk id="13" creationId="{421252A2-A094-4A35-8DFE-E06C6C044F47}"/>
          </ac:graphicFrameMkLst>
        </pc:graphicFrameChg>
      </pc:sldChg>
      <pc:sldChg chg="addSp delSp modSp mod">
        <pc:chgData name="정선진" userId="2fd7d7e9-5a49-409f-ba72-b2984fb79a4b" providerId="ADAL" clId="{03523254-5EB2-4850-B769-C28839106052}" dt="2020-12-08T15:20:40.587" v="593" actId="6549"/>
        <pc:sldMkLst>
          <pc:docMk/>
          <pc:sldMk cId="3482821350" sldId="1842"/>
        </pc:sldMkLst>
        <pc:spChg chg="mod">
          <ac:chgData name="정선진" userId="2fd7d7e9-5a49-409f-ba72-b2984fb79a4b" providerId="ADAL" clId="{03523254-5EB2-4850-B769-C28839106052}" dt="2020-12-08T15:18:17.142" v="430"/>
          <ac:spMkLst>
            <pc:docMk/>
            <pc:sldMk cId="3482821350" sldId="1842"/>
            <ac:spMk id="3" creationId="{662107FC-656E-421C-9A3F-BEF5A67F3B9A}"/>
          </ac:spMkLst>
        </pc:spChg>
        <pc:spChg chg="mod">
          <ac:chgData name="정선진" userId="2fd7d7e9-5a49-409f-ba72-b2984fb79a4b" providerId="ADAL" clId="{03523254-5EB2-4850-B769-C28839106052}" dt="2020-12-08T15:18:17.142" v="430"/>
          <ac:spMkLst>
            <pc:docMk/>
            <pc:sldMk cId="3482821350" sldId="1842"/>
            <ac:spMk id="5" creationId="{5763DD32-CD72-4769-B75A-8237C499AAED}"/>
          </ac:spMkLst>
        </pc:spChg>
        <pc:spChg chg="mod">
          <ac:chgData name="정선진" userId="2fd7d7e9-5a49-409f-ba72-b2984fb79a4b" providerId="ADAL" clId="{03523254-5EB2-4850-B769-C28839106052}" dt="2020-12-08T15:18:26.622" v="439" actId="6549"/>
          <ac:spMkLst>
            <pc:docMk/>
            <pc:sldMk cId="3482821350" sldId="1842"/>
            <ac:spMk id="8" creationId="{952E9ED7-76BE-487B-973B-FD265B03CC47}"/>
          </ac:spMkLst>
        </pc:spChg>
        <pc:spChg chg="del">
          <ac:chgData name="정선진" userId="2fd7d7e9-5a49-409f-ba72-b2984fb79a4b" providerId="ADAL" clId="{03523254-5EB2-4850-B769-C28839106052}" dt="2020-12-08T15:19:41.053" v="458" actId="478"/>
          <ac:spMkLst>
            <pc:docMk/>
            <pc:sldMk cId="3482821350" sldId="1842"/>
            <ac:spMk id="11" creationId="{12318EEE-BF5D-40D8-8409-32ED30671EF6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3" creationId="{AEC5564C-28DD-4AFE-94B7-3A213F5FD326}"/>
          </ac:spMkLst>
        </pc:spChg>
        <pc:spChg chg="add mod">
          <ac:chgData name="정선진" userId="2fd7d7e9-5a49-409f-ba72-b2984fb79a4b" providerId="ADAL" clId="{03523254-5EB2-4850-B769-C28839106052}" dt="2020-12-08T15:20:05.442" v="467"/>
          <ac:spMkLst>
            <pc:docMk/>
            <pc:sldMk cId="3482821350" sldId="1842"/>
            <ac:spMk id="14" creationId="{48EBFDB6-C15A-404C-A4D4-5AF4AE1D9620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5" creationId="{A61D8278-D2C8-4110-B7E4-22F0432C5582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6" creationId="{D9301602-4121-4C26-8318-8FFE050C2069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7" creationId="{6F01F824-2049-4418-A5F9-03D7E8DAA1F3}"/>
          </ac:spMkLst>
        </pc:spChg>
        <pc:graphicFrameChg chg="modGraphic">
          <ac:chgData name="정선진" userId="2fd7d7e9-5a49-409f-ba72-b2984fb79a4b" providerId="ADAL" clId="{03523254-5EB2-4850-B769-C28839106052}" dt="2020-12-08T15:18:19.875" v="433" actId="6549"/>
          <ac:graphicFrameMkLst>
            <pc:docMk/>
            <pc:sldMk cId="3482821350" sldId="1842"/>
            <ac:graphicFrameMk id="7" creationId="{AE155DCC-1061-4637-998A-8B1F00BF731B}"/>
          </ac:graphicFrameMkLst>
        </pc:graphicFrameChg>
        <pc:graphicFrameChg chg="modGraphic">
          <ac:chgData name="정선진" userId="2fd7d7e9-5a49-409f-ba72-b2984fb79a4b" providerId="ADAL" clId="{03523254-5EB2-4850-B769-C28839106052}" dt="2020-12-08T15:19:25.334" v="457" actId="6549"/>
          <ac:graphicFrameMkLst>
            <pc:docMk/>
            <pc:sldMk cId="3482821350" sldId="1842"/>
            <ac:graphicFrameMk id="9" creationId="{5FCD5B24-5F02-48D2-A860-6CC2D64CCA47}"/>
          </ac:graphicFrameMkLst>
        </pc:graphicFrameChg>
        <pc:graphicFrameChg chg="del">
          <ac:chgData name="정선진" userId="2fd7d7e9-5a49-409f-ba72-b2984fb79a4b" providerId="ADAL" clId="{03523254-5EB2-4850-B769-C28839106052}" dt="2020-12-08T15:18:01.356" v="428" actId="478"/>
          <ac:graphicFrameMkLst>
            <pc:docMk/>
            <pc:sldMk cId="3482821350" sldId="1842"/>
            <ac:graphicFrameMk id="10" creationId="{2A9B4018-8BA9-4E2F-BBA5-DE79845024B3}"/>
          </ac:graphicFrameMkLst>
        </pc:graphicFrameChg>
        <pc:graphicFrameChg chg="add mod modGraphic">
          <ac:chgData name="정선진" userId="2fd7d7e9-5a49-409f-ba72-b2984fb79a4b" providerId="ADAL" clId="{03523254-5EB2-4850-B769-C28839106052}" dt="2020-12-08T15:20:40.587" v="593" actId="6549"/>
          <ac:graphicFrameMkLst>
            <pc:docMk/>
            <pc:sldMk cId="3482821350" sldId="1842"/>
            <ac:graphicFrameMk id="12" creationId="{38EC2856-D00A-4FCA-BA66-56198E6882E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메인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프로토 타입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498387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-U-DE-002</a:t>
                      </a: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2026-06-22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202351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2026-06-22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해상도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360289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36EF-3B6F-A25A-C883-3220BD413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43690C-9CD1-1137-94D1-818043C61563}"/>
              </a:ext>
            </a:extLst>
          </p:cNvPr>
          <p:cNvSpPr txBox="1"/>
          <p:nvPr/>
        </p:nvSpPr>
        <p:spPr>
          <a:xfrm>
            <a:off x="5430843" y="2700189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GNB 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정의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716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5708B-D1C5-F92A-DAB8-F5DC8722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502550EB-D768-9853-106D-6204EAD4E8AC}"/>
              </a:ext>
            </a:extLst>
          </p:cNvPr>
          <p:cNvSpPr/>
          <p:nvPr/>
        </p:nvSpPr>
        <p:spPr>
          <a:xfrm>
            <a:off x="360289" y="1727211"/>
            <a:ext cx="11809312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68489-8035-365A-30F1-8D67519F6964}"/>
              </a:ext>
            </a:extLst>
          </p:cNvPr>
          <p:cNvSpPr txBox="1"/>
          <p:nvPr/>
        </p:nvSpPr>
        <p:spPr>
          <a:xfrm>
            <a:off x="288281" y="190942"/>
            <a:ext cx="1745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PC_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42CCA2-AE79-B32D-C8F0-2DE535B85D17}"/>
              </a:ext>
            </a:extLst>
          </p:cNvPr>
          <p:cNvSpPr txBox="1"/>
          <p:nvPr/>
        </p:nvSpPr>
        <p:spPr>
          <a:xfrm>
            <a:off x="1728441" y="1861241"/>
            <a:ext cx="2525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  상품         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C50804-58F1-AD06-2D7E-666F655E9DF4}"/>
              </a:ext>
            </a:extLst>
          </p:cNvPr>
          <p:cNvSpPr/>
          <p:nvPr/>
        </p:nvSpPr>
        <p:spPr>
          <a:xfrm>
            <a:off x="360288" y="1727210"/>
            <a:ext cx="11809313" cy="50589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076ADF-2806-DA57-B17F-09D600068809}"/>
              </a:ext>
            </a:extLst>
          </p:cNvPr>
          <p:cNvSpPr txBox="1"/>
          <p:nvPr/>
        </p:nvSpPr>
        <p:spPr>
          <a:xfrm>
            <a:off x="288281" y="1404045"/>
            <a:ext cx="25795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메인 상단 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1A4F1D-5F64-9CD6-197C-0E0790609FC9}"/>
              </a:ext>
            </a:extLst>
          </p:cNvPr>
          <p:cNvSpPr txBox="1"/>
          <p:nvPr/>
        </p:nvSpPr>
        <p:spPr>
          <a:xfrm>
            <a:off x="288281" y="2521040"/>
            <a:ext cx="15408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마우스 오버 시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9C43E-37D7-5C17-F6D9-691444DE52F4}"/>
              </a:ext>
            </a:extLst>
          </p:cNvPr>
          <p:cNvSpPr txBox="1"/>
          <p:nvPr/>
        </p:nvSpPr>
        <p:spPr>
          <a:xfrm>
            <a:off x="4032697" y="872384"/>
            <a:ext cx="4728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  <a:endParaRPr lang="en-US" altLang="ko-KR" sz="12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DAE0C7-E779-5A6F-8790-10AF7BC54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836797"/>
            <a:ext cx="1060021" cy="35668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5617FFA4-215A-69FF-CE71-77A4A7FE828A}"/>
              </a:ext>
            </a:extLst>
          </p:cNvPr>
          <p:cNvGrpSpPr/>
          <p:nvPr/>
        </p:nvGrpSpPr>
        <p:grpSpPr>
          <a:xfrm>
            <a:off x="11327687" y="1932452"/>
            <a:ext cx="629913" cy="172355"/>
            <a:chOff x="6148364" y="711082"/>
            <a:chExt cx="1052685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375264D-CA3E-8B13-852E-7D37B5936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4B30EBA-AAEA-C3C3-165E-B3B7A5CB8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CBC87CA-FE27-53B8-F553-DEC2AD782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5F578DD-B835-3856-CBF6-58F313DBCFE4}"/>
              </a:ext>
            </a:extLst>
          </p:cNvPr>
          <p:cNvSpPr/>
          <p:nvPr/>
        </p:nvSpPr>
        <p:spPr>
          <a:xfrm>
            <a:off x="360289" y="2868521"/>
            <a:ext cx="11809312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04CFFF-D9A7-630A-380B-2A814C8CE18A}"/>
              </a:ext>
            </a:extLst>
          </p:cNvPr>
          <p:cNvSpPr txBox="1"/>
          <p:nvPr/>
        </p:nvSpPr>
        <p:spPr>
          <a:xfrm>
            <a:off x="1655697" y="2999936"/>
            <a:ext cx="2771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상품                        커뮤니티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6207A1F-2F68-CA47-3D2C-6C21A59D1EA1}"/>
              </a:ext>
            </a:extLst>
          </p:cNvPr>
          <p:cNvSpPr/>
          <p:nvPr/>
        </p:nvSpPr>
        <p:spPr>
          <a:xfrm>
            <a:off x="360288" y="2868520"/>
            <a:ext cx="11809313" cy="50589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CECD96-CE92-ABD2-BE43-A46AA40C2827}"/>
              </a:ext>
            </a:extLst>
          </p:cNvPr>
          <p:cNvSpPr txBox="1"/>
          <p:nvPr/>
        </p:nvSpPr>
        <p:spPr>
          <a:xfrm>
            <a:off x="2552851" y="3406470"/>
            <a:ext cx="1146468" cy="1561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FF3F85F-32BA-8866-BE91-CE6CC0A70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73" y="2971035"/>
            <a:ext cx="1060021" cy="35668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32FACC-7F3D-E247-3F64-0A7268D052E3}"/>
              </a:ext>
            </a:extLst>
          </p:cNvPr>
          <p:cNvSpPr txBox="1"/>
          <p:nvPr/>
        </p:nvSpPr>
        <p:spPr>
          <a:xfrm>
            <a:off x="1682900" y="3415435"/>
            <a:ext cx="5116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2BD867-84AF-CDDD-2BD6-1A2FE8BFB822}"/>
              </a:ext>
            </a:extLst>
          </p:cNvPr>
          <p:cNvSpPr txBox="1"/>
          <p:nvPr/>
        </p:nvSpPr>
        <p:spPr>
          <a:xfrm>
            <a:off x="3700991" y="3406469"/>
            <a:ext cx="75533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보조금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AILET 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722C7D5-EDDB-632E-970C-48B48CCDFE93}"/>
              </a:ext>
            </a:extLst>
          </p:cNvPr>
          <p:cNvGrpSpPr/>
          <p:nvPr/>
        </p:nvGrpSpPr>
        <p:grpSpPr>
          <a:xfrm>
            <a:off x="11327687" y="3069192"/>
            <a:ext cx="629913" cy="172355"/>
            <a:chOff x="6148364" y="711082"/>
            <a:chExt cx="1052685" cy="288032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AD43F0E0-AFD3-97B3-4954-903859A84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23FC9295-4A34-B9C4-27DE-53CF04C88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28EE6498-AE35-252C-CB9A-0C54DEB4E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7" name="오른쪽 대괄호 26">
            <a:extLst>
              <a:ext uri="{FF2B5EF4-FFF2-40B4-BE49-F238E27FC236}">
                <a16:creationId xmlns:a16="http://schemas.microsoft.com/office/drawing/2014/main" id="{8E652051-DC0D-C3A6-C714-8351CB13360A}"/>
              </a:ext>
            </a:extLst>
          </p:cNvPr>
          <p:cNvSpPr/>
          <p:nvPr/>
        </p:nvSpPr>
        <p:spPr>
          <a:xfrm>
            <a:off x="12202286" y="1747021"/>
            <a:ext cx="162525" cy="466276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9DA09649-291B-A829-D51B-E36E4450BF08}"/>
              </a:ext>
            </a:extLst>
          </p:cNvPr>
          <p:cNvCxnSpPr>
            <a:cxnSpLocks/>
            <a:stCxn id="2" idx="3"/>
            <a:endCxn id="27" idx="2"/>
          </p:cNvCxnSpPr>
          <p:nvPr/>
        </p:nvCxnSpPr>
        <p:spPr>
          <a:xfrm>
            <a:off x="8760885" y="1010884"/>
            <a:ext cx="3603926" cy="969275"/>
          </a:xfrm>
          <a:prstGeom prst="curvedConnector3">
            <a:avLst>
              <a:gd name="adj1" fmla="val 50000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735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4EDC-D628-BE28-8BBB-36340E78A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143C632A-D9E2-9164-4F8B-BCF0240DFFBD}"/>
              </a:ext>
            </a:extLst>
          </p:cNvPr>
          <p:cNvSpPr/>
          <p:nvPr/>
        </p:nvSpPr>
        <p:spPr>
          <a:xfrm>
            <a:off x="360289" y="1295163"/>
            <a:ext cx="4536504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BFF7EA-A2A9-E27A-0CC0-67806375A433}"/>
              </a:ext>
            </a:extLst>
          </p:cNvPr>
          <p:cNvSpPr txBox="1"/>
          <p:nvPr/>
        </p:nvSpPr>
        <p:spPr>
          <a:xfrm>
            <a:off x="288281" y="190942"/>
            <a:ext cx="2672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PC_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메인 모바일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태블릿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  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0633A7-956B-0923-09F1-97CC878405AB}"/>
              </a:ext>
            </a:extLst>
          </p:cNvPr>
          <p:cNvSpPr txBox="1"/>
          <p:nvPr/>
        </p:nvSpPr>
        <p:spPr>
          <a:xfrm>
            <a:off x="432297" y="1692077"/>
            <a:ext cx="1784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DC3FF-51A3-1089-3FB5-E43335CD47F3}"/>
              </a:ext>
            </a:extLst>
          </p:cNvPr>
          <p:cNvSpPr/>
          <p:nvPr/>
        </p:nvSpPr>
        <p:spPr>
          <a:xfrm>
            <a:off x="360288" y="1295162"/>
            <a:ext cx="3816425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ABEAE8-4D3D-ADC7-01E3-6CD4569E16FE}"/>
              </a:ext>
            </a:extLst>
          </p:cNvPr>
          <p:cNvSpPr txBox="1"/>
          <p:nvPr/>
        </p:nvSpPr>
        <p:spPr>
          <a:xfrm>
            <a:off x="288281" y="971997"/>
            <a:ext cx="6591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ⓛ 메인 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338CB0-C76E-3CE7-AC59-A01FE48AF487}"/>
              </a:ext>
            </a:extLst>
          </p:cNvPr>
          <p:cNvSpPr txBox="1"/>
          <p:nvPr/>
        </p:nvSpPr>
        <p:spPr>
          <a:xfrm>
            <a:off x="260432" y="3437701"/>
            <a:ext cx="20329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클릭 후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서브 페이지 진입 시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50D06E-0282-D890-ED2C-91A3C5F2F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335388"/>
            <a:ext cx="1060021" cy="35668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26882DE-B6C0-4879-DF62-3D932CE4365F}"/>
              </a:ext>
            </a:extLst>
          </p:cNvPr>
          <p:cNvGrpSpPr/>
          <p:nvPr/>
        </p:nvGrpSpPr>
        <p:grpSpPr>
          <a:xfrm>
            <a:off x="3474792" y="1431043"/>
            <a:ext cx="629913" cy="172355"/>
            <a:chOff x="6148364" y="711082"/>
            <a:chExt cx="1052685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5A7C43D-1AB9-B9EF-2A49-328E034A9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9067D18-60D9-F5D4-C3C4-4519C0264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7D7D9A4-53B7-2E8A-92EA-EE6AD6A6B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1C363B0-3B05-16AC-51B0-25B7785AD242}"/>
              </a:ext>
            </a:extLst>
          </p:cNvPr>
          <p:cNvSpPr/>
          <p:nvPr/>
        </p:nvSpPr>
        <p:spPr>
          <a:xfrm>
            <a:off x="360289" y="3804625"/>
            <a:ext cx="3816424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42F855-6C33-8086-71D3-7BB9B4B3374B}"/>
              </a:ext>
            </a:extLst>
          </p:cNvPr>
          <p:cNvSpPr txBox="1"/>
          <p:nvPr/>
        </p:nvSpPr>
        <p:spPr>
          <a:xfrm>
            <a:off x="2016473" y="3851526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94E822-7007-0643-DF3C-AB821B4C0F32}"/>
              </a:ext>
            </a:extLst>
          </p:cNvPr>
          <p:cNvSpPr txBox="1"/>
          <p:nvPr/>
        </p:nvSpPr>
        <p:spPr>
          <a:xfrm>
            <a:off x="4149953" y="4747207"/>
            <a:ext cx="362791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영역은 상품 분류 늘어날 것을 고려해 좌우 스크롤 기능을 넣도록 함</a:t>
            </a:r>
            <a:endParaRPr lang="en-US" altLang="ko-KR" sz="10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: https://www.kurly.com/categories/073</a:t>
            </a:r>
            <a:endParaRPr lang="en-US" altLang="ko-KR" sz="10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AD4EF-60E6-EF70-208A-1AB5952E0BE6}"/>
              </a:ext>
            </a:extLst>
          </p:cNvPr>
          <p:cNvSpPr txBox="1"/>
          <p:nvPr/>
        </p:nvSpPr>
        <p:spPr>
          <a:xfrm>
            <a:off x="264447" y="579952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F48D190F-495B-04C8-34F7-CA07BE08176E}"/>
              </a:ext>
            </a:extLst>
          </p:cNvPr>
          <p:cNvCxnSpPr>
            <a:cxnSpLocks/>
            <a:stCxn id="5" idx="3"/>
            <a:endCxn id="4" idx="3"/>
          </p:cNvCxnSpPr>
          <p:nvPr/>
        </p:nvCxnSpPr>
        <p:spPr>
          <a:xfrm flipH="1">
            <a:off x="4176713" y="703063"/>
            <a:ext cx="815922" cy="970577"/>
          </a:xfrm>
          <a:prstGeom prst="curvedConnector3">
            <a:avLst>
              <a:gd name="adj1" fmla="val -28017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44D132E-5FF1-9BE1-A885-004279B358C7}"/>
              </a:ext>
            </a:extLst>
          </p:cNvPr>
          <p:cNvGrpSpPr/>
          <p:nvPr/>
        </p:nvGrpSpPr>
        <p:grpSpPr>
          <a:xfrm>
            <a:off x="3418041" y="3903847"/>
            <a:ext cx="629913" cy="172355"/>
            <a:chOff x="6148364" y="711082"/>
            <a:chExt cx="1052685" cy="28803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FAE997A-399A-8261-6D73-F1D412504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E538504-D03D-B1FB-4F20-D93E6242C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D7D5E6A-069B-EF46-BAD4-ED524FB2D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9D6AB985-66CD-57C8-F573-1E4B2D78B631}"/>
              </a:ext>
            </a:extLst>
          </p:cNvPr>
          <p:cNvSpPr/>
          <p:nvPr/>
        </p:nvSpPr>
        <p:spPr>
          <a:xfrm>
            <a:off x="1036649" y="1667742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083143DE-8F12-4195-9A9D-5A17868F02CE}"/>
              </a:ext>
            </a:extLst>
          </p:cNvPr>
          <p:cNvCxnSpPr>
            <a:cxnSpLocks/>
            <a:stCxn id="19" idx="6"/>
          </p:cNvCxnSpPr>
          <p:nvPr/>
        </p:nvCxnSpPr>
        <p:spPr>
          <a:xfrm>
            <a:off x="1391029" y="1844932"/>
            <a:ext cx="958580" cy="1527643"/>
          </a:xfrm>
          <a:prstGeom prst="curved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3794EA9-6E4C-4B19-5306-B3C30A9B6C09}"/>
              </a:ext>
            </a:extLst>
          </p:cNvPr>
          <p:cNvSpPr txBox="1"/>
          <p:nvPr/>
        </p:nvSpPr>
        <p:spPr>
          <a:xfrm>
            <a:off x="408195" y="4225795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0CF668A-544B-6CA6-A49C-CB15AFB1C6AF}"/>
              </a:ext>
            </a:extLst>
          </p:cNvPr>
          <p:cNvSpPr/>
          <p:nvPr/>
        </p:nvSpPr>
        <p:spPr>
          <a:xfrm>
            <a:off x="475380" y="4384619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DC1797E-9B5C-4EFC-DBF0-EDD5C0A246EE}"/>
              </a:ext>
            </a:extLst>
          </p:cNvPr>
          <p:cNvGrpSpPr/>
          <p:nvPr/>
        </p:nvGrpSpPr>
        <p:grpSpPr>
          <a:xfrm>
            <a:off x="475380" y="4520836"/>
            <a:ext cx="749005" cy="240439"/>
            <a:chOff x="475380" y="4506768"/>
            <a:chExt cx="749005" cy="24043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415CDC-2EC4-0231-8032-32BAF4843EE6}"/>
                </a:ext>
              </a:extLst>
            </p:cNvPr>
            <p:cNvSpPr txBox="1"/>
            <p:nvPr/>
          </p:nvSpPr>
          <p:spPr>
            <a:xfrm>
              <a:off x="617489" y="4516375"/>
              <a:ext cx="3770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분유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0CFC9627-1F39-9229-F225-F4E32D8C1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E6DBA767-7223-4942-C4D9-BFA1EA891E54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4942E24-3A01-E626-A7B6-8F76C5BB230F}"/>
              </a:ext>
            </a:extLst>
          </p:cNvPr>
          <p:cNvGrpSpPr/>
          <p:nvPr/>
        </p:nvGrpSpPr>
        <p:grpSpPr>
          <a:xfrm>
            <a:off x="1269633" y="4520836"/>
            <a:ext cx="749005" cy="240439"/>
            <a:chOff x="475380" y="4506768"/>
            <a:chExt cx="749005" cy="240439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ECE0A96-EB30-9927-9CCF-94AFE88FB50E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기저귀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3E809AF-C042-84A6-03B1-C00C1D36F928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3" name="그림 52">
            <a:extLst>
              <a:ext uri="{FF2B5EF4-FFF2-40B4-BE49-F238E27FC236}">
                <a16:creationId xmlns:a16="http://schemas.microsoft.com/office/drawing/2014/main" id="{2EBB04F3-D519-D0AE-B877-A5DA26C57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432" y="4560001"/>
            <a:ext cx="141696" cy="189716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C29FCC83-855C-84F4-C3FD-A64ED486CC22}"/>
              </a:ext>
            </a:extLst>
          </p:cNvPr>
          <p:cNvGrpSpPr/>
          <p:nvPr/>
        </p:nvGrpSpPr>
        <p:grpSpPr>
          <a:xfrm>
            <a:off x="2079020" y="4520836"/>
            <a:ext cx="749005" cy="240439"/>
            <a:chOff x="475380" y="4506768"/>
            <a:chExt cx="749005" cy="240439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8658D9-FA51-F4D0-C378-2A1555B5B679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물티슈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4BBE7BF7-54CF-1838-ABC8-F1A4CC433377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9" name="그림 58">
            <a:extLst>
              <a:ext uri="{FF2B5EF4-FFF2-40B4-BE49-F238E27FC236}">
                <a16:creationId xmlns:a16="http://schemas.microsoft.com/office/drawing/2014/main" id="{59BA79B5-9E57-B20D-B95F-23A438D990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577" y="4592528"/>
            <a:ext cx="166365" cy="112409"/>
          </a:xfrm>
          <a:prstGeom prst="rect">
            <a:avLst/>
          </a:prstGeom>
        </p:spPr>
      </p:pic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A3E6B2E-9762-DFFC-A19F-9542812AD11E}"/>
              </a:ext>
            </a:extLst>
          </p:cNvPr>
          <p:cNvCxnSpPr>
            <a:cxnSpLocks/>
          </p:cNvCxnSpPr>
          <p:nvPr/>
        </p:nvCxnSpPr>
        <p:spPr>
          <a:xfrm>
            <a:off x="408195" y="4658473"/>
            <a:ext cx="3646454" cy="0"/>
          </a:xfrm>
          <a:prstGeom prst="straightConnector1">
            <a:avLst/>
          </a:prstGeom>
          <a:ln w="63500">
            <a:solidFill>
              <a:srgbClr val="234DD3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오른쪽 대괄호 64">
            <a:extLst>
              <a:ext uri="{FF2B5EF4-FFF2-40B4-BE49-F238E27FC236}">
                <a16:creationId xmlns:a16="http://schemas.microsoft.com/office/drawing/2014/main" id="{B48988D9-3E4A-76B5-D9C4-106ED2D9B196}"/>
              </a:ext>
            </a:extLst>
          </p:cNvPr>
          <p:cNvSpPr/>
          <p:nvPr/>
        </p:nvSpPr>
        <p:spPr>
          <a:xfrm>
            <a:off x="4141605" y="4500389"/>
            <a:ext cx="144016" cy="240437"/>
          </a:xfrm>
          <a:prstGeom prst="rightBracket">
            <a:avLst/>
          </a:prstGeom>
          <a:ln w="6350">
            <a:solidFill>
              <a:srgbClr val="234D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오른쪽 대괄호 66">
            <a:extLst>
              <a:ext uri="{FF2B5EF4-FFF2-40B4-BE49-F238E27FC236}">
                <a16:creationId xmlns:a16="http://schemas.microsoft.com/office/drawing/2014/main" id="{05C2E6AA-CC9E-85BC-7F46-05DDA243C7A9}"/>
              </a:ext>
            </a:extLst>
          </p:cNvPr>
          <p:cNvSpPr/>
          <p:nvPr/>
        </p:nvSpPr>
        <p:spPr>
          <a:xfrm>
            <a:off x="4249281" y="3943373"/>
            <a:ext cx="194008" cy="635087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4DB5DFA-16A4-EB3E-9BCE-9A43A2600764}"/>
              </a:ext>
            </a:extLst>
          </p:cNvPr>
          <p:cNvSpPr txBox="1"/>
          <p:nvPr/>
        </p:nvSpPr>
        <p:spPr>
          <a:xfrm>
            <a:off x="2880569" y="3390379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89" name="연결선: 구부러짐 88">
            <a:extLst>
              <a:ext uri="{FF2B5EF4-FFF2-40B4-BE49-F238E27FC236}">
                <a16:creationId xmlns:a16="http://schemas.microsoft.com/office/drawing/2014/main" id="{CE7AB0B6-2CEA-3BAC-9DD5-8F35A907FAAE}"/>
              </a:ext>
            </a:extLst>
          </p:cNvPr>
          <p:cNvCxnSpPr>
            <a:cxnSpLocks/>
            <a:stCxn id="87" idx="2"/>
            <a:endCxn id="67" idx="2"/>
          </p:cNvCxnSpPr>
          <p:nvPr/>
        </p:nvCxnSpPr>
        <p:spPr>
          <a:xfrm rot="5400000">
            <a:off x="4531818" y="3548071"/>
            <a:ext cx="624317" cy="801374"/>
          </a:xfrm>
          <a:prstGeom prst="curvedConnector4">
            <a:avLst>
              <a:gd name="adj1" fmla="val 35835"/>
              <a:gd name="adj2" fmla="val -347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6379A703-6C7A-8E52-F8BF-F063E8569A38}"/>
              </a:ext>
            </a:extLst>
          </p:cNvPr>
          <p:cNvSpPr/>
          <p:nvPr/>
        </p:nvSpPr>
        <p:spPr>
          <a:xfrm>
            <a:off x="8622483" y="1075317"/>
            <a:ext cx="3159299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F3EF5CB3-66C6-5C86-B2A8-FF10D0364C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0545" y="3085603"/>
            <a:ext cx="333375" cy="295275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891E2263-E9D4-5116-4671-B466F5634F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6925" y="3072611"/>
            <a:ext cx="304800" cy="342900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E34D34FE-95F3-752E-855E-93F8E60591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10550125" y="3110614"/>
            <a:ext cx="334680" cy="250770"/>
          </a:xfrm>
          <a:prstGeom prst="rect">
            <a:avLst/>
          </a:prstGeom>
        </p:spPr>
      </p:pic>
      <p:sp>
        <p:nvSpPr>
          <p:cNvPr id="109" name="순서도: 연결자 108">
            <a:extLst>
              <a:ext uri="{FF2B5EF4-FFF2-40B4-BE49-F238E27FC236}">
                <a16:creationId xmlns:a16="http://schemas.microsoft.com/office/drawing/2014/main" id="{F272EF96-8237-63EE-63AC-A918A3104443}"/>
              </a:ext>
            </a:extLst>
          </p:cNvPr>
          <p:cNvSpPr/>
          <p:nvPr/>
        </p:nvSpPr>
        <p:spPr>
          <a:xfrm>
            <a:off x="11357882" y="3090906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61C6D0DD-42DE-A2D3-875D-6803D7CDFF01}"/>
              </a:ext>
            </a:extLst>
          </p:cNvPr>
          <p:cNvSpPr/>
          <p:nvPr/>
        </p:nvSpPr>
        <p:spPr>
          <a:xfrm>
            <a:off x="8622483" y="3049680"/>
            <a:ext cx="3159299" cy="36166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34F4455-FA16-1207-E73E-2E285C7BBFFB}"/>
              </a:ext>
            </a:extLst>
          </p:cNvPr>
          <p:cNvSpPr txBox="1"/>
          <p:nvPr/>
        </p:nvSpPr>
        <p:spPr>
          <a:xfrm>
            <a:off x="8497193" y="720877"/>
            <a:ext cx="2550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모바일  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only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하단 고정 네비게이션 바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3D613-E5CB-2075-4EA2-EF6FBF7FD8BE}"/>
              </a:ext>
            </a:extLst>
          </p:cNvPr>
          <p:cNvSpPr txBox="1"/>
          <p:nvPr/>
        </p:nvSpPr>
        <p:spPr>
          <a:xfrm>
            <a:off x="381818" y="3826666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BD9D59A-D02A-8AC3-2FCC-DBF2FE0B53E5}"/>
              </a:ext>
            </a:extLst>
          </p:cNvPr>
          <p:cNvCxnSpPr>
            <a:cxnSpLocks/>
          </p:cNvCxnSpPr>
          <p:nvPr/>
        </p:nvCxnSpPr>
        <p:spPr>
          <a:xfrm>
            <a:off x="11496318" y="3380878"/>
            <a:ext cx="285464" cy="112962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8EBF132-D31D-98C2-72E9-95A4061C51B6}"/>
              </a:ext>
            </a:extLst>
          </p:cNvPr>
          <p:cNvSpPr txBox="1"/>
          <p:nvPr/>
        </p:nvSpPr>
        <p:spPr>
          <a:xfrm>
            <a:off x="8700545" y="3683787"/>
            <a:ext cx="244169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카테고리 레이어 열림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메인으로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로그인 페이지로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로그인 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 내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회원정보로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    클릭 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 화면 이동</a:t>
            </a: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D42C024D-BFD0-D05F-3180-DCA0EF3B09F6}"/>
              </a:ext>
            </a:extLst>
          </p:cNvPr>
          <p:cNvSpPr/>
          <p:nvPr/>
        </p:nvSpPr>
        <p:spPr>
          <a:xfrm>
            <a:off x="8785225" y="29159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93B6F6A3-FDFD-4A55-D8BF-2709A83DE2FE}"/>
              </a:ext>
            </a:extLst>
          </p:cNvPr>
          <p:cNvSpPr/>
          <p:nvPr/>
        </p:nvSpPr>
        <p:spPr>
          <a:xfrm>
            <a:off x="9656925" y="29159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925E8624-98DD-039C-9EE5-AF01FB17684A}"/>
              </a:ext>
            </a:extLst>
          </p:cNvPr>
          <p:cNvSpPr/>
          <p:nvPr/>
        </p:nvSpPr>
        <p:spPr>
          <a:xfrm>
            <a:off x="10503969" y="29050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02DB2EA9-3F86-D97F-FCB3-AA24EB31CD74}"/>
              </a:ext>
            </a:extLst>
          </p:cNvPr>
          <p:cNvSpPr/>
          <p:nvPr/>
        </p:nvSpPr>
        <p:spPr>
          <a:xfrm>
            <a:off x="11317437" y="29050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704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80509C-5551-2CAD-E982-8D78C2FA4C00}"/>
              </a:ext>
            </a:extLst>
          </p:cNvPr>
          <p:cNvSpPr txBox="1"/>
          <p:nvPr/>
        </p:nvSpPr>
        <p:spPr>
          <a:xfrm>
            <a:off x="5322639" y="2789327"/>
            <a:ext cx="231666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r>
              <a:rPr lang="en-US" altLang="ko-KR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500" i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 sz="3500" i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타입</a:t>
            </a:r>
          </a:p>
        </p:txBody>
      </p:sp>
    </p:spTree>
    <p:extLst>
      <p:ext uri="{BB962C8B-B14F-4D97-AF65-F5344CB8AC3E}">
        <p14:creationId xmlns:p14="http://schemas.microsoft.com/office/powerpoint/2010/main" val="3511926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메인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432297" y="755973"/>
            <a:ext cx="4536504" cy="61089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5654961" y="1261864"/>
            <a:ext cx="3043412" cy="499001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9374735" y="1260029"/>
            <a:ext cx="2090148" cy="558050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432297" y="755974"/>
            <a:ext cx="453650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9E80EA-A675-BD93-BA5B-CFA1FEEBF534}"/>
              </a:ext>
            </a:extLst>
          </p:cNvPr>
          <p:cNvSpPr/>
          <p:nvPr/>
        </p:nvSpPr>
        <p:spPr>
          <a:xfrm>
            <a:off x="432297" y="1127409"/>
            <a:ext cx="4536504" cy="106872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D74FF9EE-F22B-C17A-5D04-E78A87C3BDC7}"/>
              </a:ext>
            </a:extLst>
          </p:cNvPr>
          <p:cNvSpPr/>
          <p:nvPr/>
        </p:nvSpPr>
        <p:spPr>
          <a:xfrm>
            <a:off x="1162890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D673BB3A-59A5-5E48-AB15-96F7DC7D51BA}"/>
              </a:ext>
            </a:extLst>
          </p:cNvPr>
          <p:cNvSpPr/>
          <p:nvPr/>
        </p:nvSpPr>
        <p:spPr>
          <a:xfrm>
            <a:off x="1830128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022A679D-EB63-1410-F10B-D30C77E395A7}"/>
              </a:ext>
            </a:extLst>
          </p:cNvPr>
          <p:cNvSpPr/>
          <p:nvPr/>
        </p:nvSpPr>
        <p:spPr>
          <a:xfrm>
            <a:off x="249736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E7CC6D08-127F-8AD8-BF94-F4AB6BB2FC13}"/>
              </a:ext>
            </a:extLst>
          </p:cNvPr>
          <p:cNvSpPr/>
          <p:nvPr/>
        </p:nvSpPr>
        <p:spPr>
          <a:xfrm>
            <a:off x="314747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9BA7FBE8-0ACC-A5F5-3A18-A7E64A3368F6}"/>
              </a:ext>
            </a:extLst>
          </p:cNvPr>
          <p:cNvSpPr/>
          <p:nvPr/>
        </p:nvSpPr>
        <p:spPr>
          <a:xfrm>
            <a:off x="3817811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366E1F-338A-B24E-F3D7-68CA3BAEE9BB}"/>
              </a:ext>
            </a:extLst>
          </p:cNvPr>
          <p:cNvSpPr txBox="1"/>
          <p:nvPr/>
        </p:nvSpPr>
        <p:spPr>
          <a:xfrm>
            <a:off x="1118457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80FC47-BB60-26C8-BD3C-4E50D2D1568E}"/>
              </a:ext>
            </a:extLst>
          </p:cNvPr>
          <p:cNvSpPr txBox="1"/>
          <p:nvPr/>
        </p:nvSpPr>
        <p:spPr>
          <a:xfrm>
            <a:off x="1770448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F2B9F7-09CF-AD15-740B-AD21C14599B0}"/>
              </a:ext>
            </a:extLst>
          </p:cNvPr>
          <p:cNvSpPr txBox="1"/>
          <p:nvPr/>
        </p:nvSpPr>
        <p:spPr>
          <a:xfrm>
            <a:off x="2359018" y="2784371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B67A00-D769-4909-9405-B5AAB69605C4}"/>
              </a:ext>
            </a:extLst>
          </p:cNvPr>
          <p:cNvSpPr txBox="1"/>
          <p:nvPr/>
        </p:nvSpPr>
        <p:spPr>
          <a:xfrm>
            <a:off x="3024585" y="2784371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113D84-FA09-B4A9-2632-1E5D6AAC49A1}"/>
              </a:ext>
            </a:extLst>
          </p:cNvPr>
          <p:cNvSpPr txBox="1"/>
          <p:nvPr/>
        </p:nvSpPr>
        <p:spPr>
          <a:xfrm>
            <a:off x="3672657" y="279095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39D104D-41BA-2950-F3D5-D8C459F91B33}"/>
              </a:ext>
            </a:extLst>
          </p:cNvPr>
          <p:cNvGrpSpPr/>
          <p:nvPr/>
        </p:nvGrpSpPr>
        <p:grpSpPr>
          <a:xfrm>
            <a:off x="2186364" y="3091522"/>
            <a:ext cx="1107996" cy="256740"/>
            <a:chOff x="2633068" y="3728198"/>
            <a:chExt cx="1107996" cy="25674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3FB0319-6CEF-CE8B-23AB-DC04153180C6}"/>
                </a:ext>
              </a:extLst>
            </p:cNvPr>
            <p:cNvSpPr txBox="1"/>
            <p:nvPr/>
          </p:nvSpPr>
          <p:spPr>
            <a:xfrm>
              <a:off x="2633068" y="3728198"/>
              <a:ext cx="1107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5E6E8E30-4045-FE4A-B805-369F6829E7A4}"/>
                </a:ext>
              </a:extLst>
            </p:cNvPr>
            <p:cNvSpPr/>
            <p:nvPr/>
          </p:nvSpPr>
          <p:spPr>
            <a:xfrm>
              <a:off x="2751209" y="3912930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E3836AF-20F0-079A-CEAB-1B09886C14FB}"/>
              </a:ext>
            </a:extLst>
          </p:cNvPr>
          <p:cNvSpPr/>
          <p:nvPr/>
        </p:nvSpPr>
        <p:spPr>
          <a:xfrm>
            <a:off x="936353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064810E-631D-2668-DBEE-EB90B99CEF5D}"/>
              </a:ext>
            </a:extLst>
          </p:cNvPr>
          <p:cNvSpPr/>
          <p:nvPr/>
        </p:nvSpPr>
        <p:spPr>
          <a:xfrm>
            <a:off x="1846145" y="344599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3AD4406-5356-289F-24F7-0A08064CAFD0}"/>
              </a:ext>
            </a:extLst>
          </p:cNvPr>
          <p:cNvSpPr/>
          <p:nvPr/>
        </p:nvSpPr>
        <p:spPr>
          <a:xfrm>
            <a:off x="2755937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6D0B9C9-144C-1031-77CF-2853E08EADE9}"/>
              </a:ext>
            </a:extLst>
          </p:cNvPr>
          <p:cNvSpPr/>
          <p:nvPr/>
        </p:nvSpPr>
        <p:spPr>
          <a:xfrm>
            <a:off x="3648526" y="3439345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99FAD0B-301D-372A-EB6C-A0861670C439}"/>
              </a:ext>
            </a:extLst>
          </p:cNvPr>
          <p:cNvSpPr/>
          <p:nvPr/>
        </p:nvSpPr>
        <p:spPr>
          <a:xfrm>
            <a:off x="936353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E604393-4F76-F815-DD4E-0882E11A1896}"/>
              </a:ext>
            </a:extLst>
          </p:cNvPr>
          <p:cNvSpPr/>
          <p:nvPr/>
        </p:nvSpPr>
        <p:spPr>
          <a:xfrm>
            <a:off x="1846145" y="398036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EC54427-13FA-00DC-DDF6-9C133BEF38CE}"/>
              </a:ext>
            </a:extLst>
          </p:cNvPr>
          <p:cNvSpPr/>
          <p:nvPr/>
        </p:nvSpPr>
        <p:spPr>
          <a:xfrm>
            <a:off x="2755937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EAE06DF-06E0-4B67-225C-938777510801}"/>
              </a:ext>
            </a:extLst>
          </p:cNvPr>
          <p:cNvSpPr/>
          <p:nvPr/>
        </p:nvSpPr>
        <p:spPr>
          <a:xfrm>
            <a:off x="3648526" y="3973718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268F88-DAE9-4BF7-874F-2F76E843CF2B}"/>
              </a:ext>
            </a:extLst>
          </p:cNvPr>
          <p:cNvSpPr txBox="1"/>
          <p:nvPr/>
        </p:nvSpPr>
        <p:spPr>
          <a:xfrm>
            <a:off x="862429" y="3243654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03CD23-2995-10EF-84BA-12FF17506B1C}"/>
              </a:ext>
            </a:extLst>
          </p:cNvPr>
          <p:cNvSpPr txBox="1"/>
          <p:nvPr/>
        </p:nvSpPr>
        <p:spPr>
          <a:xfrm>
            <a:off x="841285" y="4485582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47C6DE4-A4DA-6BA5-DCAA-4CE564A740E4}"/>
              </a:ext>
            </a:extLst>
          </p:cNvPr>
          <p:cNvSpPr/>
          <p:nvPr/>
        </p:nvSpPr>
        <p:spPr>
          <a:xfrm>
            <a:off x="938518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C7BB9094-D9C1-2D81-7EE7-550ACFB0064D}"/>
              </a:ext>
            </a:extLst>
          </p:cNvPr>
          <p:cNvSpPr/>
          <p:nvPr/>
        </p:nvSpPr>
        <p:spPr>
          <a:xfrm>
            <a:off x="1848310" y="4704496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5442792-990D-47F6-D456-56CF53116738}"/>
              </a:ext>
            </a:extLst>
          </p:cNvPr>
          <p:cNvSpPr/>
          <p:nvPr/>
        </p:nvSpPr>
        <p:spPr>
          <a:xfrm>
            <a:off x="2758102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59A4948-F6BC-9B1D-ADDB-C94B33B95CA8}"/>
              </a:ext>
            </a:extLst>
          </p:cNvPr>
          <p:cNvSpPr/>
          <p:nvPr/>
        </p:nvSpPr>
        <p:spPr>
          <a:xfrm>
            <a:off x="3650691" y="469784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ECBEBA4-4CD4-0FC6-C7F9-9E7146D54CD7}"/>
              </a:ext>
            </a:extLst>
          </p:cNvPr>
          <p:cNvSpPr/>
          <p:nvPr/>
        </p:nvSpPr>
        <p:spPr>
          <a:xfrm>
            <a:off x="938518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497C149-3EFA-2F9D-686A-4A378FBBFA8C}"/>
              </a:ext>
            </a:extLst>
          </p:cNvPr>
          <p:cNvSpPr/>
          <p:nvPr/>
        </p:nvSpPr>
        <p:spPr>
          <a:xfrm>
            <a:off x="1848310" y="523886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2C8C6ED-9E96-FABA-4D14-F3FDE26BCE3A}"/>
              </a:ext>
            </a:extLst>
          </p:cNvPr>
          <p:cNvSpPr/>
          <p:nvPr/>
        </p:nvSpPr>
        <p:spPr>
          <a:xfrm>
            <a:off x="2758102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5FEBD785-26BE-F7DE-5B16-2C3105D9D446}"/>
              </a:ext>
            </a:extLst>
          </p:cNvPr>
          <p:cNvSpPr/>
          <p:nvPr/>
        </p:nvSpPr>
        <p:spPr>
          <a:xfrm>
            <a:off x="3650691" y="5232220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764A5176-6768-2C9B-EB65-0514888DD023}"/>
              </a:ext>
            </a:extLst>
          </p:cNvPr>
          <p:cNvSpPr/>
          <p:nvPr/>
        </p:nvSpPr>
        <p:spPr>
          <a:xfrm>
            <a:off x="908099" y="5927592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9F07E31-0E73-6CA4-DC29-6824D931B345}"/>
              </a:ext>
            </a:extLst>
          </p:cNvPr>
          <p:cNvSpPr/>
          <p:nvPr/>
        </p:nvSpPr>
        <p:spPr>
          <a:xfrm>
            <a:off x="908099" y="6218248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BCFF988-ABD9-D5EC-FC41-841D95922D57}"/>
              </a:ext>
            </a:extLst>
          </p:cNvPr>
          <p:cNvSpPr/>
          <p:nvPr/>
        </p:nvSpPr>
        <p:spPr>
          <a:xfrm>
            <a:off x="426005" y="6516614"/>
            <a:ext cx="4536504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5654961" y="1261864"/>
            <a:ext cx="3043412" cy="16285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8A4CAB2-35F4-B786-D3A7-0C49D048B6A8}"/>
              </a:ext>
            </a:extLst>
          </p:cNvPr>
          <p:cNvSpPr/>
          <p:nvPr/>
        </p:nvSpPr>
        <p:spPr>
          <a:xfrm>
            <a:off x="5654961" y="1553932"/>
            <a:ext cx="3043412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04" name="순서도: 연결자 103">
            <a:extLst>
              <a:ext uri="{FF2B5EF4-FFF2-40B4-BE49-F238E27FC236}">
                <a16:creationId xmlns:a16="http://schemas.microsoft.com/office/drawing/2014/main" id="{0703B52E-34A2-0A97-CAEB-7EB45DECF3BD}"/>
              </a:ext>
            </a:extLst>
          </p:cNvPr>
          <p:cNvSpPr/>
          <p:nvPr/>
        </p:nvSpPr>
        <p:spPr>
          <a:xfrm>
            <a:off x="607365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6" name="순서도: 연결자 105">
            <a:extLst>
              <a:ext uri="{FF2B5EF4-FFF2-40B4-BE49-F238E27FC236}">
                <a16:creationId xmlns:a16="http://schemas.microsoft.com/office/drawing/2014/main" id="{32158846-AEF6-0F72-531B-9385BFD5E1F9}"/>
              </a:ext>
            </a:extLst>
          </p:cNvPr>
          <p:cNvSpPr/>
          <p:nvPr/>
        </p:nvSpPr>
        <p:spPr>
          <a:xfrm>
            <a:off x="655297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순서도: 연결자 107">
            <a:extLst>
              <a:ext uri="{FF2B5EF4-FFF2-40B4-BE49-F238E27FC236}">
                <a16:creationId xmlns:a16="http://schemas.microsoft.com/office/drawing/2014/main" id="{8384ADDE-3E1B-8FED-7091-2440C689536C}"/>
              </a:ext>
            </a:extLst>
          </p:cNvPr>
          <p:cNvSpPr/>
          <p:nvPr/>
        </p:nvSpPr>
        <p:spPr>
          <a:xfrm>
            <a:off x="700843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0" name="순서도: 연결자 109">
            <a:extLst>
              <a:ext uri="{FF2B5EF4-FFF2-40B4-BE49-F238E27FC236}">
                <a16:creationId xmlns:a16="http://schemas.microsoft.com/office/drawing/2014/main" id="{EF4AC49C-268D-907C-7215-215C15DE6462}"/>
              </a:ext>
            </a:extLst>
          </p:cNvPr>
          <p:cNvSpPr/>
          <p:nvPr/>
        </p:nvSpPr>
        <p:spPr>
          <a:xfrm>
            <a:off x="7489081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2" name="순서도: 연결자 111">
            <a:extLst>
              <a:ext uri="{FF2B5EF4-FFF2-40B4-BE49-F238E27FC236}">
                <a16:creationId xmlns:a16="http://schemas.microsoft.com/office/drawing/2014/main" id="{636C590D-602E-2A10-C2ED-A1C04AB2041A}"/>
              </a:ext>
            </a:extLst>
          </p:cNvPr>
          <p:cNvSpPr/>
          <p:nvPr/>
        </p:nvSpPr>
        <p:spPr>
          <a:xfrm>
            <a:off x="796883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B4A1256-71E0-9432-DD4E-6F584C3BB1CA}"/>
              </a:ext>
            </a:extLst>
          </p:cNvPr>
          <p:cNvSpPr txBox="1"/>
          <p:nvPr/>
        </p:nvSpPr>
        <p:spPr>
          <a:xfrm>
            <a:off x="6013837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8FAAB75-5DD8-CDF5-0026-68A1AF836E93}"/>
              </a:ext>
            </a:extLst>
          </p:cNvPr>
          <p:cNvSpPr txBox="1"/>
          <p:nvPr/>
        </p:nvSpPr>
        <p:spPr>
          <a:xfrm>
            <a:off x="6508854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2C6E049-F4EB-F4F6-E6A5-D857E2A742BA}"/>
              </a:ext>
            </a:extLst>
          </p:cNvPr>
          <p:cNvSpPr txBox="1"/>
          <p:nvPr/>
        </p:nvSpPr>
        <p:spPr>
          <a:xfrm>
            <a:off x="6920297" y="261833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989B04D-576D-9707-86B3-11695FF07BC4}"/>
              </a:ext>
            </a:extLst>
          </p:cNvPr>
          <p:cNvSpPr txBox="1"/>
          <p:nvPr/>
        </p:nvSpPr>
        <p:spPr>
          <a:xfrm>
            <a:off x="7434436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386D74A-37E7-0158-57DD-E1A70A13BC65}"/>
              </a:ext>
            </a:extLst>
          </p:cNvPr>
          <p:cNvSpPr txBox="1"/>
          <p:nvPr/>
        </p:nvSpPr>
        <p:spPr>
          <a:xfrm>
            <a:off x="7885194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1F82046-6B0B-923C-052D-D1897A5978F0}"/>
              </a:ext>
            </a:extLst>
          </p:cNvPr>
          <p:cNvSpPr txBox="1"/>
          <p:nvPr/>
        </p:nvSpPr>
        <p:spPr>
          <a:xfrm>
            <a:off x="6706985" y="2891859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BD407738-60E7-1152-DC57-377B4F5D3A76}"/>
              </a:ext>
            </a:extLst>
          </p:cNvPr>
          <p:cNvSpPr/>
          <p:nvPr/>
        </p:nvSpPr>
        <p:spPr>
          <a:xfrm>
            <a:off x="5673732" y="314909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C85F44B7-9970-3ED6-1D56-BF4B08FE619C}"/>
              </a:ext>
            </a:extLst>
          </p:cNvPr>
          <p:cNvSpPr/>
          <p:nvPr/>
        </p:nvSpPr>
        <p:spPr>
          <a:xfrm>
            <a:off x="6422721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FF95F0FE-A90D-F05F-2EBC-22A84C76C618}"/>
              </a:ext>
            </a:extLst>
          </p:cNvPr>
          <p:cNvSpPr/>
          <p:nvPr/>
        </p:nvSpPr>
        <p:spPr>
          <a:xfrm>
            <a:off x="71833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73B6B8A0-0CB4-78AE-4126-3845885F8DF4}"/>
              </a:ext>
            </a:extLst>
          </p:cNvPr>
          <p:cNvSpPr/>
          <p:nvPr/>
        </p:nvSpPr>
        <p:spPr>
          <a:xfrm>
            <a:off x="79407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1D86CBC0-9319-28C3-ADC2-657D2C8391DC}"/>
              </a:ext>
            </a:extLst>
          </p:cNvPr>
          <p:cNvSpPr/>
          <p:nvPr/>
        </p:nvSpPr>
        <p:spPr>
          <a:xfrm>
            <a:off x="5673732" y="359366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1600FF4A-FA3C-CC65-0D80-254424B86C88}"/>
              </a:ext>
            </a:extLst>
          </p:cNvPr>
          <p:cNvSpPr/>
          <p:nvPr/>
        </p:nvSpPr>
        <p:spPr>
          <a:xfrm>
            <a:off x="6422721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6B37DD3-8911-9B9D-D2B2-8E43074C0F0B}"/>
              </a:ext>
            </a:extLst>
          </p:cNvPr>
          <p:cNvSpPr/>
          <p:nvPr/>
        </p:nvSpPr>
        <p:spPr>
          <a:xfrm>
            <a:off x="71833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53BEF13-FA78-1A6E-9E99-FF5562A2ABCE}"/>
              </a:ext>
            </a:extLst>
          </p:cNvPr>
          <p:cNvSpPr/>
          <p:nvPr/>
        </p:nvSpPr>
        <p:spPr>
          <a:xfrm>
            <a:off x="79407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E24D36AB-1671-80E9-87A5-0CE049374D7F}"/>
              </a:ext>
            </a:extLst>
          </p:cNvPr>
          <p:cNvSpPr/>
          <p:nvPr/>
        </p:nvSpPr>
        <p:spPr>
          <a:xfrm>
            <a:off x="6718327" y="3022830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7CF257B-5538-82C7-B789-E6E9CBBB4D32}"/>
              </a:ext>
            </a:extLst>
          </p:cNvPr>
          <p:cNvSpPr txBox="1"/>
          <p:nvPr/>
        </p:nvSpPr>
        <p:spPr>
          <a:xfrm>
            <a:off x="5605857" y="2968178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D876BF9F-EF12-14FC-739F-9D6C3717B429}"/>
              </a:ext>
            </a:extLst>
          </p:cNvPr>
          <p:cNvSpPr/>
          <p:nvPr/>
        </p:nvSpPr>
        <p:spPr>
          <a:xfrm>
            <a:off x="5673732" y="419343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6D1574F9-EBD0-EBD6-A8BB-362AE274A0F9}"/>
              </a:ext>
            </a:extLst>
          </p:cNvPr>
          <p:cNvSpPr/>
          <p:nvPr/>
        </p:nvSpPr>
        <p:spPr>
          <a:xfrm>
            <a:off x="6422721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B5870B35-49EF-9305-C20E-78061E0B7BDE}"/>
              </a:ext>
            </a:extLst>
          </p:cNvPr>
          <p:cNvSpPr/>
          <p:nvPr/>
        </p:nvSpPr>
        <p:spPr>
          <a:xfrm>
            <a:off x="71833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9AF63FCE-AC4F-DA13-DC5E-67E1CD793442}"/>
              </a:ext>
            </a:extLst>
          </p:cNvPr>
          <p:cNvSpPr/>
          <p:nvPr/>
        </p:nvSpPr>
        <p:spPr>
          <a:xfrm>
            <a:off x="79407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CCBEA0A4-35E2-4FB9-E0E1-C400F47A3D5A}"/>
              </a:ext>
            </a:extLst>
          </p:cNvPr>
          <p:cNvSpPr/>
          <p:nvPr/>
        </p:nvSpPr>
        <p:spPr>
          <a:xfrm>
            <a:off x="5673732" y="463800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3F9B5404-761D-236A-541E-FBFB174D80A3}"/>
              </a:ext>
            </a:extLst>
          </p:cNvPr>
          <p:cNvSpPr/>
          <p:nvPr/>
        </p:nvSpPr>
        <p:spPr>
          <a:xfrm>
            <a:off x="6422721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9AA01FAD-EB25-C4C7-286A-AFDD10147941}"/>
              </a:ext>
            </a:extLst>
          </p:cNvPr>
          <p:cNvSpPr/>
          <p:nvPr/>
        </p:nvSpPr>
        <p:spPr>
          <a:xfrm>
            <a:off x="71833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6D7644FC-87C4-8E5D-B69F-5F7EB53548F9}"/>
              </a:ext>
            </a:extLst>
          </p:cNvPr>
          <p:cNvSpPr/>
          <p:nvPr/>
        </p:nvSpPr>
        <p:spPr>
          <a:xfrm>
            <a:off x="79407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9C1DDC7-1DB8-28DE-CDBE-63A6BF63F918}"/>
              </a:ext>
            </a:extLst>
          </p:cNvPr>
          <p:cNvSpPr txBox="1"/>
          <p:nvPr/>
        </p:nvSpPr>
        <p:spPr>
          <a:xfrm>
            <a:off x="5605857" y="4012520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A3B1355F-FBBF-FF58-2349-0BE5574FDEA7}"/>
              </a:ext>
            </a:extLst>
          </p:cNvPr>
          <p:cNvSpPr/>
          <p:nvPr/>
        </p:nvSpPr>
        <p:spPr>
          <a:xfrm>
            <a:off x="5654961" y="5332679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59F6AA9-99A5-8DDD-2FD3-F3D0E5B49301}"/>
              </a:ext>
            </a:extLst>
          </p:cNvPr>
          <p:cNvSpPr/>
          <p:nvPr/>
        </p:nvSpPr>
        <p:spPr>
          <a:xfrm>
            <a:off x="5654961" y="5564233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B2B9733-198A-6BEA-2D90-034DE0236C3E}"/>
              </a:ext>
            </a:extLst>
          </p:cNvPr>
          <p:cNvSpPr/>
          <p:nvPr/>
        </p:nvSpPr>
        <p:spPr>
          <a:xfrm>
            <a:off x="5655650" y="5900971"/>
            <a:ext cx="3042723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9374735" y="1260030"/>
            <a:ext cx="209014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15A7FB54-0B3C-AE7F-2311-C761C43EECA2}"/>
              </a:ext>
            </a:extLst>
          </p:cNvPr>
          <p:cNvSpPr/>
          <p:nvPr/>
        </p:nvSpPr>
        <p:spPr>
          <a:xfrm>
            <a:off x="9374735" y="1552097"/>
            <a:ext cx="2090148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74" name="순서도: 연결자 173">
            <a:extLst>
              <a:ext uri="{FF2B5EF4-FFF2-40B4-BE49-F238E27FC236}">
                <a16:creationId xmlns:a16="http://schemas.microsoft.com/office/drawing/2014/main" id="{ADADDB1B-2924-0170-AA04-CE740888C790}"/>
              </a:ext>
            </a:extLst>
          </p:cNvPr>
          <p:cNvSpPr/>
          <p:nvPr/>
        </p:nvSpPr>
        <p:spPr>
          <a:xfrm>
            <a:off x="9475805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6" name="순서도: 연결자 175">
            <a:extLst>
              <a:ext uri="{FF2B5EF4-FFF2-40B4-BE49-F238E27FC236}">
                <a16:creationId xmlns:a16="http://schemas.microsoft.com/office/drawing/2014/main" id="{1B340A54-06AD-313F-3E6F-F3821BA1ABB9}"/>
              </a:ext>
            </a:extLst>
          </p:cNvPr>
          <p:cNvSpPr/>
          <p:nvPr/>
        </p:nvSpPr>
        <p:spPr>
          <a:xfrm>
            <a:off x="9866871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8" name="순서도: 연결자 177">
            <a:extLst>
              <a:ext uri="{FF2B5EF4-FFF2-40B4-BE49-F238E27FC236}">
                <a16:creationId xmlns:a16="http://schemas.microsoft.com/office/drawing/2014/main" id="{4E1F2242-EE9F-51E0-8069-19326BAF78F8}"/>
              </a:ext>
            </a:extLst>
          </p:cNvPr>
          <p:cNvSpPr/>
          <p:nvPr/>
        </p:nvSpPr>
        <p:spPr>
          <a:xfrm>
            <a:off x="1026656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0" name="순서도: 연결자 179">
            <a:extLst>
              <a:ext uri="{FF2B5EF4-FFF2-40B4-BE49-F238E27FC236}">
                <a16:creationId xmlns:a16="http://schemas.microsoft.com/office/drawing/2014/main" id="{5C6CED37-26A1-4454-FD88-B56F9EC801BB}"/>
              </a:ext>
            </a:extLst>
          </p:cNvPr>
          <p:cNvSpPr/>
          <p:nvPr/>
        </p:nvSpPr>
        <p:spPr>
          <a:xfrm>
            <a:off x="1067520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2" name="순서도: 연결자 181">
            <a:extLst>
              <a:ext uri="{FF2B5EF4-FFF2-40B4-BE49-F238E27FC236}">
                <a16:creationId xmlns:a16="http://schemas.microsoft.com/office/drawing/2014/main" id="{13DD0278-0EF8-6869-1395-0D4F6B515858}"/>
              </a:ext>
            </a:extLst>
          </p:cNvPr>
          <p:cNvSpPr/>
          <p:nvPr/>
        </p:nvSpPr>
        <p:spPr>
          <a:xfrm>
            <a:off x="11082957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F881B2C-F01B-7418-32A5-C78E347D6D34}"/>
              </a:ext>
            </a:extLst>
          </p:cNvPr>
          <p:cNvSpPr txBox="1"/>
          <p:nvPr/>
        </p:nvSpPr>
        <p:spPr>
          <a:xfrm>
            <a:off x="9415989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E785FAA-2D8A-3CAE-196D-8129B8E7053C}"/>
              </a:ext>
            </a:extLst>
          </p:cNvPr>
          <p:cNvSpPr txBox="1"/>
          <p:nvPr/>
        </p:nvSpPr>
        <p:spPr>
          <a:xfrm>
            <a:off x="9811815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4DB9DF3-926A-DFFE-9C5C-582EA89337F9}"/>
              </a:ext>
            </a:extLst>
          </p:cNvPr>
          <p:cNvSpPr txBox="1"/>
          <p:nvPr/>
        </p:nvSpPr>
        <p:spPr>
          <a:xfrm>
            <a:off x="10149517" y="264415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9C1908A-EBE9-682A-8F5B-1A2C25F721E3}"/>
              </a:ext>
            </a:extLst>
          </p:cNvPr>
          <p:cNvSpPr txBox="1"/>
          <p:nvPr/>
        </p:nvSpPr>
        <p:spPr>
          <a:xfrm>
            <a:off x="1062056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E5036A3-1C7C-942A-E0B9-1998048A37E5}"/>
              </a:ext>
            </a:extLst>
          </p:cNvPr>
          <p:cNvSpPr txBox="1"/>
          <p:nvPr/>
        </p:nvSpPr>
        <p:spPr>
          <a:xfrm>
            <a:off x="1099931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79E885AF-F074-982E-8EAA-9F5331377B06}"/>
              </a:ext>
            </a:extLst>
          </p:cNvPr>
          <p:cNvSpPr txBox="1"/>
          <p:nvPr/>
        </p:nvSpPr>
        <p:spPr>
          <a:xfrm>
            <a:off x="9939439" y="2844205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31F3D8CA-B68D-3781-DA00-6D24FD62A090}"/>
              </a:ext>
            </a:extLst>
          </p:cNvPr>
          <p:cNvSpPr/>
          <p:nvPr/>
        </p:nvSpPr>
        <p:spPr>
          <a:xfrm>
            <a:off x="9634972" y="328385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A973844B-6F8B-91DD-FC29-B4AEF71D2682}"/>
              </a:ext>
            </a:extLst>
          </p:cNvPr>
          <p:cNvSpPr/>
          <p:nvPr/>
        </p:nvSpPr>
        <p:spPr>
          <a:xfrm>
            <a:off x="10383961" y="328590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7A8E135C-FDBF-C14A-779F-14FD7268BF1E}"/>
              </a:ext>
            </a:extLst>
          </p:cNvPr>
          <p:cNvSpPr/>
          <p:nvPr/>
        </p:nvSpPr>
        <p:spPr>
          <a:xfrm>
            <a:off x="9950781" y="2975176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96303DE-4E98-2943-B08D-D6995B6C4010}"/>
              </a:ext>
            </a:extLst>
          </p:cNvPr>
          <p:cNvSpPr txBox="1"/>
          <p:nvPr/>
        </p:nvSpPr>
        <p:spPr>
          <a:xfrm>
            <a:off x="9567097" y="310293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1E8E6EEE-0B99-1502-C1DD-48A225213A27}"/>
              </a:ext>
            </a:extLst>
          </p:cNvPr>
          <p:cNvSpPr/>
          <p:nvPr/>
        </p:nvSpPr>
        <p:spPr>
          <a:xfrm>
            <a:off x="9631971" y="356826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3F1BEF0E-A432-0D16-E6A0-91FE409974F9}"/>
              </a:ext>
            </a:extLst>
          </p:cNvPr>
          <p:cNvSpPr/>
          <p:nvPr/>
        </p:nvSpPr>
        <p:spPr>
          <a:xfrm>
            <a:off x="10385429" y="35642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F0812641-5234-507E-EDF6-D1D1FA3D3DC2}"/>
              </a:ext>
            </a:extLst>
          </p:cNvPr>
          <p:cNvSpPr/>
          <p:nvPr/>
        </p:nvSpPr>
        <p:spPr>
          <a:xfrm>
            <a:off x="9632012" y="3852317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DEE44CE5-77F3-A216-0CBE-628805022E48}"/>
              </a:ext>
            </a:extLst>
          </p:cNvPr>
          <p:cNvSpPr/>
          <p:nvPr/>
        </p:nvSpPr>
        <p:spPr>
          <a:xfrm>
            <a:off x="10378287" y="3854367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1F4B388F-C056-E473-B149-BFC63E064053}"/>
              </a:ext>
            </a:extLst>
          </p:cNvPr>
          <p:cNvSpPr/>
          <p:nvPr/>
        </p:nvSpPr>
        <p:spPr>
          <a:xfrm>
            <a:off x="9632013" y="4144326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60C73D29-A76B-E6C1-DA84-D05C9A45F933}"/>
              </a:ext>
            </a:extLst>
          </p:cNvPr>
          <p:cNvSpPr/>
          <p:nvPr/>
        </p:nvSpPr>
        <p:spPr>
          <a:xfrm>
            <a:off x="10379755" y="4140349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9374735" y="6404148"/>
            <a:ext cx="2090148" cy="1844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272F3A4-4781-03FC-4379-761A404DC2A8}"/>
              </a:ext>
            </a:extLst>
          </p:cNvPr>
          <p:cNvSpPr txBox="1"/>
          <p:nvPr/>
        </p:nvSpPr>
        <p:spPr>
          <a:xfrm>
            <a:off x="9535229" y="444199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2A2AF0BE-5FD2-548E-9904-CFAF2E4A29F7}"/>
              </a:ext>
            </a:extLst>
          </p:cNvPr>
          <p:cNvSpPr/>
          <p:nvPr/>
        </p:nvSpPr>
        <p:spPr>
          <a:xfrm>
            <a:off x="9374735" y="5957888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00DA4575-C57A-12F5-02E6-D270CE411479}"/>
              </a:ext>
            </a:extLst>
          </p:cNvPr>
          <p:cNvSpPr/>
          <p:nvPr/>
        </p:nvSpPr>
        <p:spPr>
          <a:xfrm>
            <a:off x="9376849" y="6175422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9374735" y="6660629"/>
            <a:ext cx="2090148" cy="144016"/>
          </a:xfrm>
          <a:prstGeom prst="rect">
            <a:avLst/>
          </a:prstGeom>
          <a:solidFill>
            <a:srgbClr val="00206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17828F-0689-B4A7-948F-A7FFA913A39B}"/>
              </a:ext>
            </a:extLst>
          </p:cNvPr>
          <p:cNvSpPr/>
          <p:nvPr/>
        </p:nvSpPr>
        <p:spPr>
          <a:xfrm>
            <a:off x="9632013" y="46448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EB6E27-A696-F8AA-3BC1-F9729635D061}"/>
              </a:ext>
            </a:extLst>
          </p:cNvPr>
          <p:cNvSpPr/>
          <p:nvPr/>
        </p:nvSpPr>
        <p:spPr>
          <a:xfrm>
            <a:off x="10381002" y="464693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DED035-D9FF-E5EE-0C8F-ACB19362B51A}"/>
              </a:ext>
            </a:extLst>
          </p:cNvPr>
          <p:cNvSpPr/>
          <p:nvPr/>
        </p:nvSpPr>
        <p:spPr>
          <a:xfrm>
            <a:off x="9629012" y="492929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5E08A7-5EAE-4E1E-8AE5-5E7BA85D672B}"/>
              </a:ext>
            </a:extLst>
          </p:cNvPr>
          <p:cNvSpPr/>
          <p:nvPr/>
        </p:nvSpPr>
        <p:spPr>
          <a:xfrm>
            <a:off x="10382470" y="4925318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8DBCAB-C84F-5C44-24C5-1CA384FF4131}"/>
              </a:ext>
            </a:extLst>
          </p:cNvPr>
          <p:cNvSpPr/>
          <p:nvPr/>
        </p:nvSpPr>
        <p:spPr>
          <a:xfrm>
            <a:off x="9629053" y="5213350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986BAA7-3CAF-971D-FD95-C494171853E4}"/>
              </a:ext>
            </a:extLst>
          </p:cNvPr>
          <p:cNvSpPr/>
          <p:nvPr/>
        </p:nvSpPr>
        <p:spPr>
          <a:xfrm>
            <a:off x="10375328" y="5215400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F7B2311-3D5E-9D45-3C2B-A8B767089539}"/>
              </a:ext>
            </a:extLst>
          </p:cNvPr>
          <p:cNvSpPr/>
          <p:nvPr/>
        </p:nvSpPr>
        <p:spPr>
          <a:xfrm>
            <a:off x="9629054" y="5505359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D4C5C30-C0DF-F9CF-F819-C9FBE56889ED}"/>
              </a:ext>
            </a:extLst>
          </p:cNvPr>
          <p:cNvSpPr/>
          <p:nvPr/>
        </p:nvSpPr>
        <p:spPr>
          <a:xfrm>
            <a:off x="10376796" y="550138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331194" y="518652"/>
            <a:ext cx="370614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5605857" y="96437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9291022" y="98303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9498" y="2700189"/>
            <a:ext cx="1765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PC_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314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5660765C-44F3-EE9F-DE76-FD4A159F26DE}"/>
              </a:ext>
            </a:extLst>
          </p:cNvPr>
          <p:cNvSpPr/>
          <p:nvPr/>
        </p:nvSpPr>
        <p:spPr>
          <a:xfrm>
            <a:off x="69715" y="6238577"/>
            <a:ext cx="9935983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CC7CFE-0A62-C5C0-E454-804EF106127D}"/>
              </a:ext>
            </a:extLst>
          </p:cNvPr>
          <p:cNvSpPr/>
          <p:nvPr/>
        </p:nvSpPr>
        <p:spPr>
          <a:xfrm>
            <a:off x="144265" y="1024369"/>
            <a:ext cx="9793088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289579"/>
              </p:ext>
            </p:extLst>
          </p:nvPr>
        </p:nvGraphicFramePr>
        <p:xfrm>
          <a:off x="10128399" y="623854"/>
          <a:ext cx="2850436" cy="550576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GNB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영역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2depth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첫번째 페이지로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페이지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레이아웃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버튼으로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화면으로 연결</a:t>
                      </a: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상단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타이틀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기간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좌 우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노출 순서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텍스트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2depth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해당 화면으로 이동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별 인기 상품 목록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1 :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기저귀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조제분유 지원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 :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여성청소년 생리 용품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브랜드명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용량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가격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 구매 버튼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최대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 출력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해당 상품 페이지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6-2 TOP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네비게이션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 스크롤 업 기능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B7BE8EC0-3898-90B6-4ECD-C2608456B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315" y="763750"/>
            <a:ext cx="629913" cy="21196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D9F0C2F-D3A2-C1CE-1750-18666A87EC58}"/>
              </a:ext>
            </a:extLst>
          </p:cNvPr>
          <p:cNvSpPr txBox="1"/>
          <p:nvPr/>
        </p:nvSpPr>
        <p:spPr>
          <a:xfrm>
            <a:off x="1656859" y="1550238"/>
            <a:ext cx="684033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                      &gt;</a:t>
            </a:r>
            <a:endParaRPr lang="ko-KR" altLang="en-US" sz="35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171984F-A27A-6317-DA6F-CACEECF00B9D}"/>
              </a:ext>
            </a:extLst>
          </p:cNvPr>
          <p:cNvGrpSpPr/>
          <p:nvPr/>
        </p:nvGrpSpPr>
        <p:grpSpPr>
          <a:xfrm>
            <a:off x="3609976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DC6CE3FA-9F61-8E28-246F-C742FCC9C42A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0AF9242D-2BD3-CADB-97A2-7528D63D64A0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3133BF8F-6427-CBDC-5F0A-25F2232EB9FB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D5C43B88-682B-CB25-84A8-8DD3300C3EA0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0D7EFB19-2FA2-1941-B1E4-52C7321E603D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41C2199-4DF9-80DC-7FAE-C857621C9DA6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9DBB4EA-BF01-9AD8-5B14-1E277D9905BB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4F0A8DD-081F-D49A-4182-7CED657060A0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954D54-E19E-6418-831F-312CFBD0D4B1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0E4D58B-3711-5276-D47A-5C889C02EAFB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3BAB1303-1B81-FA66-90B0-BB5CFF34EEBB}"/>
              </a:ext>
            </a:extLst>
          </p:cNvPr>
          <p:cNvGrpSpPr/>
          <p:nvPr/>
        </p:nvGrpSpPr>
        <p:grpSpPr>
          <a:xfrm>
            <a:off x="4373504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9772119-D5DB-6C02-F472-571FD4CDD2CE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657DD8DA-B66C-4B77-8998-ACB41070CDF7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FF0A07D-F8D6-E617-379B-07A1A3E685B6}"/>
              </a:ext>
            </a:extLst>
          </p:cNvPr>
          <p:cNvSpPr/>
          <p:nvPr/>
        </p:nvSpPr>
        <p:spPr>
          <a:xfrm>
            <a:off x="2257677" y="4245439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C373DA-BE17-BCC5-B608-A8FAF98E48D3}"/>
              </a:ext>
            </a:extLst>
          </p:cNvPr>
          <p:cNvSpPr txBox="1"/>
          <p:nvPr/>
        </p:nvSpPr>
        <p:spPr>
          <a:xfrm>
            <a:off x="2160489" y="4042204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C3CB826-5CD4-A539-4F2B-75093E592C7B}"/>
              </a:ext>
            </a:extLst>
          </p:cNvPr>
          <p:cNvSpPr/>
          <p:nvPr/>
        </p:nvSpPr>
        <p:spPr>
          <a:xfrm>
            <a:off x="3760435" y="4245439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96CE5AD-10FC-8054-AEFE-936FA0A2A417}"/>
              </a:ext>
            </a:extLst>
          </p:cNvPr>
          <p:cNvSpPr/>
          <p:nvPr/>
        </p:nvSpPr>
        <p:spPr>
          <a:xfrm>
            <a:off x="5231873" y="4249786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17B6FE8-A090-1881-D016-8379187C8272}"/>
              </a:ext>
            </a:extLst>
          </p:cNvPr>
          <p:cNvSpPr txBox="1"/>
          <p:nvPr/>
        </p:nvSpPr>
        <p:spPr>
          <a:xfrm>
            <a:off x="2178386" y="5221982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75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…..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0A1D67-703F-9239-2E96-B09A19DFC703}"/>
              </a:ext>
            </a:extLst>
          </p:cNvPr>
          <p:cNvSpPr txBox="1"/>
          <p:nvPr/>
        </p:nvSpPr>
        <p:spPr>
          <a:xfrm>
            <a:off x="2342875" y="5665589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1BE9E04-D308-35E9-DFDE-494FCF5B6D33}"/>
              </a:ext>
            </a:extLst>
          </p:cNvPr>
          <p:cNvGrpSpPr/>
          <p:nvPr/>
        </p:nvGrpSpPr>
        <p:grpSpPr>
          <a:xfrm>
            <a:off x="2256312" y="5896421"/>
            <a:ext cx="1340064" cy="188144"/>
            <a:chOff x="2878982" y="5932470"/>
            <a:chExt cx="1340064" cy="188144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C2ECC0D-4D6D-F0C3-CBF1-2F6CBA4C899A}"/>
                </a:ext>
              </a:extLst>
            </p:cNvPr>
            <p:cNvSpPr/>
            <p:nvPr/>
          </p:nvSpPr>
          <p:spPr>
            <a:xfrm>
              <a:off x="2878982" y="5932470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864711A-66E2-010E-3D58-61E6C75154BF}"/>
                </a:ext>
              </a:extLst>
            </p:cNvPr>
            <p:cNvSpPr/>
            <p:nvPr/>
          </p:nvSpPr>
          <p:spPr>
            <a:xfrm>
              <a:off x="3553046" y="5932470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283467D-0E57-072A-83E2-30C0BB80FAEF}"/>
              </a:ext>
            </a:extLst>
          </p:cNvPr>
          <p:cNvSpPr txBox="1"/>
          <p:nvPr/>
        </p:nvSpPr>
        <p:spPr>
          <a:xfrm>
            <a:off x="3710210" y="5205970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>
                <a:solidFill>
                  <a:srgbClr val="333333"/>
                </a:solidFill>
                <a:latin typeface="+mn-ea"/>
              </a:rPr>
              <a:t>임페리얼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남양 임페리얼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XIO 4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800g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3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캔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DF2DF7-9C00-8295-5644-225FEBCA2C8E}"/>
              </a:ext>
            </a:extLst>
          </p:cNvPr>
          <p:cNvSpPr txBox="1"/>
          <p:nvPr/>
        </p:nvSpPr>
        <p:spPr>
          <a:xfrm>
            <a:off x="3756122" y="5652641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92849-CF9F-EE57-3597-A9D0C492728B}"/>
              </a:ext>
            </a:extLst>
          </p:cNvPr>
          <p:cNvSpPr txBox="1"/>
          <p:nvPr/>
        </p:nvSpPr>
        <p:spPr>
          <a:xfrm>
            <a:off x="5157138" y="5202987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dirty="0" err="1">
                <a:solidFill>
                  <a:srgbClr val="333333"/>
                </a:solidFill>
                <a:effectLst/>
                <a:latin typeface="+mn-ea"/>
              </a:rPr>
              <a:t>오브맘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알프스 청정 프리미엄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..</a:t>
            </a:r>
          </a:p>
          <a:p>
            <a:pPr algn="l" fontAlgn="t">
              <a:buNone/>
            </a:pP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2,3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단계 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200ml X 24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입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8122FA-A79A-42FF-CDDE-E50A91878CA9}"/>
              </a:ext>
            </a:extLst>
          </p:cNvPr>
          <p:cNvSpPr txBox="1"/>
          <p:nvPr/>
        </p:nvSpPr>
        <p:spPr>
          <a:xfrm>
            <a:off x="5333524" y="5642619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2,000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AC9199D-FD60-74C6-6748-46649B498080}"/>
              </a:ext>
            </a:extLst>
          </p:cNvPr>
          <p:cNvGrpSpPr/>
          <p:nvPr/>
        </p:nvGrpSpPr>
        <p:grpSpPr>
          <a:xfrm>
            <a:off x="3766330" y="5890815"/>
            <a:ext cx="1340064" cy="188144"/>
            <a:chOff x="2878982" y="5932470"/>
            <a:chExt cx="1340064" cy="188144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604F0831-25EE-0E84-95A2-CC61B530222A}"/>
                </a:ext>
              </a:extLst>
            </p:cNvPr>
            <p:cNvSpPr/>
            <p:nvPr/>
          </p:nvSpPr>
          <p:spPr>
            <a:xfrm>
              <a:off x="2878982" y="5932470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9C86C90A-7D83-6A10-1703-7F057DD01537}"/>
                </a:ext>
              </a:extLst>
            </p:cNvPr>
            <p:cNvSpPr/>
            <p:nvPr/>
          </p:nvSpPr>
          <p:spPr>
            <a:xfrm>
              <a:off x="3553046" y="5932470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9F5DD022-F3CD-9E63-D90E-BBD166CBA3F9}"/>
              </a:ext>
            </a:extLst>
          </p:cNvPr>
          <p:cNvGrpSpPr/>
          <p:nvPr/>
        </p:nvGrpSpPr>
        <p:grpSpPr>
          <a:xfrm>
            <a:off x="5237355" y="5881269"/>
            <a:ext cx="1340064" cy="188144"/>
            <a:chOff x="4197607" y="5770524"/>
            <a:chExt cx="1340064" cy="188144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30A29053-4508-1AF0-F421-5FFC0AECDCED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210A0B3E-0EAA-9D71-E691-64B6CDD2C074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D4D3557-01AB-B9F8-C2B8-B56631673B2C}"/>
              </a:ext>
            </a:extLst>
          </p:cNvPr>
          <p:cNvSpPr txBox="1"/>
          <p:nvPr/>
        </p:nvSpPr>
        <p:spPr>
          <a:xfrm>
            <a:off x="3010882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2BDC60-FDA7-F965-47C3-F5526A68BC5F}"/>
              </a:ext>
            </a:extLst>
          </p:cNvPr>
          <p:cNvSpPr/>
          <p:nvPr/>
        </p:nvSpPr>
        <p:spPr>
          <a:xfrm>
            <a:off x="6537625" y="1277423"/>
            <a:ext cx="1311496" cy="12359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2BA2B36-ED6D-B8AD-22A0-2F133C856530}"/>
              </a:ext>
            </a:extLst>
          </p:cNvPr>
          <p:cNvGrpSpPr/>
          <p:nvPr/>
        </p:nvGrpSpPr>
        <p:grpSpPr>
          <a:xfrm>
            <a:off x="7379319" y="795356"/>
            <a:ext cx="613818" cy="172355"/>
            <a:chOff x="6582398" y="795356"/>
            <a:chExt cx="613818" cy="17235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F47972F-3F6E-3DF0-03B5-8309308CB9B2}"/>
                </a:ext>
              </a:extLst>
            </p:cNvPr>
            <p:cNvGrpSpPr/>
            <p:nvPr/>
          </p:nvGrpSpPr>
          <p:grpSpPr>
            <a:xfrm>
              <a:off x="6805795" y="795356"/>
              <a:ext cx="390421" cy="172355"/>
              <a:chOff x="6548593" y="711082"/>
              <a:chExt cx="652456" cy="288032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242F3121-5CAD-5650-05AF-DE3D2ADED7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9443" y="711082"/>
                <a:ext cx="271606" cy="264061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AFCEB1B9-8607-8D72-5743-1C1FA5DB49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7124" t="19832" r="40203" b="17169"/>
              <a:stretch>
                <a:fillRect/>
              </a:stretch>
            </p:blipFill>
            <p:spPr>
              <a:xfrm>
                <a:off x="6548593" y="711082"/>
                <a:ext cx="384412" cy="288032"/>
              </a:xfrm>
              <a:prstGeom prst="rect">
                <a:avLst/>
              </a:prstGeom>
            </p:spPr>
          </p:pic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E94C020-1DAB-A68F-2BFB-E045C1B88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582398" y="798882"/>
              <a:ext cx="232970" cy="167661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817C30B5-996D-0CAC-D001-B7D00A3D9472}"/>
              </a:ext>
            </a:extLst>
          </p:cNvPr>
          <p:cNvGrpSpPr/>
          <p:nvPr/>
        </p:nvGrpSpPr>
        <p:grpSpPr>
          <a:xfrm>
            <a:off x="2322697" y="1272085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4C1347-5AF5-59B9-F5FC-09CFD169BD70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A0581CF-6D18-34D5-0A6D-2328CDB1ACEA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8C2C4BF-CBC8-F773-AA8C-1C164F526653}"/>
              </a:ext>
            </a:extLst>
          </p:cNvPr>
          <p:cNvSpPr/>
          <p:nvPr/>
        </p:nvSpPr>
        <p:spPr>
          <a:xfrm>
            <a:off x="6702215" y="4245439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23A5B75-4292-A9D1-3FA7-40112FFF0448}"/>
              </a:ext>
            </a:extLst>
          </p:cNvPr>
          <p:cNvSpPr txBox="1"/>
          <p:nvPr/>
        </p:nvSpPr>
        <p:spPr>
          <a:xfrm>
            <a:off x="6627480" y="5198640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 err="1">
                <a:solidFill>
                  <a:srgbClr val="333333"/>
                </a:solidFill>
                <a:latin typeface="+mn-ea"/>
              </a:rPr>
              <a:t>유한킴벌리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하기스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맥스드라이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2025 6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...</a:t>
            </a: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팬티형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여아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38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매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X2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팩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KA30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E6D3991-E3A3-94A4-2AE6-1655E0B3A168}"/>
              </a:ext>
            </a:extLst>
          </p:cNvPr>
          <p:cNvSpPr txBox="1"/>
          <p:nvPr/>
        </p:nvSpPr>
        <p:spPr>
          <a:xfrm>
            <a:off x="6803866" y="5638272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7</a:t>
            </a: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3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A2A9751-B556-C29F-C3DC-4092D9B66508}"/>
              </a:ext>
            </a:extLst>
          </p:cNvPr>
          <p:cNvGrpSpPr/>
          <p:nvPr/>
        </p:nvGrpSpPr>
        <p:grpSpPr>
          <a:xfrm>
            <a:off x="6707697" y="5876922"/>
            <a:ext cx="1340064" cy="188144"/>
            <a:chOff x="4197607" y="5770524"/>
            <a:chExt cx="1340064" cy="188144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287BD04F-8FA2-DEA1-200A-D95B62609FC3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2165A896-410A-9B19-EF0E-488C549EE880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10287A4D-2D57-0E06-E313-AB722B782A0E}"/>
              </a:ext>
            </a:extLst>
          </p:cNvPr>
          <p:cNvSpPr/>
          <p:nvPr/>
        </p:nvSpPr>
        <p:spPr>
          <a:xfrm>
            <a:off x="4855064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07EB99C-CB72-18F7-4A4C-3DEE7CC79914}"/>
              </a:ext>
            </a:extLst>
          </p:cNvPr>
          <p:cNvSpPr txBox="1"/>
          <p:nvPr/>
        </p:nvSpPr>
        <p:spPr>
          <a:xfrm>
            <a:off x="2160489" y="6176285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EF887983-D82E-E66B-9113-172F250425C2}"/>
              </a:ext>
            </a:extLst>
          </p:cNvPr>
          <p:cNvGrpSpPr/>
          <p:nvPr/>
        </p:nvGrpSpPr>
        <p:grpSpPr>
          <a:xfrm>
            <a:off x="2248682" y="6434222"/>
            <a:ext cx="5754938" cy="360998"/>
            <a:chOff x="2257677" y="6483887"/>
            <a:chExt cx="5754938" cy="360998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74593BA9-4762-90CB-846C-FE1C4EA593A7}"/>
                </a:ext>
              </a:extLst>
            </p:cNvPr>
            <p:cNvSpPr/>
            <p:nvPr/>
          </p:nvSpPr>
          <p:spPr>
            <a:xfrm>
              <a:off x="2257677" y="6483887"/>
              <a:ext cx="1311496" cy="3566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AB753F4E-DBAF-FE78-A0AD-CB80098B1667}"/>
                </a:ext>
              </a:extLst>
            </p:cNvPr>
            <p:cNvSpPr/>
            <p:nvPr/>
          </p:nvSpPr>
          <p:spPr>
            <a:xfrm>
              <a:off x="3760435" y="6483887"/>
              <a:ext cx="1311496" cy="3566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3485E31C-8E8F-071E-B3FB-F9879198C9BE}"/>
                </a:ext>
              </a:extLst>
            </p:cNvPr>
            <p:cNvSpPr/>
            <p:nvPr/>
          </p:nvSpPr>
          <p:spPr>
            <a:xfrm>
              <a:off x="5231873" y="6488234"/>
              <a:ext cx="1310400" cy="3566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760B8E45-4B91-4A5E-8EC0-66C6785EACAE}"/>
                </a:ext>
              </a:extLst>
            </p:cNvPr>
            <p:cNvSpPr/>
            <p:nvPr/>
          </p:nvSpPr>
          <p:spPr>
            <a:xfrm>
              <a:off x="6702215" y="6483887"/>
              <a:ext cx="1310400" cy="3566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6222F394-12CC-8749-FA1C-1DE9F31E87EB}"/>
              </a:ext>
            </a:extLst>
          </p:cNvPr>
          <p:cNvSpPr/>
          <p:nvPr/>
        </p:nvSpPr>
        <p:spPr>
          <a:xfrm>
            <a:off x="4142644" y="7071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1C4E4D2A-58B4-1553-9E3F-696DA6471311}"/>
              </a:ext>
            </a:extLst>
          </p:cNvPr>
          <p:cNvSpPr/>
          <p:nvPr/>
        </p:nvSpPr>
        <p:spPr>
          <a:xfrm>
            <a:off x="8056140" y="7268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09571FBE-C0EB-6004-FA62-F8E646FE07CB}"/>
              </a:ext>
            </a:extLst>
          </p:cNvPr>
          <p:cNvSpPr/>
          <p:nvPr/>
        </p:nvSpPr>
        <p:spPr>
          <a:xfrm>
            <a:off x="3760435" y="13589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4AD54769-0E40-5902-F0FC-FDCC93D8F107}"/>
              </a:ext>
            </a:extLst>
          </p:cNvPr>
          <p:cNvSpPr/>
          <p:nvPr/>
        </p:nvSpPr>
        <p:spPr>
          <a:xfrm>
            <a:off x="8234954" y="16546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9" name="모서리가 둥근 직사각형 114">
            <a:extLst>
              <a:ext uri="{FF2B5EF4-FFF2-40B4-BE49-F238E27FC236}">
                <a16:creationId xmlns:a16="http://schemas.microsoft.com/office/drawing/2014/main" id="{4B44B924-7AAA-03BA-E115-0C92C5D42FFC}"/>
              </a:ext>
            </a:extLst>
          </p:cNvPr>
          <p:cNvSpPr/>
          <p:nvPr/>
        </p:nvSpPr>
        <p:spPr>
          <a:xfrm>
            <a:off x="5397239" y="24185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1" name="모서리가 둥근 직사각형 114">
            <a:extLst>
              <a:ext uri="{FF2B5EF4-FFF2-40B4-BE49-F238E27FC236}">
                <a16:creationId xmlns:a16="http://schemas.microsoft.com/office/drawing/2014/main" id="{316F46E8-A091-869F-65D1-A351CD18D89F}"/>
              </a:ext>
            </a:extLst>
          </p:cNvPr>
          <p:cNvSpPr/>
          <p:nvPr/>
        </p:nvSpPr>
        <p:spPr>
          <a:xfrm>
            <a:off x="6444101" y="28983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2" name="오른쪽 대괄호 121">
            <a:extLst>
              <a:ext uri="{FF2B5EF4-FFF2-40B4-BE49-F238E27FC236}">
                <a16:creationId xmlns:a16="http://schemas.microsoft.com/office/drawing/2014/main" id="{F8708500-E58A-085F-D675-9330440D33A4}"/>
              </a:ext>
            </a:extLst>
          </p:cNvPr>
          <p:cNvSpPr/>
          <p:nvPr/>
        </p:nvSpPr>
        <p:spPr>
          <a:xfrm flipH="1">
            <a:off x="1684932" y="4257648"/>
            <a:ext cx="378719" cy="1728754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오른쪽 대괄호 123">
            <a:extLst>
              <a:ext uri="{FF2B5EF4-FFF2-40B4-BE49-F238E27FC236}">
                <a16:creationId xmlns:a16="http://schemas.microsoft.com/office/drawing/2014/main" id="{21699B6A-5DCB-5A8F-6C68-717C802BB10A}"/>
              </a:ext>
            </a:extLst>
          </p:cNvPr>
          <p:cNvSpPr/>
          <p:nvPr/>
        </p:nvSpPr>
        <p:spPr>
          <a:xfrm flipH="1">
            <a:off x="1697254" y="6384255"/>
            <a:ext cx="366398" cy="456283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CC1B465A-2CE0-4A11-FA0F-088E5E11D836}"/>
              </a:ext>
            </a:extLst>
          </p:cNvPr>
          <p:cNvSpPr/>
          <p:nvPr/>
        </p:nvSpPr>
        <p:spPr>
          <a:xfrm>
            <a:off x="69715" y="6660629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▼</a:t>
            </a:r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 다음 페이지에서 이어짐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3D60E26-6EA8-8E1D-1386-2C796A5165D8}"/>
              </a:ext>
            </a:extLst>
          </p:cNvPr>
          <p:cNvSpPr txBox="1"/>
          <p:nvPr/>
        </p:nvSpPr>
        <p:spPr>
          <a:xfrm>
            <a:off x="187354" y="4643891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기저귀</a:t>
            </a:r>
            <a:r>
              <a:rPr lang="en-US" altLang="ko-KR" sz="1000" b="0" i="1" spc="-150" dirty="0">
                <a:solidFill>
                  <a:srgbClr val="234DD3"/>
                </a:solidFill>
                <a:effectLst/>
                <a:latin typeface="+mn-ea"/>
              </a:rPr>
              <a:t>/</a:t>
            </a: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조제분유 지원 바우처</a:t>
            </a:r>
            <a:endParaRPr lang="en-US" altLang="ko-KR" sz="1000" i="1" spc="-150" dirty="0">
              <a:solidFill>
                <a:srgbClr val="234DD3"/>
              </a:solidFill>
              <a:latin typeface="+mn-ea"/>
            </a:endParaRPr>
          </a:p>
          <a:p>
            <a:pPr algn="l" fontAlgn="t">
              <a:buNone/>
            </a:pP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인기 상품 데이터 출력</a:t>
            </a:r>
            <a:endParaRPr lang="ko-KR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sp>
        <p:nvSpPr>
          <p:cNvPr id="128" name="모서리가 둥근 직사각형 114">
            <a:extLst>
              <a:ext uri="{FF2B5EF4-FFF2-40B4-BE49-F238E27FC236}">
                <a16:creationId xmlns:a16="http://schemas.microsoft.com/office/drawing/2014/main" id="{E0462039-38C6-F6C8-5619-4ABF18495F03}"/>
              </a:ext>
            </a:extLst>
          </p:cNvPr>
          <p:cNvSpPr/>
          <p:nvPr/>
        </p:nvSpPr>
        <p:spPr>
          <a:xfrm>
            <a:off x="7725725" y="405537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CE09D381-9F0B-D70B-C698-F08E4B671975}"/>
              </a:ext>
            </a:extLst>
          </p:cNvPr>
          <p:cNvCxnSpPr>
            <a:cxnSpLocks/>
            <a:endCxn id="131" idx="2"/>
          </p:cNvCxnSpPr>
          <p:nvPr/>
        </p:nvCxnSpPr>
        <p:spPr>
          <a:xfrm flipV="1">
            <a:off x="8047761" y="5033957"/>
            <a:ext cx="483402" cy="42496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9CD5B241-EBC2-F76D-8324-86D9E3CC8148}"/>
              </a:ext>
            </a:extLst>
          </p:cNvPr>
          <p:cNvSpPr txBox="1"/>
          <p:nvPr/>
        </p:nvSpPr>
        <p:spPr>
          <a:xfrm>
            <a:off x="7953120" y="4803125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출력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296F1770-802A-F809-7994-13B5299A46F6}"/>
              </a:ext>
            </a:extLst>
          </p:cNvPr>
          <p:cNvSpPr/>
          <p:nvPr/>
        </p:nvSpPr>
        <p:spPr>
          <a:xfrm>
            <a:off x="9526604" y="2936629"/>
            <a:ext cx="427764" cy="155376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10D9D99-6680-9A1A-3608-3AA6DB76FC1C}"/>
              </a:ext>
            </a:extLst>
          </p:cNvPr>
          <p:cNvSpPr txBox="1"/>
          <p:nvPr/>
        </p:nvSpPr>
        <p:spPr>
          <a:xfrm>
            <a:off x="9446386" y="2973639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160" name="순서도: 연결자 159">
            <a:extLst>
              <a:ext uri="{FF2B5EF4-FFF2-40B4-BE49-F238E27FC236}">
                <a16:creationId xmlns:a16="http://schemas.microsoft.com/office/drawing/2014/main" id="{FB73EAB2-2F0A-E618-751A-9AC7C4AFAB79}"/>
              </a:ext>
            </a:extLst>
          </p:cNvPr>
          <p:cNvSpPr/>
          <p:nvPr/>
        </p:nvSpPr>
        <p:spPr>
          <a:xfrm>
            <a:off x="9556395" y="3201138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순서도: 연결자 161">
            <a:extLst>
              <a:ext uri="{FF2B5EF4-FFF2-40B4-BE49-F238E27FC236}">
                <a16:creationId xmlns:a16="http://schemas.microsoft.com/office/drawing/2014/main" id="{45F6BB5D-5943-DBF4-CC2F-C510B762A0F6}"/>
              </a:ext>
            </a:extLst>
          </p:cNvPr>
          <p:cNvSpPr/>
          <p:nvPr/>
        </p:nvSpPr>
        <p:spPr>
          <a:xfrm>
            <a:off x="9548316" y="360708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4" name="순서도: 연결자 163">
            <a:extLst>
              <a:ext uri="{FF2B5EF4-FFF2-40B4-BE49-F238E27FC236}">
                <a16:creationId xmlns:a16="http://schemas.microsoft.com/office/drawing/2014/main" id="{A3B78153-120F-C913-ABF7-6A6DA954B1CD}"/>
              </a:ext>
            </a:extLst>
          </p:cNvPr>
          <p:cNvSpPr/>
          <p:nvPr/>
        </p:nvSpPr>
        <p:spPr>
          <a:xfrm>
            <a:off x="9548316" y="402131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6" name="모서리가 둥근 직사각형 114">
            <a:extLst>
              <a:ext uri="{FF2B5EF4-FFF2-40B4-BE49-F238E27FC236}">
                <a16:creationId xmlns:a16="http://schemas.microsoft.com/office/drawing/2014/main" id="{9F76854F-8413-D029-82B5-74F7436990C7}"/>
              </a:ext>
            </a:extLst>
          </p:cNvPr>
          <p:cNvSpPr/>
          <p:nvPr/>
        </p:nvSpPr>
        <p:spPr>
          <a:xfrm>
            <a:off x="9732207" y="284353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8" name="모서리가 둥근 직사각형 114">
            <a:extLst>
              <a:ext uri="{FF2B5EF4-FFF2-40B4-BE49-F238E27FC236}">
                <a16:creationId xmlns:a16="http://schemas.microsoft.com/office/drawing/2014/main" id="{7E6EE2F0-DD5C-4C3D-E07D-DF216A913BC9}"/>
              </a:ext>
            </a:extLst>
          </p:cNvPr>
          <p:cNvSpPr/>
          <p:nvPr/>
        </p:nvSpPr>
        <p:spPr>
          <a:xfrm>
            <a:off x="9843288" y="44178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0" name="순서도: 연결자 169">
            <a:extLst>
              <a:ext uri="{FF2B5EF4-FFF2-40B4-BE49-F238E27FC236}">
                <a16:creationId xmlns:a16="http://schemas.microsoft.com/office/drawing/2014/main" id="{3A41AFF2-C079-3E5C-1276-0D0616ADE654}"/>
              </a:ext>
            </a:extLst>
          </p:cNvPr>
          <p:cNvSpPr/>
          <p:nvPr/>
        </p:nvSpPr>
        <p:spPr>
          <a:xfrm>
            <a:off x="9556395" y="4511998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499B44-BBF1-AAB8-BA9A-672C65890DE8}"/>
              </a:ext>
            </a:extLst>
          </p:cNvPr>
          <p:cNvSpPr txBox="1"/>
          <p:nvPr/>
        </p:nvSpPr>
        <p:spPr>
          <a:xfrm>
            <a:off x="2869435" y="4249786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2C001A-0F17-FA7E-A578-D5AE80D02BCF}"/>
              </a:ext>
            </a:extLst>
          </p:cNvPr>
          <p:cNvSpPr txBox="1"/>
          <p:nvPr/>
        </p:nvSpPr>
        <p:spPr>
          <a:xfrm>
            <a:off x="4365506" y="4249786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38EB1E-C306-328B-8730-9B906992D259}"/>
              </a:ext>
            </a:extLst>
          </p:cNvPr>
          <p:cNvSpPr txBox="1"/>
          <p:nvPr/>
        </p:nvSpPr>
        <p:spPr>
          <a:xfrm>
            <a:off x="5832862" y="4264799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8F213A-AAD3-68A3-F3B3-AC0189EFB4CF}"/>
              </a:ext>
            </a:extLst>
          </p:cNvPr>
          <p:cNvSpPr txBox="1"/>
          <p:nvPr/>
        </p:nvSpPr>
        <p:spPr>
          <a:xfrm>
            <a:off x="7308875" y="4255181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E6DAF9-7F5F-4C28-365B-EBA68EA95E49}"/>
              </a:ext>
            </a:extLst>
          </p:cNvPr>
          <p:cNvSpPr txBox="1"/>
          <p:nvPr/>
        </p:nvSpPr>
        <p:spPr>
          <a:xfrm>
            <a:off x="2736554" y="6443224"/>
            <a:ext cx="836622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BF0935-84B1-B606-6B72-09DE9C5788A6}"/>
              </a:ext>
            </a:extLst>
          </p:cNvPr>
          <p:cNvSpPr txBox="1"/>
          <p:nvPr/>
        </p:nvSpPr>
        <p:spPr>
          <a:xfrm>
            <a:off x="4232625" y="6443224"/>
            <a:ext cx="836622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F12BBC-99BB-479E-949E-AE45FDE33B84}"/>
              </a:ext>
            </a:extLst>
          </p:cNvPr>
          <p:cNvSpPr txBox="1"/>
          <p:nvPr/>
        </p:nvSpPr>
        <p:spPr>
          <a:xfrm>
            <a:off x="5699981" y="6458237"/>
            <a:ext cx="836621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2C753E-7AB1-8A4D-4453-DEB891078CA0}"/>
              </a:ext>
            </a:extLst>
          </p:cNvPr>
          <p:cNvSpPr txBox="1"/>
          <p:nvPr/>
        </p:nvSpPr>
        <p:spPr>
          <a:xfrm>
            <a:off x="7167336" y="6448619"/>
            <a:ext cx="845279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</a:rPr>
              <a:t>여성청소년 생리용품</a:t>
            </a:r>
          </a:p>
        </p:txBody>
      </p: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462291-CA88-2129-4C35-22C4456D01FE}"/>
              </a:ext>
            </a:extLst>
          </p:cNvPr>
          <p:cNvSpPr txBox="1"/>
          <p:nvPr/>
        </p:nvSpPr>
        <p:spPr>
          <a:xfrm>
            <a:off x="2160851" y="1218990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>
                <a:solidFill>
                  <a:srgbClr val="333333"/>
                </a:solidFill>
                <a:latin typeface="+mn-ea"/>
              </a:rPr>
              <a:t>깨끗한나라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프리미엄급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디어스킨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리얼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모딜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dirty="0">
                <a:solidFill>
                  <a:srgbClr val="333333"/>
                </a:solidFill>
                <a:latin typeface="+mn-ea"/>
              </a:rPr>
              <a:t>중형 </a:t>
            </a:r>
            <a:r>
              <a:rPr lang="en-US" altLang="ko-KR" sz="900" dirty="0">
                <a:solidFill>
                  <a:srgbClr val="333333"/>
                </a:solidFill>
                <a:latin typeface="+mn-ea"/>
              </a:rPr>
              <a:t>32P(16+16) </a:t>
            </a:r>
            <a:r>
              <a:rPr lang="ko-KR" altLang="en-US" sz="900" dirty="0">
                <a:solidFill>
                  <a:srgbClr val="333333"/>
                </a:solidFill>
                <a:latin typeface="+mn-ea"/>
              </a:rPr>
              <a:t>생리대</a:t>
            </a:r>
            <a:endParaRPr lang="ko-KR" altLang="ko-KR" sz="900" b="0" i="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83E81B-2D01-F901-88DD-E66F50613B51}"/>
              </a:ext>
            </a:extLst>
          </p:cNvPr>
          <p:cNvSpPr txBox="1"/>
          <p:nvPr/>
        </p:nvSpPr>
        <p:spPr>
          <a:xfrm>
            <a:off x="2325340" y="1662597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9F1B27-FF6F-7DB0-FF12-447AF8FBB056}"/>
              </a:ext>
            </a:extLst>
          </p:cNvPr>
          <p:cNvSpPr txBox="1"/>
          <p:nvPr/>
        </p:nvSpPr>
        <p:spPr>
          <a:xfrm>
            <a:off x="3692675" y="1202978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dirty="0" err="1">
                <a:solidFill>
                  <a:srgbClr val="333333"/>
                </a:solidFill>
                <a:effectLst/>
                <a:latin typeface="+mn-ea"/>
              </a:rPr>
              <a:t>바디피트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천연코튼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팬티라이너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일반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무향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900" b="0" i="0" dirty="0">
                <a:solidFill>
                  <a:srgbClr val="333333"/>
                </a:solidFill>
                <a:effectLst/>
                <a:latin typeface="+mn-ea"/>
              </a:rPr>
              <a:t>120p(40Px</a:t>
            </a:r>
            <a:r>
              <a:rPr lang="en-US" altLang="ko-KR" sz="900" dirty="0">
                <a:solidFill>
                  <a:srgbClr val="333333"/>
                </a:solidFill>
                <a:latin typeface="+mn-ea"/>
              </a:rPr>
              <a:t>3)</a:t>
            </a:r>
            <a:endParaRPr lang="ko-KR" altLang="ko-KR" sz="900" b="0" i="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D547BB-F7DF-083C-50BF-53B7EBB77B22}"/>
              </a:ext>
            </a:extLst>
          </p:cNvPr>
          <p:cNvSpPr txBox="1"/>
          <p:nvPr/>
        </p:nvSpPr>
        <p:spPr>
          <a:xfrm>
            <a:off x="3738587" y="1649649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,400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AD9C9E-2DCF-23B3-2D16-44FB838D00D0}"/>
              </a:ext>
            </a:extLst>
          </p:cNvPr>
          <p:cNvSpPr txBox="1"/>
          <p:nvPr/>
        </p:nvSpPr>
        <p:spPr>
          <a:xfrm>
            <a:off x="5125099" y="1230496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 err="1">
                <a:solidFill>
                  <a:srgbClr val="333333"/>
                </a:solidFill>
                <a:latin typeface="+mn-ea"/>
              </a:rPr>
              <a:t>좋은느낌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b="0" i="0" spc="-150" dirty="0" err="1">
                <a:solidFill>
                  <a:srgbClr val="333333"/>
                </a:solidFill>
                <a:effectLst/>
                <a:latin typeface="+mn-ea"/>
              </a:rPr>
              <a:t>좋은느낌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 순수 울트라 날개 대형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16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X 2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(EA)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C5C054-672D-3974-CB11-C506AD21299D}"/>
              </a:ext>
            </a:extLst>
          </p:cNvPr>
          <p:cNvSpPr txBox="1"/>
          <p:nvPr/>
        </p:nvSpPr>
        <p:spPr>
          <a:xfrm>
            <a:off x="5315989" y="1639627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88AFCF1-FB6F-87DD-D925-7595DFA3BEC2}"/>
              </a:ext>
            </a:extLst>
          </p:cNvPr>
          <p:cNvGrpSpPr/>
          <p:nvPr/>
        </p:nvGrpSpPr>
        <p:grpSpPr>
          <a:xfrm>
            <a:off x="2249820" y="1926167"/>
            <a:ext cx="1340064" cy="188144"/>
            <a:chOff x="2878982" y="5932470"/>
            <a:chExt cx="1340064" cy="188144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B2FB559-BAAF-4F1F-12D1-7BC9FF2FEDA8}"/>
                </a:ext>
              </a:extLst>
            </p:cNvPr>
            <p:cNvSpPr/>
            <p:nvPr/>
          </p:nvSpPr>
          <p:spPr>
            <a:xfrm>
              <a:off x="2878982" y="5932470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9F2DFC7-665F-C030-0C7A-67D301C1C371}"/>
                </a:ext>
              </a:extLst>
            </p:cNvPr>
            <p:cNvSpPr/>
            <p:nvPr/>
          </p:nvSpPr>
          <p:spPr>
            <a:xfrm>
              <a:off x="3553046" y="5932470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E1707FC-C7D9-314B-C02F-333C734D0EEE}"/>
              </a:ext>
            </a:extLst>
          </p:cNvPr>
          <p:cNvGrpSpPr/>
          <p:nvPr/>
        </p:nvGrpSpPr>
        <p:grpSpPr>
          <a:xfrm>
            <a:off x="3720845" y="1916621"/>
            <a:ext cx="1340064" cy="188144"/>
            <a:chOff x="4197607" y="5770524"/>
            <a:chExt cx="1340064" cy="18814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A3A7B13-8265-748E-8978-7F57BB0C37ED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4FB5EB9-AEE8-E6C9-E731-7173EA0BA77D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C2CFCFB-2BFA-07B5-F92D-D9911574CC5B}"/>
              </a:ext>
            </a:extLst>
          </p:cNvPr>
          <p:cNvSpPr/>
          <p:nvPr/>
        </p:nvSpPr>
        <p:spPr>
          <a:xfrm>
            <a:off x="86325" y="5621051"/>
            <a:ext cx="9972000" cy="111158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4D9D687-C5A4-7C4C-5FFC-5649B24A7933}"/>
              </a:ext>
            </a:extLst>
          </p:cNvPr>
          <p:cNvSpPr/>
          <p:nvPr/>
        </p:nvSpPr>
        <p:spPr>
          <a:xfrm>
            <a:off x="2818797" y="4122260"/>
            <a:ext cx="4484077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34B346-6572-173B-0ED6-0FC2CD8D34B8}"/>
              </a:ext>
            </a:extLst>
          </p:cNvPr>
          <p:cNvSpPr txBox="1"/>
          <p:nvPr/>
        </p:nvSpPr>
        <p:spPr>
          <a:xfrm>
            <a:off x="2760964" y="3851874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AF3440-1750-04BD-FB4C-A9C443CD6F5A}"/>
              </a:ext>
            </a:extLst>
          </p:cNvPr>
          <p:cNvSpPr txBox="1"/>
          <p:nvPr/>
        </p:nvSpPr>
        <p:spPr>
          <a:xfrm>
            <a:off x="2876895" y="4216285"/>
            <a:ext cx="23042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815326-E713-99C4-3EDA-F7CDBD57C9BA}"/>
              </a:ext>
            </a:extLst>
          </p:cNvPr>
          <p:cNvSpPr txBox="1"/>
          <p:nvPr/>
        </p:nvSpPr>
        <p:spPr>
          <a:xfrm>
            <a:off x="6422507" y="4216285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0E0B53-5828-E364-696B-8E1BDC1EC5D8}"/>
              </a:ext>
            </a:extLst>
          </p:cNvPr>
          <p:cNvSpPr txBox="1"/>
          <p:nvPr/>
        </p:nvSpPr>
        <p:spPr>
          <a:xfrm>
            <a:off x="2876895" y="4391108"/>
            <a:ext cx="28337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2D8A57-C80B-B920-B289-C38460BB31CD}"/>
              </a:ext>
            </a:extLst>
          </p:cNvPr>
          <p:cNvSpPr txBox="1"/>
          <p:nvPr/>
        </p:nvSpPr>
        <p:spPr>
          <a:xfrm>
            <a:off x="6422507" y="4391108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85EB10-CC19-310B-0A35-38DAE61A115D}"/>
              </a:ext>
            </a:extLst>
          </p:cNvPr>
          <p:cNvSpPr txBox="1"/>
          <p:nvPr/>
        </p:nvSpPr>
        <p:spPr>
          <a:xfrm>
            <a:off x="2876894" y="4554253"/>
            <a:ext cx="31720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860F87-A13A-5A46-7929-334A94DD92EF}"/>
              </a:ext>
            </a:extLst>
          </p:cNvPr>
          <p:cNvSpPr txBox="1"/>
          <p:nvPr/>
        </p:nvSpPr>
        <p:spPr>
          <a:xfrm>
            <a:off x="6422507" y="4554253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C61ADB-E371-D0A4-9473-6222762E98B8}"/>
              </a:ext>
            </a:extLst>
          </p:cNvPr>
          <p:cNvSpPr txBox="1"/>
          <p:nvPr/>
        </p:nvSpPr>
        <p:spPr>
          <a:xfrm>
            <a:off x="6700969" y="3902401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FDF3E44B-6E98-579A-EAAA-86BB1CCF984B}"/>
              </a:ext>
            </a:extLst>
          </p:cNvPr>
          <p:cNvGrpSpPr/>
          <p:nvPr/>
        </p:nvGrpSpPr>
        <p:grpSpPr>
          <a:xfrm>
            <a:off x="5260027" y="1924086"/>
            <a:ext cx="1340064" cy="188144"/>
            <a:chOff x="4197607" y="5770524"/>
            <a:chExt cx="1340064" cy="188144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96C45017-1E20-18C0-B1CC-4EF8FF14BF36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41B810E3-379C-2794-DEB7-9D4E0BD2A958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7F40953-CCC3-9DFE-22F2-AA9AEBF1A05E}"/>
              </a:ext>
            </a:extLst>
          </p:cNvPr>
          <p:cNvSpPr/>
          <p:nvPr/>
        </p:nvSpPr>
        <p:spPr>
          <a:xfrm>
            <a:off x="2859626" y="2944806"/>
            <a:ext cx="4484077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88A388-9A90-8601-387B-F16ED6056BAD}"/>
              </a:ext>
            </a:extLst>
          </p:cNvPr>
          <p:cNvSpPr txBox="1"/>
          <p:nvPr/>
        </p:nvSpPr>
        <p:spPr>
          <a:xfrm>
            <a:off x="2760964" y="2666660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7AA817-9A6A-33E9-71D5-271E5DEF46E3}"/>
              </a:ext>
            </a:extLst>
          </p:cNvPr>
          <p:cNvSpPr txBox="1"/>
          <p:nvPr/>
        </p:nvSpPr>
        <p:spPr>
          <a:xfrm>
            <a:off x="6671724" y="2695613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C2C4D3-D62E-F245-3B68-C980CF80E642}"/>
              </a:ext>
            </a:extLst>
          </p:cNvPr>
          <p:cNvSpPr txBox="1"/>
          <p:nvPr/>
        </p:nvSpPr>
        <p:spPr>
          <a:xfrm>
            <a:off x="2860421" y="3071863"/>
            <a:ext cx="43798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이용안내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34652D-A3AA-72CD-9A08-7A55316EB332}"/>
              </a:ext>
            </a:extLst>
          </p:cNvPr>
          <p:cNvSpPr txBox="1"/>
          <p:nvPr/>
        </p:nvSpPr>
        <p:spPr>
          <a:xfrm>
            <a:off x="2860422" y="3246686"/>
            <a:ext cx="43506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0A75E4-A2EB-5C2A-F41D-C49ABCF49DC6}"/>
              </a:ext>
            </a:extLst>
          </p:cNvPr>
          <p:cNvSpPr txBox="1"/>
          <p:nvPr/>
        </p:nvSpPr>
        <p:spPr>
          <a:xfrm>
            <a:off x="2860420" y="3409831"/>
            <a:ext cx="44424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A4AE8-D7D6-98DE-89CB-144E07C6C012}"/>
              </a:ext>
            </a:extLst>
          </p:cNvPr>
          <p:cNvSpPr txBox="1"/>
          <p:nvPr/>
        </p:nvSpPr>
        <p:spPr>
          <a:xfrm>
            <a:off x="5303572" y="581124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99AA7-D86A-2BC1-42F8-608E27481D43}"/>
              </a:ext>
            </a:extLst>
          </p:cNvPr>
          <p:cNvSpPr txBox="1"/>
          <p:nvPr/>
        </p:nvSpPr>
        <p:spPr>
          <a:xfrm>
            <a:off x="7272186" y="5796533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125447-C2DC-4236-D6C2-E63EA3F82B17}"/>
              </a:ext>
            </a:extLst>
          </p:cNvPr>
          <p:cNvSpPr txBox="1"/>
          <p:nvPr/>
        </p:nvSpPr>
        <p:spPr>
          <a:xfrm>
            <a:off x="4064323" y="5811246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77A4A3A-DDF5-1F04-D239-6671F785C02F}"/>
              </a:ext>
            </a:extLst>
          </p:cNvPr>
          <p:cNvSpPr/>
          <p:nvPr/>
        </p:nvSpPr>
        <p:spPr>
          <a:xfrm>
            <a:off x="2257677" y="211478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22661E2-BD74-B6A8-7786-BC93911F1B44}"/>
              </a:ext>
            </a:extLst>
          </p:cNvPr>
          <p:cNvSpPr/>
          <p:nvPr/>
        </p:nvSpPr>
        <p:spPr>
          <a:xfrm>
            <a:off x="3760435" y="211478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AC4D671-851B-D61B-990D-126679A29B73}"/>
              </a:ext>
            </a:extLst>
          </p:cNvPr>
          <p:cNvSpPr/>
          <p:nvPr/>
        </p:nvSpPr>
        <p:spPr>
          <a:xfrm>
            <a:off x="5231873" y="215825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6FC3552-4A79-5354-1C2D-16B12651F7D0}"/>
              </a:ext>
            </a:extLst>
          </p:cNvPr>
          <p:cNvSpPr/>
          <p:nvPr/>
        </p:nvSpPr>
        <p:spPr>
          <a:xfrm>
            <a:off x="6702215" y="211478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7986C8-D963-9F0E-CC9B-EE513AFF7B81}"/>
              </a:ext>
            </a:extLst>
          </p:cNvPr>
          <p:cNvSpPr txBox="1"/>
          <p:nvPr/>
        </p:nvSpPr>
        <p:spPr>
          <a:xfrm>
            <a:off x="6616805" y="1229038"/>
            <a:ext cx="1666888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dirty="0" err="1">
                <a:solidFill>
                  <a:srgbClr val="333333"/>
                </a:solidFill>
                <a:effectLst/>
                <a:latin typeface="+mn-ea"/>
              </a:rPr>
              <a:t>유한킴벌리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화이트 </a:t>
            </a:r>
            <a:r>
              <a:rPr lang="ko-KR" altLang="en-US" sz="900" b="0" i="0" spc="-150" dirty="0" err="1">
                <a:solidFill>
                  <a:srgbClr val="333333"/>
                </a:solidFill>
                <a:effectLst/>
                <a:latin typeface="+mn-ea"/>
              </a:rPr>
              <a:t>제로필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 활동성 생리대 대형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14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X 3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 JF20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BF62BC-1EDD-33C2-B3DC-08E2B06C6300}"/>
              </a:ext>
            </a:extLst>
          </p:cNvPr>
          <p:cNvSpPr txBox="1"/>
          <p:nvPr/>
        </p:nvSpPr>
        <p:spPr>
          <a:xfrm>
            <a:off x="6807696" y="1638169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12,900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E387CFE6-4416-201B-50A2-49277B321366}"/>
              </a:ext>
            </a:extLst>
          </p:cNvPr>
          <p:cNvGrpSpPr/>
          <p:nvPr/>
        </p:nvGrpSpPr>
        <p:grpSpPr>
          <a:xfrm>
            <a:off x="6751734" y="1922628"/>
            <a:ext cx="1340064" cy="188144"/>
            <a:chOff x="4197607" y="5770524"/>
            <a:chExt cx="1340064" cy="188144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742E1E2D-3AD3-1BA5-DAE5-244D7E850DF9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CF07B1ED-6C6F-71D7-B021-244950B3AF1E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76" name="오른쪽 대괄호 75">
            <a:extLst>
              <a:ext uri="{FF2B5EF4-FFF2-40B4-BE49-F238E27FC236}">
                <a16:creationId xmlns:a16="http://schemas.microsoft.com/office/drawing/2014/main" id="{1415872F-4F5B-473D-E514-D5BF6038A8CF}"/>
              </a:ext>
            </a:extLst>
          </p:cNvPr>
          <p:cNvSpPr/>
          <p:nvPr/>
        </p:nvSpPr>
        <p:spPr>
          <a:xfrm flipH="1">
            <a:off x="1646804" y="145879"/>
            <a:ext cx="366398" cy="1800199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B365C97-DD71-9577-4DA5-D4501C047166}"/>
              </a:ext>
            </a:extLst>
          </p:cNvPr>
          <p:cNvSpPr txBox="1"/>
          <p:nvPr/>
        </p:nvSpPr>
        <p:spPr>
          <a:xfrm>
            <a:off x="114083" y="768979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여성청소년 생리용품</a:t>
            </a: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인기 상품 데이터 출력</a:t>
            </a:r>
            <a:endParaRPr lang="ko-KR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graphicFrame>
        <p:nvGraphicFramePr>
          <p:cNvPr id="80" name="Group 59">
            <a:extLst>
              <a:ext uri="{FF2B5EF4-FFF2-40B4-BE49-F238E27FC236}">
                <a16:creationId xmlns:a16="http://schemas.microsoft.com/office/drawing/2014/main" id="{9590C666-1F01-4CD1-1B45-0860B8A72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123830"/>
              </p:ext>
            </p:extLst>
          </p:nvPr>
        </p:nvGraphicFramePr>
        <p:xfrm>
          <a:off x="10128399" y="623854"/>
          <a:ext cx="2850436" cy="4604038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자주 찾는 문의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FAQ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카테고리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자주 찾는 문의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공지사항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최신 공지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일자 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클릭 시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자주 찾는 문의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사용자 정보 확인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사용자 정보 확인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이용약관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이용약관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개인정보 처리 방침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개인정보 처리방침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579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6982DFD9-FCEB-55FE-43C2-A6F896C814E1}"/>
              </a:ext>
            </a:extLst>
          </p:cNvPr>
          <p:cNvSpPr/>
          <p:nvPr/>
        </p:nvSpPr>
        <p:spPr>
          <a:xfrm>
            <a:off x="7124275" y="303541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모서리가 둥근 직사각형 114">
            <a:extLst>
              <a:ext uri="{FF2B5EF4-FFF2-40B4-BE49-F238E27FC236}">
                <a16:creationId xmlns:a16="http://schemas.microsoft.com/office/drawing/2014/main" id="{D2ECACAF-23D1-DEFC-BB15-F3F0D8371381}"/>
              </a:ext>
            </a:extLst>
          </p:cNvPr>
          <p:cNvSpPr/>
          <p:nvPr/>
        </p:nvSpPr>
        <p:spPr>
          <a:xfrm>
            <a:off x="7178534" y="25686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6" name="모서리가 둥근 직사각형 114">
            <a:extLst>
              <a:ext uri="{FF2B5EF4-FFF2-40B4-BE49-F238E27FC236}">
                <a16:creationId xmlns:a16="http://schemas.microsoft.com/office/drawing/2014/main" id="{AA7446D7-64C3-1A49-1A4A-5B2C86BB00BD}"/>
              </a:ext>
            </a:extLst>
          </p:cNvPr>
          <p:cNvSpPr/>
          <p:nvPr/>
        </p:nvSpPr>
        <p:spPr>
          <a:xfrm>
            <a:off x="4370147" y="41661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8" name="모서리가 둥근 직사각형 114">
            <a:extLst>
              <a:ext uri="{FF2B5EF4-FFF2-40B4-BE49-F238E27FC236}">
                <a16:creationId xmlns:a16="http://schemas.microsoft.com/office/drawing/2014/main" id="{19C2828F-A246-4BB5-093C-90BB5BF77D92}"/>
              </a:ext>
            </a:extLst>
          </p:cNvPr>
          <p:cNvSpPr/>
          <p:nvPr/>
        </p:nvSpPr>
        <p:spPr>
          <a:xfrm>
            <a:off x="7236892" y="38390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0" name="모서리가 둥근 직사각형 114">
            <a:extLst>
              <a:ext uri="{FF2B5EF4-FFF2-40B4-BE49-F238E27FC236}">
                <a16:creationId xmlns:a16="http://schemas.microsoft.com/office/drawing/2014/main" id="{30D7A2FE-2BBA-D5E9-0EBC-2985EB270896}"/>
              </a:ext>
            </a:extLst>
          </p:cNvPr>
          <p:cNvSpPr/>
          <p:nvPr/>
        </p:nvSpPr>
        <p:spPr>
          <a:xfrm>
            <a:off x="4677979" y="57392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3" name="모서리가 둥근 직사각형 114">
            <a:extLst>
              <a:ext uri="{FF2B5EF4-FFF2-40B4-BE49-F238E27FC236}">
                <a16:creationId xmlns:a16="http://schemas.microsoft.com/office/drawing/2014/main" id="{89DBE219-7FC6-6125-2F1F-E8A2BD985FA1}"/>
              </a:ext>
            </a:extLst>
          </p:cNvPr>
          <p:cNvSpPr/>
          <p:nvPr/>
        </p:nvSpPr>
        <p:spPr>
          <a:xfrm>
            <a:off x="4635998" y="60220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F9A4E636-6493-1138-CB16-CECBA88808C1}"/>
              </a:ext>
            </a:extLst>
          </p:cNvPr>
          <p:cNvSpPr/>
          <p:nvPr/>
        </p:nvSpPr>
        <p:spPr>
          <a:xfrm>
            <a:off x="4902765" y="62897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0234ED54-0DFF-0035-72A1-196FD8B8CA5E}"/>
              </a:ext>
            </a:extLst>
          </p:cNvPr>
          <p:cNvCxnSpPr/>
          <p:nvPr/>
        </p:nvCxnSpPr>
        <p:spPr>
          <a:xfrm>
            <a:off x="8046770" y="729986"/>
            <a:ext cx="1169512" cy="0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3EFD6EEF-AC05-4B3D-EB87-F96AB613338F}"/>
              </a:ext>
            </a:extLst>
          </p:cNvPr>
          <p:cNvSpPr txBox="1"/>
          <p:nvPr/>
        </p:nvSpPr>
        <p:spPr>
          <a:xfrm>
            <a:off x="8761430" y="393022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출력</a:t>
            </a:r>
          </a:p>
        </p:txBody>
      </p:sp>
    </p:spTree>
    <p:extLst>
      <p:ext uri="{BB962C8B-B14F-4D97-AF65-F5344CB8AC3E}">
        <p14:creationId xmlns:p14="http://schemas.microsoft.com/office/powerpoint/2010/main" val="1299469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3D34-4610-E2C2-71D5-47C65103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848782-E7EC-6DBF-A4AF-4794B1EDF57B}"/>
              </a:ext>
            </a:extLst>
          </p:cNvPr>
          <p:cNvSpPr txBox="1"/>
          <p:nvPr/>
        </p:nvSpPr>
        <p:spPr>
          <a:xfrm>
            <a:off x="5222374" y="2700189"/>
            <a:ext cx="2539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u="sng" spc="-150" dirty="0">
                <a:latin typeface="맑은 고딕" panose="020B0503020000020004" pitchFamily="50" charset="-127"/>
              </a:rPr>
              <a:t>모바일 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6993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6393D-963A-8643-3A62-E917380FC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EFD64BD5-30F2-64F1-1E6B-292EC0B4BD0E}"/>
              </a:ext>
            </a:extLst>
          </p:cNvPr>
          <p:cNvSpPr/>
          <p:nvPr/>
        </p:nvSpPr>
        <p:spPr>
          <a:xfrm>
            <a:off x="66745" y="6241103"/>
            <a:ext cx="9935983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4E0826-9918-A97F-B782-4134B51E787E}"/>
              </a:ext>
            </a:extLst>
          </p:cNvPr>
          <p:cNvSpPr/>
          <p:nvPr/>
        </p:nvSpPr>
        <p:spPr>
          <a:xfrm>
            <a:off x="214340" y="1024369"/>
            <a:ext cx="3050484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70439E-D820-1FD9-991D-A115B5C62002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75937-DB4E-CC8D-F12F-BE6794599C86}"/>
              </a:ext>
            </a:extLst>
          </p:cNvPr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7DC329-674B-082C-226C-7B4E8694DCBE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43121-62F1-2AC1-71C2-4A37227327A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A7825-168D-95CB-7DB8-99D04F8BA06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793FF70-3350-0F3D-D337-B19C8CACE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97" y="763750"/>
            <a:ext cx="629913" cy="211961"/>
          </a:xfrm>
          <a:prstGeom prst="rect">
            <a:avLst/>
          </a:prstGeom>
        </p:spPr>
      </p:pic>
      <p:grpSp>
        <p:nvGrpSpPr>
          <p:cNvPr id="82" name="그룹 81">
            <a:extLst>
              <a:ext uri="{FF2B5EF4-FFF2-40B4-BE49-F238E27FC236}">
                <a16:creationId xmlns:a16="http://schemas.microsoft.com/office/drawing/2014/main" id="{82328122-8BBC-2E85-06F0-0A724689DA9F}"/>
              </a:ext>
            </a:extLst>
          </p:cNvPr>
          <p:cNvGrpSpPr/>
          <p:nvPr/>
        </p:nvGrpSpPr>
        <p:grpSpPr>
          <a:xfrm>
            <a:off x="214614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8CDEAF1F-33A2-957C-255E-C35835C87AD5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7264E44E-AF35-F3E5-1B87-9120E5B41A87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60285E73-D2D9-FF0E-96E5-F02560FE66D6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F3B14CDC-BAD9-EC4F-C3AD-67BABB127138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371DE261-89FE-94C6-B4BE-F0E992D8F93D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AB2872C-66EC-0C43-FEF2-7ACFBBF252D7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6D42674-2B01-603E-C428-A6D22B02F63C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C519423-7D9D-50D0-F058-026902A1307B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D163820-4120-2872-B533-11F87AB9F959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B53479-B9D0-E7F4-227A-C785E0A15060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59B85186-3E33-8C0C-243D-EF6D6D8E7D03}"/>
              </a:ext>
            </a:extLst>
          </p:cNvPr>
          <p:cNvGrpSpPr/>
          <p:nvPr/>
        </p:nvGrpSpPr>
        <p:grpSpPr>
          <a:xfrm>
            <a:off x="978142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4A6B761-DD66-9B53-3EA3-F0D1850B7251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5A1059D6-BACA-BEDF-9715-3694A8224B04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0C59C78-7022-22CF-7C4B-31112AB01A56}"/>
              </a:ext>
            </a:extLst>
          </p:cNvPr>
          <p:cNvSpPr/>
          <p:nvPr/>
        </p:nvSpPr>
        <p:spPr>
          <a:xfrm>
            <a:off x="311528" y="4245439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3DA61E-CE4B-6DD2-1E1F-CBBE870ED3B9}"/>
              </a:ext>
            </a:extLst>
          </p:cNvPr>
          <p:cNvSpPr txBox="1"/>
          <p:nvPr/>
        </p:nvSpPr>
        <p:spPr>
          <a:xfrm>
            <a:off x="214340" y="4042204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DAF431E-99BF-236D-DF06-189B84D72210}"/>
              </a:ext>
            </a:extLst>
          </p:cNvPr>
          <p:cNvSpPr/>
          <p:nvPr/>
        </p:nvSpPr>
        <p:spPr>
          <a:xfrm>
            <a:off x="1814286" y="4245439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0524FD-0FBF-F8A7-A5B9-ED7B5AC13202}"/>
              </a:ext>
            </a:extLst>
          </p:cNvPr>
          <p:cNvSpPr txBox="1"/>
          <p:nvPr/>
        </p:nvSpPr>
        <p:spPr>
          <a:xfrm>
            <a:off x="232237" y="5221982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75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…..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BC61F-B520-2C2E-FA16-8E7E84FFE5B9}"/>
              </a:ext>
            </a:extLst>
          </p:cNvPr>
          <p:cNvSpPr txBox="1"/>
          <p:nvPr/>
        </p:nvSpPr>
        <p:spPr>
          <a:xfrm>
            <a:off x="396726" y="5665589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5A54270-E98E-7B19-E896-427C51B217A8}"/>
              </a:ext>
            </a:extLst>
          </p:cNvPr>
          <p:cNvGrpSpPr/>
          <p:nvPr/>
        </p:nvGrpSpPr>
        <p:grpSpPr>
          <a:xfrm>
            <a:off x="310161" y="5896421"/>
            <a:ext cx="1310400" cy="412082"/>
            <a:chOff x="2878980" y="5932470"/>
            <a:chExt cx="1310400" cy="412082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FF9D6BB-459E-07B4-3C2B-B76A5FEAD7CA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7F212BA-C8B8-58A8-4D7D-358F4D9DB9BD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647E3B5-DF90-70B1-C538-45A3F25A42F2}"/>
              </a:ext>
            </a:extLst>
          </p:cNvPr>
          <p:cNvSpPr txBox="1"/>
          <p:nvPr/>
        </p:nvSpPr>
        <p:spPr>
          <a:xfrm>
            <a:off x="1764061" y="5205970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>
                <a:solidFill>
                  <a:srgbClr val="333333"/>
                </a:solidFill>
                <a:latin typeface="+mn-ea"/>
              </a:rPr>
              <a:t>임페리얼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남양 임페리얼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XIO 4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800g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3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캔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3D2520-DFAD-F0C5-24F9-E65F28C2DEEE}"/>
              </a:ext>
            </a:extLst>
          </p:cNvPr>
          <p:cNvSpPr txBox="1"/>
          <p:nvPr/>
        </p:nvSpPr>
        <p:spPr>
          <a:xfrm>
            <a:off x="1809973" y="5652641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11C4D3-C55D-4482-1900-C10DBD992270}"/>
              </a:ext>
            </a:extLst>
          </p:cNvPr>
          <p:cNvSpPr txBox="1"/>
          <p:nvPr/>
        </p:nvSpPr>
        <p:spPr>
          <a:xfrm>
            <a:off x="911664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07AFC2-1DAB-6D31-7B1A-017D3C169EAF}"/>
              </a:ext>
            </a:extLst>
          </p:cNvPr>
          <p:cNvSpPr/>
          <p:nvPr/>
        </p:nvSpPr>
        <p:spPr>
          <a:xfrm>
            <a:off x="1910054" y="1404652"/>
            <a:ext cx="1131678" cy="10664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8D519041-E39F-3E2F-D281-C592B678B9C5}"/>
              </a:ext>
            </a:extLst>
          </p:cNvPr>
          <p:cNvGrpSpPr/>
          <p:nvPr/>
        </p:nvGrpSpPr>
        <p:grpSpPr>
          <a:xfrm>
            <a:off x="2653559" y="795356"/>
            <a:ext cx="613818" cy="172355"/>
            <a:chOff x="6582398" y="795356"/>
            <a:chExt cx="613818" cy="17235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ACB4EA0-AAC5-B8AE-C508-FFD881966727}"/>
                </a:ext>
              </a:extLst>
            </p:cNvPr>
            <p:cNvGrpSpPr/>
            <p:nvPr/>
          </p:nvGrpSpPr>
          <p:grpSpPr>
            <a:xfrm>
              <a:off x="6805795" y="795356"/>
              <a:ext cx="390421" cy="172355"/>
              <a:chOff x="6548593" y="711082"/>
              <a:chExt cx="652456" cy="288032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89A6A963-68E3-1138-85E5-704287F4BA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9443" y="711082"/>
                <a:ext cx="271606" cy="264061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B429A882-941F-D377-735C-5B702A6E9C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7124" t="19832" r="40203" b="17169"/>
              <a:stretch>
                <a:fillRect/>
              </a:stretch>
            </p:blipFill>
            <p:spPr>
              <a:xfrm>
                <a:off x="6548593" y="711082"/>
                <a:ext cx="384412" cy="288032"/>
              </a:xfrm>
              <a:prstGeom prst="rect">
                <a:avLst/>
              </a:prstGeom>
            </p:spPr>
          </p:pic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D4FFCBD-6CA5-4723-C050-259DC18BC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582398" y="798882"/>
              <a:ext cx="232970" cy="167661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0ECE70F4-032F-55BF-B3DA-4B5CBD5F3B36}"/>
              </a:ext>
            </a:extLst>
          </p:cNvPr>
          <p:cNvGrpSpPr/>
          <p:nvPr/>
        </p:nvGrpSpPr>
        <p:grpSpPr>
          <a:xfrm>
            <a:off x="344914" y="1293038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AEB7A6-E06E-84BE-C6D2-0C44A6B6901C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E8784E8-D460-33E1-0B49-3C37E921CC38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B1A2566B-A0A1-DE97-1BF7-94D7DF84D8A4}"/>
              </a:ext>
            </a:extLst>
          </p:cNvPr>
          <p:cNvSpPr/>
          <p:nvPr/>
        </p:nvSpPr>
        <p:spPr>
          <a:xfrm>
            <a:off x="1459702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12" name="Group 59">
            <a:extLst>
              <a:ext uri="{FF2B5EF4-FFF2-40B4-BE49-F238E27FC236}">
                <a16:creationId xmlns:a16="http://schemas.microsoft.com/office/drawing/2014/main" id="{3CC93753-B467-2573-D829-F25FBB2C1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403832"/>
              </p:ext>
            </p:extLst>
          </p:nvPr>
        </p:nvGraphicFramePr>
        <p:xfrm>
          <a:off x="10128399" y="623854"/>
          <a:ext cx="2850436" cy="285486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311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카테고리 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카테고리 레이어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메인으로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최근 본 상품 화면이동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/>
                        <a:t>12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grpSp>
        <p:nvGrpSpPr>
          <p:cNvPr id="17" name="그룹 16">
            <a:extLst>
              <a:ext uri="{FF2B5EF4-FFF2-40B4-BE49-F238E27FC236}">
                <a16:creationId xmlns:a16="http://schemas.microsoft.com/office/drawing/2014/main" id="{CF98C523-97C6-502E-E14E-27CB002DD9E7}"/>
              </a:ext>
            </a:extLst>
          </p:cNvPr>
          <p:cNvGrpSpPr/>
          <p:nvPr/>
        </p:nvGrpSpPr>
        <p:grpSpPr>
          <a:xfrm>
            <a:off x="1819080" y="5885711"/>
            <a:ext cx="1310400" cy="412082"/>
            <a:chOff x="2878980" y="5932470"/>
            <a:chExt cx="1310400" cy="412082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AA061CF-86DF-F642-7342-02954507CD5C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7DBAE69-0DD2-4A38-8BDA-BC698485D536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C30A3C-0B15-49F9-0A0D-03018C0CBC7F}"/>
              </a:ext>
            </a:extLst>
          </p:cNvPr>
          <p:cNvSpPr/>
          <p:nvPr/>
        </p:nvSpPr>
        <p:spPr>
          <a:xfrm>
            <a:off x="156400" y="683964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6D1225-541D-9435-41AB-7D6430CBE2F7}"/>
              </a:ext>
            </a:extLst>
          </p:cNvPr>
          <p:cNvSpPr txBox="1"/>
          <p:nvPr/>
        </p:nvSpPr>
        <p:spPr>
          <a:xfrm>
            <a:off x="-173231" y="1635668"/>
            <a:ext cx="391596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&gt;</a:t>
            </a:r>
            <a:endParaRPr lang="ko-KR" altLang="en-US" sz="3500" spc="-15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순서도: 천공 테이프 25">
            <a:extLst>
              <a:ext uri="{FF2B5EF4-FFF2-40B4-BE49-F238E27FC236}">
                <a16:creationId xmlns:a16="http://schemas.microsoft.com/office/drawing/2014/main" id="{AC162E59-727C-6767-AF46-AD8BD212C512}"/>
              </a:ext>
            </a:extLst>
          </p:cNvPr>
          <p:cNvSpPr/>
          <p:nvPr/>
        </p:nvSpPr>
        <p:spPr>
          <a:xfrm>
            <a:off x="156400" y="6539024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6AF3B7-4268-D6FF-82E1-2F548EB28827}"/>
              </a:ext>
            </a:extLst>
          </p:cNvPr>
          <p:cNvSpPr/>
          <p:nvPr/>
        </p:nvSpPr>
        <p:spPr>
          <a:xfrm>
            <a:off x="3528641" y="683921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DE30F6-0F31-FDC0-B31A-4CD383CA227F}"/>
              </a:ext>
            </a:extLst>
          </p:cNvPr>
          <p:cNvSpPr/>
          <p:nvPr/>
        </p:nvSpPr>
        <p:spPr>
          <a:xfrm>
            <a:off x="3697801" y="764393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08FCF4-4E7C-A77D-BF6A-D38683C004C5}"/>
              </a:ext>
            </a:extLst>
          </p:cNvPr>
          <p:cNvSpPr/>
          <p:nvPr/>
        </p:nvSpPr>
        <p:spPr>
          <a:xfrm>
            <a:off x="5200559" y="764393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779BCC-AA8D-58CB-7442-A1602BD4D7FF}"/>
              </a:ext>
            </a:extLst>
          </p:cNvPr>
          <p:cNvSpPr txBox="1"/>
          <p:nvPr/>
        </p:nvSpPr>
        <p:spPr>
          <a:xfrm>
            <a:off x="3618510" y="1740936"/>
            <a:ext cx="15375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알프스 청정 프리미엄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2,3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200ml X 24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입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13A2FB-BDC7-858C-5476-100EDABB53F2}"/>
              </a:ext>
            </a:extLst>
          </p:cNvPr>
          <p:cNvSpPr txBox="1"/>
          <p:nvPr/>
        </p:nvSpPr>
        <p:spPr>
          <a:xfrm>
            <a:off x="3782999" y="2184543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42,000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7E9DDC2-F6D3-C3B7-3DCF-08AA0A4EAC36}"/>
              </a:ext>
            </a:extLst>
          </p:cNvPr>
          <p:cNvGrpSpPr/>
          <p:nvPr/>
        </p:nvGrpSpPr>
        <p:grpSpPr>
          <a:xfrm>
            <a:off x="3696434" y="2415375"/>
            <a:ext cx="1310400" cy="412082"/>
            <a:chOff x="2878980" y="5932470"/>
            <a:chExt cx="1310400" cy="412082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CF1467C-CDA0-E971-E663-82100A521F7E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A3E538B-ABB6-57A5-A707-450924DF8F4E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DB4E74FC-00F1-C808-C0B6-91C8AE954A1A}"/>
              </a:ext>
            </a:extLst>
          </p:cNvPr>
          <p:cNvSpPr txBox="1"/>
          <p:nvPr/>
        </p:nvSpPr>
        <p:spPr>
          <a:xfrm>
            <a:off x="5150334" y="1724924"/>
            <a:ext cx="15375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유한킴벌리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하기스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맥스드라이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2025 6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...</a:t>
            </a: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팬티형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여아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38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매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X2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팩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KA30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DEC1B3-5D91-E0CA-2B75-0A9E067C0818}"/>
              </a:ext>
            </a:extLst>
          </p:cNvPr>
          <p:cNvSpPr txBox="1"/>
          <p:nvPr/>
        </p:nvSpPr>
        <p:spPr>
          <a:xfrm>
            <a:off x="5196246" y="2171595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73,900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CBF86EE-5BBA-4DEC-F90F-846365F03D05}"/>
              </a:ext>
            </a:extLst>
          </p:cNvPr>
          <p:cNvGrpSpPr/>
          <p:nvPr/>
        </p:nvGrpSpPr>
        <p:grpSpPr>
          <a:xfrm>
            <a:off x="5205353" y="2404665"/>
            <a:ext cx="1310400" cy="412082"/>
            <a:chOff x="2878980" y="5932470"/>
            <a:chExt cx="1310400" cy="412082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E9A397D2-F3F0-7108-8D3E-3C7E67417423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A244E38F-76A1-3BB8-4C50-0BAFC6110D58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52" name="순서도: 천공 테이프 51">
            <a:extLst>
              <a:ext uri="{FF2B5EF4-FFF2-40B4-BE49-F238E27FC236}">
                <a16:creationId xmlns:a16="http://schemas.microsoft.com/office/drawing/2014/main" id="{E40D9D31-E67D-A88E-BAA4-49183A266A97}"/>
              </a:ext>
            </a:extLst>
          </p:cNvPr>
          <p:cNvSpPr/>
          <p:nvPr/>
        </p:nvSpPr>
        <p:spPr>
          <a:xfrm>
            <a:off x="3535274" y="2889912"/>
            <a:ext cx="3159299" cy="331702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바우처별 인기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A7523C-8735-45B0-C6E4-32093346D21E}"/>
              </a:ext>
            </a:extLst>
          </p:cNvPr>
          <p:cNvSpPr txBox="1"/>
          <p:nvPr/>
        </p:nvSpPr>
        <p:spPr>
          <a:xfrm>
            <a:off x="3612456" y="3394435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5FA45FF-840E-48B9-7D25-5719BFEAB293}"/>
              </a:ext>
            </a:extLst>
          </p:cNvPr>
          <p:cNvSpPr/>
          <p:nvPr/>
        </p:nvSpPr>
        <p:spPr>
          <a:xfrm>
            <a:off x="3680382" y="3635828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18A8EBA-6895-56E1-49DB-6D4CD7449704}"/>
              </a:ext>
            </a:extLst>
          </p:cNvPr>
          <p:cNvSpPr/>
          <p:nvPr/>
        </p:nvSpPr>
        <p:spPr>
          <a:xfrm>
            <a:off x="5183140" y="3635828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5DD8E4-4B41-A82A-F8E5-B3D95470A058}"/>
              </a:ext>
            </a:extLst>
          </p:cNvPr>
          <p:cNvSpPr txBox="1"/>
          <p:nvPr/>
        </p:nvSpPr>
        <p:spPr>
          <a:xfrm>
            <a:off x="3601091" y="4612371"/>
            <a:ext cx="15375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>
                <a:solidFill>
                  <a:srgbClr val="333333"/>
                </a:solidFill>
                <a:latin typeface="+mn-ea"/>
              </a:rPr>
              <a:t>깨끗한나라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프리미엄급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디어스킨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리얼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모딜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dirty="0">
                <a:solidFill>
                  <a:srgbClr val="333333"/>
                </a:solidFill>
                <a:latin typeface="+mn-ea"/>
              </a:rPr>
              <a:t>중형 </a:t>
            </a:r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32P(16+16) </a:t>
            </a:r>
            <a:r>
              <a:rPr lang="ko-KR" altLang="en-US" sz="800" dirty="0">
                <a:solidFill>
                  <a:srgbClr val="333333"/>
                </a:solidFill>
                <a:latin typeface="+mn-ea"/>
              </a:rPr>
              <a:t>생리대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704EF0-A059-F2CA-5923-38A0CD5B3CFA}"/>
              </a:ext>
            </a:extLst>
          </p:cNvPr>
          <p:cNvSpPr txBox="1"/>
          <p:nvPr/>
        </p:nvSpPr>
        <p:spPr>
          <a:xfrm>
            <a:off x="3765580" y="5055978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F5689023-B138-0FCA-CCF7-F0AD0CD13187}"/>
              </a:ext>
            </a:extLst>
          </p:cNvPr>
          <p:cNvGrpSpPr/>
          <p:nvPr/>
        </p:nvGrpSpPr>
        <p:grpSpPr>
          <a:xfrm>
            <a:off x="3679015" y="5286810"/>
            <a:ext cx="1310400" cy="412082"/>
            <a:chOff x="2878980" y="5932470"/>
            <a:chExt cx="1310400" cy="412082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10275B52-E0E5-8F79-89E6-81F792D31100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32EBEA44-8E07-088F-095C-6A2026EC346C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F282F9C4-07D1-1484-52BA-9D173C2CCA18}"/>
              </a:ext>
            </a:extLst>
          </p:cNvPr>
          <p:cNvSpPr txBox="1"/>
          <p:nvPr/>
        </p:nvSpPr>
        <p:spPr>
          <a:xfrm>
            <a:off x="5132915" y="4596359"/>
            <a:ext cx="15375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바디피트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천연코튼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팬티라이너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일반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무향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120p(40Px3)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E54B3AB-0452-2C9B-959D-BCDA33AD9CD0}"/>
              </a:ext>
            </a:extLst>
          </p:cNvPr>
          <p:cNvSpPr txBox="1"/>
          <p:nvPr/>
        </p:nvSpPr>
        <p:spPr>
          <a:xfrm>
            <a:off x="5178827" y="5043030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10,400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2DDC5E21-2111-CA0F-E224-12B82DFFADB3}"/>
              </a:ext>
            </a:extLst>
          </p:cNvPr>
          <p:cNvGrpSpPr/>
          <p:nvPr/>
        </p:nvGrpSpPr>
        <p:grpSpPr>
          <a:xfrm>
            <a:off x="5187934" y="5276100"/>
            <a:ext cx="1310400" cy="412082"/>
            <a:chOff x="2878980" y="5932470"/>
            <a:chExt cx="1310400" cy="412082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B39D1D14-C4A1-378A-9CAA-CD52C51645C4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F6263D5-28A0-E075-3DB6-AAD115FE3060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118" name="순서도: 천공 테이프 117">
            <a:extLst>
              <a:ext uri="{FF2B5EF4-FFF2-40B4-BE49-F238E27FC236}">
                <a16:creationId xmlns:a16="http://schemas.microsoft.com/office/drawing/2014/main" id="{39258C50-F64F-78F8-6553-053E0AF2931E}"/>
              </a:ext>
            </a:extLst>
          </p:cNvPr>
          <p:cNvSpPr/>
          <p:nvPr/>
        </p:nvSpPr>
        <p:spPr>
          <a:xfrm>
            <a:off x="3535274" y="5738911"/>
            <a:ext cx="3159299" cy="331702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바우처별 인기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0" name="순서도: 천공 테이프 119">
            <a:extLst>
              <a:ext uri="{FF2B5EF4-FFF2-40B4-BE49-F238E27FC236}">
                <a16:creationId xmlns:a16="http://schemas.microsoft.com/office/drawing/2014/main" id="{7F9D1F33-1EF4-DBA0-EE7A-27EF1C2319C4}"/>
              </a:ext>
            </a:extLst>
          </p:cNvPr>
          <p:cNvSpPr/>
          <p:nvPr/>
        </p:nvSpPr>
        <p:spPr>
          <a:xfrm>
            <a:off x="3535273" y="6494763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F75AC2D-A1EE-1D73-2C32-36B558018B43}"/>
              </a:ext>
            </a:extLst>
          </p:cNvPr>
          <p:cNvSpPr/>
          <p:nvPr/>
        </p:nvSpPr>
        <p:spPr>
          <a:xfrm>
            <a:off x="6880952" y="683921"/>
            <a:ext cx="3159299" cy="5557182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1033AA98-AD32-971F-493B-D8A1B695EC3D}"/>
              </a:ext>
            </a:extLst>
          </p:cNvPr>
          <p:cNvSpPr/>
          <p:nvPr/>
        </p:nvSpPr>
        <p:spPr>
          <a:xfrm>
            <a:off x="11642822" y="7318873"/>
            <a:ext cx="880367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E07006A1-0082-7DCE-57AE-2A67197256C1}"/>
              </a:ext>
            </a:extLst>
          </p:cNvPr>
          <p:cNvSpPr/>
          <p:nvPr/>
        </p:nvSpPr>
        <p:spPr>
          <a:xfrm>
            <a:off x="6930150" y="997433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68C0929-BBFA-1F39-72C0-A4D87435425A}"/>
              </a:ext>
            </a:extLst>
          </p:cNvPr>
          <p:cNvSpPr txBox="1"/>
          <p:nvPr/>
        </p:nvSpPr>
        <p:spPr>
          <a:xfrm>
            <a:off x="6846232" y="764393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8AE852C-FDBA-F490-77F5-EDA22C1BE9BF}"/>
              </a:ext>
            </a:extLst>
          </p:cNvPr>
          <p:cNvSpPr txBox="1"/>
          <p:nvPr/>
        </p:nvSpPr>
        <p:spPr>
          <a:xfrm>
            <a:off x="9288956" y="78623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665280E-E9A8-EAC4-049D-991CF1A9250B}"/>
              </a:ext>
            </a:extLst>
          </p:cNvPr>
          <p:cNvSpPr txBox="1"/>
          <p:nvPr/>
        </p:nvSpPr>
        <p:spPr>
          <a:xfrm>
            <a:off x="6915038" y="1044015"/>
            <a:ext cx="27013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E29B326-B1E7-6FDD-9639-2794FA7CC120}"/>
              </a:ext>
            </a:extLst>
          </p:cNvPr>
          <p:cNvSpPr txBox="1"/>
          <p:nvPr/>
        </p:nvSpPr>
        <p:spPr>
          <a:xfrm>
            <a:off x="6907853" y="1260029"/>
            <a:ext cx="227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57FE4F5-C57B-9ABE-F225-0644AC26B464}"/>
              </a:ext>
            </a:extLst>
          </p:cNvPr>
          <p:cNvSpPr txBox="1"/>
          <p:nvPr/>
        </p:nvSpPr>
        <p:spPr>
          <a:xfrm>
            <a:off x="6907854" y="1494736"/>
            <a:ext cx="24204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39C92DD-E806-A1E8-7886-8423291F8B6E}"/>
              </a:ext>
            </a:extLst>
          </p:cNvPr>
          <p:cNvSpPr/>
          <p:nvPr/>
        </p:nvSpPr>
        <p:spPr>
          <a:xfrm>
            <a:off x="6915038" y="2157561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6BAEAD7D-9BFE-E1F7-A7C8-80B7FEC31165}"/>
              </a:ext>
            </a:extLst>
          </p:cNvPr>
          <p:cNvSpPr txBox="1"/>
          <p:nvPr/>
        </p:nvSpPr>
        <p:spPr>
          <a:xfrm>
            <a:off x="6841009" y="194684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CA26644-263D-8E3B-D4DE-121A8FCFEDB3}"/>
              </a:ext>
            </a:extLst>
          </p:cNvPr>
          <p:cNvSpPr txBox="1"/>
          <p:nvPr/>
        </p:nvSpPr>
        <p:spPr>
          <a:xfrm>
            <a:off x="9273844" y="1946362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76CFAFC-05E7-878D-BAB6-FAA76184704C}"/>
              </a:ext>
            </a:extLst>
          </p:cNvPr>
          <p:cNvSpPr txBox="1"/>
          <p:nvPr/>
        </p:nvSpPr>
        <p:spPr>
          <a:xfrm>
            <a:off x="6914644" y="2257589"/>
            <a:ext cx="164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….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07982EF-1807-A600-E48A-4D7F2C93CC46}"/>
              </a:ext>
            </a:extLst>
          </p:cNvPr>
          <p:cNvSpPr txBox="1"/>
          <p:nvPr/>
        </p:nvSpPr>
        <p:spPr>
          <a:xfrm>
            <a:off x="6914644" y="2432412"/>
            <a:ext cx="2027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EFE88EB-98FE-B5AD-9A2B-601F7825DEDA}"/>
              </a:ext>
            </a:extLst>
          </p:cNvPr>
          <p:cNvSpPr txBox="1"/>
          <p:nvPr/>
        </p:nvSpPr>
        <p:spPr>
          <a:xfrm>
            <a:off x="6914644" y="2595557"/>
            <a:ext cx="14775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90C8EFB-FF8C-A987-FE76-9FD8B8A29107}"/>
              </a:ext>
            </a:extLst>
          </p:cNvPr>
          <p:cNvSpPr txBox="1"/>
          <p:nvPr/>
        </p:nvSpPr>
        <p:spPr>
          <a:xfrm>
            <a:off x="9007310" y="2257589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E813EFD-A0E4-8CB2-39E6-CB1F6802A639}"/>
              </a:ext>
            </a:extLst>
          </p:cNvPr>
          <p:cNvSpPr txBox="1"/>
          <p:nvPr/>
        </p:nvSpPr>
        <p:spPr>
          <a:xfrm>
            <a:off x="9007310" y="2432412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0319AD1-EAFE-E5E6-45D7-490F73CE6F61}"/>
              </a:ext>
            </a:extLst>
          </p:cNvPr>
          <p:cNvSpPr txBox="1"/>
          <p:nvPr/>
        </p:nvSpPr>
        <p:spPr>
          <a:xfrm>
            <a:off x="9007310" y="2595557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0E7F4433-F867-1DCB-6D5C-AB509276F15A}"/>
              </a:ext>
            </a:extLst>
          </p:cNvPr>
          <p:cNvSpPr/>
          <p:nvPr/>
        </p:nvSpPr>
        <p:spPr>
          <a:xfrm>
            <a:off x="6891909" y="3203848"/>
            <a:ext cx="3077849" cy="244879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B5508175-A27C-FB67-BD5D-2E51B0C1C23B}"/>
              </a:ext>
            </a:extLst>
          </p:cNvPr>
          <p:cNvSpPr txBox="1"/>
          <p:nvPr/>
        </p:nvSpPr>
        <p:spPr>
          <a:xfrm>
            <a:off x="6867912" y="388322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48BB0D5E-852A-A8BD-B6FA-3857F42CCCE7}"/>
              </a:ext>
            </a:extLst>
          </p:cNvPr>
          <p:cNvSpPr txBox="1"/>
          <p:nvPr/>
        </p:nvSpPr>
        <p:spPr>
          <a:xfrm>
            <a:off x="6854210" y="4626207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15FFE64-E3FC-B7D6-4F52-681901FAA964}"/>
              </a:ext>
            </a:extLst>
          </p:cNvPr>
          <p:cNvSpPr txBox="1"/>
          <p:nvPr/>
        </p:nvSpPr>
        <p:spPr>
          <a:xfrm>
            <a:off x="6880952" y="3219611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3" name="순서도: 연결자 202">
            <a:extLst>
              <a:ext uri="{FF2B5EF4-FFF2-40B4-BE49-F238E27FC236}">
                <a16:creationId xmlns:a16="http://schemas.microsoft.com/office/drawing/2014/main" id="{87EDB5D0-5F53-BA25-CBF2-9FA67444D306}"/>
              </a:ext>
            </a:extLst>
          </p:cNvPr>
          <p:cNvSpPr/>
          <p:nvPr/>
        </p:nvSpPr>
        <p:spPr>
          <a:xfrm>
            <a:off x="2893343" y="3748637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pic>
        <p:nvPicPr>
          <p:cNvPr id="205" name="그림 204">
            <a:extLst>
              <a:ext uri="{FF2B5EF4-FFF2-40B4-BE49-F238E27FC236}">
                <a16:creationId xmlns:a16="http://schemas.microsoft.com/office/drawing/2014/main" id="{1E3DEC12-6CA5-52C8-F1EC-77C62F09A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014" y="5903830"/>
            <a:ext cx="333375" cy="295275"/>
          </a:xfrm>
          <a:prstGeom prst="rect">
            <a:avLst/>
          </a:prstGeom>
        </p:spPr>
      </p:pic>
      <p:pic>
        <p:nvPicPr>
          <p:cNvPr id="207" name="그림 206">
            <a:extLst>
              <a:ext uri="{FF2B5EF4-FFF2-40B4-BE49-F238E27FC236}">
                <a16:creationId xmlns:a16="http://schemas.microsoft.com/office/drawing/2014/main" id="{991F425B-B761-2265-9388-7D9721B7F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394" y="5890838"/>
            <a:ext cx="304800" cy="342900"/>
          </a:xfrm>
          <a:prstGeom prst="rect">
            <a:avLst/>
          </a:prstGeom>
        </p:spPr>
      </p:pic>
      <p:pic>
        <p:nvPicPr>
          <p:cNvPr id="211" name="그림 210">
            <a:extLst>
              <a:ext uri="{FF2B5EF4-FFF2-40B4-BE49-F238E27FC236}">
                <a16:creationId xmlns:a16="http://schemas.microsoft.com/office/drawing/2014/main" id="{93E7BFB0-F962-AEC9-61A2-73BD27BDD8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8808594" y="5928841"/>
            <a:ext cx="334680" cy="250770"/>
          </a:xfrm>
          <a:prstGeom prst="rect">
            <a:avLst/>
          </a:prstGeom>
        </p:spPr>
      </p:pic>
      <p:sp>
        <p:nvSpPr>
          <p:cNvPr id="215" name="순서도: 연결자 214">
            <a:extLst>
              <a:ext uri="{FF2B5EF4-FFF2-40B4-BE49-F238E27FC236}">
                <a16:creationId xmlns:a16="http://schemas.microsoft.com/office/drawing/2014/main" id="{59D17E90-F1B1-9758-1A6F-FE10EC0B2570}"/>
              </a:ext>
            </a:extLst>
          </p:cNvPr>
          <p:cNvSpPr/>
          <p:nvPr/>
        </p:nvSpPr>
        <p:spPr>
          <a:xfrm>
            <a:off x="9616351" y="5909133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A01EBD5-2940-292E-14FB-EAB2A80DB6A0}"/>
              </a:ext>
            </a:extLst>
          </p:cNvPr>
          <p:cNvSpPr/>
          <p:nvPr/>
        </p:nvSpPr>
        <p:spPr>
          <a:xfrm>
            <a:off x="6880952" y="5867907"/>
            <a:ext cx="3159299" cy="36166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8" name="모서리가 둥근 직사각형 114">
            <a:extLst>
              <a:ext uri="{FF2B5EF4-FFF2-40B4-BE49-F238E27FC236}">
                <a16:creationId xmlns:a16="http://schemas.microsoft.com/office/drawing/2014/main" id="{F9E0A309-762C-A4E4-7A52-A3DE8BC1E238}"/>
              </a:ext>
            </a:extLst>
          </p:cNvPr>
          <p:cNvSpPr/>
          <p:nvPr/>
        </p:nvSpPr>
        <p:spPr>
          <a:xfrm>
            <a:off x="7076255" y="58074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0" name="모서리가 둥근 직사각형 114">
            <a:extLst>
              <a:ext uri="{FF2B5EF4-FFF2-40B4-BE49-F238E27FC236}">
                <a16:creationId xmlns:a16="http://schemas.microsoft.com/office/drawing/2014/main" id="{E554F65B-0E2F-3F79-C29E-1E1B25ADA5E1}"/>
              </a:ext>
            </a:extLst>
          </p:cNvPr>
          <p:cNvSpPr/>
          <p:nvPr/>
        </p:nvSpPr>
        <p:spPr>
          <a:xfrm>
            <a:off x="8000751" y="57843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2" name="모서리가 둥근 직사각형 114">
            <a:extLst>
              <a:ext uri="{FF2B5EF4-FFF2-40B4-BE49-F238E27FC236}">
                <a16:creationId xmlns:a16="http://schemas.microsoft.com/office/drawing/2014/main" id="{0A9D1E8F-9696-3E62-9B4A-57CDA7F10DB2}"/>
              </a:ext>
            </a:extLst>
          </p:cNvPr>
          <p:cNvSpPr/>
          <p:nvPr/>
        </p:nvSpPr>
        <p:spPr>
          <a:xfrm>
            <a:off x="8859026" y="57918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4" name="모서리가 둥근 직사각형 114">
            <a:extLst>
              <a:ext uri="{FF2B5EF4-FFF2-40B4-BE49-F238E27FC236}">
                <a16:creationId xmlns:a16="http://schemas.microsoft.com/office/drawing/2014/main" id="{56DB0447-A065-D35D-9F74-2C15774FF4FE}"/>
              </a:ext>
            </a:extLst>
          </p:cNvPr>
          <p:cNvSpPr/>
          <p:nvPr/>
        </p:nvSpPr>
        <p:spPr>
          <a:xfrm>
            <a:off x="9682489" y="57784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226" name="직선 화살표 연결선 225">
            <a:extLst>
              <a:ext uri="{FF2B5EF4-FFF2-40B4-BE49-F238E27FC236}">
                <a16:creationId xmlns:a16="http://schemas.microsoft.com/office/drawing/2014/main" id="{8CB3D109-5CFB-C9D6-9D82-786C2DD4E910}"/>
              </a:ext>
            </a:extLst>
          </p:cNvPr>
          <p:cNvCxnSpPr>
            <a:stCxn id="216" idx="3"/>
          </p:cNvCxnSpPr>
          <p:nvPr/>
        </p:nvCxnSpPr>
        <p:spPr>
          <a:xfrm>
            <a:off x="10040251" y="6048738"/>
            <a:ext cx="617182" cy="2187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72AEA2E1-CDD1-57ED-F3BB-73A2C1C21A24}"/>
              </a:ext>
            </a:extLst>
          </p:cNvPr>
          <p:cNvSpPr txBox="1"/>
          <p:nvPr/>
        </p:nvSpPr>
        <p:spPr>
          <a:xfrm>
            <a:off x="10688047" y="5910251"/>
            <a:ext cx="10583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 고정 탭 바 영역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1B4831-5FAD-826C-6EFF-BFC7C46D0A04}"/>
              </a:ext>
            </a:extLst>
          </p:cNvPr>
          <p:cNvSpPr txBox="1"/>
          <p:nvPr/>
        </p:nvSpPr>
        <p:spPr>
          <a:xfrm>
            <a:off x="923908" y="4265013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0B2D4D-14F8-67D6-7B94-450F4B10A64E}"/>
              </a:ext>
            </a:extLst>
          </p:cNvPr>
          <p:cNvSpPr txBox="1"/>
          <p:nvPr/>
        </p:nvSpPr>
        <p:spPr>
          <a:xfrm>
            <a:off x="4147647" y="3650161"/>
            <a:ext cx="836622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FD8035-7945-E8E0-0E4F-C7ED859AF19B}"/>
              </a:ext>
            </a:extLst>
          </p:cNvPr>
          <p:cNvSpPr txBox="1"/>
          <p:nvPr/>
        </p:nvSpPr>
        <p:spPr>
          <a:xfrm>
            <a:off x="2428128" y="4255615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3187B5-CB92-456E-77D3-7442F113CD1B}"/>
              </a:ext>
            </a:extLst>
          </p:cNvPr>
          <p:cNvSpPr txBox="1"/>
          <p:nvPr/>
        </p:nvSpPr>
        <p:spPr>
          <a:xfrm>
            <a:off x="5655123" y="3642099"/>
            <a:ext cx="836622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798A653-7956-95C1-5A73-B809935B1412}"/>
              </a:ext>
            </a:extLst>
          </p:cNvPr>
          <p:cNvSpPr txBox="1"/>
          <p:nvPr/>
        </p:nvSpPr>
        <p:spPr>
          <a:xfrm>
            <a:off x="4303511" y="765610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465735-6BA9-D452-FBE6-4C4E8285AA49}"/>
              </a:ext>
            </a:extLst>
          </p:cNvPr>
          <p:cNvSpPr txBox="1"/>
          <p:nvPr/>
        </p:nvSpPr>
        <p:spPr>
          <a:xfrm>
            <a:off x="5807731" y="756212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</p:spTree>
    <p:extLst>
      <p:ext uri="{BB962C8B-B14F-4D97-AF65-F5344CB8AC3E}">
        <p14:creationId xmlns:p14="http://schemas.microsoft.com/office/powerpoint/2010/main" val="1309040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E1062-D813-FD63-923F-B017B38F1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75BD9B-78E9-0F43-AA3A-1770DC2D3436}"/>
              </a:ext>
            </a:extLst>
          </p:cNvPr>
          <p:cNvSpPr txBox="1"/>
          <p:nvPr/>
        </p:nvSpPr>
        <p:spPr>
          <a:xfrm>
            <a:off x="5322639" y="2789327"/>
            <a:ext cx="231666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r>
              <a:rPr lang="en-US" altLang="ko-KR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500" i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r>
              <a:rPr lang="ko-KR" altLang="en-US" sz="3500" i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타입</a:t>
            </a:r>
          </a:p>
        </p:txBody>
      </p:sp>
    </p:spTree>
    <p:extLst>
      <p:ext uri="{BB962C8B-B14F-4D97-AF65-F5344CB8AC3E}">
        <p14:creationId xmlns:p14="http://schemas.microsoft.com/office/powerpoint/2010/main" val="2137388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10914</TotalTime>
  <Words>1433</Words>
  <Application>Microsoft Office PowerPoint</Application>
  <PresentationFormat>사용자 지정</PresentationFormat>
  <Paragraphs>480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1336</cp:revision>
  <dcterms:created xsi:type="dcterms:W3CDTF">2020-09-28T12:25:11Z</dcterms:created>
  <dcterms:modified xsi:type="dcterms:W3CDTF">2026-06-23T01:32:47Z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