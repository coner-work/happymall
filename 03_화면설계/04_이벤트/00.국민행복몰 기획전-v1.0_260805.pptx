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1803" r:id="rId5"/>
    <p:sldId id="624" r:id="rId6"/>
    <p:sldId id="1973" r:id="rId7"/>
    <p:sldId id="1976" r:id="rId8"/>
    <p:sldId id="1963" r:id="rId9"/>
    <p:sldId id="2021" r:id="rId10"/>
    <p:sldId id="1952" r:id="rId11"/>
    <p:sldId id="1979" r:id="rId12"/>
    <p:sldId id="2022" r:id="rId13"/>
    <p:sldId id="2023" r:id="rId14"/>
    <p:sldId id="2024" r:id="rId15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129"/>
    <a:srgbClr val="34A44E"/>
    <a:srgbClr val="234DD3"/>
    <a:srgbClr val="EB7A67"/>
    <a:srgbClr val="F28C7A"/>
    <a:srgbClr val="00589A"/>
    <a:srgbClr val="235A9A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CE885-8428-4B11-83EF-6ACC955EC6B6}" v="197" dt="2026-08-05T03:27:18.492"/>
    <p1510:client id="{FE076564-5801-42A0-ABAE-535FBA21A37C}" v="38" dt="2026-08-05T06:43:05.72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391" autoAdjust="0"/>
  </p:normalViewPr>
  <p:slideViewPr>
    <p:cSldViewPr>
      <p:cViewPr varScale="1">
        <p:scale>
          <a:sx n="159" d="100"/>
          <a:sy n="159" d="100"/>
        </p:scale>
        <p:origin x="156" y="16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 modMainMaster">
      <pc:chgData name="한나 조" userId="65a288ce2c9026c1" providerId="LiveId" clId="{C15A6EEB-526C-46C9-82AA-A02ABBD41001}" dt="2026-08-05T06:43:10.128" v="11290" actId="20577"/>
      <pc:docMkLst>
        <pc:docMk/>
      </pc:docMkLst>
      <pc:sldChg chg="modSp mod">
        <pc:chgData name="한나 조" userId="65a288ce2c9026c1" providerId="LiveId" clId="{C15A6EEB-526C-46C9-82AA-A02ABBD41001}" dt="2026-08-03T08:35:51.082" v="8795" actId="6549"/>
        <pc:sldMkLst>
          <pc:docMk/>
          <pc:sldMk cId="86950737" sldId="624"/>
        </pc:sldMkLst>
        <pc:graphicFrameChg chg="mod modGraphic">
          <ac:chgData name="한나 조" userId="65a288ce2c9026c1" providerId="LiveId" clId="{C15A6EEB-526C-46C9-82AA-A02ABBD41001}" dt="2026-08-03T08:35:51.082" v="8795" actId="6549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8-03T08:35:42.134" v="8788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8-03T08:35:36.824" v="8781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8-03T08:35:42.134" v="8788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8-05T06:43:10.128" v="11290" actId="20577"/>
        <pc:sldMkLst>
          <pc:docMk/>
          <pc:sldMk cId="2301299432" sldId="1952"/>
        </pc:sldMkLst>
        <pc:spChg chg="mod">
          <ac:chgData name="한나 조" userId="65a288ce2c9026c1" providerId="LiveId" clId="{C15A6EEB-526C-46C9-82AA-A02ABBD41001}" dt="2026-08-03T08:37:59.310" v="8838"/>
          <ac:spMkLst>
            <pc:docMk/>
            <pc:sldMk cId="2301299432" sldId="1952"/>
            <ac:spMk id="2" creationId="{00000000-0000-0000-0000-000000000000}"/>
          </ac:spMkLst>
        </pc:spChg>
        <pc:spChg chg="mod">
          <ac:chgData name="한나 조" userId="65a288ce2c9026c1" providerId="LiveId" clId="{C15A6EEB-526C-46C9-82AA-A02ABBD41001}" dt="2026-08-03T08:38:01.579" v="8849"/>
          <ac:spMkLst>
            <pc:docMk/>
            <pc:sldMk cId="2301299432" sldId="1952"/>
            <ac:spMk id="3" creationId="{00000000-0000-0000-0000-000000000000}"/>
          </ac:spMkLst>
        </pc:spChg>
        <pc:spChg chg="mod">
          <ac:chgData name="한나 조" userId="65a288ce2c9026c1" providerId="LiveId" clId="{C15A6EEB-526C-46C9-82AA-A02ABBD41001}" dt="2026-08-04T08:31:42.115" v="10447" actId="1076"/>
          <ac:spMkLst>
            <pc:docMk/>
            <pc:sldMk cId="2301299432" sldId="1952"/>
            <ac:spMk id="4" creationId="{00000000-0000-0000-0000-000000000000}"/>
          </ac:spMkLst>
        </pc:spChg>
        <pc:spChg chg="mod">
          <ac:chgData name="한나 조" userId="65a288ce2c9026c1" providerId="LiveId" clId="{C15A6EEB-526C-46C9-82AA-A02ABBD41001}" dt="2026-08-03T08:38:17.286" v="8859" actId="20577"/>
          <ac:spMkLst>
            <pc:docMk/>
            <pc:sldMk cId="2301299432" sldId="1952"/>
            <ac:spMk id="5" creationId="{00000000-0000-0000-0000-000000000000}"/>
          </ac:spMkLst>
        </pc:spChg>
        <pc:spChg chg="add mod">
          <ac:chgData name="한나 조" userId="65a288ce2c9026c1" providerId="LiveId" clId="{C15A6EEB-526C-46C9-82AA-A02ABBD41001}" dt="2026-08-05T03:47:33.084" v="10867" actId="207"/>
          <ac:spMkLst>
            <pc:docMk/>
            <pc:sldMk cId="2301299432" sldId="1952"/>
            <ac:spMk id="9" creationId="{A4E2C46A-287D-307D-D44E-0889575D3F21}"/>
          </ac:spMkLst>
        </pc:spChg>
        <pc:spChg chg="add mod">
          <ac:chgData name="한나 조" userId="65a288ce2c9026c1" providerId="LiveId" clId="{C15A6EEB-526C-46C9-82AA-A02ABBD41001}" dt="2026-08-05T03:47:47.352" v="10872" actId="571"/>
          <ac:spMkLst>
            <pc:docMk/>
            <pc:sldMk cId="2301299432" sldId="1952"/>
            <ac:spMk id="10" creationId="{723BB29A-B5CF-7C0F-6EDE-A9400A43580C}"/>
          </ac:spMkLst>
        </pc:spChg>
        <pc:spChg chg="add mod">
          <ac:chgData name="한나 조" userId="65a288ce2c9026c1" providerId="LiveId" clId="{C15A6EEB-526C-46C9-82AA-A02ABBD41001}" dt="2026-08-05T03:47:51" v="10873" actId="571"/>
          <ac:spMkLst>
            <pc:docMk/>
            <pc:sldMk cId="2301299432" sldId="1952"/>
            <ac:spMk id="11" creationId="{C23A7C4C-220A-9846-24FE-21F2C03E5E66}"/>
          </ac:spMkLst>
        </pc:spChg>
        <pc:spChg chg="add mod">
          <ac:chgData name="한나 조" userId="65a288ce2c9026c1" providerId="LiveId" clId="{C15A6EEB-526C-46C9-82AA-A02ABBD41001}" dt="2026-08-05T03:47:54.553" v="10874" actId="571"/>
          <ac:spMkLst>
            <pc:docMk/>
            <pc:sldMk cId="2301299432" sldId="1952"/>
            <ac:spMk id="12" creationId="{A5BFEFAD-2605-F301-C81A-10B6B6E9559E}"/>
          </ac:spMkLst>
        </pc:spChg>
        <pc:spChg chg="add mod">
          <ac:chgData name="한나 조" userId="65a288ce2c9026c1" providerId="LiveId" clId="{C15A6EEB-526C-46C9-82AA-A02ABBD41001}" dt="2026-08-05T06:35:35.470" v="11080"/>
          <ac:spMkLst>
            <pc:docMk/>
            <pc:sldMk cId="2301299432" sldId="1952"/>
            <ac:spMk id="14" creationId="{6982229C-741E-AD44-4E3D-489B29EAE0C0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14" creationId="{E6DB1205-8643-0915-7AEF-740A42182D27}"/>
          </ac:spMkLst>
        </pc:spChg>
        <pc:spChg chg="add mod">
          <ac:chgData name="한나 조" userId="65a288ce2c9026c1" providerId="LiveId" clId="{C15A6EEB-526C-46C9-82AA-A02ABBD41001}" dt="2026-08-05T06:27:50.248" v="10992" actId="1076"/>
          <ac:spMkLst>
            <pc:docMk/>
            <pc:sldMk cId="2301299432" sldId="1952"/>
            <ac:spMk id="16" creationId="{224F88D0-6752-0AB4-DB31-BAD64E68FB1B}"/>
          </ac:spMkLst>
        </pc:spChg>
        <pc:spChg chg="mod">
          <ac:chgData name="한나 조" userId="65a288ce2c9026c1" providerId="LiveId" clId="{C15A6EEB-526C-46C9-82AA-A02ABBD41001}" dt="2026-08-04T07:04:54.503" v="9745" actId="1035"/>
          <ac:spMkLst>
            <pc:docMk/>
            <pc:sldMk cId="2301299432" sldId="1952"/>
            <ac:spMk id="18" creationId="{853F1B94-7442-DA1A-35DF-CE9A07C85B77}"/>
          </ac:spMkLst>
        </pc:spChg>
        <pc:spChg chg="add mod">
          <ac:chgData name="한나 조" userId="65a288ce2c9026c1" providerId="LiveId" clId="{C15A6EEB-526C-46C9-82AA-A02ABBD41001}" dt="2026-08-05T06:27:57.587" v="11009" actId="20577"/>
          <ac:spMkLst>
            <pc:docMk/>
            <pc:sldMk cId="2301299432" sldId="1952"/>
            <ac:spMk id="19" creationId="{4D1F1FBC-C604-6B39-4662-E7D13C51FD91}"/>
          </ac:spMkLst>
        </pc:spChg>
        <pc:spChg chg="add mod">
          <ac:chgData name="한나 조" userId="65a288ce2c9026c1" providerId="LiveId" clId="{C15A6EEB-526C-46C9-82AA-A02ABBD41001}" dt="2026-08-05T06:27:50.248" v="10992" actId="1076"/>
          <ac:spMkLst>
            <pc:docMk/>
            <pc:sldMk cId="2301299432" sldId="1952"/>
            <ac:spMk id="21" creationId="{8A104376-CD2B-42A7-0CD2-24DDF921E664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2" creationId="{951FC73B-555B-132E-1C13-C65C70B7BDDD}"/>
          </ac:spMkLst>
        </pc:spChg>
        <pc:spChg chg="add mod ord">
          <ac:chgData name="한나 조" userId="65a288ce2c9026c1" providerId="LiveId" clId="{C15A6EEB-526C-46C9-82AA-A02ABBD41001}" dt="2026-08-05T03:48:44.588" v="10891" actId="20577"/>
          <ac:spMkLst>
            <pc:docMk/>
            <pc:sldMk cId="2301299432" sldId="1952"/>
            <ac:spMk id="36" creationId="{6ABEA1CF-390D-5973-5A29-02EC9BB4262A}"/>
          </ac:spMkLst>
        </pc:spChg>
        <pc:spChg chg="add del mod ord">
          <ac:chgData name="한나 조" userId="65a288ce2c9026c1" providerId="LiveId" clId="{C15A6EEB-526C-46C9-82AA-A02ABBD41001}" dt="2026-08-05T06:10:41.301" v="10987" actId="478"/>
          <ac:spMkLst>
            <pc:docMk/>
            <pc:sldMk cId="2301299432" sldId="1952"/>
            <ac:spMk id="37" creationId="{CABE23A2-EAD5-89F4-0096-B29D89118762}"/>
          </ac:spMkLst>
        </pc:spChg>
        <pc:spChg chg="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43" creationId="{46C4769C-7224-89EE-D365-16083E44F731}"/>
          </ac:spMkLst>
        </pc:spChg>
        <pc:spChg chg="add mod topLvl">
          <ac:chgData name="한나 조" userId="65a288ce2c9026c1" providerId="LiveId" clId="{C15A6EEB-526C-46C9-82AA-A02ABBD41001}" dt="2026-08-04T05:56:15.054" v="9116" actId="164"/>
          <ac:spMkLst>
            <pc:docMk/>
            <pc:sldMk cId="2301299432" sldId="1952"/>
            <ac:spMk id="56" creationId="{1BDAFA90-9499-00A2-7B6F-1734295FF372}"/>
          </ac:spMkLst>
        </pc:spChg>
        <pc:spChg chg="add del mod topLvl">
          <ac:chgData name="한나 조" userId="65a288ce2c9026c1" providerId="LiveId" clId="{C15A6EEB-526C-46C9-82AA-A02ABBD41001}" dt="2026-08-04T05:57:24.462" v="9194" actId="478"/>
          <ac:spMkLst>
            <pc:docMk/>
            <pc:sldMk cId="2301299432" sldId="1952"/>
            <ac:spMk id="58" creationId="{64F44FF7-D266-5C46-0160-D8C70B0BBB98}"/>
          </ac:spMkLst>
        </pc:spChg>
        <pc:spChg chg="add del mod topLvl">
          <ac:chgData name="한나 조" userId="65a288ce2c9026c1" providerId="LiveId" clId="{C15A6EEB-526C-46C9-82AA-A02ABBD41001}" dt="2026-08-04T05:57:29.346" v="9197" actId="478"/>
          <ac:spMkLst>
            <pc:docMk/>
            <pc:sldMk cId="2301299432" sldId="1952"/>
            <ac:spMk id="59" creationId="{B2A6AFF0-E39A-E89C-1CC6-21B0C4CC5EA0}"/>
          </ac:spMkLst>
        </pc:spChg>
        <pc:spChg chg="add del mod topLvl">
          <ac:chgData name="한나 조" userId="65a288ce2c9026c1" providerId="LiveId" clId="{C15A6EEB-526C-46C9-82AA-A02ABBD41001}" dt="2026-08-04T05:57:29.346" v="9197" actId="478"/>
          <ac:spMkLst>
            <pc:docMk/>
            <pc:sldMk cId="2301299432" sldId="1952"/>
            <ac:spMk id="60" creationId="{F743F68A-02E2-292D-727B-27EC99F49699}"/>
          </ac:spMkLst>
        </pc:spChg>
        <pc:spChg chg="add mod ord">
          <ac:chgData name="한나 조" userId="65a288ce2c9026c1" providerId="LiveId" clId="{C15A6EEB-526C-46C9-82AA-A02ABBD41001}" dt="2026-08-04T07:19:24.764" v="9828" actId="14100"/>
          <ac:spMkLst>
            <pc:docMk/>
            <pc:sldMk cId="2301299432" sldId="1952"/>
            <ac:spMk id="62" creationId="{D7106778-9F2C-0A18-73E6-83C877BABACC}"/>
          </ac:spMkLst>
        </pc:spChg>
        <pc:spChg chg="add mod ord">
          <ac:chgData name="한나 조" userId="65a288ce2c9026c1" providerId="LiveId" clId="{C15A6EEB-526C-46C9-82AA-A02ABBD41001}" dt="2026-08-05T03:50:38.616" v="10904" actId="1036"/>
          <ac:spMkLst>
            <pc:docMk/>
            <pc:sldMk cId="2301299432" sldId="1952"/>
            <ac:spMk id="128" creationId="{112B0A2B-9A7B-027F-B624-3174991126D8}"/>
          </ac:spMkLst>
        </pc:spChg>
        <pc:spChg chg="mod">
          <ac:chgData name="한나 조" userId="65a288ce2c9026c1" providerId="LiveId" clId="{C15A6EEB-526C-46C9-82AA-A02ABBD41001}" dt="2026-08-05T03:37:23.780" v="10821"/>
          <ac:spMkLst>
            <pc:docMk/>
            <pc:sldMk cId="2301299432" sldId="1952"/>
            <ac:spMk id="132" creationId="{E0517C5A-8339-AA40-3506-671E8C5E254C}"/>
          </ac:spMkLst>
        </pc:spChg>
        <pc:spChg chg="mod">
          <ac:chgData name="한나 조" userId="65a288ce2c9026c1" providerId="LiveId" clId="{C15A6EEB-526C-46C9-82AA-A02ABBD41001}" dt="2026-08-05T03:50:50.991" v="10909" actId="20577"/>
          <ac:spMkLst>
            <pc:docMk/>
            <pc:sldMk cId="2301299432" sldId="1952"/>
            <ac:spMk id="134" creationId="{65DB3514-DB96-AE60-8939-07819F252A85}"/>
          </ac:spMkLst>
        </pc:spChg>
        <pc:spChg chg="mod ord">
          <ac:chgData name="한나 조" userId="65a288ce2c9026c1" providerId="LiveId" clId="{C15A6EEB-526C-46C9-82AA-A02ABBD41001}" dt="2026-08-05T06:27:52.546" v="10994" actId="20577"/>
          <ac:spMkLst>
            <pc:docMk/>
            <pc:sldMk cId="2301299432" sldId="1952"/>
            <ac:spMk id="135" creationId="{EDC7C32F-76A0-3F09-A800-DC09FE1C9420}"/>
          </ac:spMkLst>
        </pc:spChg>
        <pc:spChg chg="add del mod">
          <ac:chgData name="한나 조" userId="65a288ce2c9026c1" providerId="LiveId" clId="{C15A6EEB-526C-46C9-82AA-A02ABBD41001}" dt="2026-08-05T06:10:40.530" v="10986" actId="478"/>
          <ac:spMkLst>
            <pc:docMk/>
            <pc:sldMk cId="2301299432" sldId="1952"/>
            <ac:spMk id="136" creationId="{07943F8E-A633-6FC0-9CBE-E002C970AA72}"/>
          </ac:spMkLst>
        </pc:spChg>
        <pc:spChg chg="mod">
          <ac:chgData name="한나 조" userId="65a288ce2c9026c1" providerId="LiveId" clId="{C15A6EEB-526C-46C9-82AA-A02ABBD41001}" dt="2026-08-05T03:50:40.416" v="10905" actId="1036"/>
          <ac:spMkLst>
            <pc:docMk/>
            <pc:sldMk cId="2301299432" sldId="1952"/>
            <ac:spMk id="137" creationId="{59818972-45A2-33AC-44F6-B1EE27247916}"/>
          </ac:spMkLst>
        </pc:spChg>
        <pc:spChg chg="mod">
          <ac:chgData name="한나 조" userId="65a288ce2c9026c1" providerId="LiveId" clId="{C15A6EEB-526C-46C9-82AA-A02ABBD41001}" dt="2026-08-05T03:47:41.032" v="10869"/>
          <ac:spMkLst>
            <pc:docMk/>
            <pc:sldMk cId="2301299432" sldId="1952"/>
            <ac:spMk id="139" creationId="{839E8D21-0673-CA28-503F-BC92CE21534F}"/>
          </ac:spMkLst>
        </pc:spChg>
        <pc:spChg chg="mod">
          <ac:chgData name="한나 조" userId="65a288ce2c9026c1" providerId="LiveId" clId="{C15A6EEB-526C-46C9-82AA-A02ABBD41001}" dt="2026-08-05T03:48:51.428" v="10894" actId="20577"/>
          <ac:spMkLst>
            <pc:docMk/>
            <pc:sldMk cId="2301299432" sldId="1952"/>
            <ac:spMk id="141" creationId="{87F7631A-7720-06BA-5E99-212C23C3F863}"/>
          </ac:spMkLst>
        </pc:spChg>
        <pc:spChg chg="add del mod">
          <ac:chgData name="한나 조" userId="65a288ce2c9026c1" providerId="LiveId" clId="{C15A6EEB-526C-46C9-82AA-A02ABBD41001}" dt="2026-08-05T06:10:40.031" v="10985" actId="478"/>
          <ac:spMkLst>
            <pc:docMk/>
            <pc:sldMk cId="2301299432" sldId="1952"/>
            <ac:spMk id="142" creationId="{74BB7AD0-DDA2-44CF-0569-F43632666A0A}"/>
          </ac:spMkLst>
        </pc:spChg>
        <pc:spChg chg="mod">
          <ac:chgData name="한나 조" userId="65a288ce2c9026c1" providerId="LiveId" clId="{C15A6EEB-526C-46C9-82AA-A02ABBD41001}" dt="2026-08-05T03:50:42.229" v="10906" actId="1036"/>
          <ac:spMkLst>
            <pc:docMk/>
            <pc:sldMk cId="2301299432" sldId="1952"/>
            <ac:spMk id="143" creationId="{7EBF830F-6E55-CB64-6602-EEBDB96B358A}"/>
          </ac:spMkLst>
        </pc:spChg>
        <pc:spChg chg="mod">
          <ac:chgData name="한나 조" userId="65a288ce2c9026c1" providerId="LiveId" clId="{C15A6EEB-526C-46C9-82AA-A02ABBD41001}" dt="2026-08-05T03:47:42.441" v="10871"/>
          <ac:spMkLst>
            <pc:docMk/>
            <pc:sldMk cId="2301299432" sldId="1952"/>
            <ac:spMk id="145" creationId="{344B3BE9-52C8-0EF5-F7E8-CA4EA811AA2D}"/>
          </ac:spMkLst>
        </pc:spChg>
        <pc:spChg chg="mod">
          <ac:chgData name="한나 조" userId="65a288ce2c9026c1" providerId="LiveId" clId="{C15A6EEB-526C-46C9-82AA-A02ABBD41001}" dt="2026-08-05T06:10:39.245" v="10983" actId="1036"/>
          <ac:spMkLst>
            <pc:docMk/>
            <pc:sldMk cId="2301299432" sldId="1952"/>
            <ac:spMk id="147" creationId="{8DDD4CA9-CD5E-38A3-5103-4582700D5595}"/>
          </ac:spMkLst>
        </pc:spChg>
        <pc:spChg chg="add del mod">
          <ac:chgData name="한나 조" userId="65a288ce2c9026c1" providerId="LiveId" clId="{C15A6EEB-526C-46C9-82AA-A02ABBD41001}" dt="2026-08-05T06:10:39.622" v="10984" actId="478"/>
          <ac:spMkLst>
            <pc:docMk/>
            <pc:sldMk cId="2301299432" sldId="1952"/>
            <ac:spMk id="148" creationId="{411B0B71-D8AF-0A11-E5E0-BF365026C97F}"/>
          </ac:spMkLst>
        </pc:spChg>
        <pc:spChg chg="mod">
          <ac:chgData name="한나 조" userId="65a288ce2c9026c1" providerId="LiveId" clId="{C15A6EEB-526C-46C9-82AA-A02ABBD41001}" dt="2026-08-05T06:10:38.965" v="10982" actId="1035"/>
          <ac:spMkLst>
            <pc:docMk/>
            <pc:sldMk cId="2301299432" sldId="1952"/>
            <ac:spMk id="149" creationId="{3CA66BC0-9C29-2612-C156-309F79C8E9EC}"/>
          </ac:spMkLst>
        </pc:spChg>
        <pc:spChg chg="add mod">
          <ac:chgData name="한나 조" userId="65a288ce2c9026c1" providerId="LiveId" clId="{C15A6EEB-526C-46C9-82AA-A02ABBD41001}" dt="2026-08-04T07:04:54.503" v="9745" actId="1035"/>
          <ac:spMkLst>
            <pc:docMk/>
            <pc:sldMk cId="2301299432" sldId="1952"/>
            <ac:spMk id="151" creationId="{94A4D544-FA1F-4797-2763-34F013C9E8DE}"/>
          </ac:spMkLst>
        </pc:spChg>
        <pc:spChg chg="add mod">
          <ac:chgData name="한나 조" userId="65a288ce2c9026c1" providerId="LiveId" clId="{C15A6EEB-526C-46C9-82AA-A02ABBD41001}" dt="2026-08-04T07:04:54.503" v="9745" actId="1035"/>
          <ac:spMkLst>
            <pc:docMk/>
            <pc:sldMk cId="2301299432" sldId="1952"/>
            <ac:spMk id="156" creationId="{B49C3FD6-BB05-33C9-EA37-83794556D61D}"/>
          </ac:spMkLst>
        </pc:spChg>
        <pc:spChg chg="add mod">
          <ac:chgData name="한나 조" userId="65a288ce2c9026c1" providerId="LiveId" clId="{C15A6EEB-526C-46C9-82AA-A02ABBD41001}" dt="2026-08-04T08:21:17.690" v="9846"/>
          <ac:spMkLst>
            <pc:docMk/>
            <pc:sldMk cId="2301299432" sldId="1952"/>
            <ac:spMk id="158" creationId="{403902BC-12CA-CD42-1907-6F9DBD7C1F7F}"/>
          </ac:spMkLst>
        </pc:spChg>
        <pc:spChg chg="add mod">
          <ac:chgData name="한나 조" userId="65a288ce2c9026c1" providerId="LiveId" clId="{C15A6EEB-526C-46C9-82AA-A02ABBD41001}" dt="2026-08-04T07:04:54.503" v="9745" actId="1035"/>
          <ac:spMkLst>
            <pc:docMk/>
            <pc:sldMk cId="2301299432" sldId="1952"/>
            <ac:spMk id="160" creationId="{FB8F03DD-9399-E261-23B9-C8A0A8F97952}"/>
          </ac:spMkLst>
        </pc:spChg>
        <pc:spChg chg="add mod">
          <ac:chgData name="한나 조" userId="65a288ce2c9026c1" providerId="LiveId" clId="{C15A6EEB-526C-46C9-82AA-A02ABBD41001}" dt="2026-08-04T07:18:50.661" v="9819" actId="571"/>
          <ac:spMkLst>
            <pc:docMk/>
            <pc:sldMk cId="2301299432" sldId="1952"/>
            <ac:spMk id="161" creationId="{949C8C60-C9B2-6C44-2CCF-84D01E0FB320}"/>
          </ac:spMkLst>
        </pc:spChg>
        <pc:spChg chg="add mod">
          <ac:chgData name="한나 조" userId="65a288ce2c9026c1" providerId="LiveId" clId="{C15A6EEB-526C-46C9-82AA-A02ABBD41001}" dt="2026-08-04T07:19:32.269" v="9830" actId="1036"/>
          <ac:spMkLst>
            <pc:docMk/>
            <pc:sldMk cId="2301299432" sldId="1952"/>
            <ac:spMk id="162" creationId="{348C7745-C7DA-F128-B4DE-AFB83232AD04}"/>
          </ac:spMkLst>
        </pc:spChg>
        <pc:spChg chg="add del mod ord">
          <ac:chgData name="한나 조" userId="65a288ce2c9026c1" providerId="LiveId" clId="{C15A6EEB-526C-46C9-82AA-A02ABBD41001}" dt="2026-08-04T07:19:21.529" v="9827" actId="478"/>
          <ac:spMkLst>
            <pc:docMk/>
            <pc:sldMk cId="2301299432" sldId="1952"/>
            <ac:spMk id="164" creationId="{E50E5BA7-99C5-8FD1-FC94-72AF21EBF689}"/>
          </ac:spMkLst>
        </pc:spChg>
        <pc:spChg chg="add mod">
          <ac:chgData name="한나 조" userId="65a288ce2c9026c1" providerId="LiveId" clId="{C15A6EEB-526C-46C9-82AA-A02ABBD41001}" dt="2026-08-04T07:19:32.269" v="9830" actId="1036"/>
          <ac:spMkLst>
            <pc:docMk/>
            <pc:sldMk cId="2301299432" sldId="1952"/>
            <ac:spMk id="169" creationId="{D3EFEE10-08C1-CFBA-9A4E-63BEBD78AF94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182" creationId="{B8674537-6BD2-72DE-8CC1-B44F5C5B697F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19" creationId="{649C6DC2-8945-8624-5791-030FF07B0685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20" creationId="{3268A4DE-2358-0768-A44B-C249DF34C657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21" creationId="{0E17E092-40BB-8FD6-F353-F7D475D4A260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22" creationId="{1D6881D6-D12B-54D3-8D1E-429A63EFD927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24" creationId="{0A0CEA0D-E287-96E1-D2CA-3E0FFDF9BF05}"/>
          </ac:spMkLst>
        </pc:spChg>
        <pc:spChg chg="add del mod">
          <ac:chgData name="한나 조" userId="65a288ce2c9026c1" providerId="LiveId" clId="{C15A6EEB-526C-46C9-82AA-A02ABBD41001}" dt="2026-08-04T06:52:14.482" v="9682" actId="478"/>
          <ac:spMkLst>
            <pc:docMk/>
            <pc:sldMk cId="2301299432" sldId="1952"/>
            <ac:spMk id="225" creationId="{16507D78-2784-B534-B1DF-1AEB5745172B}"/>
          </ac:spMkLst>
        </pc:spChg>
        <pc:grpChg chg="add del mod">
          <ac:chgData name="한나 조" userId="65a288ce2c9026c1" providerId="LiveId" clId="{C15A6EEB-526C-46C9-82AA-A02ABBD41001}" dt="2026-08-04T05:45:39.683" v="8896" actId="165"/>
          <ac:grpSpMkLst>
            <pc:docMk/>
            <pc:sldMk cId="2301299432" sldId="1952"/>
            <ac:grpSpMk id="63" creationId="{4B5FFFBA-3E1C-3539-123C-2DA737FCA6B0}"/>
          </ac:grpSpMkLst>
        </pc:grpChg>
        <pc:grpChg chg="add mod">
          <ac:chgData name="한나 조" userId="65a288ce2c9026c1" providerId="LiveId" clId="{C15A6EEB-526C-46C9-82AA-A02ABBD41001}" dt="2026-08-04T05:56:15.054" v="9116" actId="164"/>
          <ac:grpSpMkLst>
            <pc:docMk/>
            <pc:sldMk cId="2301299432" sldId="1952"/>
            <ac:grpSpMk id="129" creationId="{92519063-943B-8D41-C62C-6D345CA30197}"/>
          </ac:grpSpMkLst>
        </pc:grpChg>
        <pc:grpChg chg="add mod">
          <ac:chgData name="한나 조" userId="65a288ce2c9026c1" providerId="LiveId" clId="{C15A6EEB-526C-46C9-82AA-A02ABBD41001}" dt="2026-08-04T07:04:54.503" v="9745" actId="1035"/>
          <ac:grpSpMkLst>
            <pc:docMk/>
            <pc:sldMk cId="2301299432" sldId="1952"/>
            <ac:grpSpMk id="130" creationId="{7022EBA3-74B7-89C0-0C58-75371BF0EE83}"/>
          </ac:grpSpMkLst>
        </pc:grpChg>
        <pc:grpChg chg="add mod">
          <ac:chgData name="한나 조" userId="65a288ce2c9026c1" providerId="LiveId" clId="{C15A6EEB-526C-46C9-82AA-A02ABBD41001}" dt="2026-08-05T03:37:23.780" v="10821"/>
          <ac:grpSpMkLst>
            <pc:docMk/>
            <pc:sldMk cId="2301299432" sldId="1952"/>
            <ac:grpSpMk id="131" creationId="{D48A6636-E3AD-4AF3-139F-8CA4F16939B6}"/>
          </ac:grpSpMkLst>
        </pc:grpChg>
        <pc:grpChg chg="mod">
          <ac:chgData name="한나 조" userId="65a288ce2c9026c1" providerId="LiveId" clId="{C15A6EEB-526C-46C9-82AA-A02ABBD41001}" dt="2026-08-05T03:37:23.780" v="10821"/>
          <ac:grpSpMkLst>
            <pc:docMk/>
            <pc:sldMk cId="2301299432" sldId="1952"/>
            <ac:grpSpMk id="133" creationId="{FF7818DF-8D94-BF20-A9C3-10F70F205C2D}"/>
          </ac:grpSpMkLst>
        </pc:grpChg>
        <pc:grpChg chg="add mod">
          <ac:chgData name="한나 조" userId="65a288ce2c9026c1" providerId="LiveId" clId="{C15A6EEB-526C-46C9-82AA-A02ABBD41001}" dt="2026-08-05T03:47:41.032" v="10869"/>
          <ac:grpSpMkLst>
            <pc:docMk/>
            <pc:sldMk cId="2301299432" sldId="1952"/>
            <ac:grpSpMk id="138" creationId="{DECAD2C7-61A0-73E0-D3CE-7C23F421D6F5}"/>
          </ac:grpSpMkLst>
        </pc:grpChg>
        <pc:grpChg chg="mod">
          <ac:chgData name="한나 조" userId="65a288ce2c9026c1" providerId="LiveId" clId="{C15A6EEB-526C-46C9-82AA-A02ABBD41001}" dt="2026-08-05T03:47:41.032" v="10869"/>
          <ac:grpSpMkLst>
            <pc:docMk/>
            <pc:sldMk cId="2301299432" sldId="1952"/>
            <ac:grpSpMk id="140" creationId="{A2CC637C-C183-5987-3A38-B557747482AC}"/>
          </ac:grpSpMkLst>
        </pc:grpChg>
        <pc:grpChg chg="add del mod">
          <ac:chgData name="한나 조" userId="65a288ce2c9026c1" providerId="LiveId" clId="{C15A6EEB-526C-46C9-82AA-A02ABBD41001}" dt="2026-08-05T03:47:42.441" v="10871"/>
          <ac:grpSpMkLst>
            <pc:docMk/>
            <pc:sldMk cId="2301299432" sldId="1952"/>
            <ac:grpSpMk id="144" creationId="{1460C22F-7E3F-52D2-7FC2-56836154D6B8}"/>
          </ac:grpSpMkLst>
        </pc:grpChg>
        <pc:grpChg chg="mod">
          <ac:chgData name="한나 조" userId="65a288ce2c9026c1" providerId="LiveId" clId="{C15A6EEB-526C-46C9-82AA-A02ABBD41001}" dt="2026-08-05T03:47:42.441" v="10871"/>
          <ac:grpSpMkLst>
            <pc:docMk/>
            <pc:sldMk cId="2301299432" sldId="1952"/>
            <ac:grpSpMk id="146" creationId="{6E031A0C-D2E7-BEFB-9110-1C295C7A046C}"/>
          </ac:grpSpMkLst>
        </pc:grpChg>
        <pc:graphicFrameChg chg="mod modGraphic">
          <ac:chgData name="한나 조" userId="65a288ce2c9026c1" providerId="LiveId" clId="{C15A6EEB-526C-46C9-82AA-A02ABBD41001}" dt="2026-08-05T06:43:10.128" v="11290" actId="20577"/>
          <ac:graphicFrameMkLst>
            <pc:docMk/>
            <pc:sldMk cId="2301299432" sldId="1952"/>
            <ac:graphicFrameMk id="8" creationId="{421252A2-A094-4A35-8DFE-E06C6C044F47}"/>
          </ac:graphicFrameMkLst>
        </pc:graphicFrameChg>
      </pc:sldChg>
      <pc:sldChg chg="modSp mod">
        <pc:chgData name="한나 조" userId="65a288ce2c9026c1" providerId="LiveId" clId="{C15A6EEB-526C-46C9-82AA-A02ABBD41001}" dt="2026-08-04T08:32:57.241" v="10669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8-04T08:32:57.241" v="10669"/>
          <ac:graphicFrameMkLst>
            <pc:docMk/>
            <pc:sldMk cId="1502338924" sldId="1963"/>
            <ac:graphicFrameMk id="6" creationId="{450A4719-7E1B-4454-5CA4-8A68DDF9E0EC}"/>
          </ac:graphicFrameMkLst>
        </pc:graphicFrameChg>
      </pc:sldChg>
      <pc:sldChg chg="modSp mod">
        <pc:chgData name="한나 조" userId="65a288ce2c9026c1" providerId="LiveId" clId="{C15A6EEB-526C-46C9-82AA-A02ABBD41001}" dt="2026-08-03T08:36:27.370" v="8824"/>
        <pc:sldMkLst>
          <pc:docMk/>
          <pc:sldMk cId="712698974" sldId="1973"/>
        </pc:sldMkLst>
        <pc:spChg chg="mod">
          <ac:chgData name="한나 조" userId="65a288ce2c9026c1" providerId="LiveId" clId="{C15A6EEB-526C-46C9-82AA-A02ABBD41001}" dt="2026-08-03T08:36:27.370" v="8824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8-03T08:36:25.256" v="8813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16T07:24:57.962" v="5888" actId="22"/>
        <pc:sldMkLst>
          <pc:docMk/>
          <pc:sldMk cId="1882529243" sldId="1976"/>
        </pc:sldMkLst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5" creationId="{383A7D2F-B14B-8A0B-EDB5-236D74D06C2C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2" creationId="{E1AA8C85-2063-1810-1CBF-D6FCD9DB1633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5" creationId="{1817FBE1-59C1-BD1F-48CC-10FB0A23B3DB}"/>
          </ac:spMkLst>
        </pc:spChg>
      </pc:sldChg>
      <pc:sldChg chg="addSp delSp modSp add mod modClrScheme chgLayout">
        <pc:chgData name="한나 조" userId="65a288ce2c9026c1" providerId="LiveId" clId="{C15A6EEB-526C-46C9-82AA-A02ABBD41001}" dt="2026-08-05T06:42:17.793" v="11174" actId="20577"/>
        <pc:sldMkLst>
          <pc:docMk/>
          <pc:sldMk cId="273690203" sldId="1979"/>
        </pc:sldMkLst>
        <pc:spChg chg="del mod">
          <ac:chgData name="한나 조" userId="65a288ce2c9026c1" providerId="LiveId" clId="{C15A6EEB-526C-46C9-82AA-A02ABBD41001}" dt="2026-08-04T06:17:24.856" v="9203" actId="478"/>
          <ac:spMkLst>
            <pc:docMk/>
            <pc:sldMk cId="273690203" sldId="1979"/>
            <ac:spMk id="2" creationId="{C6E06AA3-15FE-A732-BFF3-D9E609B6CBC8}"/>
          </ac:spMkLst>
        </pc:spChg>
        <pc:spChg chg="add mod">
          <ac:chgData name="한나 조" userId="65a288ce2c9026c1" providerId="LiveId" clId="{C15A6EEB-526C-46C9-82AA-A02ABBD41001}" dt="2026-08-05T03:41:12.862" v="10832" actId="14100"/>
          <ac:spMkLst>
            <pc:docMk/>
            <pc:sldMk cId="273690203" sldId="1979"/>
            <ac:spMk id="3" creationId="{7A5EF07D-90B1-18B0-56FE-00630DFF6BAD}"/>
          </ac:spMkLst>
        </pc:spChg>
        <pc:spChg chg="del mod">
          <ac:chgData name="한나 조" userId="65a288ce2c9026c1" providerId="LiveId" clId="{C15A6EEB-526C-46C9-82AA-A02ABBD41001}" dt="2026-08-04T06:17:24.856" v="9203" actId="478"/>
          <ac:spMkLst>
            <pc:docMk/>
            <pc:sldMk cId="273690203" sldId="1979"/>
            <ac:spMk id="3" creationId="{FF92B592-CACF-62F9-77CE-F952091E12DB}"/>
          </ac:spMkLst>
        </pc:spChg>
        <pc:spChg chg="del mod">
          <ac:chgData name="한나 조" userId="65a288ce2c9026c1" providerId="LiveId" clId="{C15A6EEB-526C-46C9-82AA-A02ABBD41001}" dt="2026-08-04T06:17:24.856" v="9203" actId="478"/>
          <ac:spMkLst>
            <pc:docMk/>
            <pc:sldMk cId="273690203" sldId="1979"/>
            <ac:spMk id="4" creationId="{8A7085F8-03FD-5103-A42F-4F8DA071B04A}"/>
          </ac:spMkLst>
        </pc:spChg>
        <pc:spChg chg="add mod">
          <ac:chgData name="한나 조" userId="65a288ce2c9026c1" providerId="LiveId" clId="{C15A6EEB-526C-46C9-82AA-A02ABBD41001}" dt="2026-08-05T03:27:04.054" v="10806" actId="20577"/>
          <ac:spMkLst>
            <pc:docMk/>
            <pc:sldMk cId="273690203" sldId="1979"/>
            <ac:spMk id="4" creationId="{B1CE4965-394E-1E83-0DA4-61CE8DBD2874}"/>
          </ac:spMkLst>
        </pc:spChg>
        <pc:spChg chg="del mod">
          <ac:chgData name="한나 조" userId="65a288ce2c9026c1" providerId="LiveId" clId="{C15A6EEB-526C-46C9-82AA-A02ABBD41001}" dt="2026-08-04T06:17:24.856" v="9203" actId="478"/>
          <ac:spMkLst>
            <pc:docMk/>
            <pc:sldMk cId="273690203" sldId="1979"/>
            <ac:spMk id="5" creationId="{97B953B9-784D-B25D-6AE8-F7E56C8365E5}"/>
          </ac:spMkLst>
        </pc:spChg>
        <pc:spChg chg="add mod">
          <ac:chgData name="한나 조" userId="65a288ce2c9026c1" providerId="LiveId" clId="{C15A6EEB-526C-46C9-82AA-A02ABBD41001}" dt="2026-08-05T03:27:01.327" v="10805" actId="164"/>
          <ac:spMkLst>
            <pc:docMk/>
            <pc:sldMk cId="273690203" sldId="1979"/>
            <ac:spMk id="5" creationId="{9A4F412E-3EB4-837D-1514-9DAE5DBB79A2}"/>
          </ac:spMkLst>
        </pc:spChg>
        <pc:spChg chg="add del mod">
          <ac:chgData name="한나 조" userId="65a288ce2c9026c1" providerId="LiveId" clId="{C15A6EEB-526C-46C9-82AA-A02ABBD41001}" dt="2026-08-04T07:11:41.091" v="9810"/>
          <ac:spMkLst>
            <pc:docMk/>
            <pc:sldMk cId="273690203" sldId="1979"/>
            <ac:spMk id="7" creationId="{B9E139C4-9B5A-92FE-03A9-7EA2CCFF5774}"/>
          </ac:spMkLst>
        </pc:spChg>
        <pc:spChg chg="add mod">
          <ac:chgData name="한나 조" userId="65a288ce2c9026c1" providerId="LiveId" clId="{C15A6EEB-526C-46C9-82AA-A02ABBD41001}" dt="2026-08-04T06:17:29.394" v="9212"/>
          <ac:spMkLst>
            <pc:docMk/>
            <pc:sldMk cId="273690203" sldId="1979"/>
            <ac:spMk id="13" creationId="{6ACC4D00-6408-DFA0-C03E-2F1411CCC36A}"/>
          </ac:spMkLst>
        </pc:spChg>
        <pc:spChg chg="add mod">
          <ac:chgData name="한나 조" userId="65a288ce2c9026c1" providerId="LiveId" clId="{C15A6EEB-526C-46C9-82AA-A02ABBD41001}" dt="2026-08-04T06:17:36.752" v="9230"/>
          <ac:spMkLst>
            <pc:docMk/>
            <pc:sldMk cId="273690203" sldId="1979"/>
            <ac:spMk id="16" creationId="{0E9CB602-A0FA-8E45-ED1D-5787796CEF62}"/>
          </ac:spMkLst>
        </pc:spChg>
        <pc:spChg chg="add mod">
          <ac:chgData name="한나 조" userId="65a288ce2c9026c1" providerId="LiveId" clId="{C15A6EEB-526C-46C9-82AA-A02ABBD41001}" dt="2026-08-04T06:17:37.835" v="9231" actId="20577"/>
          <ac:spMkLst>
            <pc:docMk/>
            <pc:sldMk cId="273690203" sldId="1979"/>
            <ac:spMk id="18" creationId="{80B4BE3B-4C28-AD7F-D6FB-B71ABCC3C941}"/>
          </ac:spMkLst>
        </pc:spChg>
        <pc:spChg chg="mod">
          <ac:chgData name="한나 조" userId="65a288ce2c9026c1" providerId="LiveId" clId="{C15A6EEB-526C-46C9-82AA-A02ABBD41001}" dt="2026-07-16T03:19:54.321" v="5516" actId="1036"/>
          <ac:spMkLst>
            <pc:docMk/>
            <pc:sldMk cId="273690203" sldId="1979"/>
            <ac:spMk id="19" creationId="{2FA34571-406F-7BB6-66EC-1AF83CB7DA35}"/>
          </ac:spMkLst>
        </pc:spChg>
        <pc:spChg chg="add del mod">
          <ac:chgData name="한나 조" userId="65a288ce2c9026c1" providerId="LiveId" clId="{C15A6EEB-526C-46C9-82AA-A02ABBD41001}" dt="2026-08-05T03:46:09.679" v="10836" actId="478"/>
          <ac:spMkLst>
            <pc:docMk/>
            <pc:sldMk cId="273690203" sldId="1979"/>
            <ac:spMk id="20" creationId="{2B7E5C94-4769-9937-2244-58FC9CBCF018}"/>
          </ac:spMkLst>
        </pc:spChg>
        <pc:spChg chg="add del ord">
          <ac:chgData name="한나 조" userId="65a288ce2c9026c1" providerId="LiveId" clId="{C15A6EEB-526C-46C9-82AA-A02ABBD41001}" dt="2026-08-04T07:09:31.003" v="9774" actId="478"/>
          <ac:spMkLst>
            <pc:docMk/>
            <pc:sldMk cId="273690203" sldId="1979"/>
            <ac:spMk id="21" creationId="{BDFD5159-90AF-A69E-787E-25180C79D432}"/>
          </ac:spMkLst>
        </pc:spChg>
        <pc:spChg chg="add">
          <ac:chgData name="한나 조" userId="65a288ce2c9026c1" providerId="LiveId" clId="{C15A6EEB-526C-46C9-82AA-A02ABBD41001}" dt="2026-08-04T06:17:25.146" v="9204" actId="22"/>
          <ac:spMkLst>
            <pc:docMk/>
            <pc:sldMk cId="273690203" sldId="1979"/>
            <ac:spMk id="22" creationId="{D7D9A958-1D79-6223-D2D0-4E7B6DE33DA1}"/>
          </ac:spMkLst>
        </pc:spChg>
        <pc:spChg chg="add mod">
          <ac:chgData name="한나 조" userId="65a288ce2c9026c1" providerId="LiveId" clId="{C15A6EEB-526C-46C9-82AA-A02ABBD41001}" dt="2026-08-04T07:07:27.349" v="9748" actId="164"/>
          <ac:spMkLst>
            <pc:docMk/>
            <pc:sldMk cId="273690203" sldId="1979"/>
            <ac:spMk id="23" creationId="{60080406-6F9D-5E9A-CE92-89D636D45309}"/>
          </ac:spMkLst>
        </pc:spChg>
        <pc:spChg chg="mod">
          <ac:chgData name="한나 조" userId="65a288ce2c9026c1" providerId="LiveId" clId="{C15A6EEB-526C-46C9-82AA-A02ABBD41001}" dt="2026-08-04T07:07:26.060" v="9747"/>
          <ac:spMkLst>
            <pc:docMk/>
            <pc:sldMk cId="273690203" sldId="1979"/>
            <ac:spMk id="26" creationId="{F358CF61-6281-43EE-3B40-B79ECABAD809}"/>
          </ac:spMkLst>
        </pc:spChg>
        <pc:spChg chg="mod">
          <ac:chgData name="한나 조" userId="65a288ce2c9026c1" providerId="LiveId" clId="{C15A6EEB-526C-46C9-82AA-A02ABBD41001}" dt="2026-08-04T07:07:26.060" v="9747"/>
          <ac:spMkLst>
            <pc:docMk/>
            <pc:sldMk cId="273690203" sldId="1979"/>
            <ac:spMk id="27" creationId="{C8EBCEE4-7A10-2064-D919-A0C607C95FC8}"/>
          </ac:spMkLst>
        </pc:spChg>
        <pc:spChg chg="mod">
          <ac:chgData name="한나 조" userId="65a288ce2c9026c1" providerId="LiveId" clId="{C15A6EEB-526C-46C9-82AA-A02ABBD41001}" dt="2026-08-04T07:07:26.060" v="9747"/>
          <ac:spMkLst>
            <pc:docMk/>
            <pc:sldMk cId="273690203" sldId="1979"/>
            <ac:spMk id="28" creationId="{71CBDF15-8985-C6AA-6359-BD351580FCCC}"/>
          </ac:spMkLst>
        </pc:spChg>
        <pc:spChg chg="add del mod">
          <ac:chgData name="한나 조" userId="65a288ce2c9026c1" providerId="LiveId" clId="{C15A6EEB-526C-46C9-82AA-A02ABBD41001}" dt="2026-08-04T07:18:45.508" v="9818" actId="478"/>
          <ac:spMkLst>
            <pc:docMk/>
            <pc:sldMk cId="273690203" sldId="1979"/>
            <ac:spMk id="29" creationId="{D0695BB8-9FDF-9EE9-0609-8B56F3A90C18}"/>
          </ac:spMkLst>
        </pc:spChg>
        <pc:spChg chg="add mod">
          <ac:chgData name="한나 조" userId="65a288ce2c9026c1" providerId="LiveId" clId="{C15A6EEB-526C-46C9-82AA-A02ABBD41001}" dt="2026-08-04T07:07:27.349" v="9748" actId="164"/>
          <ac:spMkLst>
            <pc:docMk/>
            <pc:sldMk cId="273690203" sldId="1979"/>
            <ac:spMk id="30" creationId="{54275407-49D1-448B-13FB-6E936CBB2207}"/>
          </ac:spMkLst>
        </pc:spChg>
        <pc:spChg chg="add mod">
          <ac:chgData name="한나 조" userId="65a288ce2c9026c1" providerId="LiveId" clId="{C15A6EEB-526C-46C9-82AA-A02ABBD41001}" dt="2026-08-05T03:47:10.559" v="10856" actId="20577"/>
          <ac:spMkLst>
            <pc:docMk/>
            <pc:sldMk cId="273690203" sldId="1979"/>
            <ac:spMk id="31" creationId="{924A7C44-3CCB-BE6A-CDAA-95F66B024459}"/>
          </ac:spMkLst>
        </pc:spChg>
        <pc:spChg chg="add mod">
          <ac:chgData name="한나 조" userId="65a288ce2c9026c1" providerId="LiveId" clId="{C15A6EEB-526C-46C9-82AA-A02ABBD41001}" dt="2026-08-04T07:07:27.349" v="9748" actId="164"/>
          <ac:spMkLst>
            <pc:docMk/>
            <pc:sldMk cId="273690203" sldId="1979"/>
            <ac:spMk id="33" creationId="{12679322-B591-E471-46FC-775647CDB50D}"/>
          </ac:spMkLst>
        </pc:spChg>
        <pc:spChg chg="mod">
          <ac:chgData name="한나 조" userId="65a288ce2c9026c1" providerId="LiveId" clId="{C15A6EEB-526C-46C9-82AA-A02ABBD41001}" dt="2026-08-04T07:07:26.060" v="9747"/>
          <ac:spMkLst>
            <pc:docMk/>
            <pc:sldMk cId="273690203" sldId="1979"/>
            <ac:spMk id="35" creationId="{76285BCE-BEFD-7E99-3042-EE6C470C22AE}"/>
          </ac:spMkLst>
        </pc:spChg>
        <pc:spChg chg="mod">
          <ac:chgData name="한나 조" userId="65a288ce2c9026c1" providerId="LiveId" clId="{C15A6EEB-526C-46C9-82AA-A02ABBD41001}" dt="2026-08-04T07:07:26.060" v="9747"/>
          <ac:spMkLst>
            <pc:docMk/>
            <pc:sldMk cId="273690203" sldId="1979"/>
            <ac:spMk id="36" creationId="{594D505D-657A-1C6D-571D-F9024BA8FEE5}"/>
          </ac:spMkLst>
        </pc:spChg>
        <pc:spChg chg="mod">
          <ac:chgData name="한나 조" userId="65a288ce2c9026c1" providerId="LiveId" clId="{C15A6EEB-526C-46C9-82AA-A02ABBD41001}" dt="2026-08-04T07:07:26.060" v="9747"/>
          <ac:spMkLst>
            <pc:docMk/>
            <pc:sldMk cId="273690203" sldId="1979"/>
            <ac:spMk id="38" creationId="{BCA1773F-3F01-4916-C5C1-C4722DA06132}"/>
          </ac:spMkLst>
        </pc:spChg>
        <pc:spChg chg="add mod">
          <ac:chgData name="한나 조" userId="65a288ce2c9026c1" providerId="LiveId" clId="{C15A6EEB-526C-46C9-82AA-A02ABBD41001}" dt="2026-08-04T07:07:27.349" v="9748" actId="164"/>
          <ac:spMkLst>
            <pc:docMk/>
            <pc:sldMk cId="273690203" sldId="1979"/>
            <ac:spMk id="40" creationId="{005DDB68-D879-AD3E-A067-D7B4EEDD990D}"/>
          </ac:spMkLst>
        </pc:spChg>
        <pc:spChg chg="add mod">
          <ac:chgData name="한나 조" userId="65a288ce2c9026c1" providerId="LiveId" clId="{C15A6EEB-526C-46C9-82AA-A02ABBD41001}" dt="2026-08-05T03:46:37.428" v="10845" actId="20577"/>
          <ac:spMkLst>
            <pc:docMk/>
            <pc:sldMk cId="273690203" sldId="1979"/>
            <ac:spMk id="42" creationId="{DF1C78E9-E2CE-92F4-21CE-2377D8F8032E}"/>
          </ac:spMkLst>
        </pc:spChg>
        <pc:spChg chg="add mod ord">
          <ac:chgData name="한나 조" userId="65a288ce2c9026c1" providerId="LiveId" clId="{C15A6EEB-526C-46C9-82AA-A02ABBD41001}" dt="2026-08-05T03:52:54.639" v="10911" actId="1076"/>
          <ac:spMkLst>
            <pc:docMk/>
            <pc:sldMk cId="273690203" sldId="1979"/>
            <ac:spMk id="43" creationId="{0A1F0A55-8ABD-B1DC-16D1-D023DB6FD5EF}"/>
          </ac:spMkLst>
        </pc:spChg>
        <pc:spChg chg="add del mod">
          <ac:chgData name="한나 조" userId="65a288ce2c9026c1" providerId="LiveId" clId="{C15A6EEB-526C-46C9-82AA-A02ABBD41001}" dt="2026-08-04T07:09:29.129" v="9772" actId="22"/>
          <ac:spMkLst>
            <pc:docMk/>
            <pc:sldMk cId="273690203" sldId="1979"/>
            <ac:spMk id="45" creationId="{0096D2B6-9259-5668-D705-04F5344B97A6}"/>
          </ac:spMkLst>
        </pc:spChg>
        <pc:spChg chg="add mod">
          <ac:chgData name="한나 조" userId="65a288ce2c9026c1" providerId="LiveId" clId="{C15A6EEB-526C-46C9-82AA-A02ABBD41001}" dt="2026-08-05T03:46:18.938" v="10837" actId="1076"/>
          <ac:spMkLst>
            <pc:docMk/>
            <pc:sldMk cId="273690203" sldId="1979"/>
            <ac:spMk id="45" creationId="{C6FBA045-98CF-6EAC-29F6-2743A61379EE}"/>
          </ac:spMkLst>
        </pc:spChg>
        <pc:spChg chg="add mod">
          <ac:chgData name="한나 조" userId="65a288ce2c9026c1" providerId="LiveId" clId="{C15A6EEB-526C-46C9-82AA-A02ABBD41001}" dt="2026-08-04T07:09:25.685" v="9768" actId="571"/>
          <ac:spMkLst>
            <pc:docMk/>
            <pc:sldMk cId="273690203" sldId="1979"/>
            <ac:spMk id="46" creationId="{79B3B0B9-F2DE-F173-E0B1-DFB358C2B6D0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48" creationId="{9047C2CA-204F-FD1D-A38B-C7495A365F48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51" creationId="{1023A28A-7486-686C-C938-35B164974EDB}"/>
          </ac:spMkLst>
        </pc:spChg>
        <pc:spChg chg="add mod">
          <ac:chgData name="한나 조" userId="65a288ce2c9026c1" providerId="LiveId" clId="{C15A6EEB-526C-46C9-82AA-A02ABBD41001}" dt="2026-08-05T03:53:23.807" v="10918" actId="1036"/>
          <ac:spMkLst>
            <pc:docMk/>
            <pc:sldMk cId="273690203" sldId="1979"/>
            <ac:spMk id="53" creationId="{2B97A6E1-3F7F-ED5F-1EF4-D80F8CC6127B}"/>
          </ac:spMkLst>
        </pc:spChg>
        <pc:spChg chg="add mod">
          <ac:chgData name="한나 조" userId="65a288ce2c9026c1" providerId="LiveId" clId="{C15A6EEB-526C-46C9-82AA-A02ABBD41001}" dt="2026-08-05T03:53:30.066" v="10920" actId="20577"/>
          <ac:spMkLst>
            <pc:docMk/>
            <pc:sldMk cId="273690203" sldId="1979"/>
            <ac:spMk id="54" creationId="{1920EC29-6017-4E61-3B8B-13B1CB69522F}"/>
          </ac:spMkLst>
        </pc:spChg>
        <pc:spChg chg="del mod topLvl">
          <ac:chgData name="한나 조" userId="65a288ce2c9026c1" providerId="LiveId" clId="{C15A6EEB-526C-46C9-82AA-A02ABBD41001}" dt="2026-08-04T07:18:45.508" v="9818" actId="478"/>
          <ac:spMkLst>
            <pc:docMk/>
            <pc:sldMk cId="273690203" sldId="1979"/>
            <ac:spMk id="54" creationId="{BBB6DDD7-E13D-25A4-5565-5F2CC6E24768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56" creationId="{33981915-5B7C-75E0-E65C-BC34E88A9265}"/>
          </ac:spMkLst>
        </pc:spChg>
        <pc:spChg chg="add del mod">
          <ac:chgData name="한나 조" userId="65a288ce2c9026c1" providerId="LiveId" clId="{C15A6EEB-526C-46C9-82AA-A02ABBD41001}" dt="2026-08-04T07:18:45.508" v="9818" actId="478"/>
          <ac:spMkLst>
            <pc:docMk/>
            <pc:sldMk cId="273690203" sldId="1979"/>
            <ac:spMk id="63" creationId="{A1E9E527-A441-E7E9-AF42-E348967E84DB}"/>
          </ac:spMkLst>
        </pc:spChg>
        <pc:spChg chg="add del mod">
          <ac:chgData name="한나 조" userId="65a288ce2c9026c1" providerId="LiveId" clId="{C15A6EEB-526C-46C9-82AA-A02ABBD41001}" dt="2026-08-04T07:18:45.508" v="9818" actId="478"/>
          <ac:spMkLst>
            <pc:docMk/>
            <pc:sldMk cId="273690203" sldId="1979"/>
            <ac:spMk id="128" creationId="{68AEB2FC-EF6C-AF20-BB6D-0249E373C7BA}"/>
          </ac:spMkLst>
        </pc:spChg>
        <pc:spChg chg="add del mod">
          <ac:chgData name="한나 조" userId="65a288ce2c9026c1" providerId="LiveId" clId="{C15A6EEB-526C-46C9-82AA-A02ABBD41001}" dt="2026-08-04T07:18:45.508" v="9818" actId="478"/>
          <ac:spMkLst>
            <pc:docMk/>
            <pc:sldMk cId="273690203" sldId="1979"/>
            <ac:spMk id="129" creationId="{CEE80B80-73BB-7BC8-A5AF-64337CCD4505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30" creationId="{2CC04203-DF42-F68D-CD14-F2EE6C5BD3BF}"/>
          </ac:spMkLst>
        </pc:spChg>
        <pc:spChg chg="add del mod">
          <ac:chgData name="한나 조" userId="65a288ce2c9026c1" providerId="LiveId" clId="{C15A6EEB-526C-46C9-82AA-A02ABBD41001}" dt="2026-08-04T07:07:34.365" v="9750" actId="478"/>
          <ac:spMkLst>
            <pc:docMk/>
            <pc:sldMk cId="273690203" sldId="1979"/>
            <ac:spMk id="131" creationId="{2C03935E-130E-D1E0-55CF-59C0864ABBE0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32" creationId="{0861C48A-A401-43E5-168C-2549DC8623F5}"/>
          </ac:spMkLst>
        </pc:spChg>
        <pc:spChg chg="add mod ord">
          <ac:chgData name="한나 조" userId="65a288ce2c9026c1" providerId="LiveId" clId="{C15A6EEB-526C-46C9-82AA-A02ABBD41001}" dt="2026-08-05T03:52:48.419" v="10910" actId="1076"/>
          <ac:spMkLst>
            <pc:docMk/>
            <pc:sldMk cId="273690203" sldId="1979"/>
            <ac:spMk id="133" creationId="{80465812-0168-34C3-75EF-4024029C5786}"/>
          </ac:spMkLst>
        </pc:spChg>
        <pc:spChg chg="add del mod">
          <ac:chgData name="한나 조" userId="65a288ce2c9026c1" providerId="LiveId" clId="{C15A6EEB-526C-46C9-82AA-A02ABBD41001}" dt="2026-08-04T07:18:45.508" v="9818" actId="478"/>
          <ac:spMkLst>
            <pc:docMk/>
            <pc:sldMk cId="273690203" sldId="1979"/>
            <ac:spMk id="134" creationId="{2BB54C37-ADCB-0038-7C33-850D8938A709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36" creationId="{6DB6FD95-DF12-CD55-7704-84A1616856CC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37" creationId="{C3939257-7907-6B97-A4C6-241BCD4E5C46}"/>
          </ac:spMkLst>
        </pc:spChg>
        <pc:spChg chg="add del mod">
          <ac:chgData name="한나 조" userId="65a288ce2c9026c1" providerId="LiveId" clId="{C15A6EEB-526C-46C9-82AA-A02ABBD41001}" dt="2026-08-04T07:05:50.528" v="9746" actId="478"/>
          <ac:spMkLst>
            <pc:docMk/>
            <pc:sldMk cId="273690203" sldId="1979"/>
            <ac:spMk id="138" creationId="{3A9E80C2-3D64-F30F-866D-363F852E9085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39" creationId="{E5885039-C695-7AA5-0779-7A9655E5DE4E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40" creationId="{A52ACF49-589C-3684-C1E4-FDCE4F0984C4}"/>
          </ac:spMkLst>
        </pc:spChg>
        <pc:spChg chg="mod">
          <ac:chgData name="한나 조" userId="65a288ce2c9026c1" providerId="LiveId" clId="{C15A6EEB-526C-46C9-82AA-A02ABBD41001}" dt="2026-08-04T07:09:57.194" v="9776" actId="571"/>
          <ac:spMkLst>
            <pc:docMk/>
            <pc:sldMk cId="273690203" sldId="1979"/>
            <ac:spMk id="141" creationId="{77AA929D-2A8D-1256-F712-F11B6DBE5F76}"/>
          </ac:spMkLst>
        </pc:spChg>
        <pc:spChg chg="mod">
          <ac:chgData name="한나 조" userId="65a288ce2c9026c1" providerId="LiveId" clId="{C15A6EEB-526C-46C9-82AA-A02ABBD41001}" dt="2026-08-05T03:53:08.916" v="10914" actId="14100"/>
          <ac:spMkLst>
            <pc:docMk/>
            <pc:sldMk cId="273690203" sldId="1979"/>
            <ac:spMk id="143" creationId="{2EEF020C-884D-B701-E130-63C482E24C4E}"/>
          </ac:spMkLst>
        </pc:spChg>
        <pc:spChg chg="del">
          <ac:chgData name="한나 조" userId="65a288ce2c9026c1" providerId="LiveId" clId="{C15A6EEB-526C-46C9-82AA-A02ABBD41001}" dt="2026-08-04T07:10:43.575" v="9788" actId="478"/>
          <ac:spMkLst>
            <pc:docMk/>
            <pc:sldMk cId="273690203" sldId="1979"/>
            <ac:spMk id="146" creationId="{713DC5B5-67AC-4670-DFF9-CF8EBC170746}"/>
          </ac:spMkLst>
        </pc:spChg>
        <pc:spChg chg="del">
          <ac:chgData name="한나 조" userId="65a288ce2c9026c1" providerId="LiveId" clId="{C15A6EEB-526C-46C9-82AA-A02ABBD41001}" dt="2026-08-04T07:10:40.033" v="9787" actId="478"/>
          <ac:spMkLst>
            <pc:docMk/>
            <pc:sldMk cId="273690203" sldId="1979"/>
            <ac:spMk id="148" creationId="{30229D67-0A61-ECA1-5883-4773C2890E63}"/>
          </ac:spMkLst>
        </pc:spChg>
        <pc:spChg chg="mod">
          <ac:chgData name="한나 조" userId="65a288ce2c9026c1" providerId="LiveId" clId="{C15A6EEB-526C-46C9-82AA-A02ABBD41001}" dt="2026-08-04T07:10:24.399" v="9783" actId="571"/>
          <ac:spMkLst>
            <pc:docMk/>
            <pc:sldMk cId="273690203" sldId="1979"/>
            <ac:spMk id="151" creationId="{D25D9304-D875-CD8F-E2D8-61FD7ED99B5D}"/>
          </ac:spMkLst>
        </pc:spChg>
        <pc:spChg chg="del">
          <ac:chgData name="한나 조" userId="65a288ce2c9026c1" providerId="LiveId" clId="{C15A6EEB-526C-46C9-82AA-A02ABBD41001}" dt="2026-08-04T07:10:46.658" v="9789" actId="478"/>
          <ac:spMkLst>
            <pc:docMk/>
            <pc:sldMk cId="273690203" sldId="1979"/>
            <ac:spMk id="152" creationId="{1454EF15-DC46-EDE7-B256-43178226D346}"/>
          </ac:spMkLst>
        </pc:spChg>
        <pc:spChg chg="del mod">
          <ac:chgData name="한나 조" userId="65a288ce2c9026c1" providerId="LiveId" clId="{C15A6EEB-526C-46C9-82AA-A02ABBD41001}" dt="2026-08-04T07:10:36.025" v="9786" actId="478"/>
          <ac:spMkLst>
            <pc:docMk/>
            <pc:sldMk cId="273690203" sldId="1979"/>
            <ac:spMk id="153" creationId="{57D2BEF0-41BF-EBF1-1DD2-B0D58B0CA4E8}"/>
          </ac:spMkLst>
        </pc:spChg>
        <pc:spChg chg="del mod">
          <ac:chgData name="한나 조" userId="65a288ce2c9026c1" providerId="LiveId" clId="{C15A6EEB-526C-46C9-82AA-A02ABBD41001}" dt="2026-08-04T07:10:46.658" v="9789" actId="478"/>
          <ac:spMkLst>
            <pc:docMk/>
            <pc:sldMk cId="273690203" sldId="1979"/>
            <ac:spMk id="154" creationId="{BBC9EA1A-40B5-9053-2A71-6C51A92BCDB6}"/>
          </ac:spMkLst>
        </pc:spChg>
        <pc:spChg chg="del mod">
          <ac:chgData name="한나 조" userId="65a288ce2c9026c1" providerId="LiveId" clId="{C15A6EEB-526C-46C9-82AA-A02ABBD41001}" dt="2026-08-04T07:10:36.025" v="9786" actId="478"/>
          <ac:spMkLst>
            <pc:docMk/>
            <pc:sldMk cId="273690203" sldId="1979"/>
            <ac:spMk id="155" creationId="{0FEC6572-311D-7EE5-FABC-C1F60DAED8BA}"/>
          </ac:spMkLst>
        </pc:spChg>
        <pc:spChg chg="del mod">
          <ac:chgData name="한나 조" userId="65a288ce2c9026c1" providerId="LiveId" clId="{C15A6EEB-526C-46C9-82AA-A02ABBD41001}" dt="2026-08-04T07:10:36.025" v="9786" actId="478"/>
          <ac:spMkLst>
            <pc:docMk/>
            <pc:sldMk cId="273690203" sldId="1979"/>
            <ac:spMk id="156" creationId="{77EA5679-DBB4-3347-B918-EDA4A3C45B4B}"/>
          </ac:spMkLst>
        </pc:spChg>
        <pc:spChg chg="del mod">
          <ac:chgData name="한나 조" userId="65a288ce2c9026c1" providerId="LiveId" clId="{C15A6EEB-526C-46C9-82AA-A02ABBD41001}" dt="2026-08-04T07:10:36.025" v="9786" actId="478"/>
          <ac:spMkLst>
            <pc:docMk/>
            <pc:sldMk cId="273690203" sldId="1979"/>
            <ac:spMk id="157" creationId="{44A9F022-7378-70DC-CA21-74E290D5DB60}"/>
          </ac:spMkLst>
        </pc:spChg>
        <pc:spChg chg="del mod">
          <ac:chgData name="한나 조" userId="65a288ce2c9026c1" providerId="LiveId" clId="{C15A6EEB-526C-46C9-82AA-A02ABBD41001}" dt="2026-08-04T07:10:36.025" v="9786" actId="478"/>
          <ac:spMkLst>
            <pc:docMk/>
            <pc:sldMk cId="273690203" sldId="1979"/>
            <ac:spMk id="158" creationId="{718DB010-DC7C-E594-64FD-6CE543C8242D}"/>
          </ac:spMkLst>
        </pc:spChg>
        <pc:spChg chg="mod">
          <ac:chgData name="한나 조" userId="65a288ce2c9026c1" providerId="LiveId" clId="{C15A6EEB-526C-46C9-82AA-A02ABBD41001}" dt="2026-08-05T03:53:12.308" v="10915" actId="14100"/>
          <ac:spMkLst>
            <pc:docMk/>
            <pc:sldMk cId="273690203" sldId="1979"/>
            <ac:spMk id="160" creationId="{D635D396-BDCA-C8C2-73EE-D50FEC994EBE}"/>
          </ac:spMkLst>
        </pc:spChg>
        <pc:spChg chg="del mod">
          <ac:chgData name="한나 조" userId="65a288ce2c9026c1" providerId="LiveId" clId="{C15A6EEB-526C-46C9-82AA-A02ABBD41001}" dt="2026-08-04T07:11:04.415" v="9792" actId="478"/>
          <ac:spMkLst>
            <pc:docMk/>
            <pc:sldMk cId="273690203" sldId="1979"/>
            <ac:spMk id="163" creationId="{56A64EB4-B160-287F-31A5-2419D4F1CC45}"/>
          </ac:spMkLst>
        </pc:spChg>
        <pc:spChg chg="del mod">
          <ac:chgData name="한나 조" userId="65a288ce2c9026c1" providerId="LiveId" clId="{C15A6EEB-526C-46C9-82AA-A02ABBD41001}" dt="2026-08-04T07:10:59.642" v="9791" actId="478"/>
          <ac:spMkLst>
            <pc:docMk/>
            <pc:sldMk cId="273690203" sldId="1979"/>
            <ac:spMk id="165" creationId="{41D00785-E1D3-42AD-63CC-1A73CBD23EA5}"/>
          </ac:spMkLst>
        </pc:spChg>
        <pc:spChg chg="del">
          <ac:chgData name="한나 조" userId="65a288ce2c9026c1" providerId="LiveId" clId="{C15A6EEB-526C-46C9-82AA-A02ABBD41001}" dt="2026-08-04T07:10:59.642" v="9791" actId="478"/>
          <ac:spMkLst>
            <pc:docMk/>
            <pc:sldMk cId="273690203" sldId="1979"/>
            <ac:spMk id="169" creationId="{EAB3846C-6473-A93C-72F0-83032744E9D6}"/>
          </ac:spMkLst>
        </pc:spChg>
        <pc:spChg chg="del">
          <ac:chgData name="한나 조" userId="65a288ce2c9026c1" providerId="LiveId" clId="{C15A6EEB-526C-46C9-82AA-A02ABBD41001}" dt="2026-08-04T07:10:55.107" v="9790" actId="478"/>
          <ac:spMkLst>
            <pc:docMk/>
            <pc:sldMk cId="273690203" sldId="1979"/>
            <ac:spMk id="170" creationId="{AA5D910C-59E7-6717-3038-0D1BC5FAFC80}"/>
          </ac:spMkLst>
        </pc:spChg>
        <pc:spChg chg="del">
          <ac:chgData name="한나 조" userId="65a288ce2c9026c1" providerId="LiveId" clId="{C15A6EEB-526C-46C9-82AA-A02ABBD41001}" dt="2026-08-04T07:10:59.642" v="9791" actId="478"/>
          <ac:spMkLst>
            <pc:docMk/>
            <pc:sldMk cId="273690203" sldId="1979"/>
            <ac:spMk id="171" creationId="{7D096D2B-9A53-6BEF-DFE3-B7028F4B1FDC}"/>
          </ac:spMkLst>
        </pc:spChg>
        <pc:spChg chg="del mod">
          <ac:chgData name="한나 조" userId="65a288ce2c9026c1" providerId="LiveId" clId="{C15A6EEB-526C-46C9-82AA-A02ABBD41001}" dt="2026-08-04T07:10:55.107" v="9790" actId="478"/>
          <ac:spMkLst>
            <pc:docMk/>
            <pc:sldMk cId="273690203" sldId="1979"/>
            <ac:spMk id="172" creationId="{9BE070B3-6B7D-7A76-57D0-D117EC3E6B00}"/>
          </ac:spMkLst>
        </pc:spChg>
        <pc:spChg chg="del mod">
          <ac:chgData name="한나 조" userId="65a288ce2c9026c1" providerId="LiveId" clId="{C15A6EEB-526C-46C9-82AA-A02ABBD41001}" dt="2026-08-04T07:10:55.107" v="9790" actId="478"/>
          <ac:spMkLst>
            <pc:docMk/>
            <pc:sldMk cId="273690203" sldId="1979"/>
            <ac:spMk id="173" creationId="{0212C589-ED85-B29A-DDFC-43E449317280}"/>
          </ac:spMkLst>
        </pc:spChg>
        <pc:spChg chg="del">
          <ac:chgData name="한나 조" userId="65a288ce2c9026c1" providerId="LiveId" clId="{C15A6EEB-526C-46C9-82AA-A02ABBD41001}" dt="2026-08-04T07:10:55.107" v="9790" actId="478"/>
          <ac:spMkLst>
            <pc:docMk/>
            <pc:sldMk cId="273690203" sldId="1979"/>
            <ac:spMk id="174" creationId="{B7B7350D-292E-6859-5C82-D1A52C9A2CAD}"/>
          </ac:spMkLst>
        </pc:spChg>
        <pc:spChg chg="del mod">
          <ac:chgData name="한나 조" userId="65a288ce2c9026c1" providerId="LiveId" clId="{C15A6EEB-526C-46C9-82AA-A02ABBD41001}" dt="2026-08-04T07:10:55.107" v="9790" actId="478"/>
          <ac:spMkLst>
            <pc:docMk/>
            <pc:sldMk cId="273690203" sldId="1979"/>
            <ac:spMk id="175" creationId="{220A065E-0282-8756-EF94-B6FA7D78A31C}"/>
          </ac:spMkLst>
        </pc:spChg>
        <pc:grpChg chg="add del mod">
          <ac:chgData name="한나 조" userId="65a288ce2c9026c1" providerId="LiveId" clId="{C15A6EEB-526C-46C9-82AA-A02ABBD41001}" dt="2026-08-04T07:09:21.475" v="9766" actId="478"/>
          <ac:grpSpMkLst>
            <pc:docMk/>
            <pc:sldMk cId="273690203" sldId="1979"/>
            <ac:grpSpMk id="8" creationId="{7E261700-F804-10AB-A3EF-730C9A079433}"/>
          </ac:grpSpMkLst>
        </pc:grpChg>
        <pc:grpChg chg="add mod">
          <ac:chgData name="한나 조" userId="65a288ce2c9026c1" providerId="LiveId" clId="{C15A6EEB-526C-46C9-82AA-A02ABBD41001}" dt="2026-08-05T03:27:10.285" v="10807" actId="1076"/>
          <ac:grpSpMkLst>
            <pc:docMk/>
            <pc:sldMk cId="273690203" sldId="1979"/>
            <ac:grpSpMk id="17" creationId="{6C2EE653-3985-0F34-DF13-C38BAA2EB811}"/>
          </ac:grpSpMkLst>
        </pc:grpChg>
        <pc:grpChg chg="mod">
          <ac:chgData name="한나 조" userId="65a288ce2c9026c1" providerId="LiveId" clId="{C15A6EEB-526C-46C9-82AA-A02ABBD41001}" dt="2026-08-04T07:07:27.349" v="9748" actId="164"/>
          <ac:grpSpMkLst>
            <pc:docMk/>
            <pc:sldMk cId="273690203" sldId="1979"/>
            <ac:grpSpMk id="25" creationId="{0E997F45-281C-B2F7-B482-1CA3092CE6B0}"/>
          </ac:grpSpMkLst>
        </pc:grpChg>
        <pc:grpChg chg="mod">
          <ac:chgData name="한나 조" userId="65a288ce2c9026c1" providerId="LiveId" clId="{C15A6EEB-526C-46C9-82AA-A02ABBD41001}" dt="2026-08-04T07:07:27.349" v="9748" actId="164"/>
          <ac:grpSpMkLst>
            <pc:docMk/>
            <pc:sldMk cId="273690203" sldId="1979"/>
            <ac:grpSpMk id="34" creationId="{4D0C1686-65B8-2C7A-AA2F-2ED7DBA261BF}"/>
          </ac:grpSpMkLst>
        </pc:grpChg>
        <pc:grpChg chg="mod">
          <ac:chgData name="한나 조" userId="65a288ce2c9026c1" providerId="LiveId" clId="{C15A6EEB-526C-46C9-82AA-A02ABBD41001}" dt="2026-08-04T07:07:27.349" v="9748" actId="164"/>
          <ac:grpSpMkLst>
            <pc:docMk/>
            <pc:sldMk cId="273690203" sldId="1979"/>
            <ac:grpSpMk id="37" creationId="{074B0C2F-13AB-328B-5C24-D0423D030E27}"/>
          </ac:grpSpMkLst>
        </pc:grpChg>
        <pc:grpChg chg="add mod">
          <ac:chgData name="한나 조" userId="65a288ce2c9026c1" providerId="LiveId" clId="{C15A6EEB-526C-46C9-82AA-A02ABBD41001}" dt="2026-08-05T03:46:46.055" v="10846" actId="1076"/>
          <ac:grpSpMkLst>
            <pc:docMk/>
            <pc:sldMk cId="273690203" sldId="1979"/>
            <ac:grpSpMk id="41" creationId="{E20E6571-22B6-ACA3-91FA-6883ACBC0DFA}"/>
          </ac:grpSpMkLst>
        </pc:grpChg>
        <pc:grpChg chg="mod">
          <ac:chgData name="한나 조" userId="65a288ce2c9026c1" providerId="LiveId" clId="{C15A6EEB-526C-46C9-82AA-A02ABBD41001}" dt="2026-08-05T03:46:46.055" v="10846" actId="1076"/>
          <ac:grpSpMkLst>
            <pc:docMk/>
            <pc:sldMk cId="273690203" sldId="1979"/>
            <ac:grpSpMk id="47" creationId="{FCC92614-A957-19D4-B143-F71331F05F55}"/>
          </ac:grpSpMkLst>
        </pc:grpChg>
        <pc:grpChg chg="del mod topLvl">
          <ac:chgData name="한나 조" userId="65a288ce2c9026c1" providerId="LiveId" clId="{C15A6EEB-526C-46C9-82AA-A02ABBD41001}" dt="2026-08-04T07:18:45.508" v="9818" actId="478"/>
          <ac:grpSpMkLst>
            <pc:docMk/>
            <pc:sldMk cId="273690203" sldId="1979"/>
            <ac:grpSpMk id="53" creationId="{E9ED79D3-8424-5611-D74C-16DE97BE8FBF}"/>
          </ac:grpSpMkLst>
        </pc:grpChg>
        <pc:grpChg chg="mod">
          <ac:chgData name="한나 조" userId="65a288ce2c9026c1" providerId="LiveId" clId="{C15A6EEB-526C-46C9-82AA-A02ABBD41001}" dt="2026-08-05T03:46:49.345" v="10847" actId="14100"/>
          <ac:grpSpMkLst>
            <pc:docMk/>
            <pc:sldMk cId="273690203" sldId="1979"/>
            <ac:grpSpMk id="142" creationId="{1901F0F7-A866-98E7-53AF-0105F1A76AA7}"/>
          </ac:grpSpMkLst>
        </pc:grpChg>
        <pc:grpChg chg="del">
          <ac:chgData name="한나 조" userId="65a288ce2c9026c1" providerId="LiveId" clId="{C15A6EEB-526C-46C9-82AA-A02ABBD41001}" dt="2026-08-04T07:10:36.025" v="9786" actId="478"/>
          <ac:grpSpMkLst>
            <pc:docMk/>
            <pc:sldMk cId="273690203" sldId="1979"/>
            <ac:grpSpMk id="145" creationId="{DC48BF7A-0FED-08EA-6567-6D7A02CC1FF9}"/>
          </ac:grpSpMkLst>
        </pc:grpChg>
        <pc:grpChg chg="del">
          <ac:chgData name="한나 조" userId="65a288ce2c9026c1" providerId="LiveId" clId="{C15A6EEB-526C-46C9-82AA-A02ABBD41001}" dt="2026-08-04T07:10:36.025" v="9786" actId="478"/>
          <ac:grpSpMkLst>
            <pc:docMk/>
            <pc:sldMk cId="273690203" sldId="1979"/>
            <ac:grpSpMk id="149" creationId="{BB22D91B-E6A8-5C0E-87A3-D8A500502B81}"/>
          </ac:grpSpMkLst>
        </pc:grpChg>
        <pc:grpChg chg="del">
          <ac:chgData name="한나 조" userId="65a288ce2c9026c1" providerId="LiveId" clId="{C15A6EEB-526C-46C9-82AA-A02ABBD41001}" dt="2026-08-04T07:10:36.025" v="9786" actId="478"/>
          <ac:grpSpMkLst>
            <pc:docMk/>
            <pc:sldMk cId="273690203" sldId="1979"/>
            <ac:grpSpMk id="150" creationId="{522F6198-1AE2-5F13-5238-AAB3F2A8ED76}"/>
          </ac:grpSpMkLst>
        </pc:grpChg>
        <pc:grpChg chg="mod">
          <ac:chgData name="한나 조" userId="65a288ce2c9026c1" providerId="LiveId" clId="{C15A6EEB-526C-46C9-82AA-A02ABBD41001}" dt="2026-08-05T03:46:49.345" v="10847" actId="14100"/>
          <ac:grpSpMkLst>
            <pc:docMk/>
            <pc:sldMk cId="273690203" sldId="1979"/>
            <ac:grpSpMk id="159" creationId="{F7B67FC2-45F6-2774-0937-305BF686515B}"/>
          </ac:grpSpMkLst>
        </pc:grpChg>
        <pc:grpChg chg="del">
          <ac:chgData name="한나 조" userId="65a288ce2c9026c1" providerId="LiveId" clId="{C15A6EEB-526C-46C9-82AA-A02ABBD41001}" dt="2026-08-04T07:10:55.107" v="9790" actId="478"/>
          <ac:grpSpMkLst>
            <pc:docMk/>
            <pc:sldMk cId="273690203" sldId="1979"/>
            <ac:grpSpMk id="162" creationId="{73ABF40F-7941-78A0-3CC2-8F9D1086A18A}"/>
          </ac:grpSpMkLst>
        </pc:grpChg>
        <pc:grpChg chg="del">
          <ac:chgData name="한나 조" userId="65a288ce2c9026c1" providerId="LiveId" clId="{C15A6EEB-526C-46C9-82AA-A02ABBD41001}" dt="2026-08-04T07:10:55.107" v="9790" actId="478"/>
          <ac:grpSpMkLst>
            <pc:docMk/>
            <pc:sldMk cId="273690203" sldId="1979"/>
            <ac:grpSpMk id="166" creationId="{166192C8-F656-5A3A-61BC-74E5DB61FFF4}"/>
          </ac:grpSpMkLst>
        </pc:grpChg>
        <pc:grpChg chg="del">
          <ac:chgData name="한나 조" userId="65a288ce2c9026c1" providerId="LiveId" clId="{C15A6EEB-526C-46C9-82AA-A02ABBD41001}" dt="2026-08-04T07:10:55.107" v="9790" actId="478"/>
          <ac:grpSpMkLst>
            <pc:docMk/>
            <pc:sldMk cId="273690203" sldId="1979"/>
            <ac:grpSpMk id="167" creationId="{1A662B03-940B-5A74-79BF-D6B9D682826A}"/>
          </ac:grpSpMkLst>
        </pc:grpChg>
        <pc:graphicFrameChg chg="add mod modGraphic">
          <ac:chgData name="한나 조" userId="65a288ce2c9026c1" providerId="LiveId" clId="{C15A6EEB-526C-46C9-82AA-A02ABBD41001}" dt="2026-08-05T06:42:17.793" v="11174" actId="20577"/>
          <ac:graphicFrameMkLst>
            <pc:docMk/>
            <pc:sldMk cId="273690203" sldId="1979"/>
            <ac:graphicFrameMk id="9" creationId="{9E2A9F43-A336-00BD-8393-0B368E5BDAD0}"/>
          </ac:graphicFrameMkLst>
        </pc:graphicFrame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0" creationId="{F8DAB4C6-DEC1-EB0F-978C-81B99617A7E8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1" creationId="{E6010064-77FF-808C-D9C9-EB46FE6F16E7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5" creationId="{9D758479-4C39-4E8A-7140-EDFA1F7A050F}"/>
          </ac:picMkLst>
        </pc:picChg>
        <pc:picChg chg="mod">
          <ac:chgData name="한나 조" userId="65a288ce2c9026c1" providerId="LiveId" clId="{C15A6EEB-526C-46C9-82AA-A02ABBD41001}" dt="2026-08-04T07:07:27.349" v="9748" actId="164"/>
          <ac:picMkLst>
            <pc:docMk/>
            <pc:sldMk cId="273690203" sldId="1979"/>
            <ac:picMk id="24" creationId="{76AAB926-4B71-CDC6-1AEA-A78FA5B94309}"/>
          </ac:picMkLst>
        </pc:picChg>
        <pc:picChg chg="del">
          <ac:chgData name="한나 조" userId="65a288ce2c9026c1" providerId="LiveId" clId="{C15A6EEB-526C-46C9-82AA-A02ABBD41001}" dt="2026-08-05T03:26:08.776" v="10793" actId="478"/>
          <ac:picMkLst>
            <pc:docMk/>
            <pc:sldMk cId="273690203" sldId="1979"/>
            <ac:picMk id="144" creationId="{8B10E6E0-7B3E-CA18-A38C-4FC070C3F888}"/>
          </ac:picMkLst>
        </pc:picChg>
        <pc:picChg chg="del">
          <ac:chgData name="한나 조" userId="65a288ce2c9026c1" providerId="LiveId" clId="{C15A6EEB-526C-46C9-82AA-A02ABBD41001}" dt="2026-08-05T03:26:19.040" v="10795" actId="478"/>
          <ac:picMkLst>
            <pc:docMk/>
            <pc:sldMk cId="273690203" sldId="1979"/>
            <ac:picMk id="161" creationId="{E0667EFB-88D0-3053-9760-7EEFA4D3FCCB}"/>
          </ac:picMkLst>
        </pc:picChg>
        <pc:cxnChg chg="add mod">
          <ac:chgData name="한나 조" userId="65a288ce2c9026c1" providerId="LiveId" clId="{C15A6EEB-526C-46C9-82AA-A02ABBD41001}" dt="2026-08-05T03:27:01.327" v="10805" actId="164"/>
          <ac:cxnSpMkLst>
            <pc:docMk/>
            <pc:sldMk cId="273690203" sldId="1979"/>
            <ac:cxnSpMk id="12" creationId="{C5FE7B56-036B-0F04-7772-A7CF97AC89A1}"/>
          </ac:cxnSpMkLst>
        </pc:cxnChg>
        <pc:cxnChg chg="add mod">
          <ac:chgData name="한나 조" userId="65a288ce2c9026c1" providerId="LiveId" clId="{C15A6EEB-526C-46C9-82AA-A02ABBD41001}" dt="2026-08-05T03:27:01.327" v="10805" actId="164"/>
          <ac:cxnSpMkLst>
            <pc:docMk/>
            <pc:sldMk cId="273690203" sldId="1979"/>
            <ac:cxnSpMk id="14" creationId="{80CAA8DB-B41A-4566-B477-60EF684CC57A}"/>
          </ac:cxnSpMkLst>
        </pc:cxnChg>
        <pc:cxnChg chg="mod">
          <ac:chgData name="한나 조" userId="65a288ce2c9026c1" providerId="LiveId" clId="{C15A6EEB-526C-46C9-82AA-A02ABBD41001}" dt="2026-08-04T07:07:27.349" v="9748" actId="164"/>
          <ac:cxnSpMkLst>
            <pc:docMk/>
            <pc:sldMk cId="273690203" sldId="1979"/>
            <ac:cxnSpMk id="32" creationId="{469213AC-47EF-6972-3445-1E78F620E1F1}"/>
          </ac:cxnSpMkLst>
        </pc:cxnChg>
        <pc:cxnChg chg="mod">
          <ac:chgData name="한나 조" userId="65a288ce2c9026c1" providerId="LiveId" clId="{C15A6EEB-526C-46C9-82AA-A02ABBD41001}" dt="2026-08-04T07:18:45.508" v="9818" actId="478"/>
          <ac:cxnSpMkLst>
            <pc:docMk/>
            <pc:sldMk cId="273690203" sldId="1979"/>
            <ac:cxnSpMk id="60" creationId="{AD42D987-8785-41F5-858D-5FF895B4EBF3}"/>
          </ac:cxnSpMkLst>
        </pc:cxnChg>
        <pc:cxnChg chg="mod">
          <ac:chgData name="한나 조" userId="65a288ce2c9026c1" providerId="LiveId" clId="{C15A6EEB-526C-46C9-82AA-A02ABBD41001}" dt="2026-08-04T07:18:45.508" v="9818" actId="478"/>
          <ac:cxnSpMkLst>
            <pc:docMk/>
            <pc:sldMk cId="273690203" sldId="1979"/>
            <ac:cxnSpMk id="61" creationId="{2B8C7CB0-CAC9-9C1C-08D9-0F4D5548B7FA}"/>
          </ac:cxnSpMkLst>
        </pc:cxnChg>
        <pc:cxnChg chg="del">
          <ac:chgData name="한나 조" userId="65a288ce2c9026c1" providerId="LiveId" clId="{C15A6EEB-526C-46C9-82AA-A02ABBD41001}" dt="2026-08-04T07:10:40.033" v="9787" actId="478"/>
          <ac:cxnSpMkLst>
            <pc:docMk/>
            <pc:sldMk cId="273690203" sldId="1979"/>
            <ac:cxnSpMk id="147" creationId="{BE272FE9-A1A1-2B5E-783B-5CA2B2A57B93}"/>
          </ac:cxnSpMkLst>
        </pc:cxnChg>
        <pc:cxnChg chg="del">
          <ac:chgData name="한나 조" userId="65a288ce2c9026c1" providerId="LiveId" clId="{C15A6EEB-526C-46C9-82AA-A02ABBD41001}" dt="2026-08-04T07:10:59.642" v="9791" actId="478"/>
          <ac:cxnSpMkLst>
            <pc:docMk/>
            <pc:sldMk cId="273690203" sldId="1979"/>
            <ac:cxnSpMk id="164" creationId="{585DC71B-ED79-828F-DF5F-A0E3348CA089}"/>
          </ac:cxnSpMkLst>
        </pc:cxnChg>
      </pc:sldChg>
      <pc:sldChg chg="addSp delSp modSp add del mod modClrScheme chgLayout">
        <pc:chgData name="한나 조" userId="65a288ce2c9026c1" providerId="LiveId" clId="{C15A6EEB-526C-46C9-82AA-A02ABBD41001}" dt="2026-08-04T07:13:46.749" v="9811" actId="47"/>
        <pc:sldMkLst>
          <pc:docMk/>
          <pc:sldMk cId="240412298" sldId="1980"/>
        </pc:sldMkLst>
      </pc:sldChg>
      <pc:sldChg chg="addSp delSp modSp add del mod modClrScheme chgLayout">
        <pc:chgData name="한나 조" userId="65a288ce2c9026c1" providerId="LiveId" clId="{C15A6EEB-526C-46C9-82AA-A02ABBD41001}" dt="2026-08-04T07:13:46.749" v="9811" actId="47"/>
        <pc:sldMkLst>
          <pc:docMk/>
          <pc:sldMk cId="1842736082" sldId="1981"/>
        </pc:sldMkLst>
      </pc:sldChg>
      <pc:sldChg chg="modSp add mod ord">
        <pc:chgData name="한나 조" userId="65a288ce2c9026c1" providerId="LiveId" clId="{C15A6EEB-526C-46C9-82AA-A02ABBD41001}" dt="2026-07-20T02:58:33.796" v="6951" actId="20577"/>
        <pc:sldMkLst>
          <pc:docMk/>
          <pc:sldMk cId="1823439932" sldId="2021"/>
        </pc:sldMkLst>
        <pc:spChg chg="mod">
          <ac:chgData name="한나 조" userId="65a288ce2c9026c1" providerId="LiveId" clId="{C15A6EEB-526C-46C9-82AA-A02ABBD41001}" dt="2026-07-20T02:58:33.796" v="6951" actId="20577"/>
          <ac:spMkLst>
            <pc:docMk/>
            <pc:sldMk cId="1823439932" sldId="2021"/>
            <ac:spMk id="2" creationId="{5D3E4EFB-2AF1-D01D-A096-F08BB109A7E7}"/>
          </ac:spMkLst>
        </pc:spChg>
      </pc:sldChg>
      <pc:sldChg chg="add ord">
        <pc:chgData name="한나 조" userId="65a288ce2c9026c1" providerId="LiveId" clId="{C15A6EEB-526C-46C9-82AA-A02ABBD41001}" dt="2026-07-20T02:58:25.354" v="6943"/>
        <pc:sldMkLst>
          <pc:docMk/>
          <pc:sldMk cId="3112452420" sldId="2022"/>
        </pc:sldMkLst>
      </pc:sldChg>
      <pc:sldChg chg="addSp delSp modSp add mod ord modClrScheme chgLayout">
        <pc:chgData name="한나 조" userId="65a288ce2c9026c1" providerId="LiveId" clId="{C15A6EEB-526C-46C9-82AA-A02ABBD41001}" dt="2026-08-05T03:54:19.843" v="10937" actId="20577"/>
        <pc:sldMkLst>
          <pc:docMk/>
          <pc:sldMk cId="2790329590" sldId="2023"/>
        </pc:sldMkLst>
        <pc:spChg chg="mod">
          <ac:chgData name="한나 조" userId="65a288ce2c9026c1" providerId="LiveId" clId="{C15A6EEB-526C-46C9-82AA-A02ABBD41001}" dt="2026-08-05T01:10:41.673" v="10719"/>
          <ac:spMkLst>
            <pc:docMk/>
            <pc:sldMk cId="2790329590" sldId="2023"/>
            <ac:spMk id="2" creationId="{5B02104E-E944-9808-20D8-F4FD821641CD}"/>
          </ac:spMkLst>
        </pc:spChg>
        <pc:spChg chg="mod">
          <ac:chgData name="한나 조" userId="65a288ce2c9026c1" providerId="LiveId" clId="{C15A6EEB-526C-46C9-82AA-A02ABBD41001}" dt="2026-08-05T01:10:47.145" v="10733"/>
          <ac:spMkLst>
            <pc:docMk/>
            <pc:sldMk cId="2790329590" sldId="2023"/>
            <ac:spMk id="3" creationId="{4917B403-A3C7-567A-0795-25818B70A360}"/>
          </ac:spMkLst>
        </pc:spChg>
        <pc:spChg chg="mod">
          <ac:chgData name="한나 조" userId="65a288ce2c9026c1" providerId="LiveId" clId="{C15A6EEB-526C-46C9-82AA-A02ABBD41001}" dt="2026-08-05T01:10:56.707" v="10738" actId="20577"/>
          <ac:spMkLst>
            <pc:docMk/>
            <pc:sldMk cId="2790329590" sldId="2023"/>
            <ac:spMk id="4" creationId="{CBDEA491-7DCB-27A6-47A1-FA2F17C2BF7B}"/>
          </ac:spMkLst>
        </pc:spChg>
        <pc:spChg chg="mod">
          <ac:chgData name="한나 조" userId="65a288ce2c9026c1" providerId="LiveId" clId="{C15A6EEB-526C-46C9-82AA-A02ABBD41001}" dt="2026-08-04T08:34:42.812" v="10703" actId="20577"/>
          <ac:spMkLst>
            <pc:docMk/>
            <pc:sldMk cId="2790329590" sldId="2023"/>
            <ac:spMk id="5" creationId="{362CAA3F-209C-E161-31FA-4FF5D327059F}"/>
          </ac:spMkLst>
        </pc:spChg>
        <pc:spChg chg="add del mod">
          <ac:chgData name="한나 조" userId="65a288ce2c9026c1" providerId="LiveId" clId="{C15A6EEB-526C-46C9-82AA-A02ABBD41001}" dt="2026-08-04T08:33:40.213" v="10683" actId="478"/>
          <ac:spMkLst>
            <pc:docMk/>
            <pc:sldMk cId="2790329590" sldId="2023"/>
            <ac:spMk id="9" creationId="{3A5D4102-5B91-FB1A-B3B4-DC333260C3C1}"/>
          </ac:spMkLst>
        </pc:spChg>
        <pc:spChg chg="add mod">
          <ac:chgData name="한나 조" userId="65a288ce2c9026c1" providerId="LiveId" clId="{C15A6EEB-526C-46C9-82AA-A02ABBD41001}" dt="2026-08-05T03:53:43.164" v="10923" actId="1076"/>
          <ac:spMkLst>
            <pc:docMk/>
            <pc:sldMk cId="2790329590" sldId="2023"/>
            <ac:spMk id="9" creationId="{64FF9B61-58A4-A727-F1D8-50E35A063354}"/>
          </ac:spMkLst>
        </pc:spChg>
        <pc:spChg chg="mod topLvl">
          <ac:chgData name="한나 조" userId="65a288ce2c9026c1" providerId="LiveId" clId="{C15A6EEB-526C-46C9-82AA-A02ABBD41001}" dt="2026-08-04T08:34:18.764" v="10696" actId="164"/>
          <ac:spMkLst>
            <pc:docMk/>
            <pc:sldMk cId="2790329590" sldId="2023"/>
            <ac:spMk id="10" creationId="{2066278C-77A3-0B56-227B-E204F277EB94}"/>
          </ac:spMkLst>
        </pc:spChg>
        <pc:spChg chg="add mod">
          <ac:chgData name="한나 조" userId="65a288ce2c9026c1" providerId="LiveId" clId="{C15A6EEB-526C-46C9-82AA-A02ABBD41001}" dt="2026-08-05T03:53:47.390" v="10924" actId="571"/>
          <ac:spMkLst>
            <pc:docMk/>
            <pc:sldMk cId="2790329590" sldId="2023"/>
            <ac:spMk id="11" creationId="{5EA0166B-2D95-253B-6324-CCA62329C66F}"/>
          </ac:spMkLst>
        </pc:spChg>
        <pc:spChg chg="add del mod">
          <ac:chgData name="한나 조" userId="65a288ce2c9026c1" providerId="LiveId" clId="{C15A6EEB-526C-46C9-82AA-A02ABBD41001}" dt="2026-08-04T08:33:40.213" v="10683" actId="478"/>
          <ac:spMkLst>
            <pc:docMk/>
            <pc:sldMk cId="2790329590" sldId="2023"/>
            <ac:spMk id="11" creationId="{E2F5103D-629B-2D5F-C795-E7D325546B81}"/>
          </ac:spMkLst>
        </pc:spChg>
        <pc:spChg chg="add mod">
          <ac:chgData name="한나 조" userId="65a288ce2c9026c1" providerId="LiveId" clId="{C15A6EEB-526C-46C9-82AA-A02ABBD41001}" dt="2026-08-05T03:53:52.222" v="10925" actId="571"/>
          <ac:spMkLst>
            <pc:docMk/>
            <pc:sldMk cId="2790329590" sldId="2023"/>
            <ac:spMk id="12" creationId="{0DE9B05A-3B91-00F3-A4AD-D70602206149}"/>
          </ac:spMkLst>
        </pc:spChg>
        <pc:spChg chg="add del mod">
          <ac:chgData name="한나 조" userId="65a288ce2c9026c1" providerId="LiveId" clId="{C15A6EEB-526C-46C9-82AA-A02ABBD41001}" dt="2026-08-04T08:33:37.964" v="10682" actId="478"/>
          <ac:spMkLst>
            <pc:docMk/>
            <pc:sldMk cId="2790329590" sldId="2023"/>
            <ac:spMk id="12" creationId="{14B2104C-D806-CDFE-BFDF-6643E2C0C3E9}"/>
          </ac:spMkLst>
        </pc:spChg>
        <pc:spChg chg="mod">
          <ac:chgData name="한나 조" userId="65a288ce2c9026c1" providerId="LiveId" clId="{C15A6EEB-526C-46C9-82AA-A02ABBD41001}" dt="2026-08-05T03:54:19.843" v="10937" actId="20577"/>
          <ac:spMkLst>
            <pc:docMk/>
            <pc:sldMk cId="2790329590" sldId="2023"/>
            <ac:spMk id="14" creationId="{03FD1703-928E-5B20-6245-96D77C86CEC4}"/>
          </ac:spMkLst>
        </pc:spChg>
        <pc:spChg chg="mod">
          <ac:chgData name="한나 조" userId="65a288ce2c9026c1" providerId="LiveId" clId="{C15A6EEB-526C-46C9-82AA-A02ABBD41001}" dt="2026-08-04T08:34:03.640" v="10691" actId="165"/>
          <ac:spMkLst>
            <pc:docMk/>
            <pc:sldMk cId="2790329590" sldId="2023"/>
            <ac:spMk id="15" creationId="{1CDC3191-F478-39A4-D047-4797921B9F79}"/>
          </ac:spMkLst>
        </pc:spChg>
        <pc:spChg chg="mod">
          <ac:chgData name="한나 조" userId="65a288ce2c9026c1" providerId="LiveId" clId="{C15A6EEB-526C-46C9-82AA-A02ABBD41001}" dt="2026-08-04T08:34:03.640" v="10691" actId="165"/>
          <ac:spMkLst>
            <pc:docMk/>
            <pc:sldMk cId="2790329590" sldId="2023"/>
            <ac:spMk id="16" creationId="{F155B64E-DC51-9ED7-AEF1-5708BDAD6F94}"/>
          </ac:spMkLst>
        </pc:spChg>
        <pc:spChg chg="add mod">
          <ac:chgData name="한나 조" userId="65a288ce2c9026c1" providerId="LiveId" clId="{C15A6EEB-526C-46C9-82AA-A02ABBD41001}" dt="2026-08-05T03:53:52.222" v="10925" actId="571"/>
          <ac:spMkLst>
            <pc:docMk/>
            <pc:sldMk cId="2790329590" sldId="2023"/>
            <ac:spMk id="17" creationId="{693D865D-A456-B467-D1CC-0940842441D2}"/>
          </ac:spMkLst>
        </pc:spChg>
        <pc:spChg chg="mod topLvl">
          <ac:chgData name="한나 조" userId="65a288ce2c9026c1" providerId="LiveId" clId="{C15A6EEB-526C-46C9-82AA-A02ABBD41001}" dt="2026-08-04T08:34:21.524" v="10697" actId="164"/>
          <ac:spMkLst>
            <pc:docMk/>
            <pc:sldMk cId="2790329590" sldId="2023"/>
            <ac:spMk id="18" creationId="{738C2EBE-F1C0-F607-95D7-3F841FE1AE78}"/>
          </ac:spMkLst>
        </pc:spChg>
        <pc:spChg chg="mod">
          <ac:chgData name="한나 조" userId="65a288ce2c9026c1" providerId="LiveId" clId="{C15A6EEB-526C-46C9-82AA-A02ABBD41001}" dt="2026-08-05T03:54:02.362" v="10928" actId="20577"/>
          <ac:spMkLst>
            <pc:docMk/>
            <pc:sldMk cId="2790329590" sldId="2023"/>
            <ac:spMk id="20" creationId="{842E7724-BB0F-06DD-9F53-684C01E40879}"/>
          </ac:spMkLst>
        </pc:spChg>
        <pc:spChg chg="mod">
          <ac:chgData name="한나 조" userId="65a288ce2c9026c1" providerId="LiveId" clId="{C15A6EEB-526C-46C9-82AA-A02ABBD41001}" dt="2026-08-04T08:34:02.714" v="10690" actId="165"/>
          <ac:spMkLst>
            <pc:docMk/>
            <pc:sldMk cId="2790329590" sldId="2023"/>
            <ac:spMk id="21" creationId="{83A1D2B3-37B6-C77B-EF18-9C70E664B998}"/>
          </ac:spMkLst>
        </pc:spChg>
        <pc:spChg chg="del mod">
          <ac:chgData name="한나 조" userId="65a288ce2c9026c1" providerId="LiveId" clId="{C15A6EEB-526C-46C9-82AA-A02ABBD41001}" dt="2026-08-04T08:33:37.964" v="10682" actId="478"/>
          <ac:spMkLst>
            <pc:docMk/>
            <pc:sldMk cId="2790329590" sldId="2023"/>
            <ac:spMk id="22" creationId="{BBD9C655-DBFF-68D0-99AC-4592780823C5}"/>
          </ac:spMkLst>
        </pc:spChg>
        <pc:spChg chg="mod">
          <ac:chgData name="한나 조" userId="65a288ce2c9026c1" providerId="LiveId" clId="{C15A6EEB-526C-46C9-82AA-A02ABBD41001}" dt="2026-08-04T08:34:02.714" v="10690" actId="165"/>
          <ac:spMkLst>
            <pc:docMk/>
            <pc:sldMk cId="2790329590" sldId="2023"/>
            <ac:spMk id="23" creationId="{25CA3535-5F2B-3EF7-92D1-D379CDCF4300}"/>
          </ac:spMkLst>
        </pc:spChg>
        <pc:spChg chg="mod topLvl">
          <ac:chgData name="한나 조" userId="65a288ce2c9026c1" providerId="LiveId" clId="{C15A6EEB-526C-46C9-82AA-A02ABBD41001}" dt="2026-08-04T08:34:17.004" v="10695" actId="164"/>
          <ac:spMkLst>
            <pc:docMk/>
            <pc:sldMk cId="2790329590" sldId="2023"/>
            <ac:spMk id="25" creationId="{A94F1511-C958-3EA1-2CEA-1F0F2A8FB1C9}"/>
          </ac:spMkLst>
        </pc:spChg>
        <pc:spChg chg="mod">
          <ac:chgData name="한나 조" userId="65a288ce2c9026c1" providerId="LiveId" clId="{C15A6EEB-526C-46C9-82AA-A02ABBD41001}" dt="2026-08-05T03:54:14.443" v="10934" actId="20577"/>
          <ac:spMkLst>
            <pc:docMk/>
            <pc:sldMk cId="2790329590" sldId="2023"/>
            <ac:spMk id="27" creationId="{F4636D07-CC41-A7E4-7830-1CAFF3A71F49}"/>
          </ac:spMkLst>
        </pc:spChg>
        <pc:spChg chg="mod">
          <ac:chgData name="한나 조" userId="65a288ce2c9026c1" providerId="LiveId" clId="{C15A6EEB-526C-46C9-82AA-A02ABBD41001}" dt="2026-08-04T08:34:04.203" v="10692" actId="165"/>
          <ac:spMkLst>
            <pc:docMk/>
            <pc:sldMk cId="2790329590" sldId="2023"/>
            <ac:spMk id="28" creationId="{5E595A9D-A25D-DD8B-6F88-30DDF83E2818}"/>
          </ac:spMkLst>
        </pc:spChg>
        <pc:spChg chg="mod">
          <ac:chgData name="한나 조" userId="65a288ce2c9026c1" providerId="LiveId" clId="{C15A6EEB-526C-46C9-82AA-A02ABBD41001}" dt="2026-08-04T08:34:04.203" v="10692" actId="165"/>
          <ac:spMkLst>
            <pc:docMk/>
            <pc:sldMk cId="2790329590" sldId="2023"/>
            <ac:spMk id="29" creationId="{CD14AAC7-7CFD-0FA8-66C3-FBE9514F77E8}"/>
          </ac:spMkLst>
        </pc:spChg>
        <pc:spChg chg="mod topLvl">
          <ac:chgData name="한나 조" userId="65a288ce2c9026c1" providerId="LiveId" clId="{C15A6EEB-526C-46C9-82AA-A02ABBD41001}" dt="2026-08-04T08:34:15.467" v="10694" actId="164"/>
          <ac:spMkLst>
            <pc:docMk/>
            <pc:sldMk cId="2790329590" sldId="2023"/>
            <ac:spMk id="31" creationId="{AFB01C48-AFDF-E3B5-08FB-C2A740A79B83}"/>
          </ac:spMkLst>
        </pc:spChg>
        <pc:spChg chg="mod">
          <ac:chgData name="한나 조" userId="65a288ce2c9026c1" providerId="LiveId" clId="{C15A6EEB-526C-46C9-82AA-A02ABBD41001}" dt="2026-08-05T03:54:07.509" v="10931" actId="20577"/>
          <ac:spMkLst>
            <pc:docMk/>
            <pc:sldMk cId="2790329590" sldId="2023"/>
            <ac:spMk id="33" creationId="{BCBBE122-C52C-23CA-4719-6EC9F6B92E0D}"/>
          </ac:spMkLst>
        </pc:spChg>
        <pc:spChg chg="mod">
          <ac:chgData name="한나 조" userId="65a288ce2c9026c1" providerId="LiveId" clId="{C15A6EEB-526C-46C9-82AA-A02ABBD41001}" dt="2026-08-04T08:34:02.714" v="10690" actId="165"/>
          <ac:spMkLst>
            <pc:docMk/>
            <pc:sldMk cId="2790329590" sldId="2023"/>
            <ac:spMk id="34" creationId="{D8237039-FC58-C8ED-D7E4-B4EAAD4BC62A}"/>
          </ac:spMkLst>
        </pc:spChg>
        <pc:spChg chg="mod">
          <ac:chgData name="한나 조" userId="65a288ce2c9026c1" providerId="LiveId" clId="{C15A6EEB-526C-46C9-82AA-A02ABBD41001}" dt="2026-08-04T08:34:02.714" v="10690" actId="165"/>
          <ac:spMkLst>
            <pc:docMk/>
            <pc:sldMk cId="2790329590" sldId="2023"/>
            <ac:spMk id="35" creationId="{08A91EE3-01BF-0548-4394-A4FCBC058DD1}"/>
          </ac:spMkLst>
        </pc:spChg>
        <pc:spChg chg="add mod">
          <ac:chgData name="한나 조" userId="65a288ce2c9026c1" providerId="LiveId" clId="{C15A6EEB-526C-46C9-82AA-A02ABBD41001}" dt="2026-08-04T08:33:46.067" v="10685" actId="1076"/>
          <ac:spMkLst>
            <pc:docMk/>
            <pc:sldMk cId="2790329590" sldId="2023"/>
            <ac:spMk id="36" creationId="{06E4341C-B6B6-2F59-9CD8-FABF48A54E43}"/>
          </ac:spMkLst>
        </pc:spChg>
        <pc:spChg chg="add mod">
          <ac:chgData name="한나 조" userId="65a288ce2c9026c1" providerId="LiveId" clId="{C15A6EEB-526C-46C9-82AA-A02ABBD41001}" dt="2026-08-04T08:33:18.228" v="10681" actId="1076"/>
          <ac:spMkLst>
            <pc:docMk/>
            <pc:sldMk cId="2790329590" sldId="2023"/>
            <ac:spMk id="37" creationId="{F2ADEBB5-D971-36BF-A0F0-EAED3B56B886}"/>
          </ac:spMkLst>
        </pc:spChg>
        <pc:spChg chg="add mod">
          <ac:chgData name="한나 조" userId="65a288ce2c9026c1" providerId="LiveId" clId="{C15A6EEB-526C-46C9-82AA-A02ABBD41001}" dt="2026-08-04T08:33:46.067" v="10685" actId="1076"/>
          <ac:spMkLst>
            <pc:docMk/>
            <pc:sldMk cId="2790329590" sldId="2023"/>
            <ac:spMk id="38" creationId="{C1DDA88C-2292-1456-84F7-EDCD3AA7041C}"/>
          </ac:spMkLst>
        </pc:spChg>
        <pc:spChg chg="add mod">
          <ac:chgData name="한나 조" userId="65a288ce2c9026c1" providerId="LiveId" clId="{C15A6EEB-526C-46C9-82AA-A02ABBD41001}" dt="2026-08-04T08:33:46.067" v="10685" actId="1076"/>
          <ac:spMkLst>
            <pc:docMk/>
            <pc:sldMk cId="2790329590" sldId="2023"/>
            <ac:spMk id="39" creationId="{BBDC39A4-C60F-B7C1-FE29-818AE4D5C14A}"/>
          </ac:spMkLst>
        </pc:spChg>
        <pc:spChg chg="mod">
          <ac:chgData name="한나 조" userId="65a288ce2c9026c1" providerId="LiveId" clId="{C15A6EEB-526C-46C9-82AA-A02ABBD41001}" dt="2026-08-04T08:33:46.067" v="10685" actId="1076"/>
          <ac:spMkLst>
            <pc:docMk/>
            <pc:sldMk cId="2790329590" sldId="2023"/>
            <ac:spMk id="40" creationId="{16A97A96-09C1-CB55-B7D9-720D61E2A5C5}"/>
          </ac:spMkLst>
        </pc:spChg>
        <pc:spChg chg="del mod">
          <ac:chgData name="한나 조" userId="65a288ce2c9026c1" providerId="LiveId" clId="{C15A6EEB-526C-46C9-82AA-A02ABBD41001}" dt="2026-08-04T08:33:37.964" v="10682" actId="478"/>
          <ac:spMkLst>
            <pc:docMk/>
            <pc:sldMk cId="2790329590" sldId="2023"/>
            <ac:spMk id="182" creationId="{5E7F354C-7275-1935-BE83-7D1B1F576B39}"/>
          </ac:spMkLst>
        </pc:spChg>
        <pc:spChg chg="del mod">
          <ac:chgData name="한나 조" userId="65a288ce2c9026c1" providerId="LiveId" clId="{C15A6EEB-526C-46C9-82AA-A02ABBD41001}" dt="2026-08-04T08:33:37.964" v="10682" actId="478"/>
          <ac:spMkLst>
            <pc:docMk/>
            <pc:sldMk cId="2790329590" sldId="2023"/>
            <ac:spMk id="188" creationId="{E003CEEC-70BD-590F-4147-2503CA473E63}"/>
          </ac:spMkLst>
        </pc:spChg>
        <pc:grpChg chg="del mod">
          <ac:chgData name="한나 조" userId="65a288ce2c9026c1" providerId="LiveId" clId="{C15A6EEB-526C-46C9-82AA-A02ABBD41001}" dt="2026-08-04T08:34:03.640" v="10691" actId="165"/>
          <ac:grpSpMkLst>
            <pc:docMk/>
            <pc:sldMk cId="2790329590" sldId="2023"/>
            <ac:grpSpMk id="7" creationId="{FCE0D075-BD83-3877-5B54-06D6CF7A06DB}"/>
          </ac:grpSpMkLst>
        </pc:grpChg>
        <pc:grpChg chg="mod topLvl">
          <ac:chgData name="한나 조" userId="65a288ce2c9026c1" providerId="LiveId" clId="{C15A6EEB-526C-46C9-82AA-A02ABBD41001}" dt="2026-08-04T08:34:18.764" v="10696" actId="164"/>
          <ac:grpSpMkLst>
            <pc:docMk/>
            <pc:sldMk cId="2790329590" sldId="2023"/>
            <ac:grpSpMk id="13" creationId="{5C923B96-9CDB-E17E-AABF-D737C5D4092A}"/>
          </ac:grpSpMkLst>
        </pc:grpChg>
        <pc:grpChg chg="mod">
          <ac:chgData name="한나 조" userId="65a288ce2c9026c1" providerId="LiveId" clId="{C15A6EEB-526C-46C9-82AA-A02ABBD41001}" dt="2026-08-04T08:34:01.575" v="10689" actId="1076"/>
          <ac:grpSpMkLst>
            <pc:docMk/>
            <pc:sldMk cId="2790329590" sldId="2023"/>
            <ac:grpSpMk id="17" creationId="{B6397FBA-437D-685D-7D8E-F6244BF7844E}"/>
          </ac:grpSpMkLst>
        </pc:grpChg>
        <pc:grpChg chg="mod topLvl">
          <ac:chgData name="한나 조" userId="65a288ce2c9026c1" providerId="LiveId" clId="{C15A6EEB-526C-46C9-82AA-A02ABBD41001}" dt="2026-08-04T08:34:21.524" v="10697" actId="164"/>
          <ac:grpSpMkLst>
            <pc:docMk/>
            <pc:sldMk cId="2790329590" sldId="2023"/>
            <ac:grpSpMk id="19" creationId="{C3403F43-0A50-1D5F-805A-6EFFB42F0655}"/>
          </ac:grpSpMkLst>
        </pc:grpChg>
        <pc:grpChg chg="del mod">
          <ac:chgData name="한나 조" userId="65a288ce2c9026c1" providerId="LiveId" clId="{C15A6EEB-526C-46C9-82AA-A02ABBD41001}" dt="2026-08-04T08:34:04.203" v="10692" actId="165"/>
          <ac:grpSpMkLst>
            <pc:docMk/>
            <pc:sldMk cId="2790329590" sldId="2023"/>
            <ac:grpSpMk id="24" creationId="{E35D0C42-8E7C-1E04-5E04-C31A11923172}"/>
          </ac:grpSpMkLst>
        </pc:grpChg>
        <pc:grpChg chg="mod topLvl">
          <ac:chgData name="한나 조" userId="65a288ce2c9026c1" providerId="LiveId" clId="{C15A6EEB-526C-46C9-82AA-A02ABBD41001}" dt="2026-08-04T08:34:17.004" v="10695" actId="164"/>
          <ac:grpSpMkLst>
            <pc:docMk/>
            <pc:sldMk cId="2790329590" sldId="2023"/>
            <ac:grpSpMk id="26" creationId="{FF88F85A-644F-049B-DC5D-0CEFC9C65FEE}"/>
          </ac:grpSpMkLst>
        </pc:grpChg>
        <pc:grpChg chg="del mod">
          <ac:chgData name="한나 조" userId="65a288ce2c9026c1" providerId="LiveId" clId="{C15A6EEB-526C-46C9-82AA-A02ABBD41001}" dt="2026-08-04T08:34:02.714" v="10690" actId="165"/>
          <ac:grpSpMkLst>
            <pc:docMk/>
            <pc:sldMk cId="2790329590" sldId="2023"/>
            <ac:grpSpMk id="30" creationId="{353670A7-210C-F427-3061-B00EED7CA654}"/>
          </ac:grpSpMkLst>
        </pc:grpChg>
        <pc:grpChg chg="mod">
          <ac:chgData name="한나 조" userId="65a288ce2c9026c1" providerId="LiveId" clId="{C15A6EEB-526C-46C9-82AA-A02ABBD41001}" dt="2026-08-04T08:34:15.467" v="10694" actId="164"/>
          <ac:grpSpMkLst>
            <pc:docMk/>
            <pc:sldMk cId="2790329590" sldId="2023"/>
            <ac:grpSpMk id="32" creationId="{6316180A-EE5B-1C1F-BCE5-5B43537A87C0}"/>
          </ac:grpSpMkLst>
        </pc:grpChg>
        <pc:grpChg chg="add mod">
          <ac:chgData name="한나 조" userId="65a288ce2c9026c1" providerId="LiveId" clId="{C15A6EEB-526C-46C9-82AA-A02ABBD41001}" dt="2026-08-04T08:34:24.293" v="10698" actId="1076"/>
          <ac:grpSpMkLst>
            <pc:docMk/>
            <pc:sldMk cId="2790329590" sldId="2023"/>
            <ac:grpSpMk id="41" creationId="{7DB6B296-C4E1-0A68-75D4-23D1EE657A7B}"/>
          </ac:grpSpMkLst>
        </pc:grpChg>
        <pc:grpChg chg="add mod">
          <ac:chgData name="한나 조" userId="65a288ce2c9026c1" providerId="LiveId" clId="{C15A6EEB-526C-46C9-82AA-A02ABBD41001}" dt="2026-08-04T08:34:24.293" v="10698" actId="1076"/>
          <ac:grpSpMkLst>
            <pc:docMk/>
            <pc:sldMk cId="2790329590" sldId="2023"/>
            <ac:grpSpMk id="42" creationId="{FEAE5C9B-B2B1-64BE-32D8-4095CF1AC79F}"/>
          </ac:grpSpMkLst>
        </pc:grpChg>
        <pc:grpChg chg="add mod">
          <ac:chgData name="한나 조" userId="65a288ce2c9026c1" providerId="LiveId" clId="{C15A6EEB-526C-46C9-82AA-A02ABBD41001}" dt="2026-08-04T08:34:18.764" v="10696" actId="164"/>
          <ac:grpSpMkLst>
            <pc:docMk/>
            <pc:sldMk cId="2790329590" sldId="2023"/>
            <ac:grpSpMk id="43" creationId="{AE5FAFAD-F193-2CAF-1322-9375181B4F1A}"/>
          </ac:grpSpMkLst>
        </pc:grpChg>
        <pc:grpChg chg="add mod">
          <ac:chgData name="한나 조" userId="65a288ce2c9026c1" providerId="LiveId" clId="{C15A6EEB-526C-46C9-82AA-A02ABBD41001}" dt="2026-08-04T08:34:21.524" v="10697" actId="164"/>
          <ac:grpSpMkLst>
            <pc:docMk/>
            <pc:sldMk cId="2790329590" sldId="2023"/>
            <ac:grpSpMk id="44" creationId="{B4097875-3681-14CC-8997-296A88080F68}"/>
          </ac:grpSpMkLst>
        </pc:grpChg>
        <pc:grpChg chg="add del mod">
          <ac:chgData name="한나 조" userId="65a288ce2c9026c1" providerId="LiveId" clId="{C15A6EEB-526C-46C9-82AA-A02ABBD41001}" dt="2026-08-04T08:33:37.964" v="10682" actId="478"/>
          <ac:grpSpMkLst>
            <pc:docMk/>
            <pc:sldMk cId="2790329590" sldId="2023"/>
            <ac:grpSpMk id="139" creationId="{2CAC1489-E531-DBD9-D69C-5A1C0A617E5E}"/>
          </ac:grpSpMkLst>
        </pc:grpChg>
        <pc:grpChg chg="add del mod">
          <ac:chgData name="한나 조" userId="65a288ce2c9026c1" providerId="LiveId" clId="{C15A6EEB-526C-46C9-82AA-A02ABBD41001}" dt="2026-08-04T08:33:37.964" v="10682" actId="478"/>
          <ac:grpSpMkLst>
            <pc:docMk/>
            <pc:sldMk cId="2790329590" sldId="2023"/>
            <ac:grpSpMk id="140" creationId="{E9559E4A-5BEF-C09D-F8FC-5A1582F0C12D}"/>
          </ac:grpSpMkLst>
        </pc:grpChg>
        <pc:grpChg chg="del mod">
          <ac:chgData name="한나 조" userId="65a288ce2c9026c1" providerId="LiveId" clId="{C15A6EEB-526C-46C9-82AA-A02ABBD41001}" dt="2026-08-04T08:33:37.964" v="10682" actId="478"/>
          <ac:grpSpMkLst>
            <pc:docMk/>
            <pc:sldMk cId="2790329590" sldId="2023"/>
            <ac:grpSpMk id="143" creationId="{2765C311-9B50-52BF-E945-0B0D28637522}"/>
          </ac:grpSpMkLst>
        </pc:grpChg>
        <pc:graphicFrameChg chg="mod modGraphic">
          <ac:chgData name="한나 조" userId="65a288ce2c9026c1" providerId="LiveId" clId="{C15A6EEB-526C-46C9-82AA-A02ABBD41001}" dt="2026-07-20T05:59:44.253" v="7241" actId="6549"/>
          <ac:graphicFrameMkLst>
            <pc:docMk/>
            <pc:sldMk cId="2790329590" sldId="2023"/>
            <ac:graphicFrameMk id="8" creationId="{CD805CDA-E770-5E80-455E-BA1AABCD4790}"/>
          </ac:graphicFrameMkLst>
        </pc:graphicFrameChg>
        <pc:cxnChg chg="mod">
          <ac:chgData name="한나 조" userId="65a288ce2c9026c1" providerId="LiveId" clId="{C15A6EEB-526C-46C9-82AA-A02ABBD41001}" dt="2026-08-04T08:33:37.964" v="10682" actId="478"/>
          <ac:cxnSpMkLst>
            <pc:docMk/>
            <pc:sldMk cId="2790329590" sldId="2023"/>
            <ac:cxnSpMk id="158" creationId="{8588C880-EF7C-8302-6DEA-16DF237CECFD}"/>
          </ac:cxnSpMkLst>
        </pc:cxnChg>
        <pc:cxnChg chg="mod">
          <ac:chgData name="한나 조" userId="65a288ce2c9026c1" providerId="LiveId" clId="{C15A6EEB-526C-46C9-82AA-A02ABBD41001}" dt="2026-08-04T08:33:37.964" v="10682" actId="478"/>
          <ac:cxnSpMkLst>
            <pc:docMk/>
            <pc:sldMk cId="2790329590" sldId="2023"/>
            <ac:cxnSpMk id="217" creationId="{FA676F7F-B707-3199-9CC1-A097B49CE6F2}"/>
          </ac:cxnSpMkLst>
        </pc:cxnChg>
        <pc:cxnChg chg="mod">
          <ac:chgData name="한나 조" userId="65a288ce2c9026c1" providerId="LiveId" clId="{C15A6EEB-526C-46C9-82AA-A02ABBD41001}" dt="2026-08-04T08:33:37.964" v="10682" actId="478"/>
          <ac:cxnSpMkLst>
            <pc:docMk/>
            <pc:sldMk cId="2790329590" sldId="2023"/>
            <ac:cxnSpMk id="218" creationId="{0E84BEED-9D34-228E-66F3-EA0260A6C21F}"/>
          </ac:cxnSpMkLst>
        </pc:cxnChg>
      </pc:sldChg>
      <pc:sldChg chg="addSp new del mod">
        <pc:chgData name="한나 조" userId="65a288ce2c9026c1" providerId="LiveId" clId="{C15A6EEB-526C-46C9-82AA-A02ABBD41001}" dt="2026-08-04T08:46:26.368" v="10704" actId="47"/>
        <pc:sldMkLst>
          <pc:docMk/>
          <pc:sldMk cId="293176263" sldId="2024"/>
        </pc:sldMkLst>
        <pc:graphicFrameChg chg="add">
          <ac:chgData name="한나 조" userId="65a288ce2c9026c1" providerId="LiveId" clId="{C15A6EEB-526C-46C9-82AA-A02ABBD41001}" dt="2026-08-04T08:34:38.575" v="10700" actId="22"/>
          <ac:graphicFrameMkLst>
            <pc:docMk/>
            <pc:sldMk cId="293176263" sldId="2024"/>
            <ac:graphicFrameMk id="3" creationId="{8F0F1E24-777A-5E31-C811-30668584AFCD}"/>
          </ac:graphicFrameMkLst>
        </pc:graphicFrameChg>
      </pc:sldChg>
      <pc:sldChg chg="addSp delSp modSp add mod modClrScheme chgLayout">
        <pc:chgData name="한나 조" userId="65a288ce2c9026c1" providerId="LiveId" clId="{C15A6EEB-526C-46C9-82AA-A02ABBD41001}" dt="2026-08-05T06:41:09.537" v="11137" actId="14100"/>
        <pc:sldMkLst>
          <pc:docMk/>
          <pc:sldMk cId="3262345705" sldId="2024"/>
        </pc:sldMkLst>
        <pc:spChg chg="del">
          <ac:chgData name="한나 조" userId="65a288ce2c9026c1" providerId="LiveId" clId="{C15A6EEB-526C-46C9-82AA-A02ABBD41001}" dt="2026-08-05T01:10:50.502" v="10734" actId="478"/>
          <ac:spMkLst>
            <pc:docMk/>
            <pc:sldMk cId="3262345705" sldId="2024"/>
            <ac:spMk id="2" creationId="{5C46A26C-CA40-0DB3-BA96-A789CD40FB4B}"/>
          </ac:spMkLst>
        </pc:spChg>
        <pc:spChg chg="del">
          <ac:chgData name="한나 조" userId="65a288ce2c9026c1" providerId="LiveId" clId="{C15A6EEB-526C-46C9-82AA-A02ABBD41001}" dt="2026-08-05T01:10:50.502" v="10734" actId="478"/>
          <ac:spMkLst>
            <pc:docMk/>
            <pc:sldMk cId="3262345705" sldId="2024"/>
            <ac:spMk id="3" creationId="{5DA07A30-F644-BC2D-02F3-ACE71BE22612}"/>
          </ac:spMkLst>
        </pc:spChg>
        <pc:spChg chg="add mod">
          <ac:chgData name="한나 조" userId="65a288ce2c9026c1" providerId="LiveId" clId="{C15A6EEB-526C-46C9-82AA-A02ABBD41001}" dt="2026-08-05T06:39:06.776" v="11097" actId="1076"/>
          <ac:spMkLst>
            <pc:docMk/>
            <pc:sldMk cId="3262345705" sldId="2024"/>
            <ac:spMk id="3" creationId="{9E0044E5-F75A-929F-F815-C0BF1ADD4C35}"/>
          </ac:spMkLst>
        </pc:spChg>
        <pc:spChg chg="del">
          <ac:chgData name="한나 조" userId="65a288ce2c9026c1" providerId="LiveId" clId="{C15A6EEB-526C-46C9-82AA-A02ABBD41001}" dt="2026-08-05T01:10:50.502" v="10734" actId="478"/>
          <ac:spMkLst>
            <pc:docMk/>
            <pc:sldMk cId="3262345705" sldId="2024"/>
            <ac:spMk id="4" creationId="{64FD28EF-368D-EFC9-FF63-DC97933B9B31}"/>
          </ac:spMkLst>
        </pc:spChg>
        <pc:spChg chg="add mod">
          <ac:chgData name="한나 조" userId="65a288ce2c9026c1" providerId="LiveId" clId="{C15A6EEB-526C-46C9-82AA-A02ABBD41001}" dt="2026-08-05T06:39:48.593" v="11114" actId="1036"/>
          <ac:spMkLst>
            <pc:docMk/>
            <pc:sldMk cId="3262345705" sldId="2024"/>
            <ac:spMk id="5" creationId="{3623EF54-1D28-D7CF-2E62-4B75726C0605}"/>
          </ac:spMkLst>
        </pc:spChg>
        <pc:spChg chg="del">
          <ac:chgData name="한나 조" userId="65a288ce2c9026c1" providerId="LiveId" clId="{C15A6EEB-526C-46C9-82AA-A02ABBD41001}" dt="2026-08-05T01:10:50.502" v="10734" actId="478"/>
          <ac:spMkLst>
            <pc:docMk/>
            <pc:sldMk cId="3262345705" sldId="2024"/>
            <ac:spMk id="5" creationId="{6A1A665B-EF0B-9CEF-7DE4-E09BC4769D57}"/>
          </ac:spMkLst>
        </pc:spChg>
        <pc:spChg chg="add">
          <ac:chgData name="한나 조" userId="65a288ce2c9026c1" providerId="LiveId" clId="{C15A6EEB-526C-46C9-82AA-A02ABBD41001}" dt="2026-08-05T01:10:50.758" v="10735" actId="22"/>
          <ac:spMkLst>
            <pc:docMk/>
            <pc:sldMk cId="3262345705" sldId="2024"/>
            <ac:spMk id="9" creationId="{240A42EF-4513-9869-A58F-FD22A08633BB}"/>
          </ac:spMkLst>
        </pc:spChg>
        <pc:spChg chg="mod topLvl">
          <ac:chgData name="한나 조" userId="65a288ce2c9026c1" providerId="LiveId" clId="{C15A6EEB-526C-46C9-82AA-A02ABBD41001}" dt="2026-08-05T06:39:55.983" v="11123" actId="20577"/>
          <ac:spMkLst>
            <pc:docMk/>
            <pc:sldMk cId="3262345705" sldId="2024"/>
            <ac:spMk id="10" creationId="{E0CEB941-1FA8-D2A6-89D4-5BEACC17BBED}"/>
          </ac:spMkLst>
        </pc:spChg>
        <pc:spChg chg="add">
          <ac:chgData name="한나 조" userId="65a288ce2c9026c1" providerId="LiveId" clId="{C15A6EEB-526C-46C9-82AA-A02ABBD41001}" dt="2026-08-05T06:40:20.191" v="11125" actId="22"/>
          <ac:spMkLst>
            <pc:docMk/>
            <pc:sldMk cId="3262345705" sldId="2024"/>
            <ac:spMk id="11" creationId="{4B7F2AF9-EA64-125D-AFA4-EBB275CA4BFE}"/>
          </ac:spMkLst>
        </pc:spChg>
        <pc:spChg chg="add">
          <ac:chgData name="한나 조" userId="65a288ce2c9026c1" providerId="LiveId" clId="{C15A6EEB-526C-46C9-82AA-A02ABBD41001}" dt="2026-08-05T01:10:50.758" v="10735" actId="22"/>
          <ac:spMkLst>
            <pc:docMk/>
            <pc:sldMk cId="3262345705" sldId="2024"/>
            <ac:spMk id="12" creationId="{26928780-1C00-E966-90A4-A54847F9FA17}"/>
          </ac:spMkLst>
        </pc:spChg>
        <pc:spChg chg="del mod">
          <ac:chgData name="한나 조" userId="65a288ce2c9026c1" providerId="LiveId" clId="{C15A6EEB-526C-46C9-82AA-A02ABBD41001}" dt="2026-08-05T06:39:24.385" v="11102" actId="478"/>
          <ac:spMkLst>
            <pc:docMk/>
            <pc:sldMk cId="3262345705" sldId="2024"/>
            <ac:spMk id="14" creationId="{376568B8-EFC3-C6A6-404B-D3CC7E080C18}"/>
          </ac:spMkLst>
        </pc:spChg>
        <pc:spChg chg="del mod topLvl">
          <ac:chgData name="한나 조" userId="65a288ce2c9026c1" providerId="LiveId" clId="{C15A6EEB-526C-46C9-82AA-A02ABBD41001}" dt="2026-08-05T06:39:26.887" v="11103" actId="21"/>
          <ac:spMkLst>
            <pc:docMk/>
            <pc:sldMk cId="3262345705" sldId="2024"/>
            <ac:spMk id="15" creationId="{8F5E3586-A818-F983-661F-90CDBA81582D}"/>
          </ac:spMkLst>
        </pc:spChg>
        <pc:spChg chg="del">
          <ac:chgData name="한나 조" userId="65a288ce2c9026c1" providerId="LiveId" clId="{C15A6EEB-526C-46C9-82AA-A02ABBD41001}" dt="2026-08-05T06:39:00.096" v="11094" actId="21"/>
          <ac:spMkLst>
            <pc:docMk/>
            <pc:sldMk cId="3262345705" sldId="2024"/>
            <ac:spMk id="16" creationId="{8B9E3E7F-7DDD-FA74-71A3-E31510470DCD}"/>
          </ac:spMkLst>
        </pc:spChg>
        <pc:spChg chg="add mod">
          <ac:chgData name="한나 조" userId="65a288ce2c9026c1" providerId="LiveId" clId="{C15A6EEB-526C-46C9-82AA-A02ABBD41001}" dt="2026-08-05T06:40:23.814" v="11126" actId="1076"/>
          <ac:spMkLst>
            <pc:docMk/>
            <pc:sldMk cId="3262345705" sldId="2024"/>
            <ac:spMk id="18" creationId="{F14079CD-53F8-3CDD-53B1-A303A68C4BDF}"/>
          </ac:spMkLst>
        </pc:spChg>
        <pc:spChg chg="add mod">
          <ac:chgData name="한나 조" userId="65a288ce2c9026c1" providerId="LiveId" clId="{C15A6EEB-526C-46C9-82AA-A02ABBD41001}" dt="2026-08-05T06:40:43.181" v="11128" actId="1076"/>
          <ac:spMkLst>
            <pc:docMk/>
            <pc:sldMk cId="3262345705" sldId="2024"/>
            <ac:spMk id="20" creationId="{4A73D171-C059-6929-ABCE-B8978B99149E}"/>
          </ac:spMkLst>
        </pc:spChg>
        <pc:spChg chg="add">
          <ac:chgData name="한나 조" userId="65a288ce2c9026c1" providerId="LiveId" clId="{C15A6EEB-526C-46C9-82AA-A02ABBD41001}" dt="2026-08-05T01:10:50.758" v="10735" actId="22"/>
          <ac:spMkLst>
            <pc:docMk/>
            <pc:sldMk cId="3262345705" sldId="2024"/>
            <ac:spMk id="22" creationId="{5C4E2924-7CF5-8671-4543-0A3BF6FD7A65}"/>
          </ac:spMkLst>
        </pc:spChg>
        <pc:spChg chg="add mod ord">
          <ac:chgData name="한나 조" userId="65a288ce2c9026c1" providerId="LiveId" clId="{C15A6EEB-526C-46C9-82AA-A02ABBD41001}" dt="2026-08-05T06:41:09.537" v="11137" actId="14100"/>
          <ac:spMkLst>
            <pc:docMk/>
            <pc:sldMk cId="3262345705" sldId="2024"/>
            <ac:spMk id="23" creationId="{BF48EE97-369B-5CB9-3BA8-7017A2A676E3}"/>
          </ac:spMkLst>
        </pc:spChg>
        <pc:spChg chg="add">
          <ac:chgData name="한나 조" userId="65a288ce2c9026c1" providerId="LiveId" clId="{C15A6EEB-526C-46C9-82AA-A02ABBD41001}" dt="2026-08-05T01:10:59.167" v="10739" actId="22"/>
          <ac:spMkLst>
            <pc:docMk/>
            <pc:sldMk cId="3262345705" sldId="2024"/>
            <ac:spMk id="30" creationId="{9FC9553F-DD05-72ED-BC86-35C2C07DDF3A}"/>
          </ac:spMkLst>
        </pc:spChg>
        <pc:spChg chg="del">
          <ac:chgData name="한나 조" userId="65a288ce2c9026c1" providerId="LiveId" clId="{C15A6EEB-526C-46C9-82AA-A02ABBD41001}" dt="2026-08-05T03:19:13.823" v="10748" actId="478"/>
          <ac:spMkLst>
            <pc:docMk/>
            <pc:sldMk cId="3262345705" sldId="2024"/>
            <ac:spMk id="36" creationId="{3CE54444-A695-59C1-969B-2A111AC4A291}"/>
          </ac:spMkLst>
        </pc:spChg>
        <pc:spChg chg="del">
          <ac:chgData name="한나 조" userId="65a288ce2c9026c1" providerId="LiveId" clId="{C15A6EEB-526C-46C9-82AA-A02ABBD41001}" dt="2026-08-05T03:20:26.295" v="10754" actId="478"/>
          <ac:spMkLst>
            <pc:docMk/>
            <pc:sldMk cId="3262345705" sldId="2024"/>
            <ac:spMk id="37" creationId="{DFAB68D1-5BE4-A1C2-1523-AA5463A9D0B8}"/>
          </ac:spMkLst>
        </pc:spChg>
        <pc:spChg chg="del">
          <ac:chgData name="한나 조" userId="65a288ce2c9026c1" providerId="LiveId" clId="{C15A6EEB-526C-46C9-82AA-A02ABBD41001}" dt="2026-08-05T03:19:13.823" v="10748" actId="478"/>
          <ac:spMkLst>
            <pc:docMk/>
            <pc:sldMk cId="3262345705" sldId="2024"/>
            <ac:spMk id="38" creationId="{71E71702-7889-2FEE-85A3-C1D5C7F27933}"/>
          </ac:spMkLst>
        </pc:spChg>
        <pc:spChg chg="del">
          <ac:chgData name="한나 조" userId="65a288ce2c9026c1" providerId="LiveId" clId="{C15A6EEB-526C-46C9-82AA-A02ABBD41001}" dt="2026-08-05T03:19:13.823" v="10748" actId="478"/>
          <ac:spMkLst>
            <pc:docMk/>
            <pc:sldMk cId="3262345705" sldId="2024"/>
            <ac:spMk id="39" creationId="{3D533841-7B12-D6E2-23E9-70500D04FF6A}"/>
          </ac:spMkLst>
        </pc:spChg>
        <pc:spChg chg="del">
          <ac:chgData name="한나 조" userId="65a288ce2c9026c1" providerId="LiveId" clId="{C15A6EEB-526C-46C9-82AA-A02ABBD41001}" dt="2026-08-05T03:19:13.823" v="10748" actId="478"/>
          <ac:spMkLst>
            <pc:docMk/>
            <pc:sldMk cId="3262345705" sldId="2024"/>
            <ac:spMk id="40" creationId="{8C78B146-E71D-57A2-D1C7-23654E083A6E}"/>
          </ac:spMkLst>
        </pc:spChg>
        <pc:spChg chg="del">
          <ac:chgData name="한나 조" userId="65a288ce2c9026c1" providerId="LiveId" clId="{C15A6EEB-526C-46C9-82AA-A02ABBD41001}" dt="2026-08-05T03:18:38.461" v="10741" actId="478"/>
          <ac:spMkLst>
            <pc:docMk/>
            <pc:sldMk cId="3262345705" sldId="2024"/>
            <ac:spMk id="45" creationId="{FE24DDB9-AB80-CF3F-EB0A-A93707FCFA50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47" creationId="{78B69C72-A4F5-86CF-739F-B406FEB88660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52" creationId="{0627D058-577A-02A2-FFE1-033E96711EBE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57" creationId="{DA2D3B09-34F9-CB28-84AA-88F7F83472AC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60" creationId="{B1EBEE94-B536-A163-65C2-A3F908720F3D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61" creationId="{777CF3A8-6129-4954-CA8E-467240B1C544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62" creationId="{357C349C-F916-1E15-FE61-60E4BAA556DF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64" creationId="{6F17F7DE-A104-9DA9-8E15-049E9627965B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74" creationId="{CAACC1ED-1519-5FEF-F3ED-DC17B109F278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75" creationId="{CF913A0A-3B49-F4B3-3CB3-34487E0E2794}"/>
          </ac:spMkLst>
        </pc:spChg>
        <pc:spChg chg="mod">
          <ac:chgData name="한나 조" userId="65a288ce2c9026c1" providerId="LiveId" clId="{C15A6EEB-526C-46C9-82AA-A02ABBD41001}" dt="2026-08-05T03:18:35.327" v="10740"/>
          <ac:spMkLst>
            <pc:docMk/>
            <pc:sldMk cId="3262345705" sldId="2024"/>
            <ac:spMk id="77" creationId="{9347AEEE-CF45-442F-5988-4E7AAAC6D056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84" creationId="{27178123-BACF-9311-49B2-BFB0CDBE9E5A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86" creationId="{FE9338CF-00FB-BE9C-1BFE-12642066D313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89" creationId="{920C70F0-9C51-2543-87F3-4EE0915D9CF3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90" creationId="{585CF278-6AC0-A00E-5A5E-08979FB06D9E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93" creationId="{5DADB1F2-8B79-3456-AEB9-A87A451A6E1A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94" creationId="{0B951676-2F9C-29B1-5628-1C49F1D9D39B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98" creationId="{37C4B304-B4FC-D365-DD94-C4D728CFFB6A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106" creationId="{89B255CE-E6D8-1CEF-B1E3-3931A1C439F4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107" creationId="{8EF52907-2E7B-6025-F82D-E9D7CB113434}"/>
          </ac:spMkLst>
        </pc:spChg>
        <pc:spChg chg="mod">
          <ac:chgData name="한나 조" userId="65a288ce2c9026c1" providerId="LiveId" clId="{C15A6EEB-526C-46C9-82AA-A02ABBD41001}" dt="2026-08-05T03:18:57.321" v="10746" actId="571"/>
          <ac:spMkLst>
            <pc:docMk/>
            <pc:sldMk cId="3262345705" sldId="2024"/>
            <ac:spMk id="110" creationId="{704940D1-019B-8AFB-3879-26B3889941EA}"/>
          </ac:spMkLst>
        </pc:spChg>
        <pc:spChg chg="add del mod">
          <ac:chgData name="한나 조" userId="65a288ce2c9026c1" providerId="LiveId" clId="{C15A6EEB-526C-46C9-82AA-A02ABBD41001}" dt="2026-08-05T03:23:50.900" v="10759" actId="22"/>
          <ac:spMkLst>
            <pc:docMk/>
            <pc:sldMk cId="3262345705" sldId="2024"/>
            <ac:spMk id="115" creationId="{315C117D-4C77-3A05-64EF-2F63975320DF}"/>
          </ac:spMkLst>
        </pc:spChg>
        <pc:spChg chg="add mod">
          <ac:chgData name="한나 조" userId="65a288ce2c9026c1" providerId="LiveId" clId="{C15A6EEB-526C-46C9-82AA-A02ABBD41001}" dt="2026-08-05T03:24:06.106" v="10764" actId="14100"/>
          <ac:spMkLst>
            <pc:docMk/>
            <pc:sldMk cId="3262345705" sldId="2024"/>
            <ac:spMk id="117" creationId="{A41DE00B-ED58-6D76-380E-C4A792EFACB2}"/>
          </ac:spMkLst>
        </pc:spChg>
        <pc:spChg chg="add mod">
          <ac:chgData name="한나 조" userId="65a288ce2c9026c1" providerId="LiveId" clId="{C15A6EEB-526C-46C9-82AA-A02ABBD41001}" dt="2026-08-05T03:23:57.517" v="10761" actId="164"/>
          <ac:spMkLst>
            <pc:docMk/>
            <pc:sldMk cId="3262345705" sldId="2024"/>
            <ac:spMk id="119" creationId="{F4DB8A31-BDD4-811B-5562-318F911FD1FE}"/>
          </ac:spMkLst>
        </pc:spChg>
        <pc:spChg chg="mod">
          <ac:chgData name="한나 조" userId="65a288ce2c9026c1" providerId="LiveId" clId="{C15A6EEB-526C-46C9-82AA-A02ABBD41001}" dt="2026-08-05T03:24:10.373" v="10765" actId="571"/>
          <ac:spMkLst>
            <pc:docMk/>
            <pc:sldMk cId="3262345705" sldId="2024"/>
            <ac:spMk id="122" creationId="{EABAF2BD-C355-C71C-EF27-48F139B94ABC}"/>
          </ac:spMkLst>
        </pc:spChg>
        <pc:spChg chg="mod">
          <ac:chgData name="한나 조" userId="65a288ce2c9026c1" providerId="LiveId" clId="{C15A6EEB-526C-46C9-82AA-A02ABBD41001}" dt="2026-08-05T03:24:10.373" v="10765" actId="571"/>
          <ac:spMkLst>
            <pc:docMk/>
            <pc:sldMk cId="3262345705" sldId="2024"/>
            <ac:spMk id="123" creationId="{CC9ABBCF-593E-80C2-23EF-0A2E235CCC3B}"/>
          </ac:spMkLst>
        </pc:spChg>
        <pc:spChg chg="mod">
          <ac:chgData name="한나 조" userId="65a288ce2c9026c1" providerId="LiveId" clId="{C15A6EEB-526C-46C9-82AA-A02ABBD41001}" dt="2026-08-05T03:24:14.726" v="10766" actId="571"/>
          <ac:spMkLst>
            <pc:docMk/>
            <pc:sldMk cId="3262345705" sldId="2024"/>
            <ac:spMk id="125" creationId="{F020A2A7-CCD3-210D-A052-C9144A31713F}"/>
          </ac:spMkLst>
        </pc:spChg>
        <pc:spChg chg="mod">
          <ac:chgData name="한나 조" userId="65a288ce2c9026c1" providerId="LiveId" clId="{C15A6EEB-526C-46C9-82AA-A02ABBD41001}" dt="2026-08-05T03:24:14.726" v="10766" actId="571"/>
          <ac:spMkLst>
            <pc:docMk/>
            <pc:sldMk cId="3262345705" sldId="2024"/>
            <ac:spMk id="126" creationId="{31B6B71F-B103-3939-0A3D-FA87E73DA9C3}"/>
          </ac:spMkLst>
        </pc:spChg>
        <pc:spChg chg="mod">
          <ac:chgData name="한나 조" userId="65a288ce2c9026c1" providerId="LiveId" clId="{C15A6EEB-526C-46C9-82AA-A02ABBD41001}" dt="2026-08-05T03:24:14.726" v="10766" actId="571"/>
          <ac:spMkLst>
            <pc:docMk/>
            <pc:sldMk cId="3262345705" sldId="2024"/>
            <ac:spMk id="128" creationId="{ED148BC8-6C50-4194-ACE7-0782FE995B13}"/>
          </ac:spMkLst>
        </pc:spChg>
        <pc:spChg chg="mod">
          <ac:chgData name="한나 조" userId="65a288ce2c9026c1" providerId="LiveId" clId="{C15A6EEB-526C-46C9-82AA-A02ABBD41001}" dt="2026-08-05T03:24:14.726" v="10766" actId="571"/>
          <ac:spMkLst>
            <pc:docMk/>
            <pc:sldMk cId="3262345705" sldId="2024"/>
            <ac:spMk id="129" creationId="{8087DF65-6D43-62B2-52FF-31A1773AB962}"/>
          </ac:spMkLst>
        </pc:spChg>
        <pc:spChg chg="add mod">
          <ac:chgData name="한나 조" userId="65a288ce2c9026c1" providerId="LiveId" clId="{C15A6EEB-526C-46C9-82AA-A02ABBD41001}" dt="2026-08-05T06:38:51.182" v="11093" actId="20577"/>
          <ac:spMkLst>
            <pc:docMk/>
            <pc:sldMk cId="3262345705" sldId="2024"/>
            <ac:spMk id="131" creationId="{935046EB-9508-1C5D-2924-B26CFB2B1436}"/>
          </ac:spMkLst>
        </pc:spChg>
        <pc:spChg chg="add del">
          <ac:chgData name="한나 조" userId="65a288ce2c9026c1" providerId="LiveId" clId="{C15A6EEB-526C-46C9-82AA-A02ABBD41001}" dt="2026-08-05T03:25:02.528" v="10772" actId="22"/>
          <ac:spMkLst>
            <pc:docMk/>
            <pc:sldMk cId="3262345705" sldId="2024"/>
            <ac:spMk id="133" creationId="{51CA0390-E1B6-AE86-631A-E7D39792BDF4}"/>
          </ac:spMkLst>
        </pc:spChg>
        <pc:spChg chg="add del mod">
          <ac:chgData name="한나 조" userId="65a288ce2c9026c1" providerId="LiveId" clId="{C15A6EEB-526C-46C9-82AA-A02ABBD41001}" dt="2026-08-05T03:25:47.726" v="10785" actId="478"/>
          <ac:spMkLst>
            <pc:docMk/>
            <pc:sldMk cId="3262345705" sldId="2024"/>
            <ac:spMk id="135" creationId="{65BBA573-B23F-4A32-5877-1AEEAE268FB4}"/>
          </ac:spMkLst>
        </pc:spChg>
        <pc:spChg chg="mod">
          <ac:chgData name="한나 조" userId="65a288ce2c9026c1" providerId="LiveId" clId="{C15A6EEB-526C-46C9-82AA-A02ABBD41001}" dt="2026-08-05T03:27:18.492" v="10813"/>
          <ac:spMkLst>
            <pc:docMk/>
            <pc:sldMk cId="3262345705" sldId="2024"/>
            <ac:spMk id="137" creationId="{102B5401-0EB3-3C74-A3FE-B258E8B758BF}"/>
          </ac:spMkLst>
        </pc:spChg>
        <pc:spChg chg="mod">
          <ac:chgData name="한나 조" userId="65a288ce2c9026c1" providerId="LiveId" clId="{C15A6EEB-526C-46C9-82AA-A02ABBD41001}" dt="2026-08-05T03:27:18.492" v="10813"/>
          <ac:spMkLst>
            <pc:docMk/>
            <pc:sldMk cId="3262345705" sldId="2024"/>
            <ac:spMk id="138" creationId="{80ADBE12-7C2A-5433-5E64-C902687910A6}"/>
          </ac:spMkLst>
        </pc:spChg>
        <pc:grpChg chg="del">
          <ac:chgData name="한나 조" userId="65a288ce2c9026c1" providerId="LiveId" clId="{C15A6EEB-526C-46C9-82AA-A02ABBD41001}" dt="2026-08-05T06:39:24.385" v="11102" actId="478"/>
          <ac:grpSpMkLst>
            <pc:docMk/>
            <pc:sldMk cId="3262345705" sldId="2024"/>
            <ac:grpSpMk id="13" creationId="{D8D47312-76D1-DA40-2333-68F277C4A43C}"/>
          </ac:grpSpMkLst>
        </pc:grpChg>
        <pc:grpChg chg="del">
          <ac:chgData name="한나 조" userId="65a288ce2c9026c1" providerId="LiveId" clId="{C15A6EEB-526C-46C9-82AA-A02ABBD41001}" dt="2026-08-05T03:18:40.799" v="10742" actId="478"/>
          <ac:grpSpMkLst>
            <pc:docMk/>
            <pc:sldMk cId="3262345705" sldId="2024"/>
            <ac:grpSpMk id="41" creationId="{12D85F8F-402F-64C1-66BF-6C571CB723CD}"/>
          </ac:grpSpMkLst>
        </pc:grpChg>
        <pc:grpChg chg="del">
          <ac:chgData name="한나 조" userId="65a288ce2c9026c1" providerId="LiveId" clId="{C15A6EEB-526C-46C9-82AA-A02ABBD41001}" dt="2026-08-05T03:18:40.799" v="10742" actId="478"/>
          <ac:grpSpMkLst>
            <pc:docMk/>
            <pc:sldMk cId="3262345705" sldId="2024"/>
            <ac:grpSpMk id="42" creationId="{696A48FA-A629-8DD6-CC2C-50FB573D57D6}"/>
          </ac:grpSpMkLst>
        </pc:grpChg>
        <pc:grpChg chg="del mod">
          <ac:chgData name="한나 조" userId="65a288ce2c9026c1" providerId="LiveId" clId="{C15A6EEB-526C-46C9-82AA-A02ABBD41001}" dt="2026-08-05T06:39:26.887" v="11103" actId="21"/>
          <ac:grpSpMkLst>
            <pc:docMk/>
            <pc:sldMk cId="3262345705" sldId="2024"/>
            <ac:grpSpMk id="43" creationId="{88B28F05-2E5D-310F-0DCB-2A405EB706CF}"/>
          </ac:grpSpMkLst>
        </pc:grpChg>
        <pc:grpChg chg="del">
          <ac:chgData name="한나 조" userId="65a288ce2c9026c1" providerId="LiveId" clId="{C15A6EEB-526C-46C9-82AA-A02ABBD41001}" dt="2026-08-05T03:18:40.799" v="10742" actId="478"/>
          <ac:grpSpMkLst>
            <pc:docMk/>
            <pc:sldMk cId="3262345705" sldId="2024"/>
            <ac:grpSpMk id="44" creationId="{A1D1F77E-CE68-1C4C-0ED8-188E051C2900}"/>
          </ac:grpSpMkLst>
        </pc:grpChg>
        <pc:grpChg chg="mod">
          <ac:chgData name="한나 조" userId="65a288ce2c9026c1" providerId="LiveId" clId="{C15A6EEB-526C-46C9-82AA-A02ABBD41001}" dt="2026-08-05T06:39:48.593" v="11114" actId="1036"/>
          <ac:grpSpMkLst>
            <pc:docMk/>
            <pc:sldMk cId="3262345705" sldId="2024"/>
            <ac:grpSpMk id="46" creationId="{1250D5CA-CFCB-97C5-0B4D-F13BDAE08195}"/>
          </ac:grpSpMkLst>
        </pc:grpChg>
        <pc:grpChg chg="mod">
          <ac:chgData name="한나 조" userId="65a288ce2c9026c1" providerId="LiveId" clId="{C15A6EEB-526C-46C9-82AA-A02ABBD41001}" dt="2026-08-05T06:39:48.593" v="11114" actId="1036"/>
          <ac:grpSpMkLst>
            <pc:docMk/>
            <pc:sldMk cId="3262345705" sldId="2024"/>
            <ac:grpSpMk id="63" creationId="{89D96649-BA31-DFD2-719C-840BFECC3F2C}"/>
          </ac:grpSpMkLst>
        </pc:grpChg>
        <pc:grpChg chg="mod">
          <ac:chgData name="한나 조" userId="65a288ce2c9026c1" providerId="LiveId" clId="{C15A6EEB-526C-46C9-82AA-A02ABBD41001}" dt="2026-08-05T06:39:48.593" v="11114" actId="1036"/>
          <ac:grpSpMkLst>
            <pc:docMk/>
            <pc:sldMk cId="3262345705" sldId="2024"/>
            <ac:grpSpMk id="80" creationId="{441F794D-F869-5B97-1068-BEDD64FDE1D5}"/>
          </ac:grpSpMkLst>
        </pc:grpChg>
        <pc:grpChg chg="mod">
          <ac:chgData name="한나 조" userId="65a288ce2c9026c1" providerId="LiveId" clId="{C15A6EEB-526C-46C9-82AA-A02ABBD41001}" dt="2026-08-05T06:39:48.593" v="11114" actId="1036"/>
          <ac:grpSpMkLst>
            <pc:docMk/>
            <pc:sldMk cId="3262345705" sldId="2024"/>
            <ac:grpSpMk id="97" creationId="{01ADF1C5-9132-4A24-7FD5-99F285C72CC0}"/>
          </ac:grpSpMkLst>
        </pc:grpChg>
        <pc:grpChg chg="add del mod">
          <ac:chgData name="한나 조" userId="65a288ce2c9026c1" providerId="LiveId" clId="{C15A6EEB-526C-46C9-82AA-A02ABBD41001}" dt="2026-08-05T06:39:44.511" v="11109" actId="478"/>
          <ac:grpSpMkLst>
            <pc:docMk/>
            <pc:sldMk cId="3262345705" sldId="2024"/>
            <ac:grpSpMk id="120" creationId="{6B59C026-3BFD-862C-87FC-2879D24BB832}"/>
          </ac:grpSpMkLst>
        </pc:grpChg>
        <pc:grpChg chg="add del mod">
          <ac:chgData name="한나 조" userId="65a288ce2c9026c1" providerId="LiveId" clId="{C15A6EEB-526C-46C9-82AA-A02ABBD41001}" dt="2026-08-05T06:39:44.511" v="11109" actId="478"/>
          <ac:grpSpMkLst>
            <pc:docMk/>
            <pc:sldMk cId="3262345705" sldId="2024"/>
            <ac:grpSpMk id="121" creationId="{FE2266CC-7833-FF23-2B96-7411832D0315}"/>
          </ac:grpSpMkLst>
        </pc:grpChg>
        <pc:grpChg chg="add del mod">
          <ac:chgData name="한나 조" userId="65a288ce2c9026c1" providerId="LiveId" clId="{C15A6EEB-526C-46C9-82AA-A02ABBD41001}" dt="2026-08-05T06:39:44.511" v="11109" actId="478"/>
          <ac:grpSpMkLst>
            <pc:docMk/>
            <pc:sldMk cId="3262345705" sldId="2024"/>
            <ac:grpSpMk id="124" creationId="{A7FDDFDB-4275-63DA-0C90-211C49BF6246}"/>
          </ac:grpSpMkLst>
        </pc:grpChg>
        <pc:grpChg chg="add del mod">
          <ac:chgData name="한나 조" userId="65a288ce2c9026c1" providerId="LiveId" clId="{C15A6EEB-526C-46C9-82AA-A02ABBD41001}" dt="2026-08-05T06:39:44.511" v="11109" actId="478"/>
          <ac:grpSpMkLst>
            <pc:docMk/>
            <pc:sldMk cId="3262345705" sldId="2024"/>
            <ac:grpSpMk id="127" creationId="{678FD79C-9450-94EE-0FF5-5CA40D141521}"/>
          </ac:grpSpMkLst>
        </pc:grpChg>
        <pc:grpChg chg="add mod">
          <ac:chgData name="한나 조" userId="65a288ce2c9026c1" providerId="LiveId" clId="{C15A6EEB-526C-46C9-82AA-A02ABBD41001}" dt="2026-08-05T03:27:21.742" v="10814" actId="1076"/>
          <ac:grpSpMkLst>
            <pc:docMk/>
            <pc:sldMk cId="3262345705" sldId="2024"/>
            <ac:grpSpMk id="136" creationId="{F695EC62-77CF-BE0A-BF23-428DDBD94410}"/>
          </ac:grpSpMkLst>
        </pc:grpChg>
        <pc:cxnChg chg="mod">
          <ac:chgData name="한나 조" userId="65a288ce2c9026c1" providerId="LiveId" clId="{C15A6EEB-526C-46C9-82AA-A02ABBD41001}" dt="2026-08-05T03:27:18.492" v="10813"/>
          <ac:cxnSpMkLst>
            <pc:docMk/>
            <pc:sldMk cId="3262345705" sldId="2024"/>
            <ac:cxnSpMk id="139" creationId="{AC3F1F82-5103-4CA6-B61C-EEF50B1D79EB}"/>
          </ac:cxnSpMkLst>
        </pc:cxnChg>
        <pc:cxnChg chg="mod">
          <ac:chgData name="한나 조" userId="65a288ce2c9026c1" providerId="LiveId" clId="{C15A6EEB-526C-46C9-82AA-A02ABBD41001}" dt="2026-08-05T03:27:18.492" v="10813"/>
          <ac:cxnSpMkLst>
            <pc:docMk/>
            <pc:sldMk cId="3262345705" sldId="2024"/>
            <ac:cxnSpMk id="140" creationId="{72823E98-7433-EE7F-C300-F85C632B7805}"/>
          </ac:cxnSpMkLst>
        </pc:cxnChg>
      </pc:sldChg>
      <pc:sldChg chg="new del">
        <pc:chgData name="한나 조" userId="65a288ce2c9026c1" providerId="LiveId" clId="{C15A6EEB-526C-46C9-82AA-A02ABBD41001}" dt="2026-08-05T06:09:06.552" v="10965" actId="680"/>
        <pc:sldMkLst>
          <pc:docMk/>
          <pc:sldMk cId="1689852143" sldId="2025"/>
        </pc:sldMkLst>
      </pc:sldChg>
      <pc:sldChg chg="add del">
        <pc:chgData name="한나 조" userId="65a288ce2c9026c1" providerId="LiveId" clId="{C15A6EEB-526C-46C9-82AA-A02ABBD41001}" dt="2026-08-05T06:14:45.306" v="10988"/>
        <pc:sldMkLst>
          <pc:docMk/>
          <pc:sldMk cId="2378925766" sldId="20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기획전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436792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99974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936595" y="2700189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기획전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393555"/>
              </p:ext>
            </p:extLst>
          </p:nvPr>
        </p:nvGraphicFramePr>
        <p:xfrm>
          <a:off x="720329" y="3708301"/>
          <a:ext cx="11521280" cy="3429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기획전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기획전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CH-U-EV-02-01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기획전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CH-U-EV-02-02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A7D2F-B14B-8A0B-EDB5-236D74D06C2C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AA8C85-2063-1810-1CBF-D6FCD9DB163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17FBE1-59C1-BD1F-48CC-10FB0A23B3DB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562540"/>
              </p:ext>
            </p:extLst>
          </p:nvPr>
        </p:nvGraphicFramePr>
        <p:xfrm>
          <a:off x="432297" y="611957"/>
          <a:ext cx="12241358" cy="353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상세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CH-U-EV-02-02</a:t>
                      </a:r>
                      <a:endParaRPr lang="ko-KR" altLang="en-US" sz="80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종료된 기획전 접근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페이지 진입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종료된 기획전입니다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기획전 목록으로 이동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652651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D7106778-9F2C-0A18-73E6-83C877BABACC}"/>
              </a:ext>
            </a:extLst>
          </p:cNvPr>
          <p:cNvSpPr/>
          <p:nvPr/>
        </p:nvSpPr>
        <p:spPr>
          <a:xfrm>
            <a:off x="165481" y="6125755"/>
            <a:ext cx="3435168" cy="63458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CH-U-EV-02-01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934157"/>
              </p:ext>
            </p:extLst>
          </p:nvPr>
        </p:nvGraphicFramePr>
        <p:xfrm>
          <a:off x="10128399" y="623854"/>
          <a:ext cx="2850436" cy="3598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최초 진입 시 전체를 디폴트로 선택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탭 선택 시 해당 조건에 매칭되는 기획전만 리스트에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등록 건 없을 경우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 풍성한 혜택을 준비중입니다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70" baseline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리스트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기획전 배너 이미지 노출 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종료일 경과 시 리스트에서 자동 제외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53F1B94-7442-DA1A-35DF-CE9A07C85B77}"/>
              </a:ext>
            </a:extLst>
          </p:cNvPr>
          <p:cNvSpPr txBox="1"/>
          <p:nvPr/>
        </p:nvSpPr>
        <p:spPr>
          <a:xfrm>
            <a:off x="1569323" y="971997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69" name="Rounded Rectangle 35">
            <a:extLst>
              <a:ext uri="{FF2B5EF4-FFF2-40B4-BE49-F238E27FC236}">
                <a16:creationId xmlns:a16="http://schemas.microsoft.com/office/drawing/2014/main" id="{D3EFEE10-08C1-CFBA-9A4E-63BEBD78AF94}"/>
              </a:ext>
            </a:extLst>
          </p:cNvPr>
          <p:cNvSpPr/>
          <p:nvPr/>
        </p:nvSpPr>
        <p:spPr>
          <a:xfrm>
            <a:off x="474143" y="6369165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022EBA3-74B7-89C0-0C58-75371BF0EE83}"/>
              </a:ext>
            </a:extLst>
          </p:cNvPr>
          <p:cNvGrpSpPr/>
          <p:nvPr/>
        </p:nvGrpSpPr>
        <p:grpSpPr>
          <a:xfrm>
            <a:off x="349095" y="1672979"/>
            <a:ext cx="3026381" cy="1086404"/>
            <a:chOff x="349095" y="1370137"/>
            <a:chExt cx="3026381" cy="1086404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BDAFA90-9499-00A2-7B6F-1734295FF372}"/>
                </a:ext>
              </a:extLst>
            </p:cNvPr>
            <p:cNvSpPr/>
            <p:nvPr/>
          </p:nvSpPr>
          <p:spPr>
            <a:xfrm>
              <a:off x="349095" y="1370137"/>
              <a:ext cx="302638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92519063-943B-8D41-C62C-6D345CA30197}"/>
                </a:ext>
              </a:extLst>
            </p:cNvPr>
            <p:cNvGrpSpPr/>
            <p:nvPr/>
          </p:nvGrpSpPr>
          <p:grpSpPr>
            <a:xfrm>
              <a:off x="428763" y="1472211"/>
              <a:ext cx="1947118" cy="925136"/>
              <a:chOff x="459243" y="1456971"/>
              <a:chExt cx="1947118" cy="925136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ABEA1CF-390D-5973-5A29-02EC9BB4262A}"/>
                  </a:ext>
                </a:extLst>
              </p:cNvPr>
              <p:cNvSpPr txBox="1"/>
              <p:nvPr/>
            </p:nvSpPr>
            <p:spPr>
              <a:xfrm>
                <a:off x="459243" y="1456971"/>
                <a:ext cx="194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군기저귀 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여기서만특가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여름맞이 브랜드 기획전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ABE23A2-EAD5-89F4-0096-B29D89118762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18582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단 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7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간 국민행복몰 단독 특가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!</a:t>
                </a:r>
              </a:p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군 기저귀를 특별한 가격으로 만나보세요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.</a:t>
                </a:r>
                <a:endPara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12B0A2B-9A7B-027F-B624-3174991126D8}"/>
                  </a:ext>
                </a:extLst>
              </p:cNvPr>
              <p:cNvSpPr txBox="1"/>
              <p:nvPr/>
            </p:nvSpPr>
            <p:spPr>
              <a:xfrm>
                <a:off x="461284" y="2166663"/>
                <a:ext cx="13179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2026.08.03 ~ 2026.08.09</a:t>
                </a:r>
                <a:endParaRPr lang="ko-KR" altLang="en-US" sz="8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</p:grp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D48A6636-E3AD-4AF3-139F-8CA4F16939B6}"/>
              </a:ext>
            </a:extLst>
          </p:cNvPr>
          <p:cNvGrpSpPr/>
          <p:nvPr/>
        </p:nvGrpSpPr>
        <p:grpSpPr>
          <a:xfrm>
            <a:off x="349095" y="2825574"/>
            <a:ext cx="3026381" cy="1086404"/>
            <a:chOff x="349095" y="1370137"/>
            <a:chExt cx="3026381" cy="1086404"/>
          </a:xfrm>
        </p:grpSpPr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E0517C5A-8339-AA40-3506-671E8C5E254C}"/>
                </a:ext>
              </a:extLst>
            </p:cNvPr>
            <p:cNvSpPr/>
            <p:nvPr/>
          </p:nvSpPr>
          <p:spPr>
            <a:xfrm>
              <a:off x="349095" y="1370137"/>
              <a:ext cx="302638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FF7818DF-8D94-BF20-A9C3-10F70F205C2D}"/>
                </a:ext>
              </a:extLst>
            </p:cNvPr>
            <p:cNvGrpSpPr/>
            <p:nvPr/>
          </p:nvGrpSpPr>
          <p:grpSpPr>
            <a:xfrm>
              <a:off x="428764" y="1472211"/>
              <a:ext cx="1947118" cy="924669"/>
              <a:chOff x="459244" y="1456971"/>
              <a:chExt cx="1947118" cy="924669"/>
            </a:xfrm>
          </p:grpSpPr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65DB3514-DB96-AE60-8939-07819F252A85}"/>
                  </a:ext>
                </a:extLst>
              </p:cNvPr>
              <p:cNvSpPr txBox="1"/>
              <p:nvPr/>
            </p:nvSpPr>
            <p:spPr>
              <a:xfrm>
                <a:off x="459244" y="1456971"/>
                <a:ext cx="194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페넬로페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마미포코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사은품증정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기저귀 브랜드 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연합전</a:t>
                </a:r>
                <a:endPara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7943F8E-A633-6FC0-9CBE-E002C970AA72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18886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일주일간 쏟아지는 구매 수량별 혜택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!</a:t>
                </a:r>
              </a:p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치킨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, N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페이 등 특별한 사은품 받아가세요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.</a:t>
                </a:r>
                <a:endPara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9818972-45A2-33AC-44F6-B1EE27247916}"/>
                  </a:ext>
                </a:extLst>
              </p:cNvPr>
              <p:cNvSpPr txBox="1"/>
              <p:nvPr/>
            </p:nvSpPr>
            <p:spPr>
              <a:xfrm>
                <a:off x="461284" y="2166196"/>
                <a:ext cx="13179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404040"/>
                    </a:solidFill>
                    <a:ea typeface="맑은 고딕"/>
                  </a:rPr>
                  <a:t>2026.08.03 ~ 2026.08.09</a:t>
                </a:r>
                <a:endParaRPr lang="ko-KR" altLang="en-US" sz="800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DECAD2C7-61A0-73E0-D3CE-7C23F421D6F5}"/>
              </a:ext>
            </a:extLst>
          </p:cNvPr>
          <p:cNvGrpSpPr/>
          <p:nvPr/>
        </p:nvGrpSpPr>
        <p:grpSpPr>
          <a:xfrm>
            <a:off x="349095" y="3987102"/>
            <a:ext cx="3026381" cy="1086404"/>
            <a:chOff x="349095" y="1370137"/>
            <a:chExt cx="3026381" cy="1086404"/>
          </a:xfrm>
        </p:grpSpPr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839E8D21-0673-CA28-503F-BC92CE21534F}"/>
                </a:ext>
              </a:extLst>
            </p:cNvPr>
            <p:cNvSpPr/>
            <p:nvPr/>
          </p:nvSpPr>
          <p:spPr>
            <a:xfrm>
              <a:off x="349095" y="1370137"/>
              <a:ext cx="302638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A2CC637C-C183-5987-3A38-B557747482AC}"/>
                </a:ext>
              </a:extLst>
            </p:cNvPr>
            <p:cNvGrpSpPr/>
            <p:nvPr/>
          </p:nvGrpSpPr>
          <p:grpSpPr>
            <a:xfrm>
              <a:off x="428763" y="1472211"/>
              <a:ext cx="1947118" cy="915269"/>
              <a:chOff x="459243" y="1456971"/>
              <a:chExt cx="1947118" cy="915269"/>
            </a:xfrm>
          </p:grpSpPr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87F7631A-7720-06BA-5E99-212C23C3F863}"/>
                  </a:ext>
                </a:extLst>
              </p:cNvPr>
              <p:cNvSpPr txBox="1"/>
              <p:nvPr/>
            </p:nvSpPr>
            <p:spPr>
              <a:xfrm>
                <a:off x="459243" y="1456971"/>
                <a:ext cx="194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유기농본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/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내츄럴코튼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8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월 특별한 더블혜택전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4BB7AD0-DDA2-44CF-0569-F43632666A0A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182293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모든 구매 고객에게 휴대용 물티슈 증정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,</a:t>
                </a:r>
              </a:p>
              <a:p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7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만원 이상 구매하면 고급 파우치까지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!</a:t>
                </a:r>
                <a:endPara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7EBF830F-6E55-CB64-6602-EEBDB96B358A}"/>
                  </a:ext>
                </a:extLst>
              </p:cNvPr>
              <p:cNvSpPr txBox="1"/>
              <p:nvPr/>
            </p:nvSpPr>
            <p:spPr>
              <a:xfrm>
                <a:off x="461284" y="2156796"/>
                <a:ext cx="13179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404040"/>
                    </a:solidFill>
                    <a:ea typeface="맑은 고딕"/>
                  </a:rPr>
                  <a:t>2026.08.03 ~ 2026.08.09</a:t>
                </a:r>
                <a:endParaRPr lang="ko-KR" altLang="en-US" sz="800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460C22F-7E3F-52D2-7FC2-56836154D6B8}"/>
              </a:ext>
            </a:extLst>
          </p:cNvPr>
          <p:cNvGrpSpPr/>
          <p:nvPr/>
        </p:nvGrpSpPr>
        <p:grpSpPr>
          <a:xfrm>
            <a:off x="349095" y="5139697"/>
            <a:ext cx="3026381" cy="1086404"/>
            <a:chOff x="349095" y="1370137"/>
            <a:chExt cx="3026381" cy="1086404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344B3BE9-52C8-0EF5-F7E8-CA4EA811AA2D}"/>
                </a:ext>
              </a:extLst>
            </p:cNvPr>
            <p:cNvSpPr/>
            <p:nvPr/>
          </p:nvSpPr>
          <p:spPr>
            <a:xfrm>
              <a:off x="349095" y="1370137"/>
              <a:ext cx="302638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6E031A0C-D2E7-BEFB-9110-1C295C7A046C}"/>
                </a:ext>
              </a:extLst>
            </p:cNvPr>
            <p:cNvGrpSpPr/>
            <p:nvPr/>
          </p:nvGrpSpPr>
          <p:grpSpPr>
            <a:xfrm>
              <a:off x="428763" y="1472211"/>
              <a:ext cx="1947118" cy="914802"/>
              <a:chOff x="459243" y="1456971"/>
              <a:chExt cx="1947118" cy="914802"/>
            </a:xfrm>
          </p:grpSpPr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DDD4CA9-CD5E-38A3-5103-4582700D5595}"/>
                  </a:ext>
                </a:extLst>
              </p:cNvPr>
              <p:cNvSpPr txBox="1"/>
              <p:nvPr/>
            </p:nvSpPr>
            <p:spPr>
              <a:xfrm>
                <a:off x="459243" y="1456971"/>
                <a:ext cx="194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싸이클린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생리팬티 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구매시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9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여성청결티슈</a:t>
                </a:r>
                <a:r>
                  <a:rPr lang="ko-KR" altLang="en-US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9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GET</a:t>
                </a:r>
                <a:endPara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11B0B71-D8AF-0A11-E5E0-BF365026C97F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18053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12,000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원 상당 </a:t>
                </a:r>
                <a:r>
                  <a:rPr lang="ko-KR" altLang="en-US" sz="700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여성청결티슈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받아가세요</a:t>
                </a:r>
                <a:endParaRPr lang="en-US" altLang="ko-KR" sz="7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  <a:p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*ID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당 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회 지급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, 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일부상품 제외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3CA66BC0-9C29-2612-C156-309F79C8E9EC}"/>
                  </a:ext>
                </a:extLst>
              </p:cNvPr>
              <p:cNvSpPr txBox="1"/>
              <p:nvPr/>
            </p:nvSpPr>
            <p:spPr>
              <a:xfrm>
                <a:off x="461284" y="2156329"/>
                <a:ext cx="13179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404040"/>
                    </a:solidFill>
                    <a:ea typeface="맑은 고딕"/>
                  </a:rPr>
                  <a:t>2026.08.03 ~ 2026.08.09</a:t>
                </a:r>
                <a:endParaRPr lang="ko-KR" altLang="en-US" sz="800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EDC7C32F-76A0-3F09-A800-DC09FE1C9420}"/>
              </a:ext>
            </a:extLst>
          </p:cNvPr>
          <p:cNvSpPr/>
          <p:nvPr/>
        </p:nvSpPr>
        <p:spPr>
          <a:xfrm>
            <a:off x="210048" y="162155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94A4D544-FA1F-4797-2763-34F013C9E8DE}"/>
              </a:ext>
            </a:extLst>
          </p:cNvPr>
          <p:cNvSpPr/>
          <p:nvPr/>
        </p:nvSpPr>
        <p:spPr>
          <a:xfrm>
            <a:off x="307424" y="1345443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B49C3FD6-BB05-33C9-EA37-83794556D61D}"/>
              </a:ext>
            </a:extLst>
          </p:cNvPr>
          <p:cNvSpPr/>
          <p:nvPr/>
        </p:nvSpPr>
        <p:spPr>
          <a:xfrm>
            <a:off x="763723" y="134544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기저귀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분유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403902BC-12CA-CD42-1907-6F9DBD7C1F7F}"/>
              </a:ext>
            </a:extLst>
          </p:cNvPr>
          <p:cNvSpPr/>
          <p:nvPr/>
        </p:nvSpPr>
        <p:spPr>
          <a:xfrm>
            <a:off x="1431337" y="134544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여성청소년</a:t>
            </a: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FB8F03DD-9399-E261-23B9-C8A0A8F97952}"/>
              </a:ext>
            </a:extLst>
          </p:cNvPr>
          <p:cNvSpPr/>
          <p:nvPr/>
        </p:nvSpPr>
        <p:spPr>
          <a:xfrm>
            <a:off x="2098951" y="134544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첫만남</a:t>
            </a: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949C8C60-C9B2-6C44-2CCF-84D01E0FB320}"/>
              </a:ext>
            </a:extLst>
          </p:cNvPr>
          <p:cNvSpPr/>
          <p:nvPr/>
        </p:nvSpPr>
        <p:spPr>
          <a:xfrm>
            <a:off x="200257" y="11402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2" name="모서리가 둥근 직사각형 114">
            <a:extLst>
              <a:ext uri="{FF2B5EF4-FFF2-40B4-BE49-F238E27FC236}">
                <a16:creationId xmlns:a16="http://schemas.microsoft.com/office/drawing/2014/main" id="{348C7745-C7DA-F128-B4DE-AFB83232AD04}"/>
              </a:ext>
            </a:extLst>
          </p:cNvPr>
          <p:cNvSpPr/>
          <p:nvPr/>
        </p:nvSpPr>
        <p:spPr>
          <a:xfrm>
            <a:off x="210048" y="63958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2C46A-287D-307D-D44E-0889575D3F21}"/>
              </a:ext>
            </a:extLst>
          </p:cNvPr>
          <p:cNvSpPr/>
          <p:nvPr/>
        </p:nvSpPr>
        <p:spPr>
          <a:xfrm>
            <a:off x="2375881" y="1794581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3BB29A-B5CF-7C0F-6EDE-A9400A43580C}"/>
              </a:ext>
            </a:extLst>
          </p:cNvPr>
          <p:cNvSpPr/>
          <p:nvPr/>
        </p:nvSpPr>
        <p:spPr>
          <a:xfrm>
            <a:off x="2375881" y="2923848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3A7C4C-220A-9846-24FE-21F2C03E5E66}"/>
              </a:ext>
            </a:extLst>
          </p:cNvPr>
          <p:cNvSpPr/>
          <p:nvPr/>
        </p:nvSpPr>
        <p:spPr>
          <a:xfrm>
            <a:off x="2375881" y="4095436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BFEFAD-2605-F301-C81A-10B6B6E9559E}"/>
              </a:ext>
            </a:extLst>
          </p:cNvPr>
          <p:cNvSpPr/>
          <p:nvPr/>
        </p:nvSpPr>
        <p:spPr>
          <a:xfrm>
            <a:off x="2375881" y="5241771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82229C-741E-AD44-4E3D-489B29EAE0C0}"/>
              </a:ext>
            </a:extLst>
          </p:cNvPr>
          <p:cNvSpPr txBox="1"/>
          <p:nvPr/>
        </p:nvSpPr>
        <p:spPr>
          <a:xfrm>
            <a:off x="5544865" y="3420269"/>
            <a:ext cx="14153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rgbClr val="8A8A8A"/>
                </a:solidFill>
                <a:latin typeface="맑은 고딕"/>
                <a:ea typeface="맑은 고딕"/>
              </a:rPr>
              <a:t>더 풍성한 혜택을</a:t>
            </a:r>
            <a:endParaRPr lang="en-US" altLang="ko-KR" sz="900" dirty="0">
              <a:solidFill>
                <a:srgbClr val="8A8A8A"/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sz="900" dirty="0">
                <a:solidFill>
                  <a:srgbClr val="8A8A8A"/>
                </a:solidFill>
                <a:latin typeface="맑은 고딕"/>
                <a:ea typeface="맑은 고딕"/>
              </a:rPr>
              <a:t>준비중입니다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224F88D0-6752-0AB4-DB31-BAD64E68FB1B}"/>
              </a:ext>
            </a:extLst>
          </p:cNvPr>
          <p:cNvSpPr/>
          <p:nvPr/>
        </p:nvSpPr>
        <p:spPr>
          <a:xfrm>
            <a:off x="6053301" y="286603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1F1FBC-C604-6B39-4662-E7D13C51FD91}"/>
              </a:ext>
            </a:extLst>
          </p:cNvPr>
          <p:cNvSpPr txBox="1"/>
          <p:nvPr/>
        </p:nvSpPr>
        <p:spPr>
          <a:xfrm>
            <a:off x="5795668" y="2344056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건 없을 경우</a:t>
            </a: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A104376-CD2B-42A7-0CD2-24DDF921E664}"/>
              </a:ext>
            </a:extLst>
          </p:cNvPr>
          <p:cNvSpPr/>
          <p:nvPr/>
        </p:nvSpPr>
        <p:spPr>
          <a:xfrm>
            <a:off x="5608840" y="21745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A1B6-876C-1802-ED33-62B3934D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FD5159-90AF-A69E-787E-25180C79D43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4ED0C-084C-C9D1-58E5-5D4A58D674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34571-406F-7BB6-66EC-1AF83CB7DA35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9E2A9F43-A336-00BD-8393-0B368E5B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589623"/>
              </p:ext>
            </p:extLst>
          </p:nvPr>
        </p:nvGraphicFramePr>
        <p:xfrm>
          <a:off x="10128399" y="623854"/>
          <a:ext cx="2850436" cy="25318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참여 상품 리스트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기획전에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대상 상품을 자동 로드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카드 구성 및 기능은 상품 목록과 동일하게 반영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해당 상품 상세페이지로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기획전 목록 화면으로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800" dirty="0"/>
                        <a:t>CH-U-EV-02-01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E139C4-9B5A-92FE-03A9-7EA2CCFF5774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E261700-F804-10AB-A3EF-730C9A07943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8DAB4C6-DEC1-EB0F-978C-81B99617A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6010064-77FF-808C-D9C9-EB46FE6F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D758479-4C39-4E8A-7140-EDFA1F7A0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4A7C44-3CCB-BE6A-CDAA-95F66B024459}"/>
              </a:ext>
            </a:extLst>
          </p:cNvPr>
          <p:cNvSpPr/>
          <p:nvPr/>
        </p:nvSpPr>
        <p:spPr>
          <a:xfrm>
            <a:off x="273665" y="1943595"/>
            <a:ext cx="3199844" cy="9989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CC4D00-6408-DFA0-C03E-2F1411CCC36A}"/>
              </a:ext>
            </a:extLst>
          </p:cNvPr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상세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CB602-A0FA-8E45-ED1D-5787796CEF62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B4BE3B-4C28-AD7F-D6FB-B71ABCC3C941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CH-U-EV-02-02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D9A958-1D79-6223-D2D0-4E7B6DE33DA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2026.08.03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20E6571-22B6-ACA3-91FA-6883ACBC0DFA}"/>
              </a:ext>
            </a:extLst>
          </p:cNvPr>
          <p:cNvGrpSpPr/>
          <p:nvPr/>
        </p:nvGrpSpPr>
        <p:grpSpPr>
          <a:xfrm>
            <a:off x="1866711" y="3364933"/>
            <a:ext cx="1719436" cy="2637690"/>
            <a:chOff x="1866711" y="4024079"/>
            <a:chExt cx="1719436" cy="263769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0080406-6F9D-5E9A-CE92-89D636D45309}"/>
                </a:ext>
              </a:extLst>
            </p:cNvPr>
            <p:cNvSpPr/>
            <p:nvPr/>
          </p:nvSpPr>
          <p:spPr>
            <a:xfrm>
              <a:off x="1934246" y="4024079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6AAB926-4B71-CDC6-1AEA-A78FA5B94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5663" y="4647421"/>
              <a:ext cx="1077259" cy="648072"/>
            </a:xfrm>
            <a:prstGeom prst="rect">
              <a:avLst/>
            </a:prstGeom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E997F45-281C-B2F7-B482-1CA3092CE6B0}"/>
                </a:ext>
              </a:extLst>
            </p:cNvPr>
            <p:cNvGrpSpPr/>
            <p:nvPr/>
          </p:nvGrpSpPr>
          <p:grpSpPr>
            <a:xfrm>
              <a:off x="1866711" y="5472551"/>
              <a:ext cx="1719436" cy="1189218"/>
              <a:chOff x="2191413" y="1613537"/>
              <a:chExt cx="1719436" cy="1189218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358CF61-6281-43EE-3B40-B79ECABAD809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EBCEE4-7A10-2064-D919-A0C607C95FC8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CBDF15-8985-C6AA-6359-BD351580FCCC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275407-49D1-448B-13FB-6E936CBB2207}"/>
                </a:ext>
              </a:extLst>
            </p:cNvPr>
            <p:cNvSpPr txBox="1"/>
            <p:nvPr/>
          </p:nvSpPr>
          <p:spPr>
            <a:xfrm>
              <a:off x="2381883" y="6316847"/>
              <a:ext cx="63119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t">
                <a:buNone/>
              </a:pPr>
              <a:r>
                <a:rPr lang="en-US" altLang="ko-KR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95,800</a:t>
              </a:r>
              <a:r>
                <a:rPr lang="ko-KR" altLang="en-US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원</a:t>
              </a:r>
              <a:endParaRPr lang="ko-KR" altLang="ko-KR" sz="700" i="0" spc="-15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endParaRP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69213AC-47EF-6972-3445-1E78F620E1F1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2505638" y="6356459"/>
              <a:ext cx="342356" cy="13274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679322-B591-E471-46FC-775647CDB50D}"/>
                </a:ext>
              </a:extLst>
            </p:cNvPr>
            <p:cNvSpPr txBox="1"/>
            <p:nvPr/>
          </p:nvSpPr>
          <p:spPr>
            <a:xfrm>
              <a:off x="3282285" y="6301458"/>
              <a:ext cx="248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b="1" i="0" dirty="0">
                  <a:effectLst/>
                  <a:latin typeface="+mn-ea"/>
                </a:rPr>
                <a:t>원</a:t>
              </a:r>
              <a:endParaRPr lang="ko-KR" altLang="ko-KR" sz="800" b="1" i="0" spc="-150" dirty="0">
                <a:effectLst/>
                <a:latin typeface="+mn-ea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4D0C1686-65B8-2C7A-AA2F-2ED7DBA261BF}"/>
                </a:ext>
              </a:extLst>
            </p:cNvPr>
            <p:cNvGrpSpPr/>
            <p:nvPr/>
          </p:nvGrpSpPr>
          <p:grpSpPr>
            <a:xfrm>
              <a:off x="1928681" y="5346472"/>
              <a:ext cx="482570" cy="207749"/>
              <a:chOff x="5613970" y="995901"/>
              <a:chExt cx="482570" cy="207749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76285BCE-BEFD-7E99-3042-EE6C470C22AE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4D505D-657A-1C6D-571D-F9024BA8FEE5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074B0C2F-13AB-328B-5C24-D0423D030E27}"/>
                </a:ext>
              </a:extLst>
            </p:cNvPr>
            <p:cNvGrpSpPr/>
            <p:nvPr/>
          </p:nvGrpSpPr>
          <p:grpSpPr>
            <a:xfrm>
              <a:off x="2270430" y="5346472"/>
              <a:ext cx="415498" cy="207749"/>
              <a:chOff x="5585876" y="994409"/>
              <a:chExt cx="415498" cy="207749"/>
            </a:xfrm>
          </p:grpSpPr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BCA1773F-3F01-4916-C5C1-C4722DA06132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E7F4A9-FDBB-813B-92C3-D4622B0B36E5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40" name="하트 39">
              <a:extLst>
                <a:ext uri="{FF2B5EF4-FFF2-40B4-BE49-F238E27FC236}">
                  <a16:creationId xmlns:a16="http://schemas.microsoft.com/office/drawing/2014/main" id="{005DDB68-D879-AD3E-A067-D7B4EEDD990D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CC92614-A957-19D4-B143-F71331F05F55}"/>
              </a:ext>
            </a:extLst>
          </p:cNvPr>
          <p:cNvGrpSpPr/>
          <p:nvPr/>
        </p:nvGrpSpPr>
        <p:grpSpPr>
          <a:xfrm>
            <a:off x="225702" y="3364933"/>
            <a:ext cx="1719436" cy="2637690"/>
            <a:chOff x="1866711" y="4024079"/>
            <a:chExt cx="1719436" cy="2637690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047C2CA-204F-FD1D-A38B-C7495A365F48}"/>
                </a:ext>
              </a:extLst>
            </p:cNvPr>
            <p:cNvSpPr/>
            <p:nvPr/>
          </p:nvSpPr>
          <p:spPr>
            <a:xfrm>
              <a:off x="1934246" y="4024079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E3F0393B-5A2D-A10F-1CEC-5B69E9F1B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5663" y="4647421"/>
              <a:ext cx="1077259" cy="648072"/>
            </a:xfrm>
            <a:prstGeom prst="rect">
              <a:avLst/>
            </a:prstGeom>
          </p:spPr>
        </p:pic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CDA6599B-1C04-4267-DD3C-827933556420}"/>
                </a:ext>
              </a:extLst>
            </p:cNvPr>
            <p:cNvGrpSpPr/>
            <p:nvPr/>
          </p:nvGrpSpPr>
          <p:grpSpPr>
            <a:xfrm>
              <a:off x="1866711" y="5472551"/>
              <a:ext cx="1719436" cy="1189218"/>
              <a:chOff x="2191413" y="1613537"/>
              <a:chExt cx="1719436" cy="1189218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E5885039-C695-7AA5-0779-7A9655E5DE4E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2ACF49-589C-3684-C1E4-FDCE4F0984C4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7AA929D-2A8D-1256-F712-F11B6DBE5F76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023A28A-7486-686C-C938-35B164974EDB}"/>
                </a:ext>
              </a:extLst>
            </p:cNvPr>
            <p:cNvSpPr txBox="1"/>
            <p:nvPr/>
          </p:nvSpPr>
          <p:spPr>
            <a:xfrm>
              <a:off x="2381883" y="6316847"/>
              <a:ext cx="63119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t">
                <a:buNone/>
              </a:pPr>
              <a:r>
                <a:rPr lang="en-US" altLang="ko-KR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95,800</a:t>
              </a:r>
              <a:r>
                <a:rPr lang="ko-KR" altLang="en-US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원</a:t>
              </a:r>
              <a:endParaRPr lang="ko-KR" altLang="ko-KR" sz="700" i="0" spc="-15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C8C9196-CB1F-7E47-4222-5AD672888683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2505638" y="6356459"/>
              <a:ext cx="342356" cy="13274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3981915-5B7C-75E0-E65C-BC34E88A9265}"/>
                </a:ext>
              </a:extLst>
            </p:cNvPr>
            <p:cNvSpPr txBox="1"/>
            <p:nvPr/>
          </p:nvSpPr>
          <p:spPr>
            <a:xfrm>
              <a:off x="3282285" y="6301458"/>
              <a:ext cx="248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b="1" i="0" dirty="0">
                  <a:effectLst/>
                  <a:latin typeface="+mn-ea"/>
                </a:rPr>
                <a:t>원</a:t>
              </a:r>
              <a:endParaRPr lang="ko-KR" altLang="ko-KR" sz="800" b="1" i="0" spc="-150" dirty="0">
                <a:effectLst/>
                <a:latin typeface="+mn-ea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E1E9D815-D05E-C9E5-F523-2DBAC31DC3AD}"/>
                </a:ext>
              </a:extLst>
            </p:cNvPr>
            <p:cNvGrpSpPr/>
            <p:nvPr/>
          </p:nvGrpSpPr>
          <p:grpSpPr>
            <a:xfrm>
              <a:off x="1928681" y="5346472"/>
              <a:ext cx="482570" cy="207749"/>
              <a:chOff x="5613970" y="995901"/>
              <a:chExt cx="482570" cy="207749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6DB6FD95-DF12-CD55-7704-84A1616856CC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C3939257-7907-6B97-A4C6-241BCD4E5C46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1F98086B-A2D1-9E4B-B7B0-0CB385CAA5CB}"/>
                </a:ext>
              </a:extLst>
            </p:cNvPr>
            <p:cNvGrpSpPr/>
            <p:nvPr/>
          </p:nvGrpSpPr>
          <p:grpSpPr>
            <a:xfrm>
              <a:off x="2270430" y="5346472"/>
              <a:ext cx="415498" cy="207749"/>
              <a:chOff x="5585876" y="994409"/>
              <a:chExt cx="415498" cy="207749"/>
            </a:xfrm>
          </p:grpSpPr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0861C48A-A401-43E5-168C-2549DC8623F5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D020EE9-68CE-96A4-26F3-0DB6F6A656E7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30" name="하트 129">
              <a:extLst>
                <a:ext uri="{FF2B5EF4-FFF2-40B4-BE49-F238E27FC236}">
                  <a16:creationId xmlns:a16="http://schemas.microsoft.com/office/drawing/2014/main" id="{2CC04203-DF42-F68D-CD14-F2EE6C5BD3BF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1901F0F7-A866-98E7-53AF-0105F1A76AA7}"/>
              </a:ext>
            </a:extLst>
          </p:cNvPr>
          <p:cNvGrpSpPr/>
          <p:nvPr/>
        </p:nvGrpSpPr>
        <p:grpSpPr>
          <a:xfrm>
            <a:off x="1934246" y="6002623"/>
            <a:ext cx="1503784" cy="332677"/>
            <a:chOff x="1934246" y="4024080"/>
            <a:chExt cx="1503784" cy="351640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2EEF020C-884D-B701-E130-63C482E24C4E}"/>
                </a:ext>
              </a:extLst>
            </p:cNvPr>
            <p:cNvSpPr/>
            <p:nvPr/>
          </p:nvSpPr>
          <p:spPr>
            <a:xfrm>
              <a:off x="1934246" y="4024080"/>
              <a:ext cx="1503784" cy="35164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하트 150">
              <a:extLst>
                <a:ext uri="{FF2B5EF4-FFF2-40B4-BE49-F238E27FC236}">
                  <a16:creationId xmlns:a16="http://schemas.microsoft.com/office/drawing/2014/main" id="{D25D9304-D875-CD8F-E2D8-61FD7ED99B5D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F7B67FC2-45F6-2774-0937-305BF686515B}"/>
              </a:ext>
            </a:extLst>
          </p:cNvPr>
          <p:cNvGrpSpPr/>
          <p:nvPr/>
        </p:nvGrpSpPr>
        <p:grpSpPr>
          <a:xfrm>
            <a:off x="293237" y="6002624"/>
            <a:ext cx="1503784" cy="332678"/>
            <a:chOff x="1934246" y="4024080"/>
            <a:chExt cx="1503784" cy="351641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D635D396-BDCA-C8C2-73EE-D50FEC994EBE}"/>
                </a:ext>
              </a:extLst>
            </p:cNvPr>
            <p:cNvSpPr/>
            <p:nvPr/>
          </p:nvSpPr>
          <p:spPr>
            <a:xfrm>
              <a:off x="1934246" y="4024080"/>
              <a:ext cx="1503784" cy="3516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8" name="하트 167">
              <a:extLst>
                <a:ext uri="{FF2B5EF4-FFF2-40B4-BE49-F238E27FC236}">
                  <a16:creationId xmlns:a16="http://schemas.microsoft.com/office/drawing/2014/main" id="{5E93599F-F5C3-6039-BD08-1908ED33A3BB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3" name="물결 42">
            <a:extLst>
              <a:ext uri="{FF2B5EF4-FFF2-40B4-BE49-F238E27FC236}">
                <a16:creationId xmlns:a16="http://schemas.microsoft.com/office/drawing/2014/main" id="{0A1F0A55-8ABD-B1DC-16D1-D023DB6FD5EF}"/>
              </a:ext>
            </a:extLst>
          </p:cNvPr>
          <p:cNvSpPr/>
          <p:nvPr/>
        </p:nvSpPr>
        <p:spPr>
          <a:xfrm>
            <a:off x="147974" y="6219393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80465812-0168-34C3-75EF-4024029C5786}"/>
              </a:ext>
            </a:extLst>
          </p:cNvPr>
          <p:cNvSpPr/>
          <p:nvPr/>
        </p:nvSpPr>
        <p:spPr>
          <a:xfrm>
            <a:off x="45744" y="33306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EF07D-90B1-18B0-56FE-00630DFF6BAD}"/>
              </a:ext>
            </a:extLst>
          </p:cNvPr>
          <p:cNvSpPr txBox="1"/>
          <p:nvPr/>
        </p:nvSpPr>
        <p:spPr>
          <a:xfrm>
            <a:off x="198039" y="1244775"/>
            <a:ext cx="23601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404040"/>
                </a:solidFill>
                <a:ea typeface="맑은 고딕"/>
              </a:rPr>
              <a:t>#</a:t>
            </a:r>
            <a:r>
              <a:rPr lang="ko-KR" altLang="en-US" sz="1050" b="1" dirty="0">
                <a:solidFill>
                  <a:srgbClr val="404040"/>
                </a:solidFill>
                <a:ea typeface="맑은 고딕"/>
              </a:rPr>
              <a:t>군기저귀 </a:t>
            </a:r>
            <a:r>
              <a:rPr lang="en-US" altLang="ko-KR" sz="1050" b="1" dirty="0">
                <a:solidFill>
                  <a:srgbClr val="404040"/>
                </a:solidFill>
                <a:ea typeface="맑은 고딕"/>
              </a:rPr>
              <a:t>#</a:t>
            </a:r>
            <a:r>
              <a:rPr lang="ko-KR" altLang="en-US" sz="1050" b="1" dirty="0" err="1">
                <a:solidFill>
                  <a:srgbClr val="404040"/>
                </a:solidFill>
                <a:ea typeface="맑은 고딕"/>
              </a:rPr>
              <a:t>여기서만특가</a:t>
            </a:r>
            <a:r>
              <a:rPr lang="en-US" altLang="ko-KR" sz="105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1050" b="1" dirty="0">
                <a:solidFill>
                  <a:srgbClr val="404040"/>
                </a:solidFill>
                <a:ea typeface="맑은 고딕"/>
              </a:rPr>
              <a:t>여름맞이 브랜드 기획전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C2EE653-3985-0F34-DF13-C38BAA2EB811}"/>
              </a:ext>
            </a:extLst>
          </p:cNvPr>
          <p:cNvGrpSpPr/>
          <p:nvPr/>
        </p:nvGrpSpPr>
        <p:grpSpPr>
          <a:xfrm>
            <a:off x="2851334" y="1283907"/>
            <a:ext cx="861902" cy="180425"/>
            <a:chOff x="7575453" y="4553907"/>
            <a:chExt cx="861902" cy="1804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CE4965-394E-1E83-0DA4-61CE8DBD2874}"/>
                </a:ext>
              </a:extLst>
            </p:cNvPr>
            <p:cNvSpPr txBox="1"/>
            <p:nvPr/>
          </p:nvSpPr>
          <p:spPr>
            <a:xfrm>
              <a:off x="7718263" y="4553907"/>
              <a:ext cx="719092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r>
                <a:rPr lang="ko-KR" altLang="en-US" sz="700" b="1" dirty="0">
                  <a:solidFill>
                    <a:srgbClr val="404040"/>
                  </a:solidFill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3</a:t>
              </a:r>
              <a:r>
                <a:rPr lang="ko-KR" altLang="en-US" sz="700" b="1" dirty="0">
                  <a:solidFill>
                    <a:srgbClr val="404040"/>
                  </a:solidFill>
                  <a:ea typeface="맑은 고딕"/>
                </a:rPr>
                <a:t>일 전</a:t>
              </a: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A4F412E-3EB4-837D-1514-9DAE5DBB79A2}"/>
                </a:ext>
              </a:extLst>
            </p:cNvPr>
            <p:cNvSpPr/>
            <p:nvPr/>
          </p:nvSpPr>
          <p:spPr>
            <a:xfrm>
              <a:off x="7575453" y="4585357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5FE7B56-036B-0F04-7772-A7CF97AC89A1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>
              <a:off x="7629453" y="4585357"/>
              <a:ext cx="0" cy="54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0CAA8DB-B41A-4566-B477-60EF684CC57A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 flipH="1">
              <a:off x="7629453" y="4639357"/>
              <a:ext cx="54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F1C78E9-E2CE-92F4-21CE-2377D8F8032E}"/>
              </a:ext>
            </a:extLst>
          </p:cNvPr>
          <p:cNvSpPr txBox="1"/>
          <p:nvPr/>
        </p:nvSpPr>
        <p:spPr>
          <a:xfrm>
            <a:off x="222060" y="3059342"/>
            <a:ext cx="32031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404040"/>
                </a:solidFill>
                <a:latin typeface="맑은 고딕"/>
                <a:ea typeface="맑은 고딕"/>
              </a:rPr>
              <a:t>단 </a:t>
            </a:r>
            <a:r>
              <a:rPr lang="en-US" altLang="ko-KR" sz="700" dirty="0">
                <a:solidFill>
                  <a:srgbClr val="404040"/>
                </a:solidFill>
                <a:latin typeface="맑은 고딕"/>
                <a:ea typeface="맑은 고딕"/>
              </a:rPr>
              <a:t>7</a:t>
            </a:r>
            <a:r>
              <a:rPr lang="ko-KR" altLang="en-US" sz="700" dirty="0">
                <a:solidFill>
                  <a:srgbClr val="404040"/>
                </a:solidFill>
                <a:latin typeface="맑은 고딕"/>
                <a:ea typeface="맑은 고딕"/>
              </a:rPr>
              <a:t>일 간 국민행복몰 단독 특가</a:t>
            </a:r>
            <a:r>
              <a:rPr lang="en-US" altLang="ko-KR" sz="700" dirty="0">
                <a:solidFill>
                  <a:srgbClr val="404040"/>
                </a:solidFill>
                <a:latin typeface="맑은 고딕"/>
                <a:ea typeface="맑은 고딕"/>
              </a:rPr>
              <a:t>! </a:t>
            </a:r>
            <a:r>
              <a:rPr lang="ko-KR" altLang="en-US" sz="700" dirty="0">
                <a:solidFill>
                  <a:srgbClr val="404040"/>
                </a:solidFill>
                <a:latin typeface="맑은 고딕"/>
                <a:ea typeface="맑은 고딕"/>
              </a:rPr>
              <a:t>군 기저귀를 특별한 가격으로 만나보세요</a:t>
            </a:r>
            <a:r>
              <a:rPr lang="en-US" altLang="ko-KR" sz="700" dirty="0">
                <a:solidFill>
                  <a:srgbClr val="404040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FBA045-98CF-6EAC-29F6-2743A61379EE}"/>
              </a:ext>
            </a:extLst>
          </p:cNvPr>
          <p:cNvSpPr txBox="1"/>
          <p:nvPr/>
        </p:nvSpPr>
        <p:spPr>
          <a:xfrm>
            <a:off x="193463" y="1608210"/>
            <a:ext cx="1473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2026.08.03 ~ 2026.08.09</a:t>
            </a:r>
            <a:endParaRPr lang="ko-KR" altLang="en-US" sz="9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2B97A6E1-3F7F-ED5F-1EF4-D80F8CC6127B}"/>
              </a:ext>
            </a:extLst>
          </p:cNvPr>
          <p:cNvSpPr/>
          <p:nvPr/>
        </p:nvSpPr>
        <p:spPr>
          <a:xfrm>
            <a:off x="517255" y="6553767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54" name="모서리가 둥근 직사각형 114">
            <a:extLst>
              <a:ext uri="{FF2B5EF4-FFF2-40B4-BE49-F238E27FC236}">
                <a16:creationId xmlns:a16="http://schemas.microsoft.com/office/drawing/2014/main" id="{1920EC29-6017-4E61-3B8B-13B1CB69522F}"/>
              </a:ext>
            </a:extLst>
          </p:cNvPr>
          <p:cNvSpPr/>
          <p:nvPr/>
        </p:nvSpPr>
        <p:spPr>
          <a:xfrm>
            <a:off x="266125" y="65817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8D3F-52BE-98A0-F520-1B6D2D49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857E4-D609-8333-27FA-73574717C8EF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45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FF94-C5A6-DB6A-07F4-B43046E9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2104E-E944-9808-20D8-F4FD821641CD}"/>
              </a:ext>
            </a:extLst>
          </p:cNvPr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7B403-A3C7-567A-0795-25818B70A360}"/>
              </a:ext>
            </a:extLst>
          </p:cNvPr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EA491-7DCB-27A6-47A1-FA2F17C2BF7B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CH-U-EV-02-01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CAA3F-209C-E161-31FA-4FF5D32705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9E233-4CCD-5A4D-7578-B4A6713AFAF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D805CDA-E770-5E80-455E-BA1AABCD4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632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2ADEBB5-D971-36BF-A0F0-EAED3B56B886}"/>
              </a:ext>
            </a:extLst>
          </p:cNvPr>
          <p:cNvSpPr txBox="1"/>
          <p:nvPr/>
        </p:nvSpPr>
        <p:spPr>
          <a:xfrm>
            <a:off x="1009722" y="118100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E5FAFAD-F193-2CAF-1322-9375181B4F1A}"/>
              </a:ext>
            </a:extLst>
          </p:cNvPr>
          <p:cNvGrpSpPr/>
          <p:nvPr/>
        </p:nvGrpSpPr>
        <p:grpSpPr>
          <a:xfrm>
            <a:off x="1080369" y="2052117"/>
            <a:ext cx="3917911" cy="1086404"/>
            <a:chOff x="1080369" y="2052117"/>
            <a:chExt cx="3917911" cy="108640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066278C-77A3-0B56-227B-E204F277EB94}"/>
                </a:ext>
              </a:extLst>
            </p:cNvPr>
            <p:cNvSpPr/>
            <p:nvPr/>
          </p:nvSpPr>
          <p:spPr>
            <a:xfrm>
              <a:off x="1080369" y="2052117"/>
              <a:ext cx="391791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C923B96-9CDB-E17E-AABF-D737C5D4092A}"/>
                </a:ext>
              </a:extLst>
            </p:cNvPr>
            <p:cNvGrpSpPr/>
            <p:nvPr/>
          </p:nvGrpSpPr>
          <p:grpSpPr>
            <a:xfrm>
              <a:off x="1160037" y="2154191"/>
              <a:ext cx="2626814" cy="901564"/>
              <a:chOff x="459243" y="1456971"/>
              <a:chExt cx="2626814" cy="90156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FD1703-928E-5B20-6245-96D77C86CEC4}"/>
                  </a:ext>
                </a:extLst>
              </p:cNvPr>
              <p:cNvSpPr txBox="1"/>
              <p:nvPr/>
            </p:nvSpPr>
            <p:spPr>
              <a:xfrm>
                <a:off x="459243" y="1456971"/>
                <a:ext cx="26268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군기저귀 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여기서만특가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여름맞이 브랜드 기획전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DC3191-F478-39A4-D047-4797921B9F79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18582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단 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7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간 국민행복몰 단독 특가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!</a:t>
                </a:r>
              </a:p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군 기저귀를 특별한 가격으로 만나보세요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.</a:t>
                </a:r>
                <a:endPara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55B64E-DC51-9ED7-AEF1-5708BDAD6F94}"/>
                  </a:ext>
                </a:extLst>
              </p:cNvPr>
              <p:cNvSpPr txBox="1"/>
              <p:nvPr/>
            </p:nvSpPr>
            <p:spPr>
              <a:xfrm>
                <a:off x="461284" y="2127703"/>
                <a:ext cx="121700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26.08.03 ~ 26.08.09</a:t>
                </a:r>
                <a:endParaRPr lang="ko-KR" altLang="en-US" sz="9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4097875-3681-14CC-8997-296A88080F68}"/>
              </a:ext>
            </a:extLst>
          </p:cNvPr>
          <p:cNvGrpSpPr/>
          <p:nvPr/>
        </p:nvGrpSpPr>
        <p:grpSpPr>
          <a:xfrm>
            <a:off x="5112817" y="2049830"/>
            <a:ext cx="3917911" cy="1086404"/>
            <a:chOff x="5112817" y="2049830"/>
            <a:chExt cx="3917911" cy="108640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38C2EBE-F1C0-F607-95D7-3F841FE1AE78}"/>
                </a:ext>
              </a:extLst>
            </p:cNvPr>
            <p:cNvSpPr/>
            <p:nvPr/>
          </p:nvSpPr>
          <p:spPr>
            <a:xfrm>
              <a:off x="5112817" y="2049830"/>
              <a:ext cx="391791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3403F43-0A50-1D5F-805A-6EFFB42F0655}"/>
                </a:ext>
              </a:extLst>
            </p:cNvPr>
            <p:cNvGrpSpPr/>
            <p:nvPr/>
          </p:nvGrpSpPr>
          <p:grpSpPr>
            <a:xfrm>
              <a:off x="5192485" y="2151904"/>
              <a:ext cx="2615257" cy="901564"/>
              <a:chOff x="459243" y="1456971"/>
              <a:chExt cx="2615257" cy="90156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2E7724-BB0F-06DD-9F53-684C01E40879}"/>
                  </a:ext>
                </a:extLst>
              </p:cNvPr>
              <p:cNvSpPr txBox="1"/>
              <p:nvPr/>
            </p:nvSpPr>
            <p:spPr>
              <a:xfrm>
                <a:off x="459243" y="1456971"/>
                <a:ext cx="26132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페넬로페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마미포코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#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사은품증정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기저귀 브랜드 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연합전</a:t>
                </a:r>
                <a:endParaRPr lang="ko-KR" altLang="en-US" sz="10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A1D2B3-37B6-C77B-EF18-9C70E664B998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261321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일주일간 쏟아지는 구매 수량별 혜택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!</a:t>
                </a:r>
              </a:p>
              <a:p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인기 기저귀 사고 치킨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, N</a:t>
                </a:r>
                <a:r>
                  <a:rPr lang="ko-KR" altLang="en-US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페이 등 특별한 사은품 받아가세요</a:t>
                </a:r>
                <a:r>
                  <a:rPr lang="en-US" altLang="ko-KR" sz="7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.</a:t>
                </a:r>
                <a:endPara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CA3535-5F2B-3EF7-92D1-D379CDCF4300}"/>
                  </a:ext>
                </a:extLst>
              </p:cNvPr>
              <p:cNvSpPr txBox="1"/>
              <p:nvPr/>
            </p:nvSpPr>
            <p:spPr>
              <a:xfrm>
                <a:off x="461284" y="2127703"/>
                <a:ext cx="121700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26.08.03 ~ 26.08.09</a:t>
                </a:r>
                <a:endParaRPr lang="ko-KR" altLang="en-US" sz="9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EAE5C9B-B2B1-64BE-32D8-4095CF1AC79F}"/>
              </a:ext>
            </a:extLst>
          </p:cNvPr>
          <p:cNvGrpSpPr/>
          <p:nvPr/>
        </p:nvGrpSpPr>
        <p:grpSpPr>
          <a:xfrm>
            <a:off x="1080369" y="3232938"/>
            <a:ext cx="3917911" cy="1086404"/>
            <a:chOff x="1080369" y="4366240"/>
            <a:chExt cx="3917911" cy="108640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94F1511-C958-3EA1-2CEA-1F0F2A8FB1C9}"/>
                </a:ext>
              </a:extLst>
            </p:cNvPr>
            <p:cNvSpPr/>
            <p:nvPr/>
          </p:nvSpPr>
          <p:spPr>
            <a:xfrm>
              <a:off x="1080369" y="4366240"/>
              <a:ext cx="391791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F88F85A-644F-049B-DC5D-0CEFC9C65FEE}"/>
                </a:ext>
              </a:extLst>
            </p:cNvPr>
            <p:cNvGrpSpPr/>
            <p:nvPr/>
          </p:nvGrpSpPr>
          <p:grpSpPr>
            <a:xfrm>
              <a:off x="1160036" y="4468314"/>
              <a:ext cx="2626815" cy="901564"/>
              <a:chOff x="459242" y="1456971"/>
              <a:chExt cx="2626815" cy="901564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636D07-CC41-A7E4-7830-1CAFF3A71F49}"/>
                  </a:ext>
                </a:extLst>
              </p:cNvPr>
              <p:cNvSpPr txBox="1"/>
              <p:nvPr/>
            </p:nvSpPr>
            <p:spPr>
              <a:xfrm>
                <a:off x="459242" y="1456971"/>
                <a:ext cx="26268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유기농본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/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내츄럴코튼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8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월 특별한 더블혜택전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595A9D-A25D-DD8B-6F88-30DDF83E2818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23022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모든 구매 고객에게 휴대용 물티슈 증정</a:t>
                </a:r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,</a:t>
                </a:r>
              </a:p>
              <a:p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7</a:t>
                </a:r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만원 이상 구매 고객에게는 고급 파우치까지</a:t>
                </a:r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!</a:t>
                </a:r>
                <a:endParaRPr lang="ko-KR" altLang="en-US" sz="8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14AAC7-7CFD-0FA8-66C3-FBE9514F77E8}"/>
                  </a:ext>
                </a:extLst>
              </p:cNvPr>
              <p:cNvSpPr txBox="1"/>
              <p:nvPr/>
            </p:nvSpPr>
            <p:spPr>
              <a:xfrm>
                <a:off x="461284" y="2127703"/>
                <a:ext cx="121700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26.08.03 ~ 26.08.09</a:t>
                </a:r>
                <a:endParaRPr lang="ko-KR" altLang="en-US" sz="9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DB6B296-C4E1-0A68-75D4-23D1EE657A7B}"/>
              </a:ext>
            </a:extLst>
          </p:cNvPr>
          <p:cNvGrpSpPr/>
          <p:nvPr/>
        </p:nvGrpSpPr>
        <p:grpSpPr>
          <a:xfrm>
            <a:off x="5112817" y="3230651"/>
            <a:ext cx="3917911" cy="1086404"/>
            <a:chOff x="5112817" y="4363953"/>
            <a:chExt cx="3917911" cy="108640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FB01C48-AFDF-E3B5-08FB-C2A740A79B83}"/>
                </a:ext>
              </a:extLst>
            </p:cNvPr>
            <p:cNvSpPr/>
            <p:nvPr/>
          </p:nvSpPr>
          <p:spPr>
            <a:xfrm>
              <a:off x="5112817" y="4363953"/>
              <a:ext cx="3917911" cy="1086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316180A-EE5B-1C1F-BCE5-5B43537A87C0}"/>
                </a:ext>
              </a:extLst>
            </p:cNvPr>
            <p:cNvGrpSpPr/>
            <p:nvPr/>
          </p:nvGrpSpPr>
          <p:grpSpPr>
            <a:xfrm>
              <a:off x="5192485" y="4466027"/>
              <a:ext cx="2613216" cy="901564"/>
              <a:chOff x="459243" y="1456971"/>
              <a:chExt cx="2613216" cy="90156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CBBE122-C52C-23CA-4719-6EC9F6B92E0D}"/>
                  </a:ext>
                </a:extLst>
              </p:cNvPr>
              <p:cNvSpPr txBox="1"/>
              <p:nvPr/>
            </p:nvSpPr>
            <p:spPr>
              <a:xfrm>
                <a:off x="459243" y="1456971"/>
                <a:ext cx="26132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싸이클린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생리팬티 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구매시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1000" b="1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여성청결티슈</a:t>
                </a:r>
                <a:r>
                  <a:rPr lang="ko-KR" altLang="en-US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10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GET</a:t>
                </a:r>
                <a:endParaRPr lang="ko-KR" altLang="en-US" sz="10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237039-FC58-C8ED-D7E4-B4EAAD4BC62A}"/>
                  </a:ext>
                </a:extLst>
              </p:cNvPr>
              <p:cNvSpPr txBox="1"/>
              <p:nvPr/>
            </p:nvSpPr>
            <p:spPr>
              <a:xfrm>
                <a:off x="461284" y="1838771"/>
                <a:ext cx="20345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12,000</a:t>
                </a:r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원 상당 </a:t>
                </a:r>
                <a:r>
                  <a:rPr lang="ko-KR" altLang="en-US" sz="800" dirty="0" err="1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여성청결티슈</a:t>
                </a:r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 받아가세요</a:t>
                </a:r>
                <a:endParaRPr lang="en-US" altLang="ko-KR" sz="8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  <a:p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*ID</a:t>
                </a:r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당 </a:t>
                </a:r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</a:t>
                </a:r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회 지급</a:t>
                </a:r>
                <a:r>
                  <a:rPr lang="en-US" altLang="ko-KR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, </a:t>
                </a:r>
                <a:r>
                  <a:rPr lang="ko-KR" altLang="en-US" sz="8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일부상품 제외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A91EE3-01BF-0548-4394-A4FCBC058DD1}"/>
                  </a:ext>
                </a:extLst>
              </p:cNvPr>
              <p:cNvSpPr txBox="1"/>
              <p:nvPr/>
            </p:nvSpPr>
            <p:spPr>
              <a:xfrm>
                <a:off x="461284" y="2127703"/>
                <a:ext cx="121700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26.08.03 ~ 26.08.09</a:t>
                </a:r>
                <a:endParaRPr lang="ko-KR" altLang="en-US" sz="900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</p:grp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6E4341C-B6B6-2F59-9CD8-FABF48A54E43}"/>
              </a:ext>
            </a:extLst>
          </p:cNvPr>
          <p:cNvSpPr/>
          <p:nvPr/>
        </p:nvSpPr>
        <p:spPr>
          <a:xfrm>
            <a:off x="1038698" y="172458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1DDA88C-2292-1456-84F7-EDCD3AA7041C}"/>
              </a:ext>
            </a:extLst>
          </p:cNvPr>
          <p:cNvSpPr/>
          <p:nvPr/>
        </p:nvSpPr>
        <p:spPr>
          <a:xfrm>
            <a:off x="1494997" y="172458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기저귀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분유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BDC39A4-C60F-B7C1-FE29-818AE4D5C14A}"/>
              </a:ext>
            </a:extLst>
          </p:cNvPr>
          <p:cNvSpPr/>
          <p:nvPr/>
        </p:nvSpPr>
        <p:spPr>
          <a:xfrm>
            <a:off x="2162611" y="172458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여성청소년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6A97A96-09C1-CB55-B7D9-720D61E2A5C5}"/>
              </a:ext>
            </a:extLst>
          </p:cNvPr>
          <p:cNvSpPr/>
          <p:nvPr/>
        </p:nvSpPr>
        <p:spPr>
          <a:xfrm>
            <a:off x="2830225" y="172458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첫만남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FF9B61-58A4-A727-F1D8-50E35A063354}"/>
              </a:ext>
            </a:extLst>
          </p:cNvPr>
          <p:cNvSpPr/>
          <p:nvPr/>
        </p:nvSpPr>
        <p:spPr>
          <a:xfrm>
            <a:off x="4003095" y="2159930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A0166B-2D95-253B-6324-CCA62329C66F}"/>
              </a:ext>
            </a:extLst>
          </p:cNvPr>
          <p:cNvSpPr/>
          <p:nvPr/>
        </p:nvSpPr>
        <p:spPr>
          <a:xfrm>
            <a:off x="4003095" y="3340751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E9B05A-3B91-00F3-A4AD-D70602206149}"/>
              </a:ext>
            </a:extLst>
          </p:cNvPr>
          <p:cNvSpPr/>
          <p:nvPr/>
        </p:nvSpPr>
        <p:spPr>
          <a:xfrm>
            <a:off x="8021944" y="2159930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3D865D-A456-B467-D1CC-0940842441D2}"/>
              </a:ext>
            </a:extLst>
          </p:cNvPr>
          <p:cNvSpPr/>
          <p:nvPr/>
        </p:nvSpPr>
        <p:spPr>
          <a:xfrm>
            <a:off x="8021944" y="3340751"/>
            <a:ext cx="867547" cy="8662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2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D39D5-9B38-BA41-ABA4-29E5473E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48EE97-369B-5CB9-3BA8-7017A2A676E3}"/>
              </a:ext>
            </a:extLst>
          </p:cNvPr>
          <p:cNvSpPr/>
          <p:nvPr/>
        </p:nvSpPr>
        <p:spPr>
          <a:xfrm>
            <a:off x="80685" y="6300589"/>
            <a:ext cx="9983154" cy="46166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70BD3-0DB5-B079-4643-BFA10630317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3BA8EF4C-A4A7-F983-C2EA-0E19363CE185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0CEB941-1FA8-D2A6-89D4-5BEACC17BBED}"/>
              </a:ext>
            </a:extLst>
          </p:cNvPr>
          <p:cNvSpPr/>
          <p:nvPr/>
        </p:nvSpPr>
        <p:spPr>
          <a:xfrm>
            <a:off x="1080369" y="1753669"/>
            <a:ext cx="7632848" cy="1525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A42EF-4513-9869-A58F-FD22A08633BB}"/>
              </a:ext>
            </a:extLst>
          </p:cNvPr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상세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28780-1C00-E966-90A4-A54847F9FA17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4E2924-7CF5-8671-4543-0A3BF6FD7A65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CH-U-EV-02-02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C9553F-DD05-72ED-BC86-35C2C07DDF3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2026.08.04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250D5CA-CFCB-97C5-0B4D-F13BDAE08195}"/>
              </a:ext>
            </a:extLst>
          </p:cNvPr>
          <p:cNvGrpSpPr/>
          <p:nvPr/>
        </p:nvGrpSpPr>
        <p:grpSpPr>
          <a:xfrm>
            <a:off x="3081696" y="3662899"/>
            <a:ext cx="1719436" cy="2637690"/>
            <a:chOff x="1866711" y="4024079"/>
            <a:chExt cx="1719436" cy="2637690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8B69C72-A4F5-86CF-739F-B406FEB88660}"/>
                </a:ext>
              </a:extLst>
            </p:cNvPr>
            <p:cNvSpPr/>
            <p:nvPr/>
          </p:nvSpPr>
          <p:spPr>
            <a:xfrm>
              <a:off x="1934246" y="4024079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56045A2-1DAE-6E1A-A603-B54D6E902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5663" y="4647421"/>
              <a:ext cx="1077259" cy="648072"/>
            </a:xfrm>
            <a:prstGeom prst="rect">
              <a:avLst/>
            </a:prstGeom>
          </p:spPr>
        </p:pic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D5E227D-83A1-6458-D213-D5C604508DF1}"/>
                </a:ext>
              </a:extLst>
            </p:cNvPr>
            <p:cNvGrpSpPr/>
            <p:nvPr/>
          </p:nvGrpSpPr>
          <p:grpSpPr>
            <a:xfrm>
              <a:off x="1866711" y="5472551"/>
              <a:ext cx="1719436" cy="1189218"/>
              <a:chOff x="2191413" y="1613537"/>
              <a:chExt cx="1719436" cy="1189218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1EBEE94-B536-A163-65C2-A3F908720F3D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7CF3A8-6129-4954-CA8E-467240B1C544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57C349C-F916-1E15-FE61-60E4BAA556DF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6219CB-B823-FA00-D1D3-7648883888AA}"/>
                </a:ext>
              </a:extLst>
            </p:cNvPr>
            <p:cNvSpPr txBox="1"/>
            <p:nvPr/>
          </p:nvSpPr>
          <p:spPr>
            <a:xfrm>
              <a:off x="2381883" y="6316847"/>
              <a:ext cx="63119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t">
                <a:buNone/>
              </a:pPr>
              <a:r>
                <a:rPr lang="en-US" altLang="ko-KR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95,800</a:t>
              </a:r>
              <a:r>
                <a:rPr lang="ko-KR" altLang="en-US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원</a:t>
              </a:r>
              <a:endParaRPr lang="ko-KR" altLang="ko-KR" sz="700" i="0" spc="-15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06F0C99C-17BB-DD3D-04CE-C95D26D318DD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2505638" y="6356459"/>
              <a:ext cx="342356" cy="13274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627D058-577A-02A2-FFE1-033E96711EBE}"/>
                </a:ext>
              </a:extLst>
            </p:cNvPr>
            <p:cNvSpPr txBox="1"/>
            <p:nvPr/>
          </p:nvSpPr>
          <p:spPr>
            <a:xfrm>
              <a:off x="3282285" y="6301458"/>
              <a:ext cx="248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b="1" i="0" dirty="0">
                  <a:effectLst/>
                  <a:latin typeface="+mn-ea"/>
                </a:rPr>
                <a:t>원</a:t>
              </a:r>
              <a:endParaRPr lang="ko-KR" altLang="ko-KR" sz="800" b="1" i="0" spc="-150" dirty="0">
                <a:effectLst/>
                <a:latin typeface="+mn-ea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EECEAF-41EC-2DB1-8563-1EAFCB1D2573}"/>
                </a:ext>
              </a:extLst>
            </p:cNvPr>
            <p:cNvGrpSpPr/>
            <p:nvPr/>
          </p:nvGrpSpPr>
          <p:grpSpPr>
            <a:xfrm>
              <a:off x="1928681" y="5346472"/>
              <a:ext cx="482570" cy="207749"/>
              <a:chOff x="5613970" y="995901"/>
              <a:chExt cx="482570" cy="207749"/>
            </a:xfrm>
          </p:grpSpPr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0096DC5F-1668-8FCF-405B-FEA5E0ECC4D6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1FD3F5-D7A2-CD0A-B710-294A9CFAF5F6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77A1C06-E254-3697-B474-56BE9A63F1AE}"/>
                </a:ext>
              </a:extLst>
            </p:cNvPr>
            <p:cNvGrpSpPr/>
            <p:nvPr/>
          </p:nvGrpSpPr>
          <p:grpSpPr>
            <a:xfrm>
              <a:off x="2270430" y="5346472"/>
              <a:ext cx="415498" cy="207749"/>
              <a:chOff x="5585876" y="994409"/>
              <a:chExt cx="415498" cy="207749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FACEC9B-2430-A1D8-E3E5-4594C0C849BB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2D3B09-34F9-CB28-84AA-88F7F83472AC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55" name="하트 54">
              <a:extLst>
                <a:ext uri="{FF2B5EF4-FFF2-40B4-BE49-F238E27FC236}">
                  <a16:creationId xmlns:a16="http://schemas.microsoft.com/office/drawing/2014/main" id="{4007B662-42C6-328D-B72A-8DE706135517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9D96649-BA31-DFD2-719C-840BFECC3F2C}"/>
              </a:ext>
            </a:extLst>
          </p:cNvPr>
          <p:cNvGrpSpPr/>
          <p:nvPr/>
        </p:nvGrpSpPr>
        <p:grpSpPr>
          <a:xfrm>
            <a:off x="1058023" y="3662899"/>
            <a:ext cx="1719436" cy="2637690"/>
            <a:chOff x="1866711" y="4024079"/>
            <a:chExt cx="1719436" cy="263769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F17F7DE-A104-9DA9-8E15-049E9627965B}"/>
                </a:ext>
              </a:extLst>
            </p:cNvPr>
            <p:cNvSpPr/>
            <p:nvPr/>
          </p:nvSpPr>
          <p:spPr>
            <a:xfrm>
              <a:off x="1934246" y="4024079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181546E5-0410-CBD0-F7C0-89C71939B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5663" y="4647421"/>
              <a:ext cx="1077259" cy="648072"/>
            </a:xfrm>
            <a:prstGeom prst="rect">
              <a:avLst/>
            </a:prstGeom>
          </p:spPr>
        </p:pic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BE74A71-DD7A-2F1F-6DC1-E307B6C57C11}"/>
                </a:ext>
              </a:extLst>
            </p:cNvPr>
            <p:cNvGrpSpPr/>
            <p:nvPr/>
          </p:nvGrpSpPr>
          <p:grpSpPr>
            <a:xfrm>
              <a:off x="1866711" y="5472551"/>
              <a:ext cx="1719436" cy="1189218"/>
              <a:chOff x="2191413" y="1613537"/>
              <a:chExt cx="1719436" cy="1189218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47AEEE-CF45-442F-5988-4E7AAAC6D056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BFC9E6B-46D4-E002-D782-224FF7EA04D8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D2F09EC-8566-9C86-A0E8-042C260FF340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00DCAD-9E54-15ED-EF58-E3C94D51806F}"/>
                </a:ext>
              </a:extLst>
            </p:cNvPr>
            <p:cNvSpPr txBox="1"/>
            <p:nvPr/>
          </p:nvSpPr>
          <p:spPr>
            <a:xfrm>
              <a:off x="2381883" y="6316847"/>
              <a:ext cx="63119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t">
                <a:buNone/>
              </a:pPr>
              <a:r>
                <a:rPr lang="en-US" altLang="ko-KR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95,800</a:t>
              </a:r>
              <a:r>
                <a:rPr lang="ko-KR" altLang="en-US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원</a:t>
              </a:r>
              <a:endParaRPr lang="ko-KR" altLang="ko-KR" sz="700" i="0" spc="-15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6173ABE-439E-415E-05C2-E3A4545D75D8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2505638" y="6356459"/>
              <a:ext cx="342356" cy="13274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35CE90A-A23C-91E4-4582-0C4D7DCBF12F}"/>
                </a:ext>
              </a:extLst>
            </p:cNvPr>
            <p:cNvSpPr txBox="1"/>
            <p:nvPr/>
          </p:nvSpPr>
          <p:spPr>
            <a:xfrm>
              <a:off x="3282285" y="6301458"/>
              <a:ext cx="248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b="1" i="0" dirty="0">
                  <a:effectLst/>
                  <a:latin typeface="+mn-ea"/>
                </a:rPr>
                <a:t>원</a:t>
              </a:r>
              <a:endParaRPr lang="ko-KR" altLang="ko-KR" sz="800" b="1" i="0" spc="-150" dirty="0">
                <a:effectLst/>
                <a:latin typeface="+mn-ea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6F00D641-EC07-18A0-6AD6-E270666F40CE}"/>
                </a:ext>
              </a:extLst>
            </p:cNvPr>
            <p:cNvGrpSpPr/>
            <p:nvPr/>
          </p:nvGrpSpPr>
          <p:grpSpPr>
            <a:xfrm>
              <a:off x="1928681" y="5346472"/>
              <a:ext cx="482570" cy="207749"/>
              <a:chOff x="5613970" y="995901"/>
              <a:chExt cx="482570" cy="207749"/>
            </a:xfrm>
          </p:grpSpPr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CF913A0A-3B49-F4B3-3CB3-34487E0E2794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6801525-2069-A356-85D1-7C7A18928FFE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2FE874CE-4F68-3361-AEE0-E0644F7514F1}"/>
                </a:ext>
              </a:extLst>
            </p:cNvPr>
            <p:cNvGrpSpPr/>
            <p:nvPr/>
          </p:nvGrpSpPr>
          <p:grpSpPr>
            <a:xfrm>
              <a:off x="2270430" y="5346472"/>
              <a:ext cx="415498" cy="207749"/>
              <a:chOff x="5585876" y="994409"/>
              <a:chExt cx="415498" cy="207749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2C730A44-F613-3E3B-A270-F058E8C395CF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AACC1ED-1519-5FEF-F3ED-DC17B109F278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72" name="하트 71">
              <a:extLst>
                <a:ext uri="{FF2B5EF4-FFF2-40B4-BE49-F238E27FC236}">
                  <a16:creationId xmlns:a16="http://schemas.microsoft.com/office/drawing/2014/main" id="{BFA95843-7E1F-1395-D2B5-925F22FA74F1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441F794D-F869-5B97-1068-BEDD64FDE1D5}"/>
              </a:ext>
            </a:extLst>
          </p:cNvPr>
          <p:cNvGrpSpPr/>
          <p:nvPr/>
        </p:nvGrpSpPr>
        <p:grpSpPr>
          <a:xfrm>
            <a:off x="7129041" y="3662899"/>
            <a:ext cx="1719436" cy="2637690"/>
            <a:chOff x="1866711" y="4024079"/>
            <a:chExt cx="1719436" cy="2637690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C20639A2-48D6-0741-0777-D9F5D65E0CEB}"/>
                </a:ext>
              </a:extLst>
            </p:cNvPr>
            <p:cNvSpPr/>
            <p:nvPr/>
          </p:nvSpPr>
          <p:spPr>
            <a:xfrm>
              <a:off x="1934246" y="4024079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28DCC295-663E-EC29-2CE2-9B272C715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5663" y="4647421"/>
              <a:ext cx="1077259" cy="648072"/>
            </a:xfrm>
            <a:prstGeom prst="rect">
              <a:avLst/>
            </a:prstGeom>
          </p:spPr>
        </p:pic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BFFC898-0F58-BFF3-EA85-C0153DB85E73}"/>
                </a:ext>
              </a:extLst>
            </p:cNvPr>
            <p:cNvGrpSpPr/>
            <p:nvPr/>
          </p:nvGrpSpPr>
          <p:grpSpPr>
            <a:xfrm>
              <a:off x="1866711" y="5472551"/>
              <a:ext cx="1719436" cy="1189218"/>
              <a:chOff x="2191413" y="1613537"/>
              <a:chExt cx="1719436" cy="1189218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B951676-2F9C-29B1-5628-1C49F1D9D39B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5885A13-F859-25E5-32C0-6FEA913AA26A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D5B0CCD-50C0-109C-4F9D-E337DD335760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7178123-BACF-9311-49B2-BFB0CDBE9E5A}"/>
                </a:ext>
              </a:extLst>
            </p:cNvPr>
            <p:cNvSpPr txBox="1"/>
            <p:nvPr/>
          </p:nvSpPr>
          <p:spPr>
            <a:xfrm>
              <a:off x="2381883" y="6316847"/>
              <a:ext cx="63119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t">
                <a:buNone/>
              </a:pPr>
              <a:r>
                <a:rPr lang="en-US" altLang="ko-KR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95,800</a:t>
              </a:r>
              <a:r>
                <a:rPr lang="ko-KR" altLang="en-US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원</a:t>
              </a:r>
              <a:endParaRPr lang="ko-KR" altLang="ko-KR" sz="700" i="0" spc="-15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5113032A-EB68-79D2-A3E1-5C08B9F0321D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2505638" y="6356459"/>
              <a:ext cx="342356" cy="13274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E9338CF-00FB-BE9C-1BFE-12642066D313}"/>
                </a:ext>
              </a:extLst>
            </p:cNvPr>
            <p:cNvSpPr txBox="1"/>
            <p:nvPr/>
          </p:nvSpPr>
          <p:spPr>
            <a:xfrm>
              <a:off x="3282285" y="6301458"/>
              <a:ext cx="248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b="1" i="0" dirty="0">
                  <a:effectLst/>
                  <a:latin typeface="+mn-ea"/>
                </a:rPr>
                <a:t>원</a:t>
              </a:r>
              <a:endParaRPr lang="ko-KR" altLang="ko-KR" sz="800" b="1" i="0" spc="-150" dirty="0">
                <a:effectLst/>
                <a:latin typeface="+mn-ea"/>
              </a:endParaRPr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4A48909A-97EE-F720-CB49-DA15B619B122}"/>
                </a:ext>
              </a:extLst>
            </p:cNvPr>
            <p:cNvGrpSpPr/>
            <p:nvPr/>
          </p:nvGrpSpPr>
          <p:grpSpPr>
            <a:xfrm>
              <a:off x="1928681" y="5346472"/>
              <a:ext cx="482570" cy="207749"/>
              <a:chOff x="5613970" y="995901"/>
              <a:chExt cx="482570" cy="207749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6A1A962F-298B-A1E6-CC54-B2D38A48D5F5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DADB1F2-8B79-3456-AEB9-A87A451A6E1A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CD2A3CEC-7EAE-1C11-C325-E0034EFD292E}"/>
                </a:ext>
              </a:extLst>
            </p:cNvPr>
            <p:cNvGrpSpPr/>
            <p:nvPr/>
          </p:nvGrpSpPr>
          <p:grpSpPr>
            <a:xfrm>
              <a:off x="2270430" y="5346472"/>
              <a:ext cx="415498" cy="207749"/>
              <a:chOff x="5585876" y="994409"/>
              <a:chExt cx="415498" cy="207749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585CF278-6AC0-A00E-5A5E-08979FB06D9E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B476059-028C-9DBC-3B58-79A86B3E0B03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89" name="하트 88">
              <a:extLst>
                <a:ext uri="{FF2B5EF4-FFF2-40B4-BE49-F238E27FC236}">
                  <a16:creationId xmlns:a16="http://schemas.microsoft.com/office/drawing/2014/main" id="{920C70F0-9C51-2543-87F3-4EE0915D9CF3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1ADF1C5-9132-4A24-7FD5-99F285C72CC0}"/>
              </a:ext>
            </a:extLst>
          </p:cNvPr>
          <p:cNvGrpSpPr/>
          <p:nvPr/>
        </p:nvGrpSpPr>
        <p:grpSpPr>
          <a:xfrm>
            <a:off x="5105369" y="3662899"/>
            <a:ext cx="1719436" cy="2637690"/>
            <a:chOff x="1866711" y="4024079"/>
            <a:chExt cx="1719436" cy="2637690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7C4B304-B4FC-D365-DD94-C4D728CFFB6A}"/>
                </a:ext>
              </a:extLst>
            </p:cNvPr>
            <p:cNvSpPr/>
            <p:nvPr/>
          </p:nvSpPr>
          <p:spPr>
            <a:xfrm>
              <a:off x="1934246" y="4024079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A73FBD11-9BE4-EB95-9DFF-906F1D946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5663" y="4647421"/>
              <a:ext cx="1077259" cy="648072"/>
            </a:xfrm>
            <a:prstGeom prst="rect">
              <a:avLst/>
            </a:prstGeom>
          </p:spPr>
        </p:pic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300B6F4E-A6E8-317F-5CAB-C452FD45010F}"/>
                </a:ext>
              </a:extLst>
            </p:cNvPr>
            <p:cNvGrpSpPr/>
            <p:nvPr/>
          </p:nvGrpSpPr>
          <p:grpSpPr>
            <a:xfrm>
              <a:off x="1866711" y="5472551"/>
              <a:ext cx="1719436" cy="1189218"/>
              <a:chOff x="2191413" y="1613537"/>
              <a:chExt cx="1719436" cy="1189218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8E62DF2-2501-164A-8E99-9F8E0B33D75D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CC1C5CE-313B-751F-31CF-6DC0CBE10D15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26E3E6A-E591-E1ED-919F-B1837A8D04C1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0DF47FC-EDEA-8D13-7C0F-51E39093E032}"/>
                </a:ext>
              </a:extLst>
            </p:cNvPr>
            <p:cNvSpPr txBox="1"/>
            <p:nvPr/>
          </p:nvSpPr>
          <p:spPr>
            <a:xfrm>
              <a:off x="2381883" y="6316847"/>
              <a:ext cx="631196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t">
                <a:buNone/>
              </a:pPr>
              <a:r>
                <a:rPr lang="en-US" altLang="ko-KR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95,800</a:t>
              </a:r>
              <a:r>
                <a:rPr lang="ko-KR" altLang="en-US" sz="70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원</a:t>
              </a:r>
              <a:endParaRPr lang="ko-KR" altLang="ko-KR" sz="700" i="0" spc="-15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endParaRP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1C287B6C-A3C7-7F20-FA6F-C2EB2D334ABE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2505638" y="6356459"/>
              <a:ext cx="342356" cy="13274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F344202-19EE-C11C-53E8-135B5BE0639D}"/>
                </a:ext>
              </a:extLst>
            </p:cNvPr>
            <p:cNvSpPr txBox="1"/>
            <p:nvPr/>
          </p:nvSpPr>
          <p:spPr>
            <a:xfrm>
              <a:off x="3282285" y="6301458"/>
              <a:ext cx="248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b="1" i="0" dirty="0">
                  <a:effectLst/>
                  <a:latin typeface="+mn-ea"/>
                </a:rPr>
                <a:t>원</a:t>
              </a:r>
              <a:endParaRPr lang="ko-KR" altLang="ko-KR" sz="800" b="1" i="0" spc="-150" dirty="0">
                <a:effectLst/>
                <a:latin typeface="+mn-ea"/>
              </a:endParaRP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52F9578A-F530-7966-1EF4-78687E199156}"/>
                </a:ext>
              </a:extLst>
            </p:cNvPr>
            <p:cNvGrpSpPr/>
            <p:nvPr/>
          </p:nvGrpSpPr>
          <p:grpSpPr>
            <a:xfrm>
              <a:off x="1928681" y="5346472"/>
              <a:ext cx="482570" cy="207749"/>
              <a:chOff x="5613970" y="995901"/>
              <a:chExt cx="482570" cy="207749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67C9FF0A-44ED-5B25-4189-FC627321A91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04940D1-019B-8AFB-3879-26B3889941EA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8AC45495-BF82-4065-0298-85D50A9D6D98}"/>
                </a:ext>
              </a:extLst>
            </p:cNvPr>
            <p:cNvGrpSpPr/>
            <p:nvPr/>
          </p:nvGrpSpPr>
          <p:grpSpPr>
            <a:xfrm>
              <a:off x="2270430" y="5346472"/>
              <a:ext cx="415498" cy="207749"/>
              <a:chOff x="5585876" y="994409"/>
              <a:chExt cx="415498" cy="207749"/>
            </a:xfrm>
          </p:grpSpPr>
          <p:sp>
            <p:nvSpPr>
              <p:cNvPr id="107" name="사각형: 둥근 모서리 106">
                <a:extLst>
                  <a:ext uri="{FF2B5EF4-FFF2-40B4-BE49-F238E27FC236}">
                    <a16:creationId xmlns:a16="http://schemas.microsoft.com/office/drawing/2014/main" id="{8EF52907-2E7B-6025-F82D-E9D7CB113434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EBD7B9B-9EF7-941F-D2F1-4D25D0CDAFA4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06" name="하트 105">
              <a:extLst>
                <a:ext uri="{FF2B5EF4-FFF2-40B4-BE49-F238E27FC236}">
                  <a16:creationId xmlns:a16="http://schemas.microsoft.com/office/drawing/2014/main" id="{89B255CE-E6D8-1CEF-B1E3-3931A1C439F4}"/>
                </a:ext>
              </a:extLst>
            </p:cNvPr>
            <p:cNvSpPr/>
            <p:nvPr/>
          </p:nvSpPr>
          <p:spPr>
            <a:xfrm>
              <a:off x="3222922" y="4091653"/>
              <a:ext cx="163855" cy="145402"/>
            </a:xfrm>
            <a:prstGeom prst="hear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935046EB-9508-1C5D-2924-B26CFB2B1436}"/>
              </a:ext>
            </a:extLst>
          </p:cNvPr>
          <p:cNvSpPr txBox="1"/>
          <p:nvPr/>
        </p:nvSpPr>
        <p:spPr>
          <a:xfrm>
            <a:off x="1009722" y="1153852"/>
            <a:ext cx="4463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altLang="ko-KR" sz="1400" b="1" dirty="0"/>
              <a:t>#</a:t>
            </a:r>
            <a:r>
              <a:rPr lang="ko-KR" altLang="en-US" sz="1400" b="1" dirty="0"/>
              <a:t>군기저귀 </a:t>
            </a:r>
            <a:r>
              <a:rPr lang="en-US" altLang="ko-KR" sz="1400" b="1" dirty="0"/>
              <a:t>#</a:t>
            </a:r>
            <a:r>
              <a:rPr lang="ko-KR" altLang="en-US" sz="1400" b="1" dirty="0" err="1"/>
              <a:t>여기서만특가</a:t>
            </a:r>
            <a:r>
              <a:rPr lang="ko-KR" altLang="en-US" sz="1400" b="1" dirty="0"/>
              <a:t> 여름맞이 브랜드 기획전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695EC62-77CF-BE0A-BF23-428DDBD94410}"/>
              </a:ext>
            </a:extLst>
          </p:cNvPr>
          <p:cNvGrpSpPr/>
          <p:nvPr/>
        </p:nvGrpSpPr>
        <p:grpSpPr>
          <a:xfrm>
            <a:off x="8113664" y="1283907"/>
            <a:ext cx="861902" cy="180425"/>
            <a:chOff x="7575453" y="4553907"/>
            <a:chExt cx="861902" cy="180425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02B5401-0EB3-3C74-A3FE-B258E8B758BF}"/>
                </a:ext>
              </a:extLst>
            </p:cNvPr>
            <p:cNvSpPr txBox="1"/>
            <p:nvPr/>
          </p:nvSpPr>
          <p:spPr>
            <a:xfrm>
              <a:off x="7718263" y="4553907"/>
              <a:ext cx="719092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r>
                <a:rPr lang="ko-KR" altLang="en-US" sz="700" b="1" dirty="0">
                  <a:solidFill>
                    <a:srgbClr val="404040"/>
                  </a:solidFill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3</a:t>
              </a:r>
              <a:r>
                <a:rPr lang="ko-KR" altLang="en-US" sz="700" b="1" dirty="0">
                  <a:solidFill>
                    <a:srgbClr val="404040"/>
                  </a:solidFill>
                  <a:ea typeface="맑은 고딕"/>
                </a:rPr>
                <a:t>일 전</a:t>
              </a:r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80ADBE12-7C2A-5433-5E64-C902687910A6}"/>
                </a:ext>
              </a:extLst>
            </p:cNvPr>
            <p:cNvSpPr/>
            <p:nvPr/>
          </p:nvSpPr>
          <p:spPr>
            <a:xfrm>
              <a:off x="7575453" y="4585357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AC3F1F82-5103-4CA6-B61C-EEF50B1D79EB}"/>
                </a:ext>
              </a:extLst>
            </p:cNvPr>
            <p:cNvCxnSpPr>
              <a:cxnSpLocks/>
              <a:stCxn id="138" idx="0"/>
            </p:cNvCxnSpPr>
            <p:nvPr/>
          </p:nvCxnSpPr>
          <p:spPr>
            <a:xfrm>
              <a:off x="7629453" y="4585357"/>
              <a:ext cx="0" cy="54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72823E98-7433-EE7F-C300-F85C632B7805}"/>
                </a:ext>
              </a:extLst>
            </p:cNvPr>
            <p:cNvCxnSpPr>
              <a:cxnSpLocks/>
              <a:stCxn id="138" idx="6"/>
            </p:cNvCxnSpPr>
            <p:nvPr/>
          </p:nvCxnSpPr>
          <p:spPr>
            <a:xfrm flipH="1">
              <a:off x="7629453" y="4639357"/>
              <a:ext cx="54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0044E5-F75A-929F-F815-C0BF1ADD4C35}"/>
              </a:ext>
            </a:extLst>
          </p:cNvPr>
          <p:cNvSpPr txBox="1"/>
          <p:nvPr/>
        </p:nvSpPr>
        <p:spPr>
          <a:xfrm>
            <a:off x="1009722" y="1467642"/>
            <a:ext cx="1217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26.08.03 ~ 26.08.09</a:t>
            </a:r>
            <a:endParaRPr lang="ko-KR" altLang="en-US" sz="9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3EF54-1D28-D7CF-2E62-4B75726C0605}"/>
              </a:ext>
            </a:extLst>
          </p:cNvPr>
          <p:cNvSpPr txBox="1"/>
          <p:nvPr/>
        </p:nvSpPr>
        <p:spPr>
          <a:xfrm>
            <a:off x="1009722" y="3371655"/>
            <a:ext cx="32031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404040"/>
                </a:solidFill>
                <a:latin typeface="맑은 고딕"/>
                <a:ea typeface="맑은 고딕"/>
              </a:rPr>
              <a:t>단 </a:t>
            </a:r>
            <a:r>
              <a:rPr lang="en-US" altLang="ko-KR" sz="700" dirty="0">
                <a:solidFill>
                  <a:srgbClr val="404040"/>
                </a:solidFill>
                <a:latin typeface="맑은 고딕"/>
                <a:ea typeface="맑은 고딕"/>
              </a:rPr>
              <a:t>7</a:t>
            </a:r>
            <a:r>
              <a:rPr lang="ko-KR" altLang="en-US" sz="700" dirty="0">
                <a:solidFill>
                  <a:srgbClr val="404040"/>
                </a:solidFill>
                <a:latin typeface="맑은 고딕"/>
                <a:ea typeface="맑은 고딕"/>
              </a:rPr>
              <a:t>일 간 국민행복몰 단독 특가</a:t>
            </a:r>
            <a:r>
              <a:rPr lang="en-US" altLang="ko-KR" sz="700" dirty="0">
                <a:solidFill>
                  <a:srgbClr val="404040"/>
                </a:solidFill>
                <a:latin typeface="맑은 고딕"/>
                <a:ea typeface="맑은 고딕"/>
              </a:rPr>
              <a:t>! </a:t>
            </a:r>
            <a:r>
              <a:rPr lang="ko-KR" altLang="en-US" sz="700" dirty="0">
                <a:solidFill>
                  <a:srgbClr val="404040"/>
                </a:solidFill>
                <a:latin typeface="맑은 고딕"/>
                <a:ea typeface="맑은 고딕"/>
              </a:rPr>
              <a:t>군 기저귀를 특별한 가격으로 만나보세요</a:t>
            </a:r>
            <a:r>
              <a:rPr lang="en-US" altLang="ko-KR" sz="700" dirty="0">
                <a:solidFill>
                  <a:srgbClr val="404040"/>
                </a:solidFill>
                <a:latin typeface="맑은 고딕"/>
                <a:ea typeface="맑은 고딕"/>
              </a:rPr>
              <a:t>.</a:t>
            </a:r>
            <a:endParaRPr lang="ko-KR" altLang="en-US" sz="7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7F2AF9-EA64-125D-AFA4-EBB275CA4BFE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4079CD-53F8-3CDD-53B1-A303A68C4BDF}"/>
              </a:ext>
            </a:extLst>
          </p:cNvPr>
          <p:cNvSpPr/>
          <p:nvPr/>
        </p:nvSpPr>
        <p:spPr>
          <a:xfrm>
            <a:off x="69715" y="662261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4A73D171-C059-6929-ABCE-B8978B99149E}"/>
              </a:ext>
            </a:extLst>
          </p:cNvPr>
          <p:cNvSpPr/>
          <p:nvPr/>
        </p:nvSpPr>
        <p:spPr>
          <a:xfrm>
            <a:off x="3607376" y="6356217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262345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21022</TotalTime>
  <Words>818</Words>
  <Application>Microsoft Office PowerPoint</Application>
  <PresentationFormat>사용자 지정</PresentationFormat>
  <Paragraphs>251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1490</cp:revision>
  <dcterms:created xsi:type="dcterms:W3CDTF">2020-09-28T12:25:11Z</dcterms:created>
  <dcterms:modified xsi:type="dcterms:W3CDTF">2026-08-05T06:43:11Z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