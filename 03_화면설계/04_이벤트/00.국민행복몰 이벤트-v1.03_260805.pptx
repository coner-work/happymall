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1803" r:id="rId5"/>
    <p:sldId id="624" r:id="rId6"/>
    <p:sldId id="1973" r:id="rId7"/>
    <p:sldId id="1976" r:id="rId8"/>
    <p:sldId id="1963" r:id="rId9"/>
    <p:sldId id="2021" r:id="rId10"/>
    <p:sldId id="1952" r:id="rId11"/>
    <p:sldId id="1979" r:id="rId12"/>
    <p:sldId id="1980" r:id="rId13"/>
    <p:sldId id="1981" r:id="rId14"/>
    <p:sldId id="2022" r:id="rId15"/>
    <p:sldId id="2023" r:id="rId16"/>
    <p:sldId id="2024" r:id="rId17"/>
    <p:sldId id="2025" r:id="rId18"/>
    <p:sldId id="2026" r:id="rId19"/>
    <p:sldId id="2027" r:id="rId20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129"/>
    <a:srgbClr val="34A44E"/>
    <a:srgbClr val="234DD3"/>
    <a:srgbClr val="EB7A67"/>
    <a:srgbClr val="F28C7A"/>
    <a:srgbClr val="00589A"/>
    <a:srgbClr val="235A9A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958181-0907-4DA2-8D5B-A15DA856987B}" v="41" dt="2026-08-05T03:04:01.492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391" autoAdjust="0"/>
  </p:normalViewPr>
  <p:slideViewPr>
    <p:cSldViewPr>
      <p:cViewPr varScale="1">
        <p:scale>
          <a:sx n="135" d="100"/>
          <a:sy n="135" d="100"/>
        </p:scale>
        <p:origin x="96" y="132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 modMainMaster">
      <pc:chgData name="한나 조" userId="65a288ce2c9026c1" providerId="LiveId" clId="{C15A6EEB-526C-46C9-82AA-A02ABBD41001}" dt="2026-08-05T03:06:02.337" v="9090" actId="20577"/>
      <pc:docMkLst>
        <pc:docMk/>
      </pc:docMkLst>
      <pc:sldChg chg="modSp mod">
        <pc:chgData name="한나 조" userId="65a288ce2c9026c1" providerId="LiveId" clId="{C15A6EEB-526C-46C9-82AA-A02ABBD41001}" dt="2026-08-05T02:35:23.964" v="8934"/>
        <pc:sldMkLst>
          <pc:docMk/>
          <pc:sldMk cId="86950737" sldId="624"/>
        </pc:sldMkLst>
        <pc:graphicFrameChg chg="mod modGraphic">
          <ac:chgData name="한나 조" userId="65a288ce2c9026c1" providerId="LiveId" clId="{C15A6EEB-526C-46C9-82AA-A02ABBD41001}" dt="2026-08-05T02:35:23.964" v="8934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8-05T03:06:02.337" v="9090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14T03:45:48.539" v="4871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8-05T03:06:02.337" v="9090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8-05T02:53:59.499" v="8956" actId="164"/>
        <pc:sldMkLst>
          <pc:docMk/>
          <pc:sldMk cId="2301299432" sldId="1952"/>
        </pc:sldMkLst>
        <pc:spChg chg="mod">
          <ac:chgData name="한나 조" userId="65a288ce2c9026c1" providerId="LiveId" clId="{C15A6EEB-526C-46C9-82AA-A02ABBD41001}" dt="2026-07-14T09:14:07.700" v="4931"/>
          <ac:spMkLst>
            <pc:docMk/>
            <pc:sldMk cId="2301299432" sldId="1952"/>
            <ac:spMk id="2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48.945" v="4908"/>
          <ac:spMkLst>
            <pc:docMk/>
            <pc:sldMk cId="2301299432" sldId="1952"/>
            <ac:spMk id="3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38.667" v="4899"/>
          <ac:spMkLst>
            <pc:docMk/>
            <pc:sldMk cId="2301299432" sldId="1952"/>
            <ac:spMk id="4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51.939" v="4914" actId="20577"/>
          <ac:spMkLst>
            <pc:docMk/>
            <pc:sldMk cId="2301299432" sldId="1952"/>
            <ac:spMk id="5" creationId="{00000000-0000-0000-0000-000000000000}"/>
          </ac:spMkLst>
        </pc:spChg>
        <pc:spChg chg="add mod">
          <ac:chgData name="한나 조" userId="65a288ce2c9026c1" providerId="LiveId" clId="{C15A6EEB-526C-46C9-82AA-A02ABBD41001}" dt="2026-07-20T01:28:41.498" v="6298" actId="1076"/>
          <ac:spMkLst>
            <pc:docMk/>
            <pc:sldMk cId="2301299432" sldId="1952"/>
            <ac:spMk id="7" creationId="{1DFEB797-242B-41A6-D50C-D0B2A5557CFB}"/>
          </ac:spMkLst>
        </pc:spChg>
        <pc:spChg chg="add mod">
          <ac:chgData name="한나 조" userId="65a288ce2c9026c1" providerId="LiveId" clId="{C15A6EEB-526C-46C9-82AA-A02ABBD41001}" dt="2026-07-20T01:28:44.223" v="6299" actId="164"/>
          <ac:spMkLst>
            <pc:docMk/>
            <pc:sldMk cId="2301299432" sldId="1952"/>
            <ac:spMk id="9" creationId="{92F3359A-1B61-EC1F-730D-B036A4624F9F}"/>
          </ac:spMkLst>
        </pc:spChg>
        <pc:spChg chg="add mod">
          <ac:chgData name="한나 조" userId="65a288ce2c9026c1" providerId="LiveId" clId="{C15A6EEB-526C-46C9-82AA-A02ABBD41001}" dt="2026-07-20T02:14:13.239" v="6308" actId="14100"/>
          <ac:spMkLst>
            <pc:docMk/>
            <pc:sldMk cId="2301299432" sldId="1952"/>
            <ac:spMk id="14" creationId="{E6DB1205-8643-0915-7AEF-740A42182D27}"/>
          </ac:spMkLst>
        </pc:spChg>
        <pc:spChg chg="mod">
          <ac:chgData name="한나 조" userId="65a288ce2c9026c1" providerId="LiveId" clId="{C15A6EEB-526C-46C9-82AA-A02ABBD41001}" dt="2026-07-16T03:06:43.648" v="5507"/>
          <ac:spMkLst>
            <pc:docMk/>
            <pc:sldMk cId="2301299432" sldId="1952"/>
            <ac:spMk id="15" creationId="{A3AE38EF-3D7D-618E-F6BC-D10441B024C1}"/>
          </ac:spMkLst>
        </pc:spChg>
        <pc:spChg chg="mod">
          <ac:chgData name="한나 조" userId="65a288ce2c9026c1" providerId="LiveId" clId="{C15A6EEB-526C-46C9-82AA-A02ABBD41001}" dt="2026-07-16T02:53:12.242" v="5048"/>
          <ac:spMkLst>
            <pc:docMk/>
            <pc:sldMk cId="2301299432" sldId="1952"/>
            <ac:spMk id="17" creationId="{616E355A-02CF-541E-79B6-D9D77FD9111A}"/>
          </ac:spMkLst>
        </pc:spChg>
        <pc:spChg chg="mod">
          <ac:chgData name="한나 조" userId="65a288ce2c9026c1" providerId="LiveId" clId="{C15A6EEB-526C-46C9-82AA-A02ABBD41001}" dt="2026-07-16T03:20:16.259" v="5539" actId="1076"/>
          <ac:spMkLst>
            <pc:docMk/>
            <pc:sldMk cId="2301299432" sldId="1952"/>
            <ac:spMk id="18" creationId="{853F1B94-7442-DA1A-35DF-CE9A07C85B77}"/>
          </ac:spMkLst>
        </pc:spChg>
        <pc:spChg chg="mod">
          <ac:chgData name="한나 조" userId="65a288ce2c9026c1" providerId="LiveId" clId="{C15A6EEB-526C-46C9-82AA-A02ABBD41001}" dt="2026-07-20T01:29:00.422" v="6303" actId="208"/>
          <ac:spMkLst>
            <pc:docMk/>
            <pc:sldMk cId="2301299432" sldId="1952"/>
            <ac:spMk id="19" creationId="{91DC3E95-ABFA-967B-91BC-F09C51F683D0}"/>
          </ac:spMkLst>
        </pc:spChg>
        <pc:spChg chg="add mod">
          <ac:chgData name="한나 조" userId="65a288ce2c9026c1" providerId="LiveId" clId="{C15A6EEB-526C-46C9-82AA-A02ABBD41001}" dt="2026-07-16T03:00:51.663" v="5383" actId="14100"/>
          <ac:spMkLst>
            <pc:docMk/>
            <pc:sldMk cId="2301299432" sldId="1952"/>
            <ac:spMk id="22" creationId="{951FC73B-555B-132E-1C13-C65C70B7BDDD}"/>
          </ac:spMkLst>
        </pc:spChg>
        <pc:spChg chg="mod topLvl">
          <ac:chgData name="한나 조" userId="65a288ce2c9026c1" providerId="LiveId" clId="{C15A6EEB-526C-46C9-82AA-A02ABBD41001}" dt="2026-08-05T02:53:51.953" v="8954" actId="164"/>
          <ac:spMkLst>
            <pc:docMk/>
            <pc:sldMk cId="2301299432" sldId="1952"/>
            <ac:spMk id="24" creationId="{F48CF5EB-9F59-2A14-CD4B-2FA90A69CDEC}"/>
          </ac:spMkLst>
        </pc:spChg>
        <pc:spChg chg="mod topLvl">
          <ac:chgData name="한나 조" userId="65a288ce2c9026c1" providerId="LiveId" clId="{C15A6EEB-526C-46C9-82AA-A02ABBD41001}" dt="2026-08-05T02:53:51.953" v="8954" actId="164"/>
          <ac:spMkLst>
            <pc:docMk/>
            <pc:sldMk cId="2301299432" sldId="1952"/>
            <ac:spMk id="25" creationId="{8A1780AB-4DC6-EA02-358C-FFC23EB3995D}"/>
          </ac:spMkLst>
        </pc:spChg>
        <pc:spChg chg="del mod">
          <ac:chgData name="한나 조" userId="65a288ce2c9026c1" providerId="LiveId" clId="{C15A6EEB-526C-46C9-82AA-A02ABBD41001}" dt="2026-08-05T02:53:18.583" v="8941" actId="478"/>
          <ac:spMkLst>
            <pc:docMk/>
            <pc:sldMk cId="2301299432" sldId="1952"/>
            <ac:spMk id="26" creationId="{DBAFAA67-18B6-6D84-7989-930162DA1683}"/>
          </ac:spMkLst>
        </pc:spChg>
        <pc:spChg chg="mod topLvl">
          <ac:chgData name="한나 조" userId="65a288ce2c9026c1" providerId="LiveId" clId="{C15A6EEB-526C-46C9-82AA-A02ABBD41001}" dt="2026-08-05T02:53:51.953" v="8954" actId="164"/>
          <ac:spMkLst>
            <pc:docMk/>
            <pc:sldMk cId="2301299432" sldId="1952"/>
            <ac:spMk id="27" creationId="{F7781050-2617-DD2D-4B05-17D748051040}"/>
          </ac:spMkLst>
        </pc:spChg>
        <pc:spChg chg="mod topLvl">
          <ac:chgData name="한나 조" userId="65a288ce2c9026c1" providerId="LiveId" clId="{C15A6EEB-526C-46C9-82AA-A02ABBD41001}" dt="2026-08-05T02:53:51.953" v="8954" actId="164"/>
          <ac:spMkLst>
            <pc:docMk/>
            <pc:sldMk cId="2301299432" sldId="1952"/>
            <ac:spMk id="29" creationId="{90FE4E7F-63A3-E560-CE03-B775A154CAE8}"/>
          </ac:spMkLst>
        </pc:spChg>
        <pc:spChg chg="mod">
          <ac:chgData name="한나 조" userId="65a288ce2c9026c1" providerId="LiveId" clId="{C15A6EEB-526C-46C9-82AA-A02ABBD41001}" dt="2026-08-05T02:53:50.409" v="8953" actId="165"/>
          <ac:spMkLst>
            <pc:docMk/>
            <pc:sldMk cId="2301299432" sldId="1952"/>
            <ac:spMk id="30" creationId="{0E6E87CF-6FD7-8BEA-7B5E-5B0E9C7D554B}"/>
          </ac:spMkLst>
        </pc:spChg>
        <pc:spChg chg="mod">
          <ac:chgData name="한나 조" userId="65a288ce2c9026c1" providerId="LiveId" clId="{C15A6EEB-526C-46C9-82AA-A02ABBD41001}" dt="2026-08-05T02:53:50.409" v="8953" actId="165"/>
          <ac:spMkLst>
            <pc:docMk/>
            <pc:sldMk cId="2301299432" sldId="1952"/>
            <ac:spMk id="32" creationId="{6786158C-CEE5-8D89-2874-61AAC01C6904}"/>
          </ac:spMkLst>
        </pc:spChg>
        <pc:spChg chg="add mod">
          <ac:chgData name="한나 조" userId="65a288ce2c9026c1" providerId="LiveId" clId="{C15A6EEB-526C-46C9-82AA-A02ABBD41001}" dt="2026-07-28T07:18:10.772" v="8712" actId="1076"/>
          <ac:spMkLst>
            <pc:docMk/>
            <pc:sldMk cId="2301299432" sldId="1952"/>
            <ac:spMk id="36" creationId="{6ABEA1CF-390D-5973-5A29-02EC9BB4262A}"/>
          </ac:spMkLst>
        </pc:spChg>
        <pc:spChg chg="add mod">
          <ac:chgData name="한나 조" userId="65a288ce2c9026c1" providerId="LiveId" clId="{C15A6EEB-526C-46C9-82AA-A02ABBD41001}" dt="2026-07-28T07:18:10.772" v="8712" actId="1076"/>
          <ac:spMkLst>
            <pc:docMk/>
            <pc:sldMk cId="2301299432" sldId="1952"/>
            <ac:spMk id="37" creationId="{CABE23A2-EAD5-89F4-0096-B29D89118762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41" creationId="{DD88B120-4F68-BB93-7319-EAD3C81EE7C3}"/>
          </ac:spMkLst>
        </pc:spChg>
        <pc:spChg chg="mod">
          <ac:chgData name="한나 조" userId="65a288ce2c9026c1" providerId="LiveId" clId="{C15A6EEB-526C-46C9-82AA-A02ABBD41001}" dt="2026-07-20T02:55:24.993" v="6925" actId="1038"/>
          <ac:spMkLst>
            <pc:docMk/>
            <pc:sldMk cId="2301299432" sldId="1952"/>
            <ac:spMk id="42" creationId="{E9DD5A57-F199-CDDF-EC79-D9C0EA41DC19}"/>
          </ac:spMkLst>
        </pc:spChg>
        <pc:spChg chg="mod topLvl">
          <ac:chgData name="한나 조" userId="65a288ce2c9026c1" providerId="LiveId" clId="{C15A6EEB-526C-46C9-82AA-A02ABBD41001}" dt="2026-08-05T02:53:56.972" v="8955" actId="164"/>
          <ac:spMkLst>
            <pc:docMk/>
            <pc:sldMk cId="2301299432" sldId="1952"/>
            <ac:spMk id="44" creationId="{D6089430-AA6B-DC2E-8552-EB9205F09A9A}"/>
          </ac:spMkLst>
        </pc:spChg>
        <pc:spChg chg="mod topLvl">
          <ac:chgData name="한나 조" userId="65a288ce2c9026c1" providerId="LiveId" clId="{C15A6EEB-526C-46C9-82AA-A02ABBD41001}" dt="2026-08-05T02:53:56.972" v="8955" actId="164"/>
          <ac:spMkLst>
            <pc:docMk/>
            <pc:sldMk cId="2301299432" sldId="1952"/>
            <ac:spMk id="45" creationId="{DBE997CC-08E8-B3D1-B1F1-87EAB4578D95}"/>
          </ac:spMkLst>
        </pc:spChg>
        <pc:spChg chg="del mod topLvl">
          <ac:chgData name="한나 조" userId="65a288ce2c9026c1" providerId="LiveId" clId="{C15A6EEB-526C-46C9-82AA-A02ABBD41001}" dt="2026-08-05T02:34:28.672" v="8886" actId="478"/>
          <ac:spMkLst>
            <pc:docMk/>
            <pc:sldMk cId="2301299432" sldId="1952"/>
            <ac:spMk id="46" creationId="{3790149B-2742-3DB6-AB4B-A55261039462}"/>
          </ac:spMkLst>
        </pc:spChg>
        <pc:spChg chg="add mod">
          <ac:chgData name="한나 조" userId="65a288ce2c9026c1" providerId="LiveId" clId="{C15A6EEB-526C-46C9-82AA-A02ABBD41001}" dt="2026-08-05T02:53:51.953" v="8954" actId="164"/>
          <ac:spMkLst>
            <pc:docMk/>
            <pc:sldMk cId="2301299432" sldId="1952"/>
            <ac:spMk id="47" creationId="{72F2B0E9-9284-7B09-518E-188973140852}"/>
          </ac:spMkLst>
        </pc:spChg>
        <pc:spChg chg="mod topLvl">
          <ac:chgData name="한나 조" userId="65a288ce2c9026c1" providerId="LiveId" clId="{C15A6EEB-526C-46C9-82AA-A02ABBD41001}" dt="2026-08-05T02:53:56.972" v="8955" actId="164"/>
          <ac:spMkLst>
            <pc:docMk/>
            <pc:sldMk cId="2301299432" sldId="1952"/>
            <ac:spMk id="48" creationId="{8DFD2C8B-6938-9086-BE3A-C87EFA5F773B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49" creationId="{6BB7A223-F460-947F-EF8F-99FA459CF3BB}"/>
          </ac:spMkLst>
        </pc:spChg>
        <pc:spChg chg="add mod topLvl">
          <ac:chgData name="한나 조" userId="65a288ce2c9026c1" providerId="LiveId" clId="{C15A6EEB-526C-46C9-82AA-A02ABBD41001}" dt="2026-08-05T02:53:00.953" v="8935" actId="165"/>
          <ac:spMkLst>
            <pc:docMk/>
            <pc:sldMk cId="2301299432" sldId="1952"/>
            <ac:spMk id="50" creationId="{BA465B45-DCED-73FA-D2B8-25E6E30F39C9}"/>
          </ac:spMkLst>
        </pc:spChg>
        <pc:spChg chg="add mod">
          <ac:chgData name="한나 조" userId="65a288ce2c9026c1" providerId="LiveId" clId="{C15A6EEB-526C-46C9-82AA-A02ABBD41001}" dt="2026-08-05T02:53:00.953" v="8935" actId="165"/>
          <ac:spMkLst>
            <pc:docMk/>
            <pc:sldMk cId="2301299432" sldId="1952"/>
            <ac:spMk id="51" creationId="{E2F914F9-5233-A4F2-8641-8D405FE7D992}"/>
          </ac:spMkLst>
        </pc:spChg>
        <pc:spChg chg="mod">
          <ac:chgData name="한나 조" userId="65a288ce2c9026c1" providerId="LiveId" clId="{C15A6EEB-526C-46C9-82AA-A02ABBD41001}" dt="2026-07-20T02:55:24.993" v="6925" actId="1038"/>
          <ac:spMkLst>
            <pc:docMk/>
            <pc:sldMk cId="2301299432" sldId="1952"/>
            <ac:spMk id="52" creationId="{D405EE2A-D349-4C71-2D08-CC1A8122BB31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54" creationId="{0C1D4EAB-6FB9-5074-80A1-ACE61CE712F2}"/>
          </ac:spMkLst>
        </pc:spChg>
        <pc:spChg chg="mod">
          <ac:chgData name="한나 조" userId="65a288ce2c9026c1" providerId="LiveId" clId="{C15A6EEB-526C-46C9-82AA-A02ABBD41001}" dt="2026-07-20T02:55:21.969" v="6922" actId="20577"/>
          <ac:spMkLst>
            <pc:docMk/>
            <pc:sldMk cId="2301299432" sldId="1952"/>
            <ac:spMk id="55" creationId="{51F8F771-55B8-A676-1DED-2438DB271589}"/>
          </ac:spMkLst>
        </pc:spChg>
        <pc:spChg chg="mod ord">
          <ac:chgData name="한나 조" userId="65a288ce2c9026c1" providerId="LiveId" clId="{C15A6EEB-526C-46C9-82AA-A02ABBD41001}" dt="2026-07-16T07:25:22.626" v="5890" actId="166"/>
          <ac:spMkLst>
            <pc:docMk/>
            <pc:sldMk cId="2301299432" sldId="1952"/>
            <ac:spMk id="135" creationId="{EDC7C32F-76A0-3F09-A800-DC09FE1C9420}"/>
          </ac:spMkLst>
        </pc:spChg>
        <pc:spChg chg="add mod topLvl">
          <ac:chgData name="한나 조" userId="65a288ce2c9026c1" providerId="LiveId" clId="{C15A6EEB-526C-46C9-82AA-A02ABBD41001}" dt="2026-08-05T02:53:56.972" v="8955" actId="164"/>
          <ac:spMkLst>
            <pc:docMk/>
            <pc:sldMk cId="2301299432" sldId="1952"/>
            <ac:spMk id="154" creationId="{919FE51B-E53C-38B0-866C-1A16F60BCDE6}"/>
          </ac:spMkLst>
        </pc:spChg>
        <pc:spChg chg="add mod">
          <ac:chgData name="한나 조" userId="65a288ce2c9026c1" providerId="LiveId" clId="{C15A6EEB-526C-46C9-82AA-A02ABBD41001}" dt="2026-07-16T03:37:45.150" v="5611" actId="1076"/>
          <ac:spMkLst>
            <pc:docMk/>
            <pc:sldMk cId="2301299432" sldId="1952"/>
            <ac:spMk id="169" creationId="{D3EFEE10-08C1-CFBA-9A4E-63BEBD78AF94}"/>
          </ac:spMkLst>
        </pc:spChg>
        <pc:spChg chg="add mod">
          <ac:chgData name="한나 조" userId="65a288ce2c9026c1" providerId="LiveId" clId="{C15A6EEB-526C-46C9-82AA-A02ABBD41001}" dt="2026-07-16T03:38:34.266" v="5625" actId="14100"/>
          <ac:spMkLst>
            <pc:docMk/>
            <pc:sldMk cId="2301299432" sldId="1952"/>
            <ac:spMk id="182" creationId="{B8674537-6BD2-72DE-8CC1-B44F5C5B697F}"/>
          </ac:spMkLst>
        </pc:spChg>
        <pc:spChg chg="add mod">
          <ac:chgData name="한나 조" userId="65a288ce2c9026c1" providerId="LiveId" clId="{C15A6EEB-526C-46C9-82AA-A02ABBD41001}" dt="2026-07-16T03:39:49.304" v="5686"/>
          <ac:spMkLst>
            <pc:docMk/>
            <pc:sldMk cId="2301299432" sldId="1952"/>
            <ac:spMk id="188" creationId="{9C0AFFEE-011A-7C25-3BAF-2B94F3C5A749}"/>
          </ac:spMkLst>
        </pc:spChg>
        <pc:spChg chg="add mod">
          <ac:chgData name="한나 조" userId="65a288ce2c9026c1" providerId="LiveId" clId="{C15A6EEB-526C-46C9-82AA-A02ABBD41001}" dt="2026-08-05T02:53:56.972" v="8955" actId="164"/>
          <ac:spMkLst>
            <pc:docMk/>
            <pc:sldMk cId="2301299432" sldId="1952"/>
            <ac:spMk id="192" creationId="{8D44A6BF-6549-5FFB-1899-56BD241BF2AB}"/>
          </ac:spMkLst>
        </pc:spChg>
        <pc:spChg chg="mod topLvl">
          <ac:chgData name="한나 조" userId="65a288ce2c9026c1" providerId="LiveId" clId="{C15A6EEB-526C-46C9-82AA-A02ABBD41001}" dt="2026-08-05T02:53:59.499" v="8956" actId="164"/>
          <ac:spMkLst>
            <pc:docMk/>
            <pc:sldMk cId="2301299432" sldId="1952"/>
            <ac:spMk id="208" creationId="{2A77FE5A-FF40-2DAA-2830-7769BBA14E4C}"/>
          </ac:spMkLst>
        </pc:spChg>
        <pc:spChg chg="mod topLvl">
          <ac:chgData name="한나 조" userId="65a288ce2c9026c1" providerId="LiveId" clId="{C15A6EEB-526C-46C9-82AA-A02ABBD41001}" dt="2026-08-05T02:53:59.499" v="8956" actId="164"/>
          <ac:spMkLst>
            <pc:docMk/>
            <pc:sldMk cId="2301299432" sldId="1952"/>
            <ac:spMk id="209" creationId="{DF8EC9ED-9D5A-AB5C-AE0F-E2FB2060A1D6}"/>
          </ac:spMkLst>
        </pc:spChg>
        <pc:spChg chg="del mod">
          <ac:chgData name="한나 조" userId="65a288ce2c9026c1" providerId="LiveId" clId="{C15A6EEB-526C-46C9-82AA-A02ABBD41001}" dt="2026-08-05T02:34:32.649" v="8887" actId="478"/>
          <ac:spMkLst>
            <pc:docMk/>
            <pc:sldMk cId="2301299432" sldId="1952"/>
            <ac:spMk id="210" creationId="{66A6CFD1-ADC6-FBA8-9EC6-3790EB2884E5}"/>
          </ac:spMkLst>
        </pc:spChg>
        <pc:spChg chg="mod topLvl">
          <ac:chgData name="한나 조" userId="65a288ce2c9026c1" providerId="LiveId" clId="{C15A6EEB-526C-46C9-82AA-A02ABBD41001}" dt="2026-08-05T02:53:59.499" v="8956" actId="164"/>
          <ac:spMkLst>
            <pc:docMk/>
            <pc:sldMk cId="2301299432" sldId="1952"/>
            <ac:spMk id="211" creationId="{01F8F70A-27BC-56B9-7377-C3E2DC2E8C85}"/>
          </ac:spMkLst>
        </pc:spChg>
        <pc:spChg chg="mod topLvl">
          <ac:chgData name="한나 조" userId="65a288ce2c9026c1" providerId="LiveId" clId="{C15A6EEB-526C-46C9-82AA-A02ABBD41001}" dt="2026-08-05T02:53:59.499" v="8956" actId="164"/>
          <ac:spMkLst>
            <pc:docMk/>
            <pc:sldMk cId="2301299432" sldId="1952"/>
            <ac:spMk id="213" creationId="{61E6DECE-7A93-FAEC-42CB-EAADB7113977}"/>
          </ac:spMkLst>
        </pc:spChg>
        <pc:spChg chg="mod">
          <ac:chgData name="한나 조" userId="65a288ce2c9026c1" providerId="LiveId" clId="{C15A6EEB-526C-46C9-82AA-A02ABBD41001}" dt="2026-08-05T02:53:01.922" v="8936" actId="165"/>
          <ac:spMkLst>
            <pc:docMk/>
            <pc:sldMk cId="2301299432" sldId="1952"/>
            <ac:spMk id="214" creationId="{3F33FC5E-993B-9348-4206-AE5030405F47}"/>
          </ac:spMkLst>
        </pc:spChg>
        <pc:spChg chg="mod">
          <ac:chgData name="한나 조" userId="65a288ce2c9026c1" providerId="LiveId" clId="{C15A6EEB-526C-46C9-82AA-A02ABBD41001}" dt="2026-08-05T02:53:01.922" v="8936" actId="165"/>
          <ac:spMkLst>
            <pc:docMk/>
            <pc:sldMk cId="2301299432" sldId="1952"/>
            <ac:spMk id="216" creationId="{509411DB-B335-8FAB-AB01-2ACBA5A700C3}"/>
          </ac:spMkLst>
        </pc:spChg>
        <pc:spChg chg="add mod">
          <ac:chgData name="한나 조" userId="65a288ce2c9026c1" providerId="LiveId" clId="{C15A6EEB-526C-46C9-82AA-A02ABBD41001}" dt="2026-08-05T02:53:59.499" v="8956" actId="164"/>
          <ac:spMkLst>
            <pc:docMk/>
            <pc:sldMk cId="2301299432" sldId="1952"/>
            <ac:spMk id="219" creationId="{649C6DC2-8945-8624-5791-030FF07B0685}"/>
          </ac:spMkLst>
        </pc:spChg>
        <pc:spChg chg="add mod">
          <ac:chgData name="한나 조" userId="65a288ce2c9026c1" providerId="LiveId" clId="{C15A6EEB-526C-46C9-82AA-A02ABBD41001}" dt="2026-07-16T07:25:29.820" v="5892" actId="20577"/>
          <ac:spMkLst>
            <pc:docMk/>
            <pc:sldMk cId="2301299432" sldId="1952"/>
            <ac:spMk id="220" creationId="{3268A4DE-2358-0768-A44B-C249DF34C657}"/>
          </ac:spMkLst>
        </pc:spChg>
        <pc:spChg chg="add mod">
          <ac:chgData name="한나 조" userId="65a288ce2c9026c1" providerId="LiveId" clId="{C15A6EEB-526C-46C9-82AA-A02ABBD41001}" dt="2026-07-16T07:25:37.392" v="5894" actId="20577"/>
          <ac:spMkLst>
            <pc:docMk/>
            <pc:sldMk cId="2301299432" sldId="1952"/>
            <ac:spMk id="221" creationId="{0E17E092-40BB-8FD6-F353-F7D475D4A260}"/>
          </ac:spMkLst>
        </pc:spChg>
        <pc:spChg chg="add mod">
          <ac:chgData name="한나 조" userId="65a288ce2c9026c1" providerId="LiveId" clId="{C15A6EEB-526C-46C9-82AA-A02ABBD41001}" dt="2026-07-16T07:25:47.976" v="5896" actId="20577"/>
          <ac:spMkLst>
            <pc:docMk/>
            <pc:sldMk cId="2301299432" sldId="1952"/>
            <ac:spMk id="222" creationId="{1D6881D6-D12B-54D3-8D1E-429A63EFD927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3" creationId="{A9F38CDF-7A4D-2031-F462-AB865B035A3D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4" creationId="{0A0CEA0D-E287-96E1-D2CA-3E0FFDF9BF05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5" creationId="{16507D78-2784-B534-B1DF-1AEB5745172B}"/>
          </ac:spMkLst>
        </pc:spChg>
        <pc:grpChg chg="add mod">
          <ac:chgData name="한나 조" userId="65a288ce2c9026c1" providerId="LiveId" clId="{C15A6EEB-526C-46C9-82AA-A02ABBD41001}" dt="2026-07-20T01:28:44.223" v="6299" actId="164"/>
          <ac:grpSpMkLst>
            <pc:docMk/>
            <pc:sldMk cId="2301299432" sldId="1952"/>
            <ac:grpSpMk id="12" creationId="{478DAB12-1763-DE6D-02EB-9355B2A042A4}"/>
          </ac:grpSpMkLst>
        </pc:grpChg>
        <pc:grpChg chg="add mod">
          <ac:chgData name="한나 조" userId="65a288ce2c9026c1" providerId="LiveId" clId="{C15A6EEB-526C-46C9-82AA-A02ABBD41001}" dt="2026-07-16T03:39:18.001" v="5663" actId="1036"/>
          <ac:grpSpMkLst>
            <pc:docMk/>
            <pc:sldMk cId="2301299432" sldId="1952"/>
            <ac:grpSpMk id="13" creationId="{ED500D3D-1C64-4B7A-2862-DD1B59BA3D66}"/>
          </ac:grpSpMkLst>
        </pc:grpChg>
        <pc:grpChg chg="add mod">
          <ac:chgData name="한나 조" userId="65a288ce2c9026c1" providerId="LiveId" clId="{C15A6EEB-526C-46C9-82AA-A02ABBD41001}" dt="2026-07-20T01:28:47.920" v="6300" actId="571"/>
          <ac:grpSpMkLst>
            <pc:docMk/>
            <pc:sldMk cId="2301299432" sldId="1952"/>
            <ac:grpSpMk id="16" creationId="{493F4104-DF61-79D3-0A04-EC0706D9690B}"/>
          </ac:grpSpMkLst>
        </pc:grpChg>
        <pc:grpChg chg="add del mod">
          <ac:chgData name="한나 조" userId="65a288ce2c9026c1" providerId="LiveId" clId="{C15A6EEB-526C-46C9-82AA-A02ABBD41001}" dt="2026-08-05T02:53:50.409" v="8953" actId="165"/>
          <ac:grpSpMkLst>
            <pc:docMk/>
            <pc:sldMk cId="2301299432" sldId="1952"/>
            <ac:grpSpMk id="23" creationId="{C81D436D-3DC0-7F50-773B-5160A017A035}"/>
          </ac:grpSpMkLst>
        </pc:grpChg>
        <pc:grpChg chg="mod topLvl">
          <ac:chgData name="한나 조" userId="65a288ce2c9026c1" providerId="LiveId" clId="{C15A6EEB-526C-46C9-82AA-A02ABBD41001}" dt="2026-08-05T02:53:51.953" v="8954" actId="164"/>
          <ac:grpSpMkLst>
            <pc:docMk/>
            <pc:sldMk cId="2301299432" sldId="1952"/>
            <ac:grpSpMk id="28" creationId="{BB1FFF49-8826-24E2-0C7A-7B93F68C60C5}"/>
          </ac:grpSpMkLst>
        </pc:grpChg>
        <pc:grpChg chg="mod">
          <ac:chgData name="한나 조" userId="65a288ce2c9026c1" providerId="LiveId" clId="{C15A6EEB-526C-46C9-82AA-A02ABBD41001}" dt="2026-08-05T02:53:50.409" v="8953" actId="165"/>
          <ac:grpSpMkLst>
            <pc:docMk/>
            <pc:sldMk cId="2301299432" sldId="1952"/>
            <ac:grpSpMk id="31" creationId="{4F830B61-2EBA-363F-0E26-2A1EBA8E2437}"/>
          </ac:grpSpMkLst>
        </pc:grpChg>
        <pc:grpChg chg="mod">
          <ac:chgData name="한나 조" userId="65a288ce2c9026c1" providerId="LiveId" clId="{C15A6EEB-526C-46C9-82AA-A02ABBD41001}" dt="2026-07-20T02:55:39.210" v="6929" actId="1076"/>
          <ac:grpSpMkLst>
            <pc:docMk/>
            <pc:sldMk cId="2301299432" sldId="1952"/>
            <ac:grpSpMk id="35" creationId="{55E26D8C-4394-FB93-2E00-A98EAFB80D48}"/>
          </ac:grpSpMkLst>
        </pc:grpChg>
        <pc:grpChg chg="add mod">
          <ac:chgData name="한나 조" userId="65a288ce2c9026c1" providerId="LiveId" clId="{C15A6EEB-526C-46C9-82AA-A02ABBD41001}" dt="2026-08-05T02:53:51.953" v="8954" actId="164"/>
          <ac:grpSpMkLst>
            <pc:docMk/>
            <pc:sldMk cId="2301299432" sldId="1952"/>
            <ac:grpSpMk id="56" creationId="{E16CCEA2-F251-97B7-B2A1-FDC437AD21AA}"/>
          </ac:grpSpMkLst>
        </pc:grpChg>
        <pc:grpChg chg="add mod">
          <ac:chgData name="한나 조" userId="65a288ce2c9026c1" providerId="LiveId" clId="{C15A6EEB-526C-46C9-82AA-A02ABBD41001}" dt="2026-08-05T02:53:56.972" v="8955" actId="164"/>
          <ac:grpSpMkLst>
            <pc:docMk/>
            <pc:sldMk cId="2301299432" sldId="1952"/>
            <ac:grpSpMk id="58" creationId="{824CB1B9-2C2C-8B32-9D36-AB72D8F5FED5}"/>
          </ac:grpSpMkLst>
        </pc:grpChg>
        <pc:grpChg chg="add mod">
          <ac:chgData name="한나 조" userId="65a288ce2c9026c1" providerId="LiveId" clId="{C15A6EEB-526C-46C9-82AA-A02ABBD41001}" dt="2026-08-05T02:53:59.499" v="8956" actId="164"/>
          <ac:grpSpMkLst>
            <pc:docMk/>
            <pc:sldMk cId="2301299432" sldId="1952"/>
            <ac:grpSpMk id="59" creationId="{513DC348-1B98-EB6B-AAD0-83949DE47454}"/>
          </ac:grpSpMkLst>
        </pc:grpChg>
        <pc:grpChg chg="add mod topLvl">
          <ac:chgData name="한나 조" userId="65a288ce2c9026c1" providerId="LiveId" clId="{C15A6EEB-526C-46C9-82AA-A02ABBD41001}" dt="2026-08-05T02:53:00.953" v="8935" actId="165"/>
          <ac:grpSpMkLst>
            <pc:docMk/>
            <pc:sldMk cId="2301299432" sldId="1952"/>
            <ac:grpSpMk id="61" creationId="{1CCA6177-8A54-1EAF-0AF0-8D5EF0A03383}"/>
          </ac:grpSpMkLst>
        </pc:grpChg>
        <pc:grpChg chg="add mod topLvl">
          <ac:chgData name="한나 조" userId="65a288ce2c9026c1" providerId="LiveId" clId="{C15A6EEB-526C-46C9-82AA-A02ABBD41001}" dt="2026-08-05T02:53:56.972" v="8955" actId="164"/>
          <ac:grpSpMkLst>
            <pc:docMk/>
            <pc:sldMk cId="2301299432" sldId="1952"/>
            <ac:grpSpMk id="153" creationId="{BE3C47D0-E81F-AA89-32BE-24E5FED1293A}"/>
          </ac:grpSpMkLst>
        </pc:grpChg>
        <pc:grpChg chg="add del mod">
          <ac:chgData name="한나 조" userId="65a288ce2c9026c1" providerId="LiveId" clId="{C15A6EEB-526C-46C9-82AA-A02ABBD41001}" dt="2026-08-05T02:53:00.953" v="8935" actId="165"/>
          <ac:grpSpMkLst>
            <pc:docMk/>
            <pc:sldMk cId="2301299432" sldId="1952"/>
            <ac:grpSpMk id="155" creationId="{D35B98E3-0A27-03E3-C174-630C86860CD3}"/>
          </ac:grpSpMkLst>
        </pc:grpChg>
        <pc:grpChg chg="add del mod">
          <ac:chgData name="한나 조" userId="65a288ce2c9026c1" providerId="LiveId" clId="{C15A6EEB-526C-46C9-82AA-A02ABBD41001}" dt="2026-08-05T02:53:01.922" v="8936" actId="165"/>
          <ac:grpSpMkLst>
            <pc:docMk/>
            <pc:sldMk cId="2301299432" sldId="1952"/>
            <ac:grpSpMk id="207" creationId="{EDC0AA21-1609-FB75-C9B1-F67F7CE65E54}"/>
          </ac:grpSpMkLst>
        </pc:grpChg>
        <pc:grpChg chg="mod topLvl">
          <ac:chgData name="한나 조" userId="65a288ce2c9026c1" providerId="LiveId" clId="{C15A6EEB-526C-46C9-82AA-A02ABBD41001}" dt="2026-08-05T02:53:59.499" v="8956" actId="164"/>
          <ac:grpSpMkLst>
            <pc:docMk/>
            <pc:sldMk cId="2301299432" sldId="1952"/>
            <ac:grpSpMk id="212" creationId="{DAB79780-9408-64E6-DADB-9E854CB804D7}"/>
          </ac:grpSpMkLst>
        </pc:grpChg>
        <pc:grpChg chg="mod">
          <ac:chgData name="한나 조" userId="65a288ce2c9026c1" providerId="LiveId" clId="{C15A6EEB-526C-46C9-82AA-A02ABBD41001}" dt="2026-08-05T02:53:01.922" v="8936" actId="165"/>
          <ac:grpSpMkLst>
            <pc:docMk/>
            <pc:sldMk cId="2301299432" sldId="1952"/>
            <ac:grpSpMk id="215" creationId="{E489AB4D-F17D-940B-27C8-C20463B8529A}"/>
          </ac:grpSpMkLst>
        </pc:grpChg>
        <pc:graphicFrameChg chg="mod modGraphic">
          <ac:chgData name="한나 조" userId="65a288ce2c9026c1" providerId="LiveId" clId="{C15A6EEB-526C-46C9-82AA-A02ABBD41001}" dt="2026-07-28T07:18:22.589" v="8724" actId="20577"/>
          <ac:graphicFrameMkLst>
            <pc:docMk/>
            <pc:sldMk cId="2301299432" sldId="1952"/>
            <ac:graphicFrameMk id="8" creationId="{421252A2-A094-4A35-8DFE-E06C6C044F47}"/>
          </ac:graphicFrameMkLst>
        </pc:graphicFrameChg>
        <pc:cxnChg chg="add mod">
          <ac:chgData name="한나 조" userId="65a288ce2c9026c1" providerId="LiveId" clId="{C15A6EEB-526C-46C9-82AA-A02ABBD41001}" dt="2026-07-20T01:28:44.223" v="6299" actId="164"/>
          <ac:cxnSpMkLst>
            <pc:docMk/>
            <pc:sldMk cId="2301299432" sldId="1952"/>
            <ac:cxnSpMk id="10" creationId="{FE0353EB-BE39-AC03-0E15-5A0411903AA0}"/>
          </ac:cxnSpMkLst>
        </pc:cxnChg>
        <pc:cxnChg chg="add mod">
          <ac:chgData name="한나 조" userId="65a288ce2c9026c1" providerId="LiveId" clId="{C15A6EEB-526C-46C9-82AA-A02ABBD41001}" dt="2026-07-20T01:28:44.223" v="6299" actId="164"/>
          <ac:cxnSpMkLst>
            <pc:docMk/>
            <pc:sldMk cId="2301299432" sldId="1952"/>
            <ac:cxnSpMk id="11" creationId="{5756374C-44A0-AAAB-E6A3-37FCDE81D962}"/>
          </ac:cxnSpMkLst>
        </pc:cxnChg>
        <pc:cxnChg chg="mod">
          <ac:chgData name="한나 조" userId="65a288ce2c9026c1" providerId="LiveId" clId="{C15A6EEB-526C-46C9-82AA-A02ABBD41001}" dt="2026-07-20T01:29:00.422" v="6303" actId="208"/>
          <ac:cxnSpMkLst>
            <pc:docMk/>
            <pc:sldMk cId="2301299432" sldId="1952"/>
            <ac:cxnSpMk id="20" creationId="{BCDBA666-F654-7B27-C83C-17ED19F66472}"/>
          </ac:cxnSpMkLst>
        </pc:cxnChg>
        <pc:cxnChg chg="mod">
          <ac:chgData name="한나 조" userId="65a288ce2c9026c1" providerId="LiveId" clId="{C15A6EEB-526C-46C9-82AA-A02ABBD41001}" dt="2026-07-20T01:29:00.422" v="6303" actId="208"/>
          <ac:cxnSpMkLst>
            <pc:docMk/>
            <pc:sldMk cId="2301299432" sldId="1952"/>
            <ac:cxnSpMk id="21" creationId="{2365AE2C-69EF-FDBA-BAAB-6500DA0D2FF9}"/>
          </ac:cxnSpMkLst>
        </pc:cxnChg>
        <pc:cxnChg chg="mod">
          <ac:chgData name="한나 조" userId="65a288ce2c9026c1" providerId="LiveId" clId="{C15A6EEB-526C-46C9-82AA-A02ABBD41001}" dt="2026-07-20T02:14:31.242" v="6313" actId="1076"/>
          <ac:cxnSpMkLst>
            <pc:docMk/>
            <pc:sldMk cId="2301299432" sldId="1952"/>
            <ac:cxnSpMk id="33" creationId="{C5658C63-A6C0-57F9-EB9D-912704719D9A}"/>
          </ac:cxnSpMkLst>
        </pc:cxnChg>
        <pc:cxnChg chg="mod">
          <ac:chgData name="한나 조" userId="65a288ce2c9026c1" providerId="LiveId" clId="{C15A6EEB-526C-46C9-82AA-A02ABBD41001}" dt="2026-08-05T02:53:50.409" v="8953" actId="165"/>
          <ac:cxnSpMkLst>
            <pc:docMk/>
            <pc:sldMk cId="2301299432" sldId="1952"/>
            <ac:cxnSpMk id="34" creationId="{FC76D5F2-597C-4889-7797-0FFA4726B894}"/>
          </ac:cxnSpMkLst>
        </pc:cxnChg>
        <pc:cxnChg chg="add mod">
          <ac:chgData name="한나 조" userId="65a288ce2c9026c1" providerId="LiveId" clId="{C15A6EEB-526C-46C9-82AA-A02ABBD41001}" dt="2026-08-05T02:53:00.953" v="8935" actId="165"/>
          <ac:cxnSpMkLst>
            <pc:docMk/>
            <pc:sldMk cId="2301299432" sldId="1952"/>
            <ac:cxnSpMk id="53" creationId="{39B23FFE-747F-19FF-2E7A-307C2C7A6524}"/>
          </ac:cxnSpMkLst>
        </pc:cxnChg>
        <pc:cxnChg chg="add mod">
          <ac:chgData name="한나 조" userId="65a288ce2c9026c1" providerId="LiveId" clId="{C15A6EEB-526C-46C9-82AA-A02ABBD41001}" dt="2026-07-16T03:05:40.023" v="5471" actId="208"/>
          <ac:cxnSpMkLst>
            <pc:docMk/>
            <pc:sldMk cId="2301299432" sldId="1952"/>
            <ac:cxnSpMk id="57" creationId="{3DA7BEE5-051E-B125-B5EB-7A1E881DCA68}"/>
          </ac:cxnSpMkLst>
        </pc:cxnChg>
        <pc:cxnChg chg="mod">
          <ac:chgData name="한나 조" userId="65a288ce2c9026c1" providerId="LiveId" clId="{C15A6EEB-526C-46C9-82AA-A02ABBD41001}" dt="2026-08-05T02:53:01.922" v="8936" actId="165"/>
          <ac:cxnSpMkLst>
            <pc:docMk/>
            <pc:sldMk cId="2301299432" sldId="1952"/>
            <ac:cxnSpMk id="217" creationId="{95C07625-3433-0442-5C51-58FE216C204D}"/>
          </ac:cxnSpMkLst>
        </pc:cxnChg>
        <pc:cxnChg chg="mod">
          <ac:chgData name="한나 조" userId="65a288ce2c9026c1" providerId="LiveId" clId="{C15A6EEB-526C-46C9-82AA-A02ABBD41001}" dt="2026-07-20T01:27:24.798" v="6296" actId="1037"/>
          <ac:cxnSpMkLst>
            <pc:docMk/>
            <pc:sldMk cId="2301299432" sldId="1952"/>
            <ac:cxnSpMk id="218" creationId="{DA97A5EA-9F5A-6CCD-ACB5-67D3A80D6F06}"/>
          </ac:cxnSpMkLst>
        </pc:cxnChg>
      </pc:sldChg>
      <pc:sldChg chg="modSp mod">
        <pc:chgData name="한나 조" userId="65a288ce2c9026c1" providerId="LiveId" clId="{C15A6EEB-526C-46C9-82AA-A02ABBD41001}" dt="2026-07-20T07:56:41.571" v="8553" actId="6549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0T07:56:41.571" v="8553" actId="6549"/>
          <ac:graphicFrameMkLst>
            <pc:docMk/>
            <pc:sldMk cId="1502338924" sldId="1963"/>
            <ac:graphicFrameMk id="6" creationId="{450A4719-7E1B-4454-5CA4-8A68DDF9E0EC}"/>
          </ac:graphicFrameMkLst>
        </pc:graphicFrameChg>
      </pc:sldChg>
      <pc:sldChg chg="modSp mod">
        <pc:chgData name="한나 조" userId="65a288ce2c9026c1" providerId="LiveId" clId="{C15A6EEB-526C-46C9-82AA-A02ABBD41001}" dt="2026-07-14T04:00:17.374" v="4898"/>
        <pc:sldMkLst>
          <pc:docMk/>
          <pc:sldMk cId="712698974" sldId="1973"/>
        </pc:sldMkLst>
        <pc:spChg chg="mod">
          <ac:chgData name="한나 조" userId="65a288ce2c9026c1" providerId="LiveId" clId="{C15A6EEB-526C-46C9-82AA-A02ABBD41001}" dt="2026-07-14T04:00:17.374" v="4898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7-14T03:46:30.365" v="4889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16T07:24:57.962" v="5888" actId="22"/>
        <pc:sldMkLst>
          <pc:docMk/>
          <pc:sldMk cId="1882529243" sldId="1976"/>
        </pc:sldMkLst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5" creationId="{383A7D2F-B14B-8A0B-EDB5-236D74D06C2C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2" creationId="{E1AA8C85-2063-1810-1CBF-D6FCD9DB1633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5" creationId="{1817FBE1-59C1-BD1F-48CC-10FB0A23B3DB}"/>
          </ac:spMkLst>
        </pc:spChg>
      </pc:sldChg>
      <pc:sldChg chg="addSp delSp modSp add mod modClrScheme chgLayout">
        <pc:chgData name="한나 조" userId="65a288ce2c9026c1" providerId="LiveId" clId="{C15A6EEB-526C-46C9-82AA-A02ABBD41001}" dt="2026-07-20T07:40:47.150" v="8550" actId="20577"/>
        <pc:sldMkLst>
          <pc:docMk/>
          <pc:sldMk cId="273690203" sldId="1979"/>
        </pc:sldMkLst>
        <pc:spChg chg="mod">
          <ac:chgData name="한나 조" userId="65a288ce2c9026c1" providerId="LiveId" clId="{C15A6EEB-526C-46C9-82AA-A02ABBD41001}" dt="2026-07-16T08:26:01.362" v="5954" actId="20577"/>
          <ac:spMkLst>
            <pc:docMk/>
            <pc:sldMk cId="273690203" sldId="1979"/>
            <ac:spMk id="2" creationId="{C6E06AA3-15FE-A732-BFF3-D9E609B6CBC8}"/>
          </ac:spMkLst>
        </pc:spChg>
        <pc:spChg chg="mod">
          <ac:chgData name="한나 조" userId="65a288ce2c9026c1" providerId="LiveId" clId="{C15A6EEB-526C-46C9-82AA-A02ABBD41001}" dt="2026-07-14T09:14:41.644" v="4993"/>
          <ac:spMkLst>
            <pc:docMk/>
            <pc:sldMk cId="273690203" sldId="1979"/>
            <ac:spMk id="3" creationId="{FF92B592-CACF-62F9-77CE-F952091E12DB}"/>
          </ac:spMkLst>
        </pc:spChg>
        <pc:spChg chg="mod">
          <ac:chgData name="한나 조" userId="65a288ce2c9026c1" providerId="LiveId" clId="{C15A6EEB-526C-46C9-82AA-A02ABBD41001}" dt="2026-07-14T09:14:24.683" v="4941" actId="20577"/>
          <ac:spMkLst>
            <pc:docMk/>
            <pc:sldMk cId="273690203" sldId="1979"/>
            <ac:spMk id="4" creationId="{8A7085F8-03FD-5103-A42F-4F8DA071B04A}"/>
          </ac:spMkLst>
        </pc:spChg>
        <pc:spChg chg="mod">
          <ac:chgData name="한나 조" userId="65a288ce2c9026c1" providerId="LiveId" clId="{C15A6EEB-526C-46C9-82AA-A02ABBD41001}" dt="2026-07-14T09:14:43.796" v="4999" actId="20577"/>
          <ac:spMkLst>
            <pc:docMk/>
            <pc:sldMk cId="273690203" sldId="1979"/>
            <ac:spMk id="5" creationId="{97B953B9-784D-B25D-6AE8-F7E56C8365E5}"/>
          </ac:spMkLst>
        </pc:spChg>
        <pc:spChg chg="add mod">
          <ac:chgData name="한나 조" userId="65a288ce2c9026c1" providerId="LiveId" clId="{C15A6EEB-526C-46C9-82AA-A02ABBD41001}" dt="2026-07-16T03:20:02.916" v="5532"/>
          <ac:spMkLst>
            <pc:docMk/>
            <pc:sldMk cId="273690203" sldId="1979"/>
            <ac:spMk id="7" creationId="{B9E139C4-9B5A-92FE-03A9-7EA2CCFF5774}"/>
          </ac:spMkLst>
        </pc:spChg>
        <pc:spChg chg="mod">
          <ac:chgData name="한나 조" userId="65a288ce2c9026c1" providerId="LiveId" clId="{C15A6EEB-526C-46C9-82AA-A02ABBD41001}" dt="2026-07-16T03:19:54.321" v="5516" actId="1036"/>
          <ac:spMkLst>
            <pc:docMk/>
            <pc:sldMk cId="273690203" sldId="1979"/>
            <ac:spMk id="19" creationId="{2FA34571-406F-7BB6-66EC-1AF83CB7DA35}"/>
          </ac:spMkLst>
        </pc:spChg>
        <pc:spChg chg="add ord">
          <ac:chgData name="한나 조" userId="65a288ce2c9026c1" providerId="LiveId" clId="{C15A6EEB-526C-46C9-82AA-A02ABBD41001}" dt="2026-07-16T03:19:45.686" v="5514" actId="167"/>
          <ac:spMkLst>
            <pc:docMk/>
            <pc:sldMk cId="273690203" sldId="1979"/>
            <ac:spMk id="21" creationId="{BDFD5159-90AF-A69E-787E-25180C79D432}"/>
          </ac:spMkLst>
        </pc:spChg>
        <pc:spChg chg="add mod">
          <ac:chgData name="한나 조" userId="65a288ce2c9026c1" providerId="LiveId" clId="{C15A6EEB-526C-46C9-82AA-A02ABBD41001}" dt="2026-07-16T08:45:47.537" v="6029" actId="20577"/>
          <ac:spMkLst>
            <pc:docMk/>
            <pc:sldMk cId="273690203" sldId="1979"/>
            <ac:spMk id="29" creationId="{D0695BB8-9FDF-9EE9-0609-8B56F3A90C18}"/>
          </ac:spMkLst>
        </pc:spChg>
        <pc:spChg chg="add mod">
          <ac:chgData name="한나 조" userId="65a288ce2c9026c1" providerId="LiveId" clId="{C15A6EEB-526C-46C9-82AA-A02ABBD41001}" dt="2026-07-16T07:04:09.609" v="5705" actId="1076"/>
          <ac:spMkLst>
            <pc:docMk/>
            <pc:sldMk cId="273690203" sldId="1979"/>
            <ac:spMk id="31" creationId="{924A7C44-3CCB-BE6A-CDAA-95F66B024459}"/>
          </ac:spMkLst>
        </pc:spChg>
        <pc:spChg chg="mod topLvl">
          <ac:chgData name="한나 조" userId="65a288ce2c9026c1" providerId="LiveId" clId="{C15A6EEB-526C-46C9-82AA-A02ABBD41001}" dt="2026-07-16T07:04:28.089" v="5708" actId="1076"/>
          <ac:spMkLst>
            <pc:docMk/>
            <pc:sldMk cId="273690203" sldId="1979"/>
            <ac:spMk id="54" creationId="{BBB6DDD7-E13D-25A4-5565-5F2CC6E24768}"/>
          </ac:spMkLst>
        </pc:spChg>
        <pc:spChg chg="mod">
          <ac:chgData name="한나 조" userId="65a288ce2c9026c1" providerId="LiveId" clId="{C15A6EEB-526C-46C9-82AA-A02ABBD41001}" dt="2026-07-16T07:04:45.772" v="5714" actId="14100"/>
          <ac:spMkLst>
            <pc:docMk/>
            <pc:sldMk cId="273690203" sldId="1979"/>
            <ac:spMk id="55" creationId="{98256593-0803-BD4C-5808-ACA6814BE033}"/>
          </ac:spMkLst>
        </pc:spChg>
        <pc:spChg chg="mod">
          <ac:chgData name="한나 조" userId="65a288ce2c9026c1" providerId="LiveId" clId="{C15A6EEB-526C-46C9-82AA-A02ABBD41001}" dt="2026-07-16T07:04:22.070" v="5707" actId="165"/>
          <ac:spMkLst>
            <pc:docMk/>
            <pc:sldMk cId="273690203" sldId="1979"/>
            <ac:spMk id="59" creationId="{7CAB5931-9AD0-B4B6-33E7-8AD82F64AC31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63" creationId="{A1E9E527-A441-E7E9-AF42-E348967E84DB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128" creationId="{68AEB2FC-EF6C-AF20-BB6D-0249E373C7BA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129" creationId="{CEE80B80-73BB-7BC8-A5AF-64337CCD4505}"/>
          </ac:spMkLst>
        </pc:spChg>
        <pc:spChg chg="add mod">
          <ac:chgData name="한나 조" userId="65a288ce2c9026c1" providerId="LiveId" clId="{C15A6EEB-526C-46C9-82AA-A02ABBD41001}" dt="2026-07-16T07:21:22.507" v="5824"/>
          <ac:spMkLst>
            <pc:docMk/>
            <pc:sldMk cId="273690203" sldId="1979"/>
            <ac:spMk id="131" creationId="{2C03935E-130E-D1E0-55CF-59C0864ABBE0}"/>
          </ac:spMkLst>
        </pc:spChg>
        <pc:spChg chg="add mod">
          <ac:chgData name="한나 조" userId="65a288ce2c9026c1" providerId="LiveId" clId="{C15A6EEB-526C-46C9-82AA-A02ABBD41001}" dt="2026-07-16T07:26:04.273" v="5898" actId="1076"/>
          <ac:spMkLst>
            <pc:docMk/>
            <pc:sldMk cId="273690203" sldId="1979"/>
            <ac:spMk id="133" creationId="{80465812-0168-34C3-75EF-4024029C5786}"/>
          </ac:spMkLst>
        </pc:spChg>
        <pc:spChg chg="add mod">
          <ac:chgData name="한나 조" userId="65a288ce2c9026c1" providerId="LiveId" clId="{C15A6EEB-526C-46C9-82AA-A02ABBD41001}" dt="2026-07-16T07:26:10.788" v="5900" actId="20577"/>
          <ac:spMkLst>
            <pc:docMk/>
            <pc:sldMk cId="273690203" sldId="1979"/>
            <ac:spMk id="134" creationId="{2BB54C37-ADCB-0038-7C33-850D8938A709}"/>
          </ac:spMkLst>
        </pc:spChg>
        <pc:spChg chg="add mod">
          <ac:chgData name="한나 조" userId="65a288ce2c9026c1" providerId="LiveId" clId="{C15A6EEB-526C-46C9-82AA-A02ABBD41001}" dt="2026-07-16T08:45:39.545" v="6025" actId="1035"/>
          <ac:spMkLst>
            <pc:docMk/>
            <pc:sldMk cId="273690203" sldId="1979"/>
            <ac:spMk id="138" creationId="{3A9E80C2-3D64-F30F-866D-363F852E9085}"/>
          </ac:spMkLst>
        </pc:spChg>
        <pc:grpChg chg="add mod">
          <ac:chgData name="한나 조" userId="65a288ce2c9026c1" providerId="LiveId" clId="{C15A6EEB-526C-46C9-82AA-A02ABBD41001}" dt="2026-07-16T03:19:37.489" v="5512"/>
          <ac:grpSpMkLst>
            <pc:docMk/>
            <pc:sldMk cId="273690203" sldId="1979"/>
            <ac:grpSpMk id="8" creationId="{7E261700-F804-10AB-A3EF-730C9A079433}"/>
          </ac:grpSpMkLst>
        </pc:grpChg>
        <pc:grpChg chg="mod topLvl">
          <ac:chgData name="한나 조" userId="65a288ce2c9026c1" providerId="LiveId" clId="{C15A6EEB-526C-46C9-82AA-A02ABBD41001}" dt="2026-07-16T07:04:50.592" v="5716" actId="1037"/>
          <ac:grpSpMkLst>
            <pc:docMk/>
            <pc:sldMk cId="273690203" sldId="1979"/>
            <ac:grpSpMk id="53" creationId="{E9ED79D3-8424-5611-D74C-16DE97BE8FBF}"/>
          </ac:grpSpMkLst>
        </pc:grpChg>
        <pc:grpChg chg="mod">
          <ac:chgData name="한나 조" userId="65a288ce2c9026c1" providerId="LiveId" clId="{C15A6EEB-526C-46C9-82AA-A02ABBD41001}" dt="2026-07-16T07:04:22.070" v="5707" actId="165"/>
          <ac:grpSpMkLst>
            <pc:docMk/>
            <pc:sldMk cId="273690203" sldId="1979"/>
            <ac:grpSpMk id="58" creationId="{2B2CDDF6-26A7-7D2C-D8A0-D72AC4C978A8}"/>
          </ac:grpSpMkLst>
        </pc:grpChg>
        <pc:graphicFrameChg chg="add mod modGraphic">
          <ac:chgData name="한나 조" userId="65a288ce2c9026c1" providerId="LiveId" clId="{C15A6EEB-526C-46C9-82AA-A02ABBD41001}" dt="2026-07-20T07:40:47.150" v="8550" actId="20577"/>
          <ac:graphicFrameMkLst>
            <pc:docMk/>
            <pc:sldMk cId="273690203" sldId="1979"/>
            <ac:graphicFrameMk id="9" creationId="{9E2A9F43-A336-00BD-8393-0B368E5BDAD0}"/>
          </ac:graphicFrameMkLst>
        </pc:graphicFrame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0" creationId="{F8DAB4C6-DEC1-EB0F-978C-81B99617A7E8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1" creationId="{E6010064-77FF-808C-D9C9-EB46FE6F16E7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5" creationId="{9D758479-4C39-4E8A-7140-EDFA1F7A050F}"/>
          </ac:picMkLst>
        </pc:picChg>
      </pc:sldChg>
      <pc:sldChg chg="addSp delSp modSp add mod modClrScheme chgLayout">
        <pc:chgData name="한나 조" userId="65a288ce2c9026c1" providerId="LiveId" clId="{C15A6EEB-526C-46C9-82AA-A02ABBD41001}" dt="2026-07-20T07:40:54.176" v="8551"/>
        <pc:sldMkLst>
          <pc:docMk/>
          <pc:sldMk cId="240412298" sldId="1980"/>
        </pc:sldMkLst>
        <pc:spChg chg="mod">
          <ac:chgData name="한나 조" userId="65a288ce2c9026c1" providerId="LiveId" clId="{C15A6EEB-526C-46C9-82AA-A02ABBD41001}" dt="2026-07-16T08:26:18.315" v="5966"/>
          <ac:spMkLst>
            <pc:docMk/>
            <pc:sldMk cId="240412298" sldId="1980"/>
            <ac:spMk id="2" creationId="{0C179BF9-943C-1995-19B9-F9EF1F87566C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12" creationId="{72B9190A-ABAC-655D-6689-0A1DC61F8B9B}"/>
          </ac:spMkLst>
        </pc:spChg>
        <pc:spChg chg="add mod">
          <ac:chgData name="한나 조" userId="65a288ce2c9026c1" providerId="LiveId" clId="{C15A6EEB-526C-46C9-82AA-A02ABBD41001}" dt="2026-07-16T08:45:59.442" v="6038" actId="1037"/>
          <ac:spMkLst>
            <pc:docMk/>
            <pc:sldMk cId="240412298" sldId="1980"/>
            <ac:spMk id="13" creationId="{76212999-7DA7-837B-4BEC-7CABA4A61C70}"/>
          </ac:spMkLst>
        </pc:spChg>
        <pc:spChg chg="add mod">
          <ac:chgData name="한나 조" userId="65a288ce2c9026c1" providerId="LiveId" clId="{C15A6EEB-526C-46C9-82AA-A02ABBD41001}" dt="2026-07-16T09:17:21.991" v="6046" actId="20577"/>
          <ac:spMkLst>
            <pc:docMk/>
            <pc:sldMk cId="240412298" sldId="1980"/>
            <ac:spMk id="14" creationId="{C2B3222A-2225-F61C-2A4F-CC5F22A93638}"/>
          </ac:spMkLst>
        </pc:spChg>
        <pc:spChg chg="add mod ord">
          <ac:chgData name="한나 조" userId="65a288ce2c9026c1" providerId="LiveId" clId="{C15A6EEB-526C-46C9-82AA-A02ABBD41001}" dt="2026-07-16T09:24:43.913" v="6162" actId="167"/>
          <ac:spMkLst>
            <pc:docMk/>
            <pc:sldMk cId="240412298" sldId="1980"/>
            <ac:spMk id="16" creationId="{858A4583-7229-8C60-8C76-3BAD6C981DE0}"/>
          </ac:spMkLst>
        </pc:spChg>
        <pc:spChg chg="add mod">
          <ac:chgData name="한나 조" userId="65a288ce2c9026c1" providerId="LiveId" clId="{C15A6EEB-526C-46C9-82AA-A02ABBD41001}" dt="2026-07-16T09:25:19.110" v="6176" actId="1076"/>
          <ac:spMkLst>
            <pc:docMk/>
            <pc:sldMk cId="240412298" sldId="1980"/>
            <ac:spMk id="20" creationId="{2B99CA8A-ECD6-6818-A7D2-F5C41E8D393E}"/>
          </ac:spMkLst>
        </pc:spChg>
        <pc:spChg chg="add mod">
          <ac:chgData name="한나 조" userId="65a288ce2c9026c1" providerId="LiveId" clId="{C15A6EEB-526C-46C9-82AA-A02ABBD41001}" dt="2026-07-16T09:23:24.542" v="6109" actId="1076"/>
          <ac:spMkLst>
            <pc:docMk/>
            <pc:sldMk cId="240412298" sldId="1980"/>
            <ac:spMk id="22" creationId="{00AFEDF9-1927-0004-8912-9229C8EB32F3}"/>
          </ac:spMkLst>
        </pc:spChg>
        <pc:spChg chg="add mod">
          <ac:chgData name="한나 조" userId="65a288ce2c9026c1" providerId="LiveId" clId="{C15A6EEB-526C-46C9-82AA-A02ABBD41001}" dt="2026-07-16T09:23:33.159" v="6138" actId="207"/>
          <ac:spMkLst>
            <pc:docMk/>
            <pc:sldMk cId="240412298" sldId="1980"/>
            <ac:spMk id="23" creationId="{2E301F8B-E12F-394D-2C3E-E63137394E2C}"/>
          </ac:spMkLst>
        </pc:spChg>
        <pc:spChg chg="add mod">
          <ac:chgData name="한나 조" userId="65a288ce2c9026c1" providerId="LiveId" clId="{C15A6EEB-526C-46C9-82AA-A02ABBD41001}" dt="2026-07-16T09:25:06.646" v="6173" actId="164"/>
          <ac:spMkLst>
            <pc:docMk/>
            <pc:sldMk cId="240412298" sldId="1980"/>
            <ac:spMk id="24" creationId="{408FF585-8A44-D4D2-B625-CC074E50BE3F}"/>
          </ac:spMkLst>
        </pc:spChg>
        <pc:spChg chg="add mod">
          <ac:chgData name="한나 조" userId="65a288ce2c9026c1" providerId="LiveId" clId="{C15A6EEB-526C-46C9-82AA-A02ABBD41001}" dt="2026-07-16T09:24:38.265" v="6160" actId="164"/>
          <ac:spMkLst>
            <pc:docMk/>
            <pc:sldMk cId="240412298" sldId="1980"/>
            <ac:spMk id="25" creationId="{9EAA8615-58F0-80B5-0447-131469C4A75E}"/>
          </ac:spMkLst>
        </pc:spChg>
        <pc:spChg chg="add mod">
          <ac:chgData name="한나 조" userId="65a288ce2c9026c1" providerId="LiveId" clId="{C15A6EEB-526C-46C9-82AA-A02ABBD41001}" dt="2026-07-16T09:24:38.265" v="6160" actId="164"/>
          <ac:spMkLst>
            <pc:docMk/>
            <pc:sldMk cId="240412298" sldId="1980"/>
            <ac:spMk id="26" creationId="{85194628-5881-9990-870C-692B9158C6D4}"/>
          </ac:spMkLst>
        </pc:spChg>
        <pc:spChg chg="mod">
          <ac:chgData name="한나 조" userId="65a288ce2c9026c1" providerId="LiveId" clId="{C15A6EEB-526C-46C9-82AA-A02ABBD41001}" dt="2026-07-16T08:45:55.150" v="6033" actId="20577"/>
          <ac:spMkLst>
            <pc:docMk/>
            <pc:sldMk cId="240412298" sldId="1980"/>
            <ac:spMk id="29" creationId="{CEAFBB97-7E66-918F-C8CA-2916A33B0EBB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0" creationId="{116820FA-D959-92BF-379F-EFFEE2A52A87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2" creationId="{9CBC9765-E9C9-0D98-8795-4DB8B1902888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3" creationId="{66D5A188-EDFC-C408-AAD2-7E51313ED7E8}"/>
          </ac:spMkLst>
        </pc:spChg>
        <pc:spChg chg="mod topLvl">
          <ac:chgData name="한나 조" userId="65a288ce2c9026c1" providerId="LiveId" clId="{C15A6EEB-526C-46C9-82AA-A02ABBD41001}" dt="2026-07-20T07:39:05.219" v="8416" actId="164"/>
          <ac:spMkLst>
            <pc:docMk/>
            <pc:sldMk cId="240412298" sldId="1980"/>
            <ac:spMk id="36" creationId="{E1D68922-93F6-2B43-8782-30A919D6C312}"/>
          </ac:spMkLst>
        </pc:spChg>
        <pc:spChg chg="mod">
          <ac:chgData name="한나 조" userId="65a288ce2c9026c1" providerId="LiveId" clId="{C15A6EEB-526C-46C9-82AA-A02ABBD41001}" dt="2026-07-20T07:39:00.199" v="8413" actId="207"/>
          <ac:spMkLst>
            <pc:docMk/>
            <pc:sldMk cId="240412298" sldId="1980"/>
            <ac:spMk id="37" creationId="{C43E16B3-F2E6-0771-CD98-8712407491C5}"/>
          </ac:spMkLst>
        </pc:spChg>
        <pc:spChg chg="mod">
          <ac:chgData name="한나 조" userId="65a288ce2c9026c1" providerId="LiveId" clId="{C15A6EEB-526C-46C9-82AA-A02ABBD41001}" dt="2026-07-20T07:38:50.505" v="8410" actId="165"/>
          <ac:spMkLst>
            <pc:docMk/>
            <pc:sldMk cId="240412298" sldId="1980"/>
            <ac:spMk id="38" creationId="{4B37E97A-00B2-9426-7294-E61065498DDB}"/>
          </ac:spMkLst>
        </pc:spChg>
        <pc:spChg chg="mod">
          <ac:chgData name="한나 조" userId="65a288ce2c9026c1" providerId="LiveId" clId="{C15A6EEB-526C-46C9-82AA-A02ABBD41001}" dt="2026-07-16T08:27:30.496" v="5987" actId="113"/>
          <ac:spMkLst>
            <pc:docMk/>
            <pc:sldMk cId="240412298" sldId="1980"/>
            <ac:spMk id="128" creationId="{5F73D24B-2071-416E-C321-0F082678A2D9}"/>
          </ac:spMkLst>
        </pc:spChg>
        <pc:spChg chg="mod">
          <ac:chgData name="한나 조" userId="65a288ce2c9026c1" providerId="LiveId" clId="{C15A6EEB-526C-46C9-82AA-A02ABBD41001}" dt="2026-07-16T09:17:13.445" v="6043" actId="1076"/>
          <ac:spMkLst>
            <pc:docMk/>
            <pc:sldMk cId="240412298" sldId="1980"/>
            <ac:spMk id="129" creationId="{EC7B683F-BE8D-331E-C898-CBF02C4B8E38}"/>
          </ac:spMkLst>
        </pc:spChg>
        <pc:spChg chg="mod">
          <ac:chgData name="한나 조" userId="65a288ce2c9026c1" providerId="LiveId" clId="{C15A6EEB-526C-46C9-82AA-A02ABBD41001}" dt="2026-07-16T09:17:02.129" v="6041" actId="1076"/>
          <ac:spMkLst>
            <pc:docMk/>
            <pc:sldMk cId="240412298" sldId="1980"/>
            <ac:spMk id="131" creationId="{3BC6D144-02AF-423B-3619-EC150D56193A}"/>
          </ac:spMkLst>
        </pc:spChg>
        <pc:spChg chg="mod">
          <ac:chgData name="한나 조" userId="65a288ce2c9026c1" providerId="LiveId" clId="{C15A6EEB-526C-46C9-82AA-A02ABBD41001}" dt="2026-07-16T09:17:15.997" v="6044" actId="1076"/>
          <ac:spMkLst>
            <pc:docMk/>
            <pc:sldMk cId="240412298" sldId="1980"/>
            <ac:spMk id="134" creationId="{AC06D90A-00B5-19CF-C439-B14F3DC30F02}"/>
          </ac:spMkLst>
        </pc:spChg>
        <pc:grpChg chg="add mod ord">
          <ac:chgData name="한나 조" userId="65a288ce2c9026c1" providerId="LiveId" clId="{C15A6EEB-526C-46C9-82AA-A02ABBD41001}" dt="2026-07-16T09:25:06.646" v="6173" actId="164"/>
          <ac:grpSpMkLst>
            <pc:docMk/>
            <pc:sldMk cId="240412298" sldId="1980"/>
            <ac:grpSpMk id="27" creationId="{86F8DCC9-1B27-8326-04E2-B0E80ABD3E6B}"/>
          </ac:grpSpMkLst>
        </pc:grpChg>
        <pc:grpChg chg="add mod">
          <ac:chgData name="한나 조" userId="65a288ce2c9026c1" providerId="LiveId" clId="{C15A6EEB-526C-46C9-82AA-A02ABBD41001}" dt="2026-07-16T09:25:22.727" v="6178" actId="1036"/>
          <ac:grpSpMkLst>
            <pc:docMk/>
            <pc:sldMk cId="240412298" sldId="1980"/>
            <ac:grpSpMk id="28" creationId="{2AEB3E13-A900-F959-F912-CFD05B34F81B}"/>
          </ac:grpSpMkLst>
        </pc:grpChg>
        <pc:grpChg chg="mod topLvl">
          <ac:chgData name="한나 조" userId="65a288ce2c9026c1" providerId="LiveId" clId="{C15A6EEB-526C-46C9-82AA-A02ABBD41001}" dt="2026-07-20T07:39:05.219" v="8416" actId="164"/>
          <ac:grpSpMkLst>
            <pc:docMk/>
            <pc:sldMk cId="240412298" sldId="1980"/>
            <ac:grpSpMk id="35" creationId="{1A373062-54AC-FA46-50A6-13A9FDB63A68}"/>
          </ac:grpSpMkLst>
        </pc:grpChg>
        <pc:grpChg chg="add mod">
          <ac:chgData name="한나 조" userId="65a288ce2c9026c1" providerId="LiveId" clId="{C15A6EEB-526C-46C9-82AA-A02ABBD41001}" dt="2026-07-20T07:39:36.834" v="8439" actId="164"/>
          <ac:grpSpMkLst>
            <pc:docMk/>
            <pc:sldMk cId="240412298" sldId="1980"/>
            <ac:grpSpMk id="39" creationId="{F25F7D10-233F-DCE9-7F44-169DEE52A5C6}"/>
          </ac:grpSpMkLst>
        </pc:grpChg>
        <pc:grpChg chg="add mod">
          <ac:chgData name="한나 조" userId="65a288ce2c9026c1" providerId="LiveId" clId="{C15A6EEB-526C-46C9-82AA-A02ABBD41001}" dt="2026-07-20T07:39:38.792" v="8440" actId="1076"/>
          <ac:grpSpMkLst>
            <pc:docMk/>
            <pc:sldMk cId="240412298" sldId="1980"/>
            <ac:grpSpMk id="42" creationId="{41DBF5D2-A7FB-126B-38BF-F63D97352832}"/>
          </ac:grpSpMkLst>
        </pc:grpChg>
        <pc:graphicFrameChg chg="mod modGraphic">
          <ac:chgData name="한나 조" userId="65a288ce2c9026c1" providerId="LiveId" clId="{C15A6EEB-526C-46C9-82AA-A02ABBD41001}" dt="2026-07-20T07:40:54.176" v="8551"/>
          <ac:graphicFrameMkLst>
            <pc:docMk/>
            <pc:sldMk cId="240412298" sldId="1980"/>
            <ac:graphicFrameMk id="9" creationId="{6E85F464-8C7D-F830-258E-B93D93CE13DB}"/>
          </ac:graphicFrameMkLst>
        </pc:graphicFrameChg>
        <pc:cxnChg chg="add mod">
          <ac:chgData name="한나 조" userId="65a288ce2c9026c1" providerId="LiveId" clId="{C15A6EEB-526C-46C9-82AA-A02ABBD41001}" dt="2026-07-20T07:39:36.834" v="8439" actId="164"/>
          <ac:cxnSpMkLst>
            <pc:docMk/>
            <pc:sldMk cId="240412298" sldId="1980"/>
            <ac:cxnSpMk id="17" creationId="{EF9BCA0B-73B8-FEA3-C2C4-AF10DCEC7DEE}"/>
          </ac:cxnSpMkLst>
        </pc:cxnChg>
        <pc:cxnChg chg="add mod">
          <ac:chgData name="한나 조" userId="65a288ce2c9026c1" providerId="LiveId" clId="{C15A6EEB-526C-46C9-82AA-A02ABBD41001}" dt="2026-07-16T09:22:33.791" v="6050" actId="12789"/>
          <ac:cxnSpMkLst>
            <pc:docMk/>
            <pc:sldMk cId="240412298" sldId="1980"/>
            <ac:cxnSpMk id="18" creationId="{5492AF4F-66F6-E1BE-2336-EADC8F565715}"/>
          </ac:cxnSpMkLst>
        </pc:cxnChg>
        <pc:cxnChg chg="add mod">
          <ac:chgData name="한나 조" userId="65a288ce2c9026c1" providerId="LiveId" clId="{C15A6EEB-526C-46C9-82AA-A02ABBD41001}" dt="2026-07-20T07:39:34.633" v="8438" actId="1076"/>
          <ac:cxnSpMkLst>
            <pc:docMk/>
            <pc:sldMk cId="240412298" sldId="1980"/>
            <ac:cxnSpMk id="40" creationId="{71FD37A3-DC5B-00AB-ADA2-7A69C31F751B}"/>
          </ac:cxnSpMkLst>
        </pc:cxnChg>
      </pc:sldChg>
      <pc:sldChg chg="addSp delSp modSp add mod modClrScheme chgLayout">
        <pc:chgData name="한나 조" userId="65a288ce2c9026c1" providerId="LiveId" clId="{C15A6EEB-526C-46C9-82AA-A02ABBD41001}" dt="2026-07-20T07:41:01.493" v="8552"/>
        <pc:sldMkLst>
          <pc:docMk/>
          <pc:sldMk cId="1842736082" sldId="1981"/>
        </pc:sldMkLst>
        <pc:spChg chg="mod">
          <ac:chgData name="한나 조" userId="65a288ce2c9026c1" providerId="LiveId" clId="{C15A6EEB-526C-46C9-82AA-A02ABBD41001}" dt="2026-07-20T02:23:06.166" v="6331"/>
          <ac:spMkLst>
            <pc:docMk/>
            <pc:sldMk cId="1842736082" sldId="1981"/>
            <ac:spMk id="2" creationId="{5C657BD7-EA19-EA4B-5977-13637770A4B7}"/>
          </ac:spMkLst>
        </pc:spChg>
        <pc:spChg chg="mod">
          <ac:chgData name="한나 조" userId="65a288ce2c9026c1" providerId="LiveId" clId="{C15A6EEB-526C-46C9-82AA-A02ABBD41001}" dt="2026-07-20T02:21:06.772" v="6323"/>
          <ac:spMkLst>
            <pc:docMk/>
            <pc:sldMk cId="1842736082" sldId="1981"/>
            <ac:spMk id="13" creationId="{99D89E0E-822E-13E7-8880-0AC58759B379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4" creationId="{009D31CC-8830-9988-1393-88E36859ED70}"/>
          </ac:spMkLst>
        </pc:spChg>
        <pc:spChg chg="add mod">
          <ac:chgData name="한나 조" userId="65a288ce2c9026c1" providerId="LiveId" clId="{C15A6EEB-526C-46C9-82AA-A02ABBD41001}" dt="2026-07-20T02:36:12.480" v="6681"/>
          <ac:spMkLst>
            <pc:docMk/>
            <pc:sldMk cId="1842736082" sldId="1981"/>
            <ac:spMk id="17" creationId="{B4C8D99C-9819-1A26-E30A-6D2698E323E9}"/>
          </ac:spMkLst>
        </pc:spChg>
        <pc:spChg chg="mod">
          <ac:chgData name="한나 조" userId="65a288ce2c9026c1" providerId="LiveId" clId="{C15A6EEB-526C-46C9-82AA-A02ABBD41001}" dt="2026-07-20T02:32:22.821" v="6595"/>
          <ac:spMkLst>
            <pc:docMk/>
            <pc:sldMk cId="1842736082" sldId="1981"/>
            <ac:spMk id="29" creationId="{B18896AD-C984-7437-8978-B6DCBAB92827}"/>
          </ac:spMkLst>
        </pc:spChg>
        <pc:spChg chg="add mod">
          <ac:chgData name="한나 조" userId="65a288ce2c9026c1" providerId="LiveId" clId="{C15A6EEB-526C-46C9-82AA-A02ABBD41001}" dt="2026-07-20T02:43:03.634" v="6850" actId="571"/>
          <ac:spMkLst>
            <pc:docMk/>
            <pc:sldMk cId="1842736082" sldId="1981"/>
            <ac:spMk id="34" creationId="{06259089-76BF-9B72-F0BC-F1221D754E60}"/>
          </ac:spMkLst>
        </pc:spChg>
        <pc:spChg chg="add mod">
          <ac:chgData name="한나 조" userId="65a288ce2c9026c1" providerId="LiveId" clId="{C15A6EEB-526C-46C9-82AA-A02ABBD41001}" dt="2026-07-20T02:43:08.626" v="6851" actId="571"/>
          <ac:spMkLst>
            <pc:docMk/>
            <pc:sldMk cId="1842736082" sldId="1981"/>
            <ac:spMk id="35" creationId="{39E73A67-F36F-D267-5B4E-4DF7F0123720}"/>
          </ac:spMkLst>
        </pc:spChg>
        <pc:spChg chg="add mod">
          <ac:chgData name="한나 조" userId="65a288ce2c9026c1" providerId="LiveId" clId="{C15A6EEB-526C-46C9-82AA-A02ABBD41001}" dt="2026-07-20T02:43:14.447" v="6852" actId="571"/>
          <ac:spMkLst>
            <pc:docMk/>
            <pc:sldMk cId="1842736082" sldId="1981"/>
            <ac:spMk id="36" creationId="{316462C5-4586-AC31-E0EE-1E5938DC7756}"/>
          </ac:spMkLst>
        </pc:spChg>
        <pc:spChg chg="add mod">
          <ac:chgData name="한나 조" userId="65a288ce2c9026c1" providerId="LiveId" clId="{C15A6EEB-526C-46C9-82AA-A02ABBD41001}" dt="2026-07-20T02:43:14.447" v="6852" actId="571"/>
          <ac:spMkLst>
            <pc:docMk/>
            <pc:sldMk cId="1842736082" sldId="1981"/>
            <ac:spMk id="38" creationId="{D0797335-9F29-41B5-1176-DE62129CB8D7}"/>
          </ac:spMkLst>
        </pc:spChg>
        <pc:spChg chg="add mod">
          <ac:chgData name="한나 조" userId="65a288ce2c9026c1" providerId="LiveId" clId="{C15A6EEB-526C-46C9-82AA-A02ABBD41001}" dt="2026-07-20T07:36:28.341" v="8014" actId="207"/>
          <ac:spMkLst>
            <pc:docMk/>
            <pc:sldMk cId="1842736082" sldId="1981"/>
            <ac:spMk id="39" creationId="{1B313F50-1105-1F31-B285-E393E32FC53D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1" creationId="{31885BA4-77C3-7E0B-98A3-6F4014278EFA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2" creationId="{43C317FC-26D4-92EA-0868-DE941D31D1A2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3" creationId="{300E9410-BACC-226F-8904-D57FE0B59942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47" creationId="{F9D1268D-30DE-FBC2-D167-61929BB2C4D2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49" creationId="{6BE2B091-AB9E-275F-EC9C-E05FCFC6214E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50" creationId="{2DD99456-9458-60F6-B1D4-9042AC0A1AAA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51" creationId="{A591D46C-FA7C-9E62-4C0E-310438CE256B}"/>
          </ac:spMkLst>
        </pc:spChg>
        <pc:spChg chg="mod">
          <ac:chgData name="한나 조" userId="65a288ce2c9026c1" providerId="LiveId" clId="{C15A6EEB-526C-46C9-82AA-A02ABBD41001}" dt="2026-07-20T02:25:21.393" v="6419"/>
          <ac:spMkLst>
            <pc:docMk/>
            <pc:sldMk cId="1842736082" sldId="1981"/>
            <ac:spMk id="54" creationId="{235DD7CD-3F50-65D2-00A0-2FFEEF5BED4C}"/>
          </ac:spMkLst>
        </pc:spChg>
        <pc:spChg chg="mod">
          <ac:chgData name="한나 조" userId="65a288ce2c9026c1" providerId="LiveId" clId="{C15A6EEB-526C-46C9-82AA-A02ABBD41001}" dt="2026-07-20T02:25:32.823" v="6440" actId="14100"/>
          <ac:spMkLst>
            <pc:docMk/>
            <pc:sldMk cId="1842736082" sldId="1981"/>
            <ac:spMk id="55" creationId="{197BF658-738D-E441-C406-69CE39117D9C}"/>
          </ac:spMkLst>
        </pc:spChg>
        <pc:spChg chg="add mod">
          <ac:chgData name="한나 조" userId="65a288ce2c9026c1" providerId="LiveId" clId="{C15A6EEB-526C-46C9-82AA-A02ABBD41001}" dt="2026-07-20T02:56:15.392" v="6937" actId="1076"/>
          <ac:spMkLst>
            <pc:docMk/>
            <pc:sldMk cId="1842736082" sldId="1981"/>
            <ac:spMk id="56" creationId="{C6FF19FE-384C-DB7C-18D6-593AF3CA9074}"/>
          </ac:spMkLst>
        </pc:spChg>
        <pc:spChg chg="add mod">
          <ac:chgData name="한나 조" userId="65a288ce2c9026c1" providerId="LiveId" clId="{C15A6EEB-526C-46C9-82AA-A02ABBD41001}" dt="2026-07-20T02:45:57.193" v="6873" actId="20577"/>
          <ac:spMkLst>
            <pc:docMk/>
            <pc:sldMk cId="1842736082" sldId="1981"/>
            <ac:spMk id="57" creationId="{273ABC11-BB85-0719-FC27-F6D60EDB33B0}"/>
          </ac:spMkLst>
        </pc:spChg>
        <pc:spChg chg="mod">
          <ac:chgData name="한나 조" userId="65a288ce2c9026c1" providerId="LiveId" clId="{C15A6EEB-526C-46C9-82AA-A02ABBD41001}" dt="2026-07-20T02:25:40.709" v="6445" actId="1037"/>
          <ac:spMkLst>
            <pc:docMk/>
            <pc:sldMk cId="1842736082" sldId="1981"/>
            <ac:spMk id="59" creationId="{475E3108-D2C3-8767-18CB-E0793562104F}"/>
          </ac:spMkLst>
        </pc:spChg>
        <pc:spChg chg="add mod">
          <ac:chgData name="한나 조" userId="65a288ce2c9026c1" providerId="LiveId" clId="{C15A6EEB-526C-46C9-82AA-A02ABBD41001}" dt="2026-07-20T02:46:02.737" v="6876" actId="20577"/>
          <ac:spMkLst>
            <pc:docMk/>
            <pc:sldMk cId="1842736082" sldId="1981"/>
            <ac:spMk id="62" creationId="{49609CE9-F57C-6BAE-E90C-9090681271C3}"/>
          </ac:spMkLst>
        </pc:spChg>
        <pc:spChg chg="mod">
          <ac:chgData name="한나 조" userId="65a288ce2c9026c1" providerId="LiveId" clId="{C15A6EEB-526C-46C9-82AA-A02ABBD41001}" dt="2026-07-20T02:32:51.286" v="6600" actId="14100"/>
          <ac:spMkLst>
            <pc:docMk/>
            <pc:sldMk cId="1842736082" sldId="1981"/>
            <ac:spMk id="63" creationId="{9B8F7552-3A16-3FC2-1AF6-E5CBE18CE319}"/>
          </ac:spMkLst>
        </pc:spChg>
        <pc:spChg chg="mod">
          <ac:chgData name="한나 조" userId="65a288ce2c9026c1" providerId="LiveId" clId="{C15A6EEB-526C-46C9-82AA-A02ABBD41001}" dt="2026-07-20T02:34:50.572" v="6659" actId="14100"/>
          <ac:spMkLst>
            <pc:docMk/>
            <pc:sldMk cId="1842736082" sldId="1981"/>
            <ac:spMk id="128" creationId="{CABA7D9B-0617-9DA8-1ABC-6BD85568884A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29" creationId="{58B76312-558D-F917-0373-9F0B88A44810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31" creationId="{4AF619E2-2C0C-4105-8525-DF647CE11D31}"/>
          </ac:spMkLst>
        </pc:spChg>
        <pc:graphicFrameChg chg="mod modGraphic">
          <ac:chgData name="한나 조" userId="65a288ce2c9026c1" providerId="LiveId" clId="{C15A6EEB-526C-46C9-82AA-A02ABBD41001}" dt="2026-07-20T07:41:01.493" v="8552"/>
          <ac:graphicFrameMkLst>
            <pc:docMk/>
            <pc:sldMk cId="1842736082" sldId="1981"/>
            <ac:graphicFrameMk id="9" creationId="{7A7BC2CE-E5D3-FD7B-22C1-7FCEAEE36B1A}"/>
          </ac:graphicFrameMkLst>
        </pc:graphicFrameChg>
        <pc:graphicFrameChg chg="add mod modGraphic">
          <ac:chgData name="한나 조" userId="65a288ce2c9026c1" providerId="LiveId" clId="{C15A6EEB-526C-46C9-82AA-A02ABBD41001}" dt="2026-07-20T02:41:50.050" v="6825" actId="20577"/>
          <ac:graphicFrameMkLst>
            <pc:docMk/>
            <pc:sldMk cId="1842736082" sldId="1981"/>
            <ac:graphicFrameMk id="30" creationId="{C70D73A5-B4B9-1254-D6B5-571F193DDFDB}"/>
          </ac:graphicFrameMkLst>
        </pc:graphicFrameChg>
        <pc:cxnChg chg="mod">
          <ac:chgData name="한나 조" userId="65a288ce2c9026c1" providerId="LiveId" clId="{C15A6EEB-526C-46C9-82AA-A02ABBD41001}" dt="2026-07-20T02:25:40.709" v="6445" actId="1037"/>
          <ac:cxnSpMkLst>
            <pc:docMk/>
            <pc:sldMk cId="1842736082" sldId="1981"/>
            <ac:cxnSpMk id="60" creationId="{A23AD9F3-4255-029C-EB55-65943B437BFA}"/>
          </ac:cxnSpMkLst>
        </pc:cxnChg>
        <pc:cxnChg chg="mod">
          <ac:chgData name="한나 조" userId="65a288ce2c9026c1" providerId="LiveId" clId="{C15A6EEB-526C-46C9-82AA-A02ABBD41001}" dt="2026-07-20T02:25:40.709" v="6445" actId="1037"/>
          <ac:cxnSpMkLst>
            <pc:docMk/>
            <pc:sldMk cId="1842736082" sldId="1981"/>
            <ac:cxnSpMk id="61" creationId="{EC600E1D-C48C-A8BA-12C7-45FFF2D92ACB}"/>
          </ac:cxnSpMkLst>
        </pc:cxnChg>
        <pc:cxnChg chg="add mod">
          <ac:chgData name="한나 조" userId="65a288ce2c9026c1" providerId="LiveId" clId="{C15A6EEB-526C-46C9-82AA-A02ABBD41001}" dt="2026-07-20T02:56:12.616" v="6936" actId="14100"/>
          <ac:cxnSpMkLst>
            <pc:docMk/>
            <pc:sldMk cId="1842736082" sldId="1981"/>
            <ac:cxnSpMk id="130" creationId="{90B4F605-C4E1-03FF-CDB3-01762BD7C045}"/>
          </ac:cxnSpMkLst>
        </pc:cxnChg>
      </pc:sldChg>
      <pc:sldChg chg="modSp add mod ord">
        <pc:chgData name="한나 조" userId="65a288ce2c9026c1" providerId="LiveId" clId="{C15A6EEB-526C-46C9-82AA-A02ABBD41001}" dt="2026-07-20T02:58:33.796" v="6951" actId="20577"/>
        <pc:sldMkLst>
          <pc:docMk/>
          <pc:sldMk cId="1823439932" sldId="2021"/>
        </pc:sldMkLst>
        <pc:spChg chg="mod">
          <ac:chgData name="한나 조" userId="65a288ce2c9026c1" providerId="LiveId" clId="{C15A6EEB-526C-46C9-82AA-A02ABBD41001}" dt="2026-07-20T02:58:33.796" v="6951" actId="20577"/>
          <ac:spMkLst>
            <pc:docMk/>
            <pc:sldMk cId="1823439932" sldId="2021"/>
            <ac:spMk id="2" creationId="{5D3E4EFB-2AF1-D01D-A096-F08BB109A7E7}"/>
          </ac:spMkLst>
        </pc:spChg>
      </pc:sldChg>
      <pc:sldChg chg="add ord">
        <pc:chgData name="한나 조" userId="65a288ce2c9026c1" providerId="LiveId" clId="{C15A6EEB-526C-46C9-82AA-A02ABBD41001}" dt="2026-07-20T02:58:25.354" v="6943"/>
        <pc:sldMkLst>
          <pc:docMk/>
          <pc:sldMk cId="3112452420" sldId="2022"/>
        </pc:sldMkLst>
      </pc:sldChg>
      <pc:sldChg chg="addSp delSp modSp add mod ord modClrScheme chgLayout">
        <pc:chgData name="한나 조" userId="65a288ce2c9026c1" providerId="LiveId" clId="{C15A6EEB-526C-46C9-82AA-A02ABBD41001}" dt="2026-07-28T07:17:39.787" v="8696" actId="1076"/>
        <pc:sldMkLst>
          <pc:docMk/>
          <pc:sldMk cId="2790329590" sldId="2023"/>
        </pc:sldMkLst>
        <pc:spChg chg="add mod">
          <ac:chgData name="한나 조" userId="65a288ce2c9026c1" providerId="LiveId" clId="{C15A6EEB-526C-46C9-82AA-A02ABBD41001}" dt="2026-07-28T07:17:39.787" v="8696" actId="1076"/>
          <ac:spMkLst>
            <pc:docMk/>
            <pc:sldMk cId="2790329590" sldId="2023"/>
            <ac:spMk id="9" creationId="{3A5D4102-5B91-FB1A-B3B4-DC333260C3C1}"/>
          </ac:spMkLst>
        </pc:spChg>
        <pc:spChg chg="add mod">
          <ac:chgData name="한나 조" userId="65a288ce2c9026c1" providerId="LiveId" clId="{C15A6EEB-526C-46C9-82AA-A02ABBD41001}" dt="2026-07-28T07:17:35.706" v="8695" actId="1076"/>
          <ac:spMkLst>
            <pc:docMk/>
            <pc:sldMk cId="2790329590" sldId="2023"/>
            <ac:spMk id="11" creationId="{E2F5103D-629B-2D5F-C795-E7D325546B81}"/>
          </ac:spMkLst>
        </pc:spChg>
        <pc:spChg chg="add mod">
          <ac:chgData name="한나 조" userId="65a288ce2c9026c1" providerId="LiveId" clId="{C15A6EEB-526C-46C9-82AA-A02ABBD41001}" dt="2026-07-28T07:17:08.768" v="8686" actId="20577"/>
          <ac:spMkLst>
            <pc:docMk/>
            <pc:sldMk cId="2790329590" sldId="2023"/>
            <ac:spMk id="12" creationId="{14B2104C-D806-CDFE-BFDF-6643E2C0C3E9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22" creationId="{BBD9C655-DBFF-68D0-99AC-4592780823C5}"/>
          </ac:spMkLst>
        </pc:spChg>
        <pc:spChg chg="add mod">
          <ac:chgData name="한나 조" userId="65a288ce2c9026c1" providerId="LiveId" clId="{C15A6EEB-526C-46C9-82AA-A02ABBD41001}" dt="2026-07-20T05:42:00.496" v="6965"/>
          <ac:spMkLst>
            <pc:docMk/>
            <pc:sldMk cId="2790329590" sldId="2023"/>
            <ac:spMk id="37" creationId="{F2ADEBB5-D971-36BF-A0F0-EAED3B56B886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29" creationId="{0AFADAF5-5AB3-8B60-8DED-AF7879BB1249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1" creationId="{99E6DB33-E0AD-0E7D-4ECF-5EDA1F0E2B5A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2" creationId="{CF5A630A-1016-D00D-0568-B5292DFB4BC6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3" creationId="{716B790B-2609-54CD-5ACC-6634343A0A15}"/>
          </ac:spMkLst>
        </pc:spChg>
        <pc:spChg chg="add 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6" creationId="{1A85D789-6AA7-AB29-62EC-0704E25E45E1}"/>
          </ac:spMkLst>
        </pc:spChg>
        <pc:spChg chg="add 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8" creationId="{E37378E9-0ABA-8580-7F5A-7AD3DEEBB5A2}"/>
          </ac:spMkLst>
        </pc:spChg>
        <pc:spChg chg="mod">
          <ac:chgData name="한나 조" userId="65a288ce2c9026c1" providerId="LiveId" clId="{C15A6EEB-526C-46C9-82AA-A02ABBD41001}" dt="2026-07-20T05:51:30.397" v="7151"/>
          <ac:spMkLst>
            <pc:docMk/>
            <pc:sldMk cId="2790329590" sldId="2023"/>
            <ac:spMk id="141" creationId="{B29109A0-EE87-2E89-FF30-08657599BC3A}"/>
          </ac:spMkLst>
        </pc:spChg>
        <pc:spChg chg="mod">
          <ac:chgData name="한나 조" userId="65a288ce2c9026c1" providerId="LiveId" clId="{C15A6EEB-526C-46C9-82AA-A02ABBD41001}" dt="2026-07-20T05:51:50.105" v="7206" actId="20577"/>
          <ac:spMkLst>
            <pc:docMk/>
            <pc:sldMk cId="2790329590" sldId="2023"/>
            <ac:spMk id="142" creationId="{FA8A7AFA-48AD-029F-F362-828EE5C9723D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4" creationId="{26395AD6-BCEF-D20D-8A70-B676592A993B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5" creationId="{DE232735-6C09-1898-F258-654F6205CE6C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6" creationId="{0203FDB4-180C-51E6-DA37-DE27E86ED252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7" creationId="{20363F10-551C-CE9F-76CB-689DD99D45E3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8" creationId="{0EB95932-9C41-F3CB-E47E-FC467F1D173C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9" creationId="{FB6DE138-67E8-F52E-70A9-9CD94A327097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51" creationId="{5CB18521-AEE5-4F2A-8F96-7F9BF4380C07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56" creationId="{E05CA92E-32A9-2F98-BFDA-57CB05C3C61A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182" creationId="{5E7F354C-7275-1935-BE83-7D1B1F576B39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188" creationId="{E003CEEC-70BD-590F-4147-2503CA473E63}"/>
          </ac:spMkLst>
        </pc:spChg>
        <pc:spChg chg="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214" creationId="{0A64FD25-45D5-2D2C-F162-6688B08E3E2B}"/>
          </ac:spMkLst>
        </pc:spChg>
        <pc:spChg chg="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216" creationId="{678E2054-F91B-9FC1-E299-1297DEA62CC0}"/>
          </ac:spMkLst>
        </pc:spChg>
        <pc:grpChg chg="add 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39" creationId="{2CAC1489-E531-DBD9-D69C-5A1C0A617E5E}"/>
          </ac:grpSpMkLst>
        </pc:grpChg>
        <pc:grpChg chg="add 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40" creationId="{E9559E4A-5BEF-C09D-F8FC-5A1582F0C12D}"/>
          </ac:grpSpMkLst>
        </pc:grpChg>
        <pc:grpChg chg="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43" creationId="{2765C311-9B50-52BF-E945-0B0D28637522}"/>
          </ac:grpSpMkLst>
        </pc:grpChg>
        <pc:grpChg chg="mod">
          <ac:chgData name="한나 조" userId="65a288ce2c9026c1" providerId="LiveId" clId="{C15A6EEB-526C-46C9-82AA-A02ABBD41001}" dt="2026-07-20T05:52:40.452" v="7218" actId="571"/>
          <ac:grpSpMkLst>
            <pc:docMk/>
            <pc:sldMk cId="2790329590" sldId="2023"/>
            <ac:grpSpMk id="150" creationId="{340017B5-9442-CAC2-F8FB-9F999546BCBD}"/>
          </ac:grpSpMkLst>
        </pc:grpChg>
        <pc:grpChg chg="mod">
          <ac:chgData name="한나 조" userId="65a288ce2c9026c1" providerId="LiveId" clId="{C15A6EEB-526C-46C9-82AA-A02ABBD41001}" dt="2026-07-20T05:52:40.452" v="7218" actId="571"/>
          <ac:grpSpMkLst>
            <pc:docMk/>
            <pc:sldMk cId="2790329590" sldId="2023"/>
            <ac:grpSpMk id="152" creationId="{B39A931F-0B2A-13FA-C1A8-DB901209487F}"/>
          </ac:grpSpMkLst>
        </pc:grpChg>
        <pc:grpChg chg="mod ord topLvl">
          <ac:chgData name="한나 조" userId="65a288ce2c9026c1" providerId="LiveId" clId="{C15A6EEB-526C-46C9-82AA-A02ABBD41001}" dt="2026-07-20T05:52:55.600" v="7231"/>
          <ac:grpSpMkLst>
            <pc:docMk/>
            <pc:sldMk cId="2790329590" sldId="2023"/>
            <ac:grpSpMk id="212" creationId="{3E070E47-FC93-4FEE-C69D-921AF751D1C1}"/>
          </ac:grpSpMkLst>
        </pc:grpChg>
        <pc:grpChg chg="mod">
          <ac:chgData name="한나 조" userId="65a288ce2c9026c1" providerId="LiveId" clId="{C15A6EEB-526C-46C9-82AA-A02ABBD41001}" dt="2026-07-20T05:49:42.190" v="7120" actId="165"/>
          <ac:grpSpMkLst>
            <pc:docMk/>
            <pc:sldMk cId="2790329590" sldId="2023"/>
            <ac:grpSpMk id="215" creationId="{55FBC2F9-9E8A-431F-15F5-B3708476CDE7}"/>
          </ac:grpSpMkLst>
        </pc:grpChg>
        <pc:graphicFrameChg chg="mod modGraphic">
          <ac:chgData name="한나 조" userId="65a288ce2c9026c1" providerId="LiveId" clId="{C15A6EEB-526C-46C9-82AA-A02ABBD41001}" dt="2026-07-20T05:59:44.253" v="7241" actId="6549"/>
          <ac:graphicFrameMkLst>
            <pc:docMk/>
            <pc:sldMk cId="2790329590" sldId="2023"/>
            <ac:graphicFrameMk id="8" creationId="{CD805CDA-E770-5E80-455E-BA1AABCD4790}"/>
          </ac:graphicFrameMkLst>
        </pc:graphicFrameChg>
      </pc:sldChg>
      <pc:sldChg chg="addSp delSp modSp add mod">
        <pc:chgData name="한나 조" userId="65a288ce2c9026c1" providerId="LiveId" clId="{C15A6EEB-526C-46C9-82AA-A02ABBD41001}" dt="2026-08-05T03:00:58.471" v="9006" actId="1035"/>
        <pc:sldMkLst>
          <pc:docMk/>
          <pc:sldMk cId="2895159944" sldId="2024"/>
        </pc:sldMkLst>
        <pc:spChg chg="mod">
          <ac:chgData name="한나 조" userId="65a288ce2c9026c1" providerId="LiveId" clId="{C15A6EEB-526C-46C9-82AA-A02ABBD41001}" dt="2026-08-05T02:56:37.078" v="8992"/>
          <ac:spMkLst>
            <pc:docMk/>
            <pc:sldMk cId="2895159944" sldId="2024"/>
            <ac:spMk id="2" creationId="{BD689C6F-32D5-ABEC-86DA-727C9D30A59A}"/>
          </ac:spMkLst>
        </pc:spChg>
        <pc:spChg chg="mod">
          <ac:chgData name="한나 조" userId="65a288ce2c9026c1" providerId="LiveId" clId="{C15A6EEB-526C-46C9-82AA-A02ABBD41001}" dt="2026-08-05T01:18:59.449" v="8864"/>
          <ac:spMkLst>
            <pc:docMk/>
            <pc:sldMk cId="2895159944" sldId="2024"/>
            <ac:spMk id="3" creationId="{EBD07E5A-10FB-6154-736C-9C5DDAD1725F}"/>
          </ac:spMkLst>
        </pc:spChg>
        <pc:spChg chg="mod">
          <ac:chgData name="한나 조" userId="65a288ce2c9026c1" providerId="LiveId" clId="{C15A6EEB-526C-46C9-82AA-A02ABBD41001}" dt="2026-08-05T01:19:08.362" v="8865"/>
          <ac:spMkLst>
            <pc:docMk/>
            <pc:sldMk cId="2895159944" sldId="2024"/>
            <ac:spMk id="4" creationId="{AC2D9CF1-DA7A-0933-3660-0274CFF54590}"/>
          </ac:spMkLst>
        </pc:spChg>
        <pc:spChg chg="mod">
          <ac:chgData name="한나 조" userId="65a288ce2c9026c1" providerId="LiveId" clId="{C15A6EEB-526C-46C9-82AA-A02ABBD41001}" dt="2026-08-05T01:19:18.347" v="8885" actId="20577"/>
          <ac:spMkLst>
            <pc:docMk/>
            <pc:sldMk cId="2895159944" sldId="2024"/>
            <ac:spMk id="5" creationId="{F5BE5846-0E01-EDB4-8E75-4BEC4FC278A6}"/>
          </ac:spMkLst>
        </pc:spChg>
        <pc:spChg chg="add mod">
          <ac:chgData name="한나 조" userId="65a288ce2c9026c1" providerId="LiveId" clId="{C15A6EEB-526C-46C9-82AA-A02ABBD41001}" dt="2026-08-05T02:56:13.650" v="8983" actId="1035"/>
          <ac:spMkLst>
            <pc:docMk/>
            <pc:sldMk cId="2895159944" sldId="2024"/>
            <ac:spMk id="7" creationId="{7EA9E98B-3098-8867-10E6-6EBAE7B044A1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9" creationId="{5410C494-3052-0FE4-6F0E-404377419841}"/>
          </ac:spMkLst>
        </pc:spChg>
        <pc:spChg chg="add mod">
          <ac:chgData name="한나 조" userId="65a288ce2c9026c1" providerId="LiveId" clId="{C15A6EEB-526C-46C9-82AA-A02ABBD41001}" dt="2026-08-05T03:00:58.471" v="9006" actId="1035"/>
          <ac:spMkLst>
            <pc:docMk/>
            <pc:sldMk cId="2895159944" sldId="2024"/>
            <ac:spMk id="10" creationId="{17CF8024-9899-4165-C774-F2080F82B5C1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11" creationId="{E863AF04-683C-AA3E-723F-C07B1B06EF55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12" creationId="{E05A2E44-83AB-BD1E-3341-C3E2B97CF58F}"/>
          </ac:spMkLst>
        </pc:spChg>
        <pc:spChg chg="mod">
          <ac:chgData name="한나 조" userId="65a288ce2c9026c1" providerId="LiveId" clId="{C15A6EEB-526C-46C9-82AA-A02ABBD41001}" dt="2026-08-05T02:54:23.749" v="8958"/>
          <ac:spMkLst>
            <pc:docMk/>
            <pc:sldMk cId="2895159944" sldId="2024"/>
            <ac:spMk id="14" creationId="{436D00C0-13FD-576A-017D-43F6D6CD6CDB}"/>
          </ac:spMkLst>
        </pc:spChg>
        <pc:spChg chg="mod">
          <ac:chgData name="한나 조" userId="65a288ce2c9026c1" providerId="LiveId" clId="{C15A6EEB-526C-46C9-82AA-A02ABBD41001}" dt="2026-08-05T02:54:23.749" v="8958"/>
          <ac:spMkLst>
            <pc:docMk/>
            <pc:sldMk cId="2895159944" sldId="2024"/>
            <ac:spMk id="16" creationId="{4314C0AE-F24D-2BC0-6B9D-3FC7CF09868B}"/>
          </ac:spMkLst>
        </pc:spChg>
        <pc:spChg chg="add mod">
          <ac:chgData name="한나 조" userId="65a288ce2c9026c1" providerId="LiveId" clId="{C15A6EEB-526C-46C9-82AA-A02ABBD41001}" dt="2026-08-05T02:56:13.650" v="8983" actId="1035"/>
          <ac:spMkLst>
            <pc:docMk/>
            <pc:sldMk cId="2895159944" sldId="2024"/>
            <ac:spMk id="19" creationId="{AED1B524-B452-9241-0E35-080C62F5C662}"/>
          </ac:spMkLst>
        </pc:spChg>
        <pc:spChg chg="add mod">
          <ac:chgData name="한나 조" userId="65a288ce2c9026c1" providerId="LiveId" clId="{C15A6EEB-526C-46C9-82AA-A02ABBD41001}" dt="2026-08-05T03:00:58.471" v="9006" actId="1035"/>
          <ac:spMkLst>
            <pc:docMk/>
            <pc:sldMk cId="2895159944" sldId="2024"/>
            <ac:spMk id="20" creationId="{049A6A92-3437-4AED-5F34-7E4BB84282D9}"/>
          </ac:spMkLst>
        </pc:spChg>
        <pc:spChg chg="add mod">
          <ac:chgData name="한나 조" userId="65a288ce2c9026c1" providerId="LiveId" clId="{C15A6EEB-526C-46C9-82AA-A02ABBD41001}" dt="2026-08-05T03:00:58.471" v="9006" actId="1035"/>
          <ac:spMkLst>
            <pc:docMk/>
            <pc:sldMk cId="2895159944" sldId="2024"/>
            <ac:spMk id="21" creationId="{9572FD01-302A-D444-00CD-738B7CD118C5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22" creationId="{8A2E79B4-D676-C252-B7D4-54BC56D1E400}"/>
          </ac:spMkLst>
        </pc:spChg>
        <pc:spChg chg="add mod">
          <ac:chgData name="한나 조" userId="65a288ce2c9026c1" providerId="LiveId" clId="{C15A6EEB-526C-46C9-82AA-A02ABBD41001}" dt="2026-08-05T03:00:58.471" v="9006" actId="1035"/>
          <ac:spMkLst>
            <pc:docMk/>
            <pc:sldMk cId="2895159944" sldId="2024"/>
            <ac:spMk id="23" creationId="{4A495F10-C27C-FDB4-281A-7397FD0F02AF}"/>
          </ac:spMkLst>
        </pc:spChg>
        <pc:spChg chg="add mod">
          <ac:chgData name="한나 조" userId="65a288ce2c9026c1" providerId="LiveId" clId="{C15A6EEB-526C-46C9-82AA-A02ABBD41001}" dt="2026-08-05T02:55:17.113" v="8970" actId="1076"/>
          <ac:spMkLst>
            <pc:docMk/>
            <pc:sldMk cId="2895159944" sldId="2024"/>
            <ac:spMk id="24" creationId="{45D2C1F0-3482-F63D-1AC3-24A2D05EAD3A}"/>
          </ac:spMkLst>
        </pc:spChg>
        <pc:spChg chg="add mod">
          <ac:chgData name="한나 조" userId="65a288ce2c9026c1" providerId="LiveId" clId="{C15A6EEB-526C-46C9-82AA-A02ABBD41001}" dt="2026-08-05T02:56:13.650" v="8983" actId="1035"/>
          <ac:spMkLst>
            <pc:docMk/>
            <pc:sldMk cId="2895159944" sldId="2024"/>
            <ac:spMk id="25" creationId="{74BA93D8-4274-1B94-093A-50E4A777FCCD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37" creationId="{380034DE-6BF5-C8FB-3108-6642346EB5DE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182" creationId="{5E9E7402-A531-0C1C-4EE5-786EC5983B07}"/>
          </ac:spMkLst>
        </pc:spChg>
        <pc:spChg chg="del">
          <ac:chgData name="한나 조" userId="65a288ce2c9026c1" providerId="LiveId" clId="{C15A6EEB-526C-46C9-82AA-A02ABBD41001}" dt="2026-08-05T02:54:23.067" v="8957" actId="478"/>
          <ac:spMkLst>
            <pc:docMk/>
            <pc:sldMk cId="2895159944" sldId="2024"/>
            <ac:spMk id="188" creationId="{1342C5E7-9466-E891-EFD9-7B9EC3C622EB}"/>
          </ac:spMkLst>
        </pc:spChg>
        <pc:grpChg chg="mod">
          <ac:chgData name="한나 조" userId="65a288ce2c9026c1" providerId="LiveId" clId="{C15A6EEB-526C-46C9-82AA-A02ABBD41001}" dt="2026-08-05T02:56:13.650" v="8983" actId="1035"/>
          <ac:grpSpMkLst>
            <pc:docMk/>
            <pc:sldMk cId="2895159944" sldId="2024"/>
            <ac:grpSpMk id="13" creationId="{13002EA1-A354-83ED-D77F-2D82A742C693}"/>
          </ac:grpSpMkLst>
        </pc:grpChg>
        <pc:grpChg chg="del">
          <ac:chgData name="한나 조" userId="65a288ce2c9026c1" providerId="LiveId" clId="{C15A6EEB-526C-46C9-82AA-A02ABBD41001}" dt="2026-08-05T02:54:23.067" v="8957" actId="478"/>
          <ac:grpSpMkLst>
            <pc:docMk/>
            <pc:sldMk cId="2895159944" sldId="2024"/>
            <ac:grpSpMk id="139" creationId="{43F67453-7C27-6140-B3E4-B75D8A3D5F23}"/>
          </ac:grpSpMkLst>
        </pc:grpChg>
        <pc:grpChg chg="del">
          <ac:chgData name="한나 조" userId="65a288ce2c9026c1" providerId="LiveId" clId="{C15A6EEB-526C-46C9-82AA-A02ABBD41001}" dt="2026-08-05T02:54:23.067" v="8957" actId="478"/>
          <ac:grpSpMkLst>
            <pc:docMk/>
            <pc:sldMk cId="2895159944" sldId="2024"/>
            <ac:grpSpMk id="140" creationId="{6DFDD23A-D67E-CA46-A343-B678B6975987}"/>
          </ac:grpSpMkLst>
        </pc:grpChg>
        <pc:grpChg chg="del">
          <ac:chgData name="한나 조" userId="65a288ce2c9026c1" providerId="LiveId" clId="{C15A6EEB-526C-46C9-82AA-A02ABBD41001}" dt="2026-08-05T02:54:23.067" v="8957" actId="478"/>
          <ac:grpSpMkLst>
            <pc:docMk/>
            <pc:sldMk cId="2895159944" sldId="2024"/>
            <ac:grpSpMk id="143" creationId="{276E070F-994F-41AF-8F00-88300CD9D76F}"/>
          </ac:grpSpMkLst>
        </pc:grpChg>
      </pc:sldChg>
      <pc:sldChg chg="addSp delSp modSp add mod">
        <pc:chgData name="한나 조" userId="65a288ce2c9026c1" providerId="LiveId" clId="{C15A6EEB-526C-46C9-82AA-A02ABBD41001}" dt="2026-08-05T03:05:39.682" v="9083" actId="1076"/>
        <pc:sldMkLst>
          <pc:docMk/>
          <pc:sldMk cId="3181505548" sldId="2025"/>
        </pc:sldMkLst>
        <pc:spChg chg="mod">
          <ac:chgData name="한나 조" userId="65a288ce2c9026c1" providerId="LiveId" clId="{C15A6EEB-526C-46C9-82AA-A02ABBD41001}" dt="2026-08-05T03:01:09.315" v="9015"/>
          <ac:spMkLst>
            <pc:docMk/>
            <pc:sldMk cId="3181505548" sldId="2025"/>
            <ac:spMk id="2" creationId="{925865D7-5492-C452-ED8C-92AAAAD0D7DF}"/>
          </ac:spMkLst>
        </pc:spChg>
        <pc:spChg chg="mod">
          <ac:chgData name="한나 조" userId="65a288ce2c9026c1" providerId="LiveId" clId="{C15A6EEB-526C-46C9-82AA-A02ABBD41001}" dt="2026-08-05T03:01:19.354" v="9016"/>
          <ac:spMkLst>
            <pc:docMk/>
            <pc:sldMk cId="3181505548" sldId="2025"/>
            <ac:spMk id="4" creationId="{EA6B0D5B-EF8C-C4DB-DFB2-D509511B816C}"/>
          </ac:spMkLst>
        </pc:spChg>
        <pc:spChg chg="mod">
          <ac:chgData name="한나 조" userId="65a288ce2c9026c1" providerId="LiveId" clId="{C15A6EEB-526C-46C9-82AA-A02ABBD41001}" dt="2026-08-05T02:57:01.934" v="8996"/>
          <ac:spMkLst>
            <pc:docMk/>
            <pc:sldMk cId="3181505548" sldId="2025"/>
            <ac:spMk id="7" creationId="{37935C5A-BF5B-789F-C414-2CDA61D3AFA6}"/>
          </ac:spMkLst>
        </pc:spChg>
        <pc:spChg chg="add mod">
          <ac:chgData name="한나 조" userId="65a288ce2c9026c1" providerId="LiveId" clId="{C15A6EEB-526C-46C9-82AA-A02ABBD41001}" dt="2026-08-05T03:05:39.682" v="9083" actId="1076"/>
          <ac:spMkLst>
            <pc:docMk/>
            <pc:sldMk cId="3181505548" sldId="2025"/>
            <ac:spMk id="9" creationId="{EB318718-0BE4-343D-A3BE-BA1C2924F70B}"/>
          </ac:spMkLst>
        </pc:spChg>
        <pc:spChg chg="mod">
          <ac:chgData name="한나 조" userId="65a288ce2c9026c1" providerId="LiveId" clId="{C15A6EEB-526C-46C9-82AA-A02ABBD41001}" dt="2026-08-05T02:58:00.346" v="9005" actId="1035"/>
          <ac:spMkLst>
            <pc:docMk/>
            <pc:sldMk cId="3181505548" sldId="2025"/>
            <ac:spMk id="10" creationId="{0D4AA762-4ED0-B56E-97C5-2EAA5DE4F868}"/>
          </ac:spMkLst>
        </pc:spChg>
        <pc:spChg chg="add del mod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11" creationId="{6D362862-C5EF-141A-7A8F-FD7D1D1D399C}"/>
          </ac:spMkLst>
        </pc:spChg>
        <pc:spChg chg="add del mod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12" creationId="{7BEE261B-4F52-3ABF-8632-073DE0CE48D9}"/>
          </ac:spMkLst>
        </pc:spChg>
        <pc:spChg chg="mod">
          <ac:chgData name="한나 조" userId="65a288ce2c9026c1" providerId="LiveId" clId="{C15A6EEB-526C-46C9-82AA-A02ABBD41001}" dt="2026-08-05T02:58:00.346" v="9005" actId="1035"/>
          <ac:spMkLst>
            <pc:docMk/>
            <pc:sldMk cId="3181505548" sldId="2025"/>
            <ac:spMk id="20" creationId="{942BC038-71DA-F923-8301-312F36F1055B}"/>
          </ac:spMkLst>
        </pc:spChg>
        <pc:spChg chg="mod">
          <ac:chgData name="한나 조" userId="65a288ce2c9026c1" providerId="LiveId" clId="{C15A6EEB-526C-46C9-82AA-A02ABBD41001}" dt="2026-08-05T02:58:00.346" v="9005" actId="1035"/>
          <ac:spMkLst>
            <pc:docMk/>
            <pc:sldMk cId="3181505548" sldId="2025"/>
            <ac:spMk id="21" creationId="{E30E31B3-562A-92EC-70EA-29C4E9674013}"/>
          </ac:spMkLst>
        </pc:spChg>
        <pc:spChg chg="mod">
          <ac:chgData name="한나 조" userId="65a288ce2c9026c1" providerId="LiveId" clId="{C15A6EEB-526C-46C9-82AA-A02ABBD41001}" dt="2026-08-05T02:57:40.381" v="9004" actId="1076"/>
          <ac:spMkLst>
            <pc:docMk/>
            <pc:sldMk cId="3181505548" sldId="2025"/>
            <ac:spMk id="23" creationId="{0629577E-AE76-EAB0-CBBE-A7220717BA76}"/>
          </ac:spMkLst>
        </pc:spChg>
        <pc:spChg chg="mod">
          <ac:chgData name="한나 조" userId="65a288ce2c9026c1" providerId="LiveId" clId="{C15A6EEB-526C-46C9-82AA-A02ABBD41001}" dt="2026-08-05T02:57:40.381" v="9004" actId="1076"/>
          <ac:spMkLst>
            <pc:docMk/>
            <pc:sldMk cId="3181505548" sldId="2025"/>
            <ac:spMk id="24" creationId="{39ADAE6D-73BA-68CE-DF30-5F398D79B643}"/>
          </ac:spMkLst>
        </pc:spChg>
        <pc:spChg chg="mod">
          <ac:chgData name="한나 조" userId="65a288ce2c9026c1" providerId="LiveId" clId="{C15A6EEB-526C-46C9-82AA-A02ABBD41001}" dt="2026-08-05T02:56:57.298" v="8994"/>
          <ac:spMkLst>
            <pc:docMk/>
            <pc:sldMk cId="3181505548" sldId="2025"/>
            <ac:spMk id="26" creationId="{A9438852-5660-BF1B-BD88-C9947707ABF1}"/>
          </ac:spMkLst>
        </pc:spChg>
        <pc:spChg chg="mod">
          <ac:chgData name="한나 조" userId="65a288ce2c9026c1" providerId="LiveId" clId="{C15A6EEB-526C-46C9-82AA-A02ABBD41001}" dt="2026-08-05T02:56:57.298" v="8994"/>
          <ac:spMkLst>
            <pc:docMk/>
            <pc:sldMk cId="3181505548" sldId="2025"/>
            <ac:spMk id="28" creationId="{23F93359-0D31-60B0-AE5E-AD5ECFE8D821}"/>
          </ac:spMkLst>
        </pc:spChg>
        <pc:spChg chg="del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31" creationId="{22A98663-37C4-5A66-2D76-49B4431A814A}"/>
          </ac:spMkLst>
        </pc:spChg>
        <pc:spChg chg="del mod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32" creationId="{E4345BF4-0914-D461-7260-DEC30654C60B}"/>
          </ac:spMkLst>
        </pc:spChg>
        <pc:spChg chg="add del mod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33" creationId="{749BDAAB-0506-7887-B676-0594E47380DA}"/>
          </ac:spMkLst>
        </pc:spChg>
        <pc:spChg chg="add del mod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34" creationId="{DDA6B480-C634-9D8C-949F-41ECA2FB0A06}"/>
          </ac:spMkLst>
        </pc:spChg>
        <pc:spChg chg="add del mod">
          <ac:chgData name="한나 조" userId="65a288ce2c9026c1" providerId="LiveId" clId="{C15A6EEB-526C-46C9-82AA-A02ABBD41001}" dt="2026-08-05T02:57:26.850" v="9002" actId="478"/>
          <ac:spMkLst>
            <pc:docMk/>
            <pc:sldMk cId="3181505548" sldId="2025"/>
            <ac:spMk id="35" creationId="{21A6CB6D-913C-FD3B-18FF-58C226C52BF4}"/>
          </ac:spMkLst>
        </pc:spChg>
        <pc:spChg chg="add mod">
          <ac:chgData name="한나 조" userId="65a288ce2c9026c1" providerId="LiveId" clId="{C15A6EEB-526C-46C9-82AA-A02ABBD41001}" dt="2026-08-05T03:05:39.682" v="9083" actId="1076"/>
          <ac:spMkLst>
            <pc:docMk/>
            <pc:sldMk cId="3181505548" sldId="2025"/>
            <ac:spMk id="37" creationId="{C6CCD2A4-B874-03AA-C89A-DC7109D82327}"/>
          </ac:spMkLst>
        </pc:spChg>
        <pc:spChg chg="mod">
          <ac:chgData name="한나 조" userId="65a288ce2c9026c1" providerId="LiveId" clId="{C15A6EEB-526C-46C9-82AA-A02ABBD41001}" dt="2026-08-05T03:05:39.682" v="9083" actId="1076"/>
          <ac:spMkLst>
            <pc:docMk/>
            <pc:sldMk cId="3181505548" sldId="2025"/>
            <ac:spMk id="38" creationId="{BB3E9BDC-080B-EB73-C372-96DC5D7A6967}"/>
          </ac:spMkLst>
        </pc:spChg>
        <pc:spChg chg="mod">
          <ac:chgData name="한나 조" userId="65a288ce2c9026c1" providerId="LiveId" clId="{C15A6EEB-526C-46C9-82AA-A02ABBD41001}" dt="2026-08-05T03:05:39.682" v="9083" actId="1076"/>
          <ac:spMkLst>
            <pc:docMk/>
            <pc:sldMk cId="3181505548" sldId="2025"/>
            <ac:spMk id="39" creationId="{3218E84B-B5C8-7CE5-656A-08782308EF7C}"/>
          </ac:spMkLst>
        </pc:spChg>
        <pc:spChg chg="mod">
          <ac:chgData name="한나 조" userId="65a288ce2c9026c1" providerId="LiveId" clId="{C15A6EEB-526C-46C9-82AA-A02ABBD41001}" dt="2026-08-05T02:56:57.298" v="8994"/>
          <ac:spMkLst>
            <pc:docMk/>
            <pc:sldMk cId="3181505548" sldId="2025"/>
            <ac:spMk id="43" creationId="{8E98F321-5206-02E9-9B2A-2E67CE52D626}"/>
          </ac:spMkLst>
        </pc:spChg>
        <pc:spChg chg="mod">
          <ac:chgData name="한나 조" userId="65a288ce2c9026c1" providerId="LiveId" clId="{C15A6EEB-526C-46C9-82AA-A02ABBD41001}" dt="2026-08-05T03:05:39.682" v="9083" actId="1076"/>
          <ac:spMkLst>
            <pc:docMk/>
            <pc:sldMk cId="3181505548" sldId="2025"/>
            <ac:spMk id="45" creationId="{93AD4A8F-1EC7-0DF7-02ED-EADC5D9925CD}"/>
          </ac:spMkLst>
        </pc:spChg>
        <pc:grpChg chg="del">
          <ac:chgData name="한나 조" userId="65a288ce2c9026c1" providerId="LiveId" clId="{C15A6EEB-526C-46C9-82AA-A02ABBD41001}" dt="2026-08-05T02:57:26.850" v="9002" actId="478"/>
          <ac:grpSpMkLst>
            <pc:docMk/>
            <pc:sldMk cId="3181505548" sldId="2025"/>
            <ac:grpSpMk id="22" creationId="{98404FC2-7AC7-52A6-9EAC-FD662132A33B}"/>
          </ac:grpSpMkLst>
        </pc:grpChg>
        <pc:grpChg chg="mod">
          <ac:chgData name="한나 조" userId="65a288ce2c9026c1" providerId="LiveId" clId="{C15A6EEB-526C-46C9-82AA-A02ABBD41001}" dt="2026-08-05T03:05:39.682" v="9083" actId="1076"/>
          <ac:grpSpMkLst>
            <pc:docMk/>
            <pc:sldMk cId="3181505548" sldId="2025"/>
            <ac:grpSpMk id="40" creationId="{1CE3A920-F0A5-BDC5-5122-02EC345C2B9D}"/>
          </ac:grpSpMkLst>
        </pc:grpChg>
        <pc:cxnChg chg="mod">
          <ac:chgData name="한나 조" userId="65a288ce2c9026c1" providerId="LiveId" clId="{C15A6EEB-526C-46C9-82AA-A02ABBD41001}" dt="2026-08-05T02:57:26.850" v="9002" actId="478"/>
          <ac:cxnSpMkLst>
            <pc:docMk/>
            <pc:sldMk cId="3181505548" sldId="2025"/>
            <ac:cxnSpMk id="29" creationId="{EBC017D1-AC4C-8BE5-1842-C96D966B1B60}"/>
          </ac:cxnSpMkLst>
        </pc:cxnChg>
        <pc:cxnChg chg="mod">
          <ac:chgData name="한나 조" userId="65a288ce2c9026c1" providerId="LiveId" clId="{C15A6EEB-526C-46C9-82AA-A02ABBD41001}" dt="2026-08-05T02:57:26.850" v="9002" actId="478"/>
          <ac:cxnSpMkLst>
            <pc:docMk/>
            <pc:sldMk cId="3181505548" sldId="2025"/>
            <ac:cxnSpMk id="30" creationId="{29695BFD-DDA8-604E-F950-EB1B73622199}"/>
          </ac:cxnSpMkLst>
        </pc:cxnChg>
        <pc:cxnChg chg="mod">
          <ac:chgData name="한나 조" userId="65a288ce2c9026c1" providerId="LiveId" clId="{C15A6EEB-526C-46C9-82AA-A02ABBD41001}" dt="2026-08-05T03:05:39.682" v="9083" actId="1076"/>
          <ac:cxnSpMkLst>
            <pc:docMk/>
            <pc:sldMk cId="3181505548" sldId="2025"/>
            <ac:cxnSpMk id="36" creationId="{CDE7C8F4-8BCE-40A3-AA49-E14D63729550}"/>
          </ac:cxnSpMkLst>
        </pc:cxnChg>
      </pc:sldChg>
      <pc:sldChg chg="addSp delSp modSp add mod modClrScheme chgLayout">
        <pc:chgData name="한나 조" userId="65a288ce2c9026c1" providerId="LiveId" clId="{C15A6EEB-526C-46C9-82AA-A02ABBD41001}" dt="2026-08-05T03:04:51.168" v="9080" actId="1076"/>
        <pc:sldMkLst>
          <pc:docMk/>
          <pc:sldMk cId="1012002971" sldId="2026"/>
        </pc:sldMkLst>
        <pc:spChg chg="mod">
          <ac:chgData name="한나 조" userId="65a288ce2c9026c1" providerId="LiveId" clId="{C15A6EEB-526C-46C9-82AA-A02ABBD41001}" dt="2026-08-05T03:03:14.939" v="9054"/>
          <ac:spMkLst>
            <pc:docMk/>
            <pc:sldMk cId="1012002971" sldId="2026"/>
            <ac:spMk id="2" creationId="{423A2BC4-6863-E650-9DA0-85C84F8D7576}"/>
          </ac:spMkLst>
        </pc:spChg>
        <pc:spChg chg="mod">
          <ac:chgData name="한나 조" userId="65a288ce2c9026c1" providerId="LiveId" clId="{C15A6EEB-526C-46C9-82AA-A02ABBD41001}" dt="2026-08-05T03:01:30.002" v="9018"/>
          <ac:spMkLst>
            <pc:docMk/>
            <pc:sldMk cId="1012002971" sldId="2026"/>
            <ac:spMk id="4" creationId="{17596EAE-B242-E0AA-7B08-E820CB5F50AE}"/>
          </ac:spMkLst>
        </pc:spChg>
        <pc:spChg chg="mod">
          <ac:chgData name="한나 조" userId="65a288ce2c9026c1" providerId="LiveId" clId="{C15A6EEB-526C-46C9-82AA-A02ABBD41001}" dt="2026-08-05T03:02:46.972" v="9028"/>
          <ac:spMkLst>
            <pc:docMk/>
            <pc:sldMk cId="1012002971" sldId="2026"/>
            <ac:spMk id="7" creationId="{1A3D49C3-0514-7934-B719-74DF0FBB09FA}"/>
          </ac:spMkLst>
        </pc:spChg>
        <pc:spChg chg="del">
          <ac:chgData name="한나 조" userId="65a288ce2c9026c1" providerId="LiveId" clId="{C15A6EEB-526C-46C9-82AA-A02ABBD41001}" dt="2026-08-05T03:03:27.836" v="9057" actId="478"/>
          <ac:spMkLst>
            <pc:docMk/>
            <pc:sldMk cId="1012002971" sldId="2026"/>
            <ac:spMk id="9" creationId="{33376029-57B0-C70B-9195-19226111BF3B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12" creationId="{86E6D3A6-B6D6-1FAB-4CEF-81AC218127B9}"/>
          </ac:spMkLst>
        </pc:spChg>
        <pc:spChg chg="mod">
          <ac:chgData name="한나 조" userId="65a288ce2c9026c1" providerId="LiveId" clId="{C15A6EEB-526C-46C9-82AA-A02ABBD41001}" dt="2026-08-05T03:02:52.911" v="9029"/>
          <ac:spMkLst>
            <pc:docMk/>
            <pc:sldMk cId="1012002971" sldId="2026"/>
            <ac:spMk id="19" creationId="{3A829B4D-D276-4008-6DBB-71DDBB6C06B1}"/>
          </ac:spMkLst>
        </pc:spChg>
        <pc:spChg chg="mod">
          <ac:chgData name="한나 조" userId="65a288ce2c9026c1" providerId="LiveId" clId="{C15A6EEB-526C-46C9-82AA-A02ABBD41001}" dt="2026-08-05T03:03:24.918" v="9056" actId="1076"/>
          <ac:spMkLst>
            <pc:docMk/>
            <pc:sldMk cId="1012002971" sldId="2026"/>
            <ac:spMk id="21" creationId="{0E67650C-DB4D-C179-7A5A-28AE32756A9A}"/>
          </ac:spMkLst>
        </pc:spChg>
        <pc:spChg chg="add del">
          <ac:chgData name="한나 조" userId="65a288ce2c9026c1" providerId="LiveId" clId="{C15A6EEB-526C-46C9-82AA-A02ABBD41001}" dt="2026-08-05T03:03:47.911" v="9064" actId="21"/>
          <ac:spMkLst>
            <pc:docMk/>
            <pc:sldMk cId="1012002971" sldId="2026"/>
            <ac:spMk id="23" creationId="{0AF9EAC4-FF78-7337-A34B-70AE729E25DE}"/>
          </ac:spMkLst>
        </pc:spChg>
        <pc:spChg chg="add del">
          <ac:chgData name="한나 조" userId="65a288ce2c9026c1" providerId="LiveId" clId="{C15A6EEB-526C-46C9-82AA-A02ABBD41001}" dt="2026-08-05T03:03:47.911" v="9064" actId="21"/>
          <ac:spMkLst>
            <pc:docMk/>
            <pc:sldMk cId="1012002971" sldId="2026"/>
            <ac:spMk id="24" creationId="{36616C41-658D-2187-144C-E9DFDD99E351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28" creationId="{859511C4-1800-FEBD-A1C4-826AC62AC468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30" creationId="{78FE3E44-C78C-D827-4753-DB9336A6CC11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32" creationId="{BB24F5D9-7809-1AAA-0F47-27AD3FF1DA97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34" creationId="{C1F18583-43ED-5702-7868-21AD688B2A6A}"/>
          </ac:spMkLst>
        </pc:spChg>
        <pc:spChg chg="del">
          <ac:chgData name="한나 조" userId="65a288ce2c9026c1" providerId="LiveId" clId="{C15A6EEB-526C-46C9-82AA-A02ABBD41001}" dt="2026-08-05T03:03:27.836" v="9057" actId="478"/>
          <ac:spMkLst>
            <pc:docMk/>
            <pc:sldMk cId="1012002971" sldId="2026"/>
            <ac:spMk id="37" creationId="{9F65D0A5-D5E0-7D88-E124-B5226837B8C8}"/>
          </ac:spMkLst>
        </pc:spChg>
        <pc:spChg chg="del">
          <ac:chgData name="한나 조" userId="65a288ce2c9026c1" providerId="LiveId" clId="{C15A6EEB-526C-46C9-82AA-A02ABBD41001}" dt="2026-08-05T03:03:27.836" v="9057" actId="478"/>
          <ac:spMkLst>
            <pc:docMk/>
            <pc:sldMk cId="1012002971" sldId="2026"/>
            <ac:spMk id="38" creationId="{24713BF8-4E7D-4479-0448-4D2D623B184A}"/>
          </ac:spMkLst>
        </pc:spChg>
        <pc:spChg chg="del">
          <ac:chgData name="한나 조" userId="65a288ce2c9026c1" providerId="LiveId" clId="{C15A6EEB-526C-46C9-82AA-A02ABBD41001}" dt="2026-08-05T03:03:27.836" v="9057" actId="478"/>
          <ac:spMkLst>
            <pc:docMk/>
            <pc:sldMk cId="1012002971" sldId="2026"/>
            <ac:spMk id="39" creationId="{5149D46A-DD6A-43A6-4FBA-808A813EBB21}"/>
          </ac:spMkLst>
        </pc:spChg>
        <pc:spChg chg="del">
          <ac:chgData name="한나 조" userId="65a288ce2c9026c1" providerId="LiveId" clId="{C15A6EEB-526C-46C9-82AA-A02ABBD41001}" dt="2026-08-05T03:03:27.836" v="9057" actId="478"/>
          <ac:spMkLst>
            <pc:docMk/>
            <pc:sldMk cId="1012002971" sldId="2026"/>
            <ac:spMk id="45" creationId="{E569C679-87FD-CC75-3943-E9F490B59E0F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52" creationId="{56974F97-66CB-8DFD-F440-C61BB8E83730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54" creationId="{680876F8-5EF5-854A-49CF-D93A36FE0809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56" creationId="{326511F5-B2CD-99C3-941E-6924AD3884F9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58" creationId="{EC2B787C-6397-AF54-1178-F10C77A38F80}"/>
          </ac:spMkLst>
        </pc:spChg>
        <pc:spChg chg="add del">
          <ac:chgData name="한나 조" userId="65a288ce2c9026c1" providerId="LiveId" clId="{C15A6EEB-526C-46C9-82AA-A02ABBD41001}" dt="2026-08-05T03:03:33.634" v="9060" actId="22"/>
          <ac:spMkLst>
            <pc:docMk/>
            <pc:sldMk cId="1012002971" sldId="2026"/>
            <ac:spMk id="60" creationId="{1333E20D-A809-BCF9-C54B-8B0271AA3031}"/>
          </ac:spMkLst>
        </pc:spChg>
        <pc:spChg chg="add mod">
          <ac:chgData name="한나 조" userId="65a288ce2c9026c1" providerId="LiveId" clId="{C15A6EEB-526C-46C9-82AA-A02ABBD41001}" dt="2026-08-05T03:04:16.792" v="9073" actId="1076"/>
          <ac:spMkLst>
            <pc:docMk/>
            <pc:sldMk cId="1012002971" sldId="2026"/>
            <ac:spMk id="68" creationId="{ADBDCB7F-84B8-1E4E-B8F3-10B709098BC2}"/>
          </ac:spMkLst>
        </pc:spChg>
        <pc:spChg chg="add mod">
          <ac:chgData name="한나 조" userId="65a288ce2c9026c1" providerId="LiveId" clId="{C15A6EEB-526C-46C9-82AA-A02ABBD41001}" dt="2026-08-05T03:04:36.028" v="9077" actId="1076"/>
          <ac:spMkLst>
            <pc:docMk/>
            <pc:sldMk cId="1012002971" sldId="2026"/>
            <ac:spMk id="70" creationId="{EEB93A4B-1162-3F2B-EE42-F795FDC7893D}"/>
          </ac:spMkLst>
        </pc:spChg>
        <pc:spChg chg="add mod">
          <ac:chgData name="한나 조" userId="65a288ce2c9026c1" providerId="LiveId" clId="{C15A6EEB-526C-46C9-82AA-A02ABBD41001}" dt="2026-08-05T03:04:36.028" v="9077" actId="1076"/>
          <ac:spMkLst>
            <pc:docMk/>
            <pc:sldMk cId="1012002971" sldId="2026"/>
            <ac:spMk id="72" creationId="{5EDC0723-4F06-9606-9D54-46395B081C4F}"/>
          </ac:spMkLst>
        </pc:spChg>
        <pc:spChg chg="add mod">
          <ac:chgData name="한나 조" userId="65a288ce2c9026c1" providerId="LiveId" clId="{C15A6EEB-526C-46C9-82AA-A02ABBD41001}" dt="2026-08-05T03:04:47.499" v="9079" actId="1076"/>
          <ac:spMkLst>
            <pc:docMk/>
            <pc:sldMk cId="1012002971" sldId="2026"/>
            <ac:spMk id="74" creationId="{0BA4C8C9-9179-A12E-EC04-59B9FDCD4D02}"/>
          </ac:spMkLst>
        </pc:spChg>
        <pc:spChg chg="add mod">
          <ac:chgData name="한나 조" userId="65a288ce2c9026c1" providerId="LiveId" clId="{C15A6EEB-526C-46C9-82AA-A02ABBD41001}" dt="2026-08-05T03:04:31.591" v="9076" actId="1076"/>
          <ac:spMkLst>
            <pc:docMk/>
            <pc:sldMk cId="1012002971" sldId="2026"/>
            <ac:spMk id="76" creationId="{C20CE008-D958-A3CB-4122-D556A8F5F0DD}"/>
          </ac:spMkLst>
        </pc:spChg>
        <pc:spChg chg="add mod">
          <ac:chgData name="한나 조" userId="65a288ce2c9026c1" providerId="LiveId" clId="{C15A6EEB-526C-46C9-82AA-A02ABBD41001}" dt="2026-08-05T03:04:28.661" v="9075" actId="1076"/>
          <ac:spMkLst>
            <pc:docMk/>
            <pc:sldMk cId="1012002971" sldId="2026"/>
            <ac:spMk id="78" creationId="{5AD8350B-8931-C23E-0FB0-498B2751A441}"/>
          </ac:spMkLst>
        </pc:spChg>
        <pc:spChg chg="add mod">
          <ac:chgData name="한나 조" userId="65a288ce2c9026c1" providerId="LiveId" clId="{C15A6EEB-526C-46C9-82AA-A02ABBD41001}" dt="2026-08-05T03:04:28.661" v="9075" actId="1076"/>
          <ac:spMkLst>
            <pc:docMk/>
            <pc:sldMk cId="1012002971" sldId="2026"/>
            <ac:spMk id="80" creationId="{3BA27703-C6A1-7B1D-03DB-96CCC17C6549}"/>
          </ac:spMkLst>
        </pc:spChg>
        <pc:spChg chg="add mod">
          <ac:chgData name="한나 조" userId="65a288ce2c9026c1" providerId="LiveId" clId="{C15A6EEB-526C-46C9-82AA-A02ABBD41001}" dt="2026-08-05T03:04:51.168" v="9080" actId="1076"/>
          <ac:spMkLst>
            <pc:docMk/>
            <pc:sldMk cId="1012002971" sldId="2026"/>
            <ac:spMk id="82" creationId="{1703CC8B-8107-56EF-F19C-C74E5CA40C81}"/>
          </ac:spMkLst>
        </pc:spChg>
        <pc:spChg chg="add mod">
          <ac:chgData name="한나 조" userId="65a288ce2c9026c1" providerId="LiveId" clId="{C15A6EEB-526C-46C9-82AA-A02ABBD41001}" dt="2026-08-05T03:04:47.499" v="9079" actId="1076"/>
          <ac:spMkLst>
            <pc:docMk/>
            <pc:sldMk cId="1012002971" sldId="2026"/>
            <ac:spMk id="84" creationId="{3F0CE281-140A-9118-C161-47148B6A5B0B}"/>
          </ac:spMkLst>
        </pc:spChg>
        <pc:spChg chg="mod">
          <ac:chgData name="한나 조" userId="65a288ce2c9026c1" providerId="LiveId" clId="{C15A6EEB-526C-46C9-82AA-A02ABBD41001}" dt="2026-08-05T03:04:47.499" v="9079" actId="1076"/>
          <ac:spMkLst>
            <pc:docMk/>
            <pc:sldMk cId="1012002971" sldId="2026"/>
            <ac:spMk id="86" creationId="{D7054D04-A62D-1BBB-6E29-9C87717136DD}"/>
          </ac:spMkLst>
        </pc:spChg>
        <pc:spChg chg="add mod">
          <ac:chgData name="한나 조" userId="65a288ce2c9026c1" providerId="LiveId" clId="{C15A6EEB-526C-46C9-82AA-A02ABBD41001}" dt="2026-08-05T03:04:43.142" v="9078" actId="1076"/>
          <ac:spMkLst>
            <pc:docMk/>
            <pc:sldMk cId="1012002971" sldId="2026"/>
            <ac:spMk id="88" creationId="{7DF07B91-04C8-8999-5CA7-C85631B63C7D}"/>
          </ac:spMkLst>
        </pc:spChg>
        <pc:grpChg chg="del">
          <ac:chgData name="한나 조" userId="65a288ce2c9026c1" providerId="LiveId" clId="{C15A6EEB-526C-46C9-82AA-A02ABBD41001}" dt="2026-08-05T03:03:27.836" v="9057" actId="478"/>
          <ac:grpSpMkLst>
            <pc:docMk/>
            <pc:sldMk cId="1012002971" sldId="2026"/>
            <ac:grpSpMk id="40" creationId="{B6A516A0-13D0-7F3A-4EAE-B0F549E768C8}"/>
          </ac:grpSpMkLst>
        </pc:grpChg>
        <pc:graphicFrameChg chg="mod modGraphic">
          <ac:chgData name="한나 조" userId="65a288ce2c9026c1" providerId="LiveId" clId="{C15A6EEB-526C-46C9-82AA-A02ABBD41001}" dt="2026-08-05T03:04:21.074" v="9074" actId="14100"/>
          <ac:graphicFrameMkLst>
            <pc:docMk/>
            <pc:sldMk cId="1012002971" sldId="2026"/>
            <ac:graphicFrameMk id="64" creationId="{49DACC70-83A5-7435-359F-18D580CBD712}"/>
          </ac:graphicFrameMkLst>
        </pc:graphicFrameChg>
        <pc:cxnChg chg="del">
          <ac:chgData name="한나 조" userId="65a288ce2c9026c1" providerId="LiveId" clId="{C15A6EEB-526C-46C9-82AA-A02ABBD41001}" dt="2026-08-05T03:03:27.836" v="9057" actId="478"/>
          <ac:cxnSpMkLst>
            <pc:docMk/>
            <pc:sldMk cId="1012002971" sldId="2026"/>
            <ac:cxnSpMk id="36" creationId="{D9C1136C-91A5-8D9F-7820-9652A3F4D439}"/>
          </ac:cxnSpMkLst>
        </pc:cxnChg>
      </pc:sldChg>
      <pc:sldChg chg="addSp modSp new mod modClrScheme chgLayout">
        <pc:chgData name="한나 조" userId="65a288ce2c9026c1" providerId="LiveId" clId="{C15A6EEB-526C-46C9-82AA-A02ABBD41001}" dt="2026-08-05T03:04:01.492" v="9070"/>
        <pc:sldMkLst>
          <pc:docMk/>
          <pc:sldMk cId="1618420823" sldId="2027"/>
        </pc:sldMkLst>
        <pc:spChg chg="add mod">
          <ac:chgData name="한나 조" userId="65a288ce2c9026c1" providerId="LiveId" clId="{C15A6EEB-526C-46C9-82AA-A02ABBD41001}" dt="2026-08-05T03:04:01.492" v="9070"/>
          <ac:spMkLst>
            <pc:docMk/>
            <pc:sldMk cId="1618420823" sldId="2027"/>
            <ac:spMk id="3" creationId="{400C3072-BFB9-D60C-B583-E4C06146C7A7}"/>
          </ac:spMkLst>
        </pc:spChg>
        <pc:spChg chg="add mod">
          <ac:chgData name="한나 조" userId="65a288ce2c9026c1" providerId="LiveId" clId="{C15A6EEB-526C-46C9-82AA-A02ABBD41001}" dt="2026-08-05T03:03:56.745" v="9069" actId="1076"/>
          <ac:spMkLst>
            <pc:docMk/>
            <pc:sldMk cId="1618420823" sldId="2027"/>
            <ac:spMk id="5" creationId="{D6073339-B9CB-FEC8-348D-94CD45DE78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이벤트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275806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967052"/>
              </p:ext>
            </p:extLst>
          </p:nvPr>
        </p:nvGraphicFramePr>
        <p:xfrm>
          <a:off x="360289" y="1293813"/>
          <a:ext cx="12241360" cy="381241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- 7p,12p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롤링 배너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가이드 고정 배너로 변경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- 9p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쿠폰 상세항목 중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유효기간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유형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출석체크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2026-08-05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- 7p, 12p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 콘텐츠 삭제</a:t>
                      </a:r>
                      <a:b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- 13p~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화면설계서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936595" y="2700189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이벤트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974643"/>
              </p:ext>
            </p:extLst>
          </p:nvPr>
        </p:nvGraphicFramePr>
        <p:xfrm>
          <a:off x="720329" y="3708301"/>
          <a:ext cx="11521280" cy="685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19698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출석체크형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7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A7D2F-B14B-8A0B-EDB5-236D74D06C2C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AA8C85-2063-1810-1CBF-D6FCD9DB163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17FBE1-59C1-BD1F-48CC-10FB0A23B3DB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060204"/>
              </p:ext>
            </p:extLst>
          </p:nvPr>
        </p:nvGraphicFramePr>
        <p:xfrm>
          <a:off x="432297" y="611957"/>
          <a:ext cx="12241358" cy="353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652651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CH-U-EV-01-01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75061"/>
              </p:ext>
            </p:extLst>
          </p:nvPr>
        </p:nvGraphicFramePr>
        <p:xfrm>
          <a:off x="10128399" y="623854"/>
          <a:ext cx="2850436" cy="274523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가이드 배너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운영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목록 클릭 시 각 항목에 맞는 콘텐츠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정렬 필터 드롭다운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마감순 기본 선택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마감순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인기순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리스트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53F1B94-7442-DA1A-35DF-CE9A07C85B77}"/>
              </a:ext>
            </a:extLst>
          </p:cNvPr>
          <p:cNvSpPr txBox="1"/>
          <p:nvPr/>
        </p:nvSpPr>
        <p:spPr>
          <a:xfrm>
            <a:off x="1569322" y="1003202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500D3D-1C64-4B7A-2862-DD1B59BA3D66}"/>
              </a:ext>
            </a:extLst>
          </p:cNvPr>
          <p:cNvGrpSpPr/>
          <p:nvPr/>
        </p:nvGrpSpPr>
        <p:grpSpPr>
          <a:xfrm>
            <a:off x="302663" y="2731837"/>
            <a:ext cx="3142476" cy="256384"/>
            <a:chOff x="258975" y="1064288"/>
            <a:chExt cx="3099344" cy="219456"/>
          </a:xfrm>
        </p:grpSpPr>
        <p:sp>
          <p:nvSpPr>
            <p:cNvPr id="15" name="Rounded Rectangle 35">
              <a:extLst>
                <a:ext uri="{FF2B5EF4-FFF2-40B4-BE49-F238E27FC236}">
                  <a16:creationId xmlns:a16="http://schemas.microsoft.com/office/drawing/2014/main" id="{A3AE38EF-3D7D-618E-F6BC-D10441B024C1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지난 이벤트</a:t>
              </a:r>
            </a:p>
          </p:txBody>
        </p:sp>
        <p:sp>
          <p:nvSpPr>
            <p:cNvPr id="17" name="Rounded Rectangle 35">
              <a:extLst>
                <a:ext uri="{FF2B5EF4-FFF2-40B4-BE49-F238E27FC236}">
                  <a16:creationId xmlns:a16="http://schemas.microsoft.com/office/drawing/2014/main" id="{616E355A-02CF-541E-79B6-D9D77FD9111A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진행중인 이벤트</a:t>
              </a:r>
            </a:p>
          </p:txBody>
        </p:sp>
      </p:grpSp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951FC73B-555B-132E-1C13-C65C70B7BDDD}"/>
              </a:ext>
            </a:extLst>
          </p:cNvPr>
          <p:cNvSpPr/>
          <p:nvPr/>
        </p:nvSpPr>
        <p:spPr>
          <a:xfrm>
            <a:off x="292396" y="1373775"/>
            <a:ext cx="3142476" cy="1167888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Rounded Rectangle 35">
            <a:extLst>
              <a:ext uri="{FF2B5EF4-FFF2-40B4-BE49-F238E27FC236}">
                <a16:creationId xmlns:a16="http://schemas.microsoft.com/office/drawing/2014/main" id="{D3EFEE10-08C1-CFBA-9A4E-63BEBD78AF94}"/>
              </a:ext>
            </a:extLst>
          </p:cNvPr>
          <p:cNvSpPr/>
          <p:nvPr/>
        </p:nvSpPr>
        <p:spPr>
          <a:xfrm>
            <a:off x="517255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8674537-6BD2-72DE-8CC1-B44F5C5B697F}"/>
              </a:ext>
            </a:extLst>
          </p:cNvPr>
          <p:cNvSpPr txBox="1"/>
          <p:nvPr/>
        </p:nvSpPr>
        <p:spPr>
          <a:xfrm>
            <a:off x="310702" y="3223596"/>
            <a:ext cx="697660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>
                <a:solidFill>
                  <a:srgbClr val="40404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NN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건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9C0AFFEE-011A-7C25-3BAF-2B94F3C5A749}"/>
              </a:ext>
            </a:extLst>
          </p:cNvPr>
          <p:cNvSpPr/>
          <p:nvPr/>
        </p:nvSpPr>
        <p:spPr>
          <a:xfrm>
            <a:off x="2672593" y="3173189"/>
            <a:ext cx="762279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마감순     ▼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24CB1B9-2C2C-8B32-9D36-AB72D8F5FED5}"/>
              </a:ext>
            </a:extLst>
          </p:cNvPr>
          <p:cNvGrpSpPr/>
          <p:nvPr/>
        </p:nvGrpSpPr>
        <p:grpSpPr>
          <a:xfrm>
            <a:off x="302663" y="3488647"/>
            <a:ext cx="3177832" cy="1008112"/>
            <a:chOff x="302663" y="3488647"/>
            <a:chExt cx="3177832" cy="1008112"/>
          </a:xfrm>
        </p:grpSpPr>
        <p:sp>
          <p:nvSpPr>
            <p:cNvPr id="44" name="Rounded Rectangle 39">
              <a:extLst>
                <a:ext uri="{FF2B5EF4-FFF2-40B4-BE49-F238E27FC236}">
                  <a16:creationId xmlns:a16="http://schemas.microsoft.com/office/drawing/2014/main" id="{D6089430-AA6B-DC2E-8552-EB9205F09A9A}"/>
                </a:ext>
              </a:extLst>
            </p:cNvPr>
            <p:cNvSpPr/>
            <p:nvPr/>
          </p:nvSpPr>
          <p:spPr>
            <a:xfrm>
              <a:off x="302663" y="348864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5" name="Rounded Rectangle 40">
              <a:extLst>
                <a:ext uri="{FF2B5EF4-FFF2-40B4-BE49-F238E27FC236}">
                  <a16:creationId xmlns:a16="http://schemas.microsoft.com/office/drawing/2014/main" id="{DBE997CC-08E8-B3D1-B1F1-87EAB4578D95}"/>
                </a:ext>
              </a:extLst>
            </p:cNvPr>
            <p:cNvSpPr/>
            <p:nvPr/>
          </p:nvSpPr>
          <p:spPr>
            <a:xfrm>
              <a:off x="389263" y="358184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DFD2C8B-6938-9086-BE3A-C87EFA5F773B}"/>
                </a:ext>
              </a:extLst>
            </p:cNvPr>
            <p:cNvSpPr txBox="1"/>
            <p:nvPr/>
          </p:nvSpPr>
          <p:spPr>
            <a:xfrm>
              <a:off x="1374426" y="3725687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ea typeface="맑은 고딕"/>
                </a:rPr>
                <a:t>[</a:t>
              </a:r>
              <a:r>
                <a:rPr lang="ko-KR" altLang="en-US" sz="800" b="1" dirty="0">
                  <a:ea typeface="맑은 고딕"/>
                </a:rPr>
                <a:t>적립금</a:t>
              </a:r>
              <a:r>
                <a:rPr lang="en-US" altLang="ko-KR" sz="800" b="1" dirty="0">
                  <a:ea typeface="맑은 고딕"/>
                </a:rPr>
                <a:t>] </a:t>
              </a:r>
              <a:r>
                <a:rPr lang="ko-KR" altLang="en-US" sz="800" b="1" dirty="0" err="1">
                  <a:ea typeface="맑은 고딕"/>
                </a:rPr>
                <a:t>국민행볼몰에서</a:t>
              </a:r>
              <a:r>
                <a:rPr lang="ko-KR" altLang="en-US" sz="800" b="1" dirty="0">
                  <a:ea typeface="맑은 고딕"/>
                </a:rPr>
                <a:t> 바우처 처음 이용하고 물티슈 </a:t>
              </a:r>
              <a:r>
                <a:rPr lang="en-US" altLang="ko-KR" sz="800" b="1" dirty="0">
                  <a:ea typeface="맑은 고딕"/>
                </a:rPr>
                <a:t>1</a:t>
              </a:r>
              <a:r>
                <a:rPr lang="ko-KR" altLang="en-US" sz="800" b="1" dirty="0">
                  <a:ea typeface="맑은 고딕"/>
                </a:rPr>
                <a:t>박스 받아가세요</a:t>
              </a:r>
              <a:r>
                <a:rPr lang="en-US" altLang="ko-KR" sz="800" b="1" dirty="0">
                  <a:ea typeface="맑은 고딕"/>
                </a:rPr>
                <a:t>!</a:t>
              </a:r>
              <a:endParaRPr sz="800" b="0" dirty="0">
                <a:latin typeface="맑은 고딕"/>
                <a:ea typeface="맑은 고딕"/>
              </a:endParaRPr>
            </a:p>
          </p:txBody>
        </p: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BE3C47D0-E81F-AA89-32BE-24E5FED1293A}"/>
                </a:ext>
              </a:extLst>
            </p:cNvPr>
            <p:cNvGrpSpPr/>
            <p:nvPr/>
          </p:nvGrpSpPr>
          <p:grpSpPr>
            <a:xfrm>
              <a:off x="2618593" y="4237602"/>
              <a:ext cx="861902" cy="180425"/>
              <a:chOff x="390366" y="3887916"/>
              <a:chExt cx="861902" cy="18042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465B45-DCED-73FA-D2B8-25E6E30F39C9}"/>
                  </a:ext>
                </a:extLst>
              </p:cNvPr>
              <p:cNvSpPr txBox="1"/>
              <p:nvPr/>
            </p:nvSpPr>
            <p:spPr>
              <a:xfrm>
                <a:off x="533176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15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1CCA6177-8A54-1EAF-0AF0-8D5EF0A03383}"/>
                  </a:ext>
                </a:extLst>
              </p:cNvPr>
              <p:cNvGrpSpPr/>
              <p:nvPr/>
            </p:nvGrpSpPr>
            <p:grpSpPr>
              <a:xfrm>
                <a:off x="390366" y="3919366"/>
                <a:ext cx="108000" cy="108000"/>
                <a:chOff x="4248721" y="2471416"/>
                <a:chExt cx="288000" cy="288000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E2F914F9-5233-A4F2-8641-8D405FE7D992}"/>
                    </a:ext>
                  </a:extLst>
                </p:cNvPr>
                <p:cNvSpPr/>
                <p:nvPr/>
              </p:nvSpPr>
              <p:spPr>
                <a:xfrm>
                  <a:off x="4248721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39B23FFE-747F-19FF-2E7A-307C2C7A6524}"/>
                    </a:ext>
                  </a:extLst>
                </p:cNvPr>
                <p:cNvCxnSpPr>
                  <a:cxnSpLocks/>
                  <a:stCxn id="51" idx="0"/>
                </p:cNvCxnSpPr>
                <p:nvPr/>
              </p:nvCxnSpPr>
              <p:spPr>
                <a:xfrm>
                  <a:off x="4392721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3DA7BEE5-051E-B125-B5EB-7A1E881DCA68}"/>
                    </a:ext>
                  </a:extLst>
                </p:cNvPr>
                <p:cNvCxnSpPr>
                  <a:cxnSpLocks/>
                  <a:stCxn id="51" idx="6"/>
                </p:cNvCxnSpPr>
                <p:nvPr/>
              </p:nvCxnSpPr>
              <p:spPr>
                <a:xfrm flipH="1">
                  <a:off x="4392721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19FE51B-E53C-38B0-866C-1A16F60BCDE6}"/>
                </a:ext>
              </a:extLst>
            </p:cNvPr>
            <p:cNvSpPr txBox="1"/>
            <p:nvPr/>
          </p:nvSpPr>
          <p:spPr>
            <a:xfrm>
              <a:off x="388210" y="423760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2026.07.01 ~ 2026.07.31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8D44A6BF-6549-5FFB-1899-56BD241BF2AB}"/>
                </a:ext>
              </a:extLst>
            </p:cNvPr>
            <p:cNvSpPr/>
            <p:nvPr/>
          </p:nvSpPr>
          <p:spPr>
            <a:xfrm>
              <a:off x="1351928" y="3708301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사은품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13DC348-1B98-EB6B-AAD0-83949DE47454}"/>
              </a:ext>
            </a:extLst>
          </p:cNvPr>
          <p:cNvGrpSpPr/>
          <p:nvPr/>
        </p:nvGrpSpPr>
        <p:grpSpPr>
          <a:xfrm>
            <a:off x="302663" y="4644405"/>
            <a:ext cx="3142476" cy="1008112"/>
            <a:chOff x="302663" y="4644405"/>
            <a:chExt cx="3142476" cy="1008112"/>
          </a:xfrm>
        </p:grpSpPr>
        <p:sp>
          <p:nvSpPr>
            <p:cNvPr id="208" name="Rounded Rectangle 39">
              <a:extLst>
                <a:ext uri="{FF2B5EF4-FFF2-40B4-BE49-F238E27FC236}">
                  <a16:creationId xmlns:a16="http://schemas.microsoft.com/office/drawing/2014/main" id="{2A77FE5A-FF40-2DAA-2830-7769BBA14E4C}"/>
                </a:ext>
              </a:extLst>
            </p:cNvPr>
            <p:cNvSpPr/>
            <p:nvPr/>
          </p:nvSpPr>
          <p:spPr>
            <a:xfrm>
              <a:off x="302663" y="4644405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09" name="Rounded Rectangle 40">
              <a:extLst>
                <a:ext uri="{FF2B5EF4-FFF2-40B4-BE49-F238E27FC236}">
                  <a16:creationId xmlns:a16="http://schemas.microsoft.com/office/drawing/2014/main" id="{DF8EC9ED-9D5A-AB5C-AE0F-E2FB2060A1D6}"/>
                </a:ext>
              </a:extLst>
            </p:cNvPr>
            <p:cNvSpPr/>
            <p:nvPr/>
          </p:nvSpPr>
          <p:spPr>
            <a:xfrm>
              <a:off x="389263" y="4737605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1F8F70A-27BC-56B9-7377-C3E2DC2E8C85}"/>
                </a:ext>
              </a:extLst>
            </p:cNvPr>
            <p:cNvSpPr txBox="1"/>
            <p:nvPr/>
          </p:nvSpPr>
          <p:spPr>
            <a:xfrm>
              <a:off x="1374426" y="4881445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ea typeface="맑은 고딕"/>
                </a:rPr>
                <a:t>[</a:t>
              </a:r>
              <a:r>
                <a:rPr lang="ko-KR" altLang="en-US" sz="800" b="1" dirty="0">
                  <a:ea typeface="맑은 고딕"/>
                </a:rPr>
                <a:t>적립금</a:t>
              </a:r>
              <a:r>
                <a:rPr lang="en-US" altLang="ko-KR" sz="800" b="1" dirty="0">
                  <a:ea typeface="맑은 고딕"/>
                </a:rPr>
                <a:t>] </a:t>
              </a:r>
              <a:r>
                <a:rPr lang="ko-KR" altLang="en-US" sz="800" b="1" dirty="0">
                  <a:ea typeface="맑은 고딕"/>
                </a:rPr>
                <a:t>포토리뷰 작성하면 마일리지 적립이 </a:t>
              </a:r>
              <a:r>
                <a:rPr lang="en-US" altLang="ko-KR" sz="800" b="1" dirty="0">
                  <a:ea typeface="맑은 고딕"/>
                </a:rPr>
                <a:t>2</a:t>
              </a:r>
              <a:r>
                <a:rPr lang="ko-KR" altLang="en-US" sz="800" b="1" dirty="0">
                  <a:ea typeface="맑은 고딕"/>
                </a:rPr>
                <a:t>배</a:t>
              </a:r>
              <a:r>
                <a:rPr lang="en-US" altLang="ko-KR" sz="800" b="1" dirty="0">
                  <a:ea typeface="맑은 고딕"/>
                </a:rPr>
                <a:t>!</a:t>
              </a:r>
              <a:endParaRPr sz="800" b="0" dirty="0">
                <a:latin typeface="맑은 고딕"/>
                <a:ea typeface="맑은 고딕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DAB79780-9408-64E6-DADB-9E854CB804D7}"/>
                </a:ext>
              </a:extLst>
            </p:cNvPr>
            <p:cNvGrpSpPr/>
            <p:nvPr/>
          </p:nvGrpSpPr>
          <p:grpSpPr>
            <a:xfrm>
              <a:off x="2576662" y="5393360"/>
              <a:ext cx="861902" cy="180425"/>
              <a:chOff x="348435" y="3887916"/>
              <a:chExt cx="861902" cy="180425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3F33FC5E-993B-9348-4206-AE5030405F47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164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215" name="그룹 214">
                <a:extLst>
                  <a:ext uri="{FF2B5EF4-FFF2-40B4-BE49-F238E27FC236}">
                    <a16:creationId xmlns:a16="http://schemas.microsoft.com/office/drawing/2014/main" id="{E489AB4D-F17D-940B-27C8-C20463B8529A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509411DB-B335-8FAB-AB01-2ACBA5A700C3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95C07625-3433-0442-5C51-58FE216C204D}"/>
                    </a:ext>
                  </a:extLst>
                </p:cNvPr>
                <p:cNvCxnSpPr>
                  <a:cxnSpLocks/>
                  <a:stCxn id="21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DA97A5EA-9F5A-6CCD-ACB5-67D3A80D6F06}"/>
                    </a:ext>
                  </a:extLst>
                </p:cNvPr>
                <p:cNvCxnSpPr>
                  <a:cxnSpLocks/>
                  <a:stCxn id="21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1E6DECE-7A93-FAEC-42CB-EAADB7113977}"/>
                </a:ext>
              </a:extLst>
            </p:cNvPr>
            <p:cNvSpPr txBox="1"/>
            <p:nvPr/>
          </p:nvSpPr>
          <p:spPr>
            <a:xfrm>
              <a:off x="388210" y="5393360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2026.07.01 ~ 2026.12.31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9" name="사각형: 둥근 모서리 218">
              <a:extLst>
                <a:ext uri="{FF2B5EF4-FFF2-40B4-BE49-F238E27FC236}">
                  <a16:creationId xmlns:a16="http://schemas.microsoft.com/office/drawing/2014/main" id="{649C6DC2-8945-8624-5791-030FF07B0685}"/>
                </a:ext>
              </a:extLst>
            </p:cNvPr>
            <p:cNvSpPr/>
            <p:nvPr/>
          </p:nvSpPr>
          <p:spPr>
            <a:xfrm>
              <a:off x="1351928" y="4864059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마일리지</a:t>
              </a: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EDC7C32F-76A0-3F09-A800-DC09FE1C9420}"/>
              </a:ext>
            </a:extLst>
          </p:cNvPr>
          <p:cNvSpPr/>
          <p:nvPr/>
        </p:nvSpPr>
        <p:spPr>
          <a:xfrm>
            <a:off x="175423" y="14189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3268A4DE-2358-0768-A44B-C249DF34C657}"/>
              </a:ext>
            </a:extLst>
          </p:cNvPr>
          <p:cNvSpPr/>
          <p:nvPr/>
        </p:nvSpPr>
        <p:spPr>
          <a:xfrm>
            <a:off x="175423" y="27770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1" name="모서리가 둥근 직사각형 114">
            <a:extLst>
              <a:ext uri="{FF2B5EF4-FFF2-40B4-BE49-F238E27FC236}">
                <a16:creationId xmlns:a16="http://schemas.microsoft.com/office/drawing/2014/main" id="{0E17E092-40BB-8FD6-F353-F7D475D4A260}"/>
              </a:ext>
            </a:extLst>
          </p:cNvPr>
          <p:cNvSpPr/>
          <p:nvPr/>
        </p:nvSpPr>
        <p:spPr>
          <a:xfrm>
            <a:off x="2357906" y="31996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1D6881D6-D12B-54D3-8D1E-429A63EFD927}"/>
              </a:ext>
            </a:extLst>
          </p:cNvPr>
          <p:cNvSpPr/>
          <p:nvPr/>
        </p:nvSpPr>
        <p:spPr>
          <a:xfrm>
            <a:off x="177263" y="35209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A9F38CDF-7A4D-2031-F462-AB865B035A3D}"/>
              </a:ext>
            </a:extLst>
          </p:cNvPr>
          <p:cNvSpPr/>
          <p:nvPr/>
        </p:nvSpPr>
        <p:spPr>
          <a:xfrm>
            <a:off x="3745280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0A0CEA0D-E287-96E1-D2CA-3E0FFDF9BF05}"/>
              </a:ext>
            </a:extLst>
          </p:cNvPr>
          <p:cNvSpPr/>
          <p:nvPr/>
        </p:nvSpPr>
        <p:spPr>
          <a:xfrm>
            <a:off x="4216412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마일리지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16507D78-2784-B534-B1DF-1AEB5745172B}"/>
              </a:ext>
            </a:extLst>
          </p:cNvPr>
          <p:cNvSpPr/>
          <p:nvPr/>
        </p:nvSpPr>
        <p:spPr>
          <a:xfrm>
            <a:off x="4687544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쿠폰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EB797-242B-41A6-D50C-D0B2A5557CFB}"/>
              </a:ext>
            </a:extLst>
          </p:cNvPr>
          <p:cNvSpPr txBox="1"/>
          <p:nvPr/>
        </p:nvSpPr>
        <p:spPr>
          <a:xfrm>
            <a:off x="3901943" y="4237602"/>
            <a:ext cx="719092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종료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15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일 전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78DAB12-1763-DE6D-02EB-9355B2A042A4}"/>
              </a:ext>
            </a:extLst>
          </p:cNvPr>
          <p:cNvGrpSpPr/>
          <p:nvPr/>
        </p:nvGrpSpPr>
        <p:grpSpPr>
          <a:xfrm>
            <a:off x="3759133" y="4269052"/>
            <a:ext cx="108000" cy="108000"/>
            <a:chOff x="3759133" y="4269052"/>
            <a:chExt cx="108000" cy="10800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2F3359A-1B61-EC1F-730D-B036A4624F9F}"/>
                </a:ext>
              </a:extLst>
            </p:cNvPr>
            <p:cNvSpPr/>
            <p:nvPr/>
          </p:nvSpPr>
          <p:spPr>
            <a:xfrm>
              <a:off x="3759133" y="4269052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E0353EB-BE39-AC03-0E15-5A0411903AA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>
              <a:off x="3813133" y="4269052"/>
              <a:ext cx="0" cy="54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756374C-44A0-AAAB-E6A3-37FCDE81D962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H="1">
              <a:off x="3813133" y="4323052"/>
              <a:ext cx="54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6DB1205-8643-0915-7AEF-740A42182D27}"/>
              </a:ext>
            </a:extLst>
          </p:cNvPr>
          <p:cNvSpPr txBox="1"/>
          <p:nvPr/>
        </p:nvSpPr>
        <p:spPr>
          <a:xfrm>
            <a:off x="4861057" y="4237602"/>
            <a:ext cx="719092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종료</a:t>
            </a:r>
            <a:endParaRPr sz="700" b="1" dirty="0">
              <a:solidFill>
                <a:schemeClr val="bg1">
                  <a:lumMod val="6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3F4104-DF61-79D3-0A04-EC0706D9690B}"/>
              </a:ext>
            </a:extLst>
          </p:cNvPr>
          <p:cNvGrpSpPr/>
          <p:nvPr/>
        </p:nvGrpSpPr>
        <p:grpSpPr>
          <a:xfrm>
            <a:off x="4718247" y="4269052"/>
            <a:ext cx="108000" cy="108000"/>
            <a:chOff x="3759133" y="4269052"/>
            <a:chExt cx="108000" cy="10800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1DC3E95-ABFA-967B-91BC-F09C51F683D0}"/>
                </a:ext>
              </a:extLst>
            </p:cNvPr>
            <p:cNvSpPr/>
            <p:nvPr/>
          </p:nvSpPr>
          <p:spPr>
            <a:xfrm>
              <a:off x="3759133" y="4269052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CDBA666-F654-7B27-C83C-17ED19F6647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>
              <a:off x="3813133" y="4269052"/>
              <a:ext cx="0" cy="54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365AE2C-69EF-FDBA-BAAB-6500DA0D2FF9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H="1">
              <a:off x="3813133" y="4323052"/>
              <a:ext cx="540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5E26D8C-4394-FB93-2E00-A98EAFB80D48}"/>
              </a:ext>
            </a:extLst>
          </p:cNvPr>
          <p:cNvGrpSpPr/>
          <p:nvPr/>
        </p:nvGrpSpPr>
        <p:grpSpPr>
          <a:xfrm>
            <a:off x="3924757" y="2893675"/>
            <a:ext cx="936300" cy="938333"/>
            <a:chOff x="3794105" y="2516412"/>
            <a:chExt cx="2448000" cy="938333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3EACDC5D-C544-A800-196F-BFC0A3CDE2F9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0C1D4EAB-6FB9-5074-80A1-ACE61CE712F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ounded Rectangle 27">
                <a:extLst>
                  <a:ext uri="{FF2B5EF4-FFF2-40B4-BE49-F238E27FC236}">
                    <a16:creationId xmlns:a16="http://schemas.microsoft.com/office/drawing/2014/main" id="{51F8F771-55B8-A676-1DED-2438DB271589}"/>
                  </a:ext>
                </a:extLst>
              </p:cNvPr>
              <p:cNvSpPr/>
              <p:nvPr/>
            </p:nvSpPr>
            <p:spPr>
              <a:xfrm>
                <a:off x="657152" y="3748614"/>
                <a:ext cx="2307573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마감순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0C65F2EC-251C-9B67-019C-C5FED44DAEC1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6BB7A223-F460-947F-EF8F-99FA459CF3B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ounded Rectangle 27">
                <a:extLst>
                  <a:ext uri="{FF2B5EF4-FFF2-40B4-BE49-F238E27FC236}">
                    <a16:creationId xmlns:a16="http://schemas.microsoft.com/office/drawing/2014/main" id="{D405EE2A-D349-4C71-2D08-CC1A8122BB31}"/>
                  </a:ext>
                </a:extLst>
              </p:cNvPr>
              <p:cNvSpPr/>
              <p:nvPr/>
            </p:nvSpPr>
            <p:spPr>
              <a:xfrm>
                <a:off x="7641985" y="5785199"/>
                <a:ext cx="117835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최신순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0C8D671-45F6-ADC4-D3E2-EB463E7B0887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D88B120-4F68-BB93-7319-EAD3C81EE7C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ounded Rectangle 27">
                <a:extLst>
                  <a:ext uri="{FF2B5EF4-FFF2-40B4-BE49-F238E27FC236}">
                    <a16:creationId xmlns:a16="http://schemas.microsoft.com/office/drawing/2014/main" id="{E9DD5A57-F199-CDDF-EC79-D9C0EA41DC19}"/>
                  </a:ext>
                </a:extLst>
              </p:cNvPr>
              <p:cNvSpPr/>
              <p:nvPr/>
            </p:nvSpPr>
            <p:spPr>
              <a:xfrm>
                <a:off x="7641983" y="5785199"/>
                <a:ext cx="144960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인기순</a:t>
                </a:r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ABEA1CF-390D-5973-5A29-02EC9BB4262A}"/>
              </a:ext>
            </a:extLst>
          </p:cNvPr>
          <p:cNvSpPr txBox="1"/>
          <p:nvPr/>
        </p:nvSpPr>
        <p:spPr>
          <a:xfrm>
            <a:off x="328682" y="1499723"/>
            <a:ext cx="2343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💡 국민행복몰 이벤트 100% 활용 가이드 </a:t>
            </a:r>
            <a:endParaRPr lang="ko-KR" altLang="en-US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BE23A2-EAD5-89F4-0096-B29D89118762}"/>
              </a:ext>
            </a:extLst>
          </p:cNvPr>
          <p:cNvSpPr txBox="1"/>
          <p:nvPr/>
        </p:nvSpPr>
        <p:spPr>
          <a:xfrm>
            <a:off x="354371" y="1743748"/>
            <a:ext cx="2621230" cy="68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👤 모든 이벤트는 회원 전용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🎁 쿠폰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마일리지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사은품 혜택 팡팡</a:t>
            </a:r>
            <a:endParaRPr lang="en-US" altLang="ko-KR" sz="90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🎫 받은 혜택은 마이페이지에서 확인해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보세요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6C4769C-7224-89EE-D365-16083E44F731}"/>
              </a:ext>
            </a:extLst>
          </p:cNvPr>
          <p:cNvSpPr/>
          <p:nvPr/>
        </p:nvSpPr>
        <p:spPr>
          <a:xfrm>
            <a:off x="5166468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응모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16CCEA2-F251-97B7-B2A1-FDC437AD21AA}"/>
              </a:ext>
            </a:extLst>
          </p:cNvPr>
          <p:cNvGrpSpPr/>
          <p:nvPr/>
        </p:nvGrpSpPr>
        <p:grpSpPr>
          <a:xfrm>
            <a:off x="3745280" y="4644405"/>
            <a:ext cx="3142476" cy="1008112"/>
            <a:chOff x="3745280" y="4644405"/>
            <a:chExt cx="3142476" cy="1008112"/>
          </a:xfrm>
        </p:grpSpPr>
        <p:sp>
          <p:nvSpPr>
            <p:cNvPr id="24" name="Rounded Rectangle 39">
              <a:extLst>
                <a:ext uri="{FF2B5EF4-FFF2-40B4-BE49-F238E27FC236}">
                  <a16:creationId xmlns:a16="http://schemas.microsoft.com/office/drawing/2014/main" id="{F48CF5EB-9F59-2A14-CD4B-2FA90A69CDEC}"/>
                </a:ext>
              </a:extLst>
            </p:cNvPr>
            <p:cNvSpPr/>
            <p:nvPr/>
          </p:nvSpPr>
          <p:spPr>
            <a:xfrm>
              <a:off x="3745280" y="4644405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Rounded Rectangle 40">
              <a:extLst>
                <a:ext uri="{FF2B5EF4-FFF2-40B4-BE49-F238E27FC236}">
                  <a16:creationId xmlns:a16="http://schemas.microsoft.com/office/drawing/2014/main" id="{8A1780AB-4DC6-EA02-358C-FFC23EB3995D}"/>
                </a:ext>
              </a:extLst>
            </p:cNvPr>
            <p:cNvSpPr/>
            <p:nvPr/>
          </p:nvSpPr>
          <p:spPr>
            <a:xfrm>
              <a:off x="3831880" y="4737605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781050-2617-DD2D-4B05-17D748051040}"/>
                </a:ext>
              </a:extLst>
            </p:cNvPr>
            <p:cNvSpPr txBox="1"/>
            <p:nvPr/>
          </p:nvSpPr>
          <p:spPr>
            <a:xfrm>
              <a:off x="4817043" y="4860429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[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적립금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] 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포토리뷰 작성하면 마일리지 적립이 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배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!</a:t>
              </a:r>
              <a:endParaRPr sz="800" b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B1FFF49-8826-24E2-0C7A-7B93F68C60C5}"/>
                </a:ext>
              </a:extLst>
            </p:cNvPr>
            <p:cNvGrpSpPr/>
            <p:nvPr/>
          </p:nvGrpSpPr>
          <p:grpSpPr>
            <a:xfrm>
              <a:off x="6338160" y="5393360"/>
              <a:ext cx="474433" cy="180425"/>
              <a:chOff x="667316" y="3887916"/>
              <a:chExt cx="474433" cy="18042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6E87CF-6FD7-8BEA-7B5E-5B0E9C7D554B}"/>
                  </a:ext>
                </a:extLst>
              </p:cNvPr>
              <p:cNvSpPr txBox="1"/>
              <p:nvPr/>
            </p:nvSpPr>
            <p:spPr>
              <a:xfrm>
                <a:off x="810125" y="3887916"/>
                <a:ext cx="331624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65000"/>
                      </a:schemeClr>
                    </a:solidFill>
                    <a:latin typeface="맑은 고딕"/>
                    <a:ea typeface="맑은 고딕"/>
                  </a:rPr>
                  <a:t>종료</a:t>
                </a:r>
                <a:endParaRPr sz="700" b="1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4F830B61-2EBA-363F-0E26-2A1EBA8E2437}"/>
                  </a:ext>
                </a:extLst>
              </p:cNvPr>
              <p:cNvGrpSpPr/>
              <p:nvPr/>
            </p:nvGrpSpPr>
            <p:grpSpPr>
              <a:xfrm>
                <a:off x="667316" y="3919366"/>
                <a:ext cx="108000" cy="108000"/>
                <a:chOff x="4987253" y="2471416"/>
                <a:chExt cx="288000" cy="288000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6786158C-CEE5-8D89-2874-61AAC01C6904}"/>
                    </a:ext>
                  </a:extLst>
                </p:cNvPr>
                <p:cNvSpPr/>
                <p:nvPr/>
              </p:nvSpPr>
              <p:spPr>
                <a:xfrm>
                  <a:off x="498725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C5658C63-A6C0-57F9-EB9D-912704719D9A}"/>
                    </a:ext>
                  </a:extLst>
                </p:cNvPr>
                <p:cNvCxnSpPr>
                  <a:cxnSpLocks/>
                  <a:stCxn id="32" idx="0"/>
                </p:cNvCxnSpPr>
                <p:nvPr/>
              </p:nvCxnSpPr>
              <p:spPr>
                <a:xfrm>
                  <a:off x="5131250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FC76D5F2-597C-4889-7797-0FFA4726B894}"/>
                    </a:ext>
                  </a:extLst>
                </p:cNvPr>
                <p:cNvCxnSpPr>
                  <a:cxnSpLocks/>
                  <a:stCxn id="32" idx="6"/>
                </p:cNvCxnSpPr>
                <p:nvPr/>
              </p:nvCxnSpPr>
              <p:spPr>
                <a:xfrm flipH="1">
                  <a:off x="513125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FE4E7F-63A3-E560-CE03-B775A154CAE8}"/>
                </a:ext>
              </a:extLst>
            </p:cNvPr>
            <p:cNvSpPr txBox="1"/>
            <p:nvPr/>
          </p:nvSpPr>
          <p:spPr>
            <a:xfrm>
              <a:off x="3830827" y="5393360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2026.07.01 ~ 2026.12.31</a:t>
              </a:r>
              <a:endParaRPr sz="7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2F2B0E9-9284-7B09-518E-188973140852}"/>
                </a:ext>
              </a:extLst>
            </p:cNvPr>
            <p:cNvSpPr/>
            <p:nvPr/>
          </p:nvSpPr>
          <p:spPr>
            <a:xfrm>
              <a:off x="4799995" y="4844799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마일리지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A1B6-876C-1802-ED33-62B3934D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FD5159-90AF-A69E-787E-25180C79D43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06AA3-15FE-A732-BFF3-D9E609B6CBC8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2B592-CACF-62F9-77CE-F952091E12DB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7085F8-03FD-5103-A42F-4F8DA071B04A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953B9-784D-B25D-6AE8-F7E56C8365E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4ED0C-084C-C9D1-58E5-5D4A58D674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34571-406F-7BB6-66EC-1AF83CB7DA35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9E2A9F43-A336-00BD-8393-0B368E5B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747131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E139C4-9B5A-92FE-03A9-7EA2CCFF5774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E261700-F804-10AB-A3EF-730C9A07943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8DAB4C6-DEC1-EB0F-978C-81B99617A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6010064-77FF-808C-D9C9-EB46FE6F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D758479-4C39-4E8A-7140-EDFA1F7A0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0695BB8-9FDF-9EE9-0609-8B56F3A90C18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 err="1">
                <a:ea typeface="맑은 고딕"/>
              </a:rPr>
              <a:t>국민행볼몰에서</a:t>
            </a:r>
            <a:r>
              <a:rPr lang="ko-KR" altLang="en-US" sz="900" b="1" dirty="0">
                <a:ea typeface="맑은 고딕"/>
              </a:rPr>
              <a:t> 바우처 처음 이용하고 물티슈 </a:t>
            </a:r>
            <a:r>
              <a:rPr lang="en-US" altLang="ko-KR" sz="900" b="1" dirty="0">
                <a:ea typeface="맑은 고딕"/>
              </a:rPr>
              <a:t>1</a:t>
            </a:r>
            <a:r>
              <a:rPr lang="ko-KR" altLang="en-US" sz="900" b="1" dirty="0">
                <a:ea typeface="맑은 고딕"/>
              </a:rPr>
              <a:t>박스 받아가세요</a:t>
            </a:r>
            <a:r>
              <a:rPr lang="en-US" altLang="ko-KR" sz="900" b="1" dirty="0">
                <a:ea typeface="맑은 고딕"/>
              </a:rPr>
              <a:t>!</a:t>
            </a:r>
            <a:endParaRPr lang="ko-KR" altLang="en-US" sz="900" b="0" dirty="0">
              <a:latin typeface="맑은 고딕"/>
              <a:ea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4A7C44-3CCB-BE6A-CDAA-95F66B024459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9ED79D3-8424-5611-D74C-16DE97BE8FBF}"/>
              </a:ext>
            </a:extLst>
          </p:cNvPr>
          <p:cNvGrpSpPr/>
          <p:nvPr/>
        </p:nvGrpSpPr>
        <p:grpSpPr>
          <a:xfrm>
            <a:off x="2680345" y="1583613"/>
            <a:ext cx="696765" cy="180425"/>
            <a:chOff x="390366" y="3887916"/>
            <a:chExt cx="696765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8256593-0803-BD4C-5808-ACA6814BE033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2B2CDDF6-26A7-7D2C-D8A0-D72AC4C978A8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7CAB5931-9AD0-B4B6-33E7-8AD82F64AC31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D42D987-8785-41F5-858D-5FF895B4EBF3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2B8C7CB0-CAC9-9C1C-08D9-0F4D5548B7FA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BB6DDD7-E13D-25A4-5565-5F2CC6E24768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E9E527-A441-E7E9-AF42-E348967E84DB}"/>
              </a:ext>
            </a:extLst>
          </p:cNvPr>
          <p:cNvSpPr txBox="1"/>
          <p:nvPr/>
        </p:nvSpPr>
        <p:spPr>
          <a:xfrm>
            <a:off x="357042" y="3173405"/>
            <a:ext cx="3040398" cy="423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8AEB2FC-EF6C-AF20-BB6D-0249E373C7BA}"/>
              </a:ext>
            </a:extLst>
          </p:cNvPr>
          <p:cNvSpPr txBox="1"/>
          <p:nvPr/>
        </p:nvSpPr>
        <p:spPr>
          <a:xfrm>
            <a:off x="357042" y="3745513"/>
            <a:ext cx="3040398" cy="761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대상: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이벤트 기간 내 국민행복몰에서 바우처(기저귀/조제분유, 여성청소년 생리대 등)로 최초 결제 완료한 회원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2026.07.01(수) ~ 2026.07.31(금)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증정 사은품: 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네이처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무화학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순면 아기 물티슈 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팩</a:t>
            </a:r>
            <a:endParaRPr lang="ko-KR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지급 방법: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첫 결제하신 상품의 '배송 완료' 처리 후, 차주 수요일에 기본 배송지로 자동 발송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EE80B80-73BB-7BC8-A5AF-64337CCD4505}"/>
              </a:ext>
            </a:extLst>
          </p:cNvPr>
          <p:cNvSpPr txBox="1"/>
          <p:nvPr/>
        </p:nvSpPr>
        <p:spPr>
          <a:xfrm>
            <a:off x="357042" y="4566534"/>
            <a:ext cx="3040398" cy="10643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2C03935E-130E-D1E0-55CF-59C0864ABBE0}"/>
              </a:ext>
            </a:extLst>
          </p:cNvPr>
          <p:cNvSpPr/>
          <p:nvPr/>
        </p:nvSpPr>
        <p:spPr>
          <a:xfrm>
            <a:off x="517255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80465812-0168-34C3-75EF-4024029C5786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2BB54C37-ADCB-0038-7C33-850D8938A709}"/>
              </a:ext>
            </a:extLst>
          </p:cNvPr>
          <p:cNvSpPr/>
          <p:nvPr/>
        </p:nvSpPr>
        <p:spPr>
          <a:xfrm>
            <a:off x="175423" y="58176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A9E80C2-3D64-F30F-866D-363F852E9085}"/>
              </a:ext>
            </a:extLst>
          </p:cNvPr>
          <p:cNvSpPr/>
          <p:nvPr/>
        </p:nvSpPr>
        <p:spPr>
          <a:xfrm>
            <a:off x="375005" y="1179324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</p:spTree>
    <p:extLst>
      <p:ext uri="{BB962C8B-B14F-4D97-AF65-F5344CB8AC3E}">
        <p14:creationId xmlns:p14="http://schemas.microsoft.com/office/powerpoint/2010/main" val="2736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804F-4242-88C5-FFD0-03084A8A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대각선 방향 모서리 15">
            <a:extLst>
              <a:ext uri="{FF2B5EF4-FFF2-40B4-BE49-F238E27FC236}">
                <a16:creationId xmlns:a16="http://schemas.microsoft.com/office/drawing/2014/main" id="{858A4583-7229-8C60-8C76-3BAD6C981DE0}"/>
              </a:ext>
            </a:extLst>
          </p:cNvPr>
          <p:cNvSpPr/>
          <p:nvPr/>
        </p:nvSpPr>
        <p:spPr>
          <a:xfrm>
            <a:off x="377193" y="4523780"/>
            <a:ext cx="2988900" cy="761307"/>
          </a:xfrm>
          <a:prstGeom prst="round2Diag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841A80-99D2-4D98-CF0B-FCCD75AF3F4E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79BF9-943C-1995-19B9-F9EF1F87566C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13F6B-0E2E-F171-96C0-22A7F754BECA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6322F4-1A8E-2F8E-111F-23F1F8ACB5AE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4F605-3E61-31C7-2A57-49056DF90E1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5D071-2519-EE37-3BAD-BAF2CBE7CBF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299BD-93A2-D6E2-D826-A64E50BFF9D6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6E85F464-8C7D-F830-258E-B93D93CE1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12125"/>
              </p:ext>
            </p:extLst>
          </p:nvPr>
        </p:nvGraphicFramePr>
        <p:xfrm>
          <a:off x="10128399" y="623854"/>
          <a:ext cx="2850436" cy="275977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쿠폰 받기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이벤트에서 지급하는 쿠폰 발급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발급가능한 횟수를 모두 소진 시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9C8C9B-D0CF-A9DC-1BD8-6FB9D0588957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03569D1-AB1C-86EE-05AB-739BF0175E6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EEE445F-A5B1-641E-9BB9-5BAF17086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85A95C4-1629-91B9-932B-2B3F2CB10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6F5B738-008F-DB3B-545C-C498EE47E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EAFBB97-7E66-918F-C8CA-2916A33B0EBB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기저귀부터 생리대까지! 본인부담금 낮춰주는 </a:t>
            </a:r>
            <a:r>
              <a:rPr lang="ko-KR" altLang="ko-KR" sz="900" b="1" dirty="0" err="1"/>
              <a:t>든든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쿠폰팩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지급 이벤트</a:t>
            </a:r>
            <a:endParaRPr lang="ko-KR" altLang="ko-KR" sz="9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864EA26-7EB1-D7C0-A311-41C196283B27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855264A-DC2B-3AF3-555D-0FF4531EB2D7}"/>
              </a:ext>
            </a:extLst>
          </p:cNvPr>
          <p:cNvGrpSpPr/>
          <p:nvPr/>
        </p:nvGrpSpPr>
        <p:grpSpPr>
          <a:xfrm>
            <a:off x="2680345" y="1583613"/>
            <a:ext cx="696765" cy="180425"/>
            <a:chOff x="390366" y="3887916"/>
            <a:chExt cx="696765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2A3C31E-B9BE-88C0-C43E-BF8D83508781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3235DBD-5E05-9F00-0B5A-BE5FA3A07333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6E5F743E-30C7-88EF-F73F-1B2ED883DC6D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2F3E468-9C54-0206-3E68-B3C8827A197C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9054277-81E9-994F-4300-1FCC4D200B0E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CBE528-B6F0-CB77-B3C9-188B1C926FDE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582B8E-EF4E-1A94-BED1-E08BA36A77BF}"/>
              </a:ext>
            </a:extLst>
          </p:cNvPr>
          <p:cNvSpPr txBox="1"/>
          <p:nvPr/>
        </p:nvSpPr>
        <p:spPr>
          <a:xfrm>
            <a:off x="357042" y="3173405"/>
            <a:ext cx="3040398" cy="423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F73D24B-2071-416E-C321-0F082678A2D9}"/>
              </a:ext>
            </a:extLst>
          </p:cNvPr>
          <p:cNvSpPr txBox="1"/>
          <p:nvPr/>
        </p:nvSpPr>
        <p:spPr>
          <a:xfrm>
            <a:off x="357042" y="3745513"/>
            <a:ext cx="3040398" cy="761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국민행복몰 모든 회원 (기간 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 발급 가능)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2026.07.01(수) ~ 2026.07.31(금)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쿠폰 혜택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 (1)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3,000원 할인 (3만 원 이상 결제 시 적용)</a:t>
            </a:r>
          </a:p>
          <a:p>
            <a:pPr lvl="1"/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(2)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5,000원 할인 (5만 원 이상 결제 시 적용)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사용 방법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상품 결제 단계에서 다운로드한 쿠폰을 선택하여 할인 적용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C7B683F-BE8D-331E-C898-CBF02C4B8E38}"/>
              </a:ext>
            </a:extLst>
          </p:cNvPr>
          <p:cNvSpPr txBox="1"/>
          <p:nvPr/>
        </p:nvSpPr>
        <p:spPr>
          <a:xfrm>
            <a:off x="357042" y="5455404"/>
            <a:ext cx="3040398" cy="10643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3BC6D144-02AF-423B-3619-EC150D56193A}"/>
              </a:ext>
            </a:extLst>
          </p:cNvPr>
          <p:cNvSpPr/>
          <p:nvPr/>
        </p:nvSpPr>
        <p:spPr>
          <a:xfrm>
            <a:off x="517255" y="653991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0CDB1AA3-5B74-3B27-587A-52D47E578F43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AC06D90A-00B5-19CF-C439-B14F3DC30F02}"/>
              </a:ext>
            </a:extLst>
          </p:cNvPr>
          <p:cNvSpPr/>
          <p:nvPr/>
        </p:nvSpPr>
        <p:spPr>
          <a:xfrm>
            <a:off x="175423" y="44188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6212999-7DA7-837B-4BEC-7CABA4A61C70}"/>
              </a:ext>
            </a:extLst>
          </p:cNvPr>
          <p:cNvSpPr/>
          <p:nvPr/>
        </p:nvSpPr>
        <p:spPr>
          <a:xfrm>
            <a:off x="377193" y="1174239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쿠폰</a:t>
            </a: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C2B3222A-2225-F61C-2A4F-CC5F22A93638}"/>
              </a:ext>
            </a:extLst>
          </p:cNvPr>
          <p:cNvSpPr/>
          <p:nvPr/>
        </p:nvSpPr>
        <p:spPr>
          <a:xfrm>
            <a:off x="175423" y="65776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492AF4F-66F6-E1BE-2336-EADC8F565715}"/>
              </a:ext>
            </a:extLst>
          </p:cNvPr>
          <p:cNvCxnSpPr>
            <a:cxnSpLocks/>
          </p:cNvCxnSpPr>
          <p:nvPr/>
        </p:nvCxnSpPr>
        <p:spPr>
          <a:xfrm>
            <a:off x="2592537" y="4616401"/>
            <a:ext cx="0" cy="57606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99CA8A-ECD6-6818-A7D2-F5C41E8D393E}"/>
              </a:ext>
            </a:extLst>
          </p:cNvPr>
          <p:cNvSpPr txBox="1"/>
          <p:nvPr/>
        </p:nvSpPr>
        <p:spPr>
          <a:xfrm>
            <a:off x="2704488" y="4939829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쿠폰받기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FEDF9-1927-0004-8912-9229C8EB32F3}"/>
              </a:ext>
            </a:extLst>
          </p:cNvPr>
          <p:cNvSpPr txBox="1"/>
          <p:nvPr/>
        </p:nvSpPr>
        <p:spPr>
          <a:xfrm>
            <a:off x="533185" y="4658076"/>
            <a:ext cx="14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할인 쿠폰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301F8B-E12F-394D-2C3E-E63137394E2C}"/>
              </a:ext>
            </a:extLst>
          </p:cNvPr>
          <p:cNvSpPr txBox="1"/>
          <p:nvPr/>
        </p:nvSpPr>
        <p:spPr>
          <a:xfrm>
            <a:off x="540983" y="4940643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만원 이상 구매 시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EB3E13-A900-F959-F912-CFD05B34F81B}"/>
              </a:ext>
            </a:extLst>
          </p:cNvPr>
          <p:cNvGrpSpPr/>
          <p:nvPr/>
        </p:nvGrpSpPr>
        <p:grpSpPr>
          <a:xfrm>
            <a:off x="2807386" y="4628540"/>
            <a:ext cx="361816" cy="307777"/>
            <a:chOff x="2807386" y="4615092"/>
            <a:chExt cx="361816" cy="307777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6F8DCC9-1B27-8326-04E2-B0E80ABD3E6B}"/>
                </a:ext>
              </a:extLst>
            </p:cNvPr>
            <p:cNvGrpSpPr/>
            <p:nvPr/>
          </p:nvGrpSpPr>
          <p:grpSpPr>
            <a:xfrm>
              <a:off x="2809162" y="4690936"/>
              <a:ext cx="360040" cy="216024"/>
              <a:chOff x="4320729" y="2268141"/>
              <a:chExt cx="360040" cy="216024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9EAA8615-58F0-80B5-0447-131469C4A75E}"/>
                  </a:ext>
                </a:extLst>
              </p:cNvPr>
              <p:cNvSpPr/>
              <p:nvPr/>
            </p:nvSpPr>
            <p:spPr>
              <a:xfrm>
                <a:off x="4392737" y="2340149"/>
                <a:ext cx="216024" cy="144016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5194628-5881-9990-870C-692B9158C6D4}"/>
                  </a:ext>
                </a:extLst>
              </p:cNvPr>
              <p:cNvSpPr/>
              <p:nvPr/>
            </p:nvSpPr>
            <p:spPr>
              <a:xfrm>
                <a:off x="4320729" y="2268141"/>
                <a:ext cx="360040" cy="144016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8FF585-8A44-D4D2-B625-CC074E50BE3F}"/>
                </a:ext>
              </a:extLst>
            </p:cNvPr>
            <p:cNvSpPr txBox="1"/>
            <p:nvPr/>
          </p:nvSpPr>
          <p:spPr>
            <a:xfrm>
              <a:off x="2807386" y="4615092"/>
              <a:ext cx="3449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↓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1DBF5D2-A7FB-126B-38BF-F63D97352832}"/>
              </a:ext>
            </a:extLst>
          </p:cNvPr>
          <p:cNvGrpSpPr/>
          <p:nvPr/>
        </p:nvGrpSpPr>
        <p:grpSpPr>
          <a:xfrm>
            <a:off x="4519269" y="4523780"/>
            <a:ext cx="2988900" cy="761307"/>
            <a:chOff x="4086987" y="4523780"/>
            <a:chExt cx="2988900" cy="761307"/>
          </a:xfrm>
        </p:grpSpPr>
        <p:sp>
          <p:nvSpPr>
            <p:cNvPr id="12" name="사각형: 둥근 대각선 방향 모서리 11">
              <a:extLst>
                <a:ext uri="{FF2B5EF4-FFF2-40B4-BE49-F238E27FC236}">
                  <a16:creationId xmlns:a16="http://schemas.microsoft.com/office/drawing/2014/main" id="{72B9190A-ABAC-655D-6689-0A1DC61F8B9B}"/>
                </a:ext>
              </a:extLst>
            </p:cNvPr>
            <p:cNvSpPr/>
            <p:nvPr/>
          </p:nvSpPr>
          <p:spPr>
            <a:xfrm>
              <a:off x="4086987" y="4523780"/>
              <a:ext cx="2988900" cy="761307"/>
            </a:xfrm>
            <a:prstGeom prst="round2Diag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F9BCA0B-73B8-FEA3-C2C4-AF10DCEC7DEE}"/>
                </a:ext>
              </a:extLst>
            </p:cNvPr>
            <p:cNvCxnSpPr>
              <a:cxnSpLocks/>
            </p:cNvCxnSpPr>
            <p:nvPr/>
          </p:nvCxnSpPr>
          <p:spPr>
            <a:xfrm>
              <a:off x="6302331" y="4616401"/>
              <a:ext cx="0" cy="576064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6820FA-D959-92BF-379F-EFFEE2A52A87}"/>
                </a:ext>
              </a:extLst>
            </p:cNvPr>
            <p:cNvSpPr txBox="1"/>
            <p:nvPr/>
          </p:nvSpPr>
          <p:spPr>
            <a:xfrm>
              <a:off x="6414282" y="4939829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발급완료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CBC9765-E9C9-0D98-8795-4DB8B1902888}"/>
                </a:ext>
              </a:extLst>
            </p:cNvPr>
            <p:cNvSpPr txBox="1"/>
            <p:nvPr/>
          </p:nvSpPr>
          <p:spPr>
            <a:xfrm>
              <a:off x="4242979" y="4658076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3,000</a:t>
              </a:r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 할인 쿠폰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6D5A188-EDFC-C408-AAD2-7E51313ED7E8}"/>
                </a:ext>
              </a:extLst>
            </p:cNvPr>
            <p:cNvSpPr txBox="1"/>
            <p:nvPr/>
          </p:nvSpPr>
          <p:spPr>
            <a:xfrm>
              <a:off x="4250777" y="4940643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>
                      <a:lumMod val="8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900" spc="-150" dirty="0">
                  <a:solidFill>
                    <a:schemeClr val="bg1">
                      <a:lumMod val="8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 구매 시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25F7D10-233F-DCE9-7F44-169DEE52A5C6}"/>
                </a:ext>
              </a:extLst>
            </p:cNvPr>
            <p:cNvGrpSpPr/>
            <p:nvPr/>
          </p:nvGrpSpPr>
          <p:grpSpPr>
            <a:xfrm>
              <a:off x="6517180" y="4624660"/>
              <a:ext cx="361816" cy="307777"/>
              <a:chOff x="6517180" y="4624660"/>
              <a:chExt cx="361816" cy="307777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1A373062-54AC-FA46-50A6-13A9FDB63A68}"/>
                  </a:ext>
                </a:extLst>
              </p:cNvPr>
              <p:cNvGrpSpPr/>
              <p:nvPr/>
            </p:nvGrpSpPr>
            <p:grpSpPr>
              <a:xfrm>
                <a:off x="6518956" y="4704384"/>
                <a:ext cx="360040" cy="216024"/>
                <a:chOff x="4320729" y="2268141"/>
                <a:chExt cx="360040" cy="216024"/>
              </a:xfrm>
            </p:grpSpPr>
            <p:sp>
              <p:nvSpPr>
                <p:cNvPr id="37" name="사각형: 둥근 모서리 36">
                  <a:extLst>
                    <a:ext uri="{FF2B5EF4-FFF2-40B4-BE49-F238E27FC236}">
                      <a16:creationId xmlns:a16="http://schemas.microsoft.com/office/drawing/2014/main" id="{C43E16B3-F2E6-0771-CD98-8712407491C5}"/>
                    </a:ext>
                  </a:extLst>
                </p:cNvPr>
                <p:cNvSpPr/>
                <p:nvPr/>
              </p:nvSpPr>
              <p:spPr>
                <a:xfrm>
                  <a:off x="4392737" y="2340149"/>
                  <a:ext cx="216024" cy="144016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4B37E97A-00B2-9426-7294-E61065498DDB}"/>
                    </a:ext>
                  </a:extLst>
                </p:cNvPr>
                <p:cNvSpPr/>
                <p:nvPr/>
              </p:nvSpPr>
              <p:spPr>
                <a:xfrm>
                  <a:off x="4320729" y="2268141"/>
                  <a:ext cx="360040" cy="14401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D68922-93F6-2B43-8782-30A919D6C312}"/>
                  </a:ext>
                </a:extLst>
              </p:cNvPr>
              <p:cNvSpPr txBox="1"/>
              <p:nvPr/>
            </p:nvSpPr>
            <p:spPr>
              <a:xfrm>
                <a:off x="6517180" y="4624660"/>
                <a:ext cx="3449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↓</a:t>
                </a:r>
              </a:p>
            </p:txBody>
          </p:sp>
        </p:grpSp>
      </p:grp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1FD37A3-DC5B-00AB-ADA2-7A69C31F751B}"/>
              </a:ext>
            </a:extLst>
          </p:cNvPr>
          <p:cNvCxnSpPr>
            <a:cxnSpLocks/>
          </p:cNvCxnSpPr>
          <p:nvPr/>
        </p:nvCxnSpPr>
        <p:spPr>
          <a:xfrm flipV="1">
            <a:off x="3381509" y="4830509"/>
            <a:ext cx="1093079" cy="305661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FF02FDE-5FF8-75FD-875F-FE78CDF2D37D}"/>
              </a:ext>
            </a:extLst>
          </p:cNvPr>
          <p:cNvSpPr txBox="1"/>
          <p:nvPr/>
        </p:nvSpPr>
        <p:spPr>
          <a:xfrm>
            <a:off x="1593236" y="4940643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D23A7A-37F1-AF71-90C6-17AF530BB005}"/>
              </a:ext>
            </a:extLst>
          </p:cNvPr>
          <p:cNvSpPr txBox="1"/>
          <p:nvPr/>
        </p:nvSpPr>
        <p:spPr>
          <a:xfrm>
            <a:off x="5760338" y="4940643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41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B4EE-A45C-0EFA-4B60-1369BFFC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38CAD3-8BC9-7B1F-EA9C-DF3A75CDA157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57BD7-EA19-EA4B-5977-13637770A4B7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응모형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05A43-6EA8-E0F9-6BB9-B2B2820C6D0D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34FACC-1050-C06F-FB59-C17BE97B8E91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E54F0-5988-B7D7-F067-DF1E97773F2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3DF65-6527-EABE-ABA0-6C9B1DFC572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1475D-43AA-CF4B-CFD0-9D76A7668B2C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7A7BC2CE-E5D3-FD7B-22C1-7FCEAEE36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725723"/>
              </p:ext>
            </p:extLst>
          </p:nvPr>
        </p:nvGraphicFramePr>
        <p:xfrm>
          <a:off x="10128399" y="623854"/>
          <a:ext cx="2850436" cy="324745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출석체크 달력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 이벤트에서 노출되는 달력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접속한 날짜 칸에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출석하기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날짜에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출석체크하기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접속한 날짜 칸에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표시로 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5E9AA3-D809-9EF9-2C14-74D1C2E5F153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100E59F-3BBF-099E-E822-0A95158BEC6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6A4C2D5-2804-0320-A3AC-2F283358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C88A01-A9A6-7298-0C84-C987C3741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4DF9429-49A8-A22C-1216-EBA2BB707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18896AD-C984-7437-8978-B6DCBAB92827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매일매일 도장 꾹! 출석체크하고 마일리지 받</a:t>
            </a:r>
            <a:r>
              <a:rPr lang="ko-KR" altLang="en-US" sz="900" b="1" dirty="0"/>
              <a:t>아가세요</a:t>
            </a:r>
            <a:endParaRPr lang="ko-KR" altLang="ko-KR" sz="9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2DD8B0-E346-501C-D5EA-73A5FA9C61D4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8A980DD-742A-F6E8-F5AC-4907DD620E8D}"/>
              </a:ext>
            </a:extLst>
          </p:cNvPr>
          <p:cNvGrpSpPr/>
          <p:nvPr/>
        </p:nvGrpSpPr>
        <p:grpSpPr>
          <a:xfrm>
            <a:off x="2664470" y="1583613"/>
            <a:ext cx="712640" cy="180425"/>
            <a:chOff x="374491" y="3887916"/>
            <a:chExt cx="712640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97BF658-738D-E441-C406-69CE39117D9C}"/>
                </a:ext>
              </a:extLst>
            </p:cNvPr>
            <p:cNvSpPr txBox="1"/>
            <p:nvPr/>
          </p:nvSpPr>
          <p:spPr>
            <a:xfrm>
              <a:off x="498366" y="3887916"/>
              <a:ext cx="58876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>
                  <a:solidFill>
                    <a:srgbClr val="404040"/>
                  </a:solidFill>
                  <a:latin typeface="맑은 고딕"/>
                  <a:ea typeface="맑은 고딕"/>
                </a:rPr>
                <a:t>상시 참여가능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2B1E954-2A23-5C21-AA86-E7D78C2BF81B}"/>
                </a:ext>
              </a:extLst>
            </p:cNvPr>
            <p:cNvGrpSpPr/>
            <p:nvPr/>
          </p:nvGrpSpPr>
          <p:grpSpPr>
            <a:xfrm>
              <a:off x="374491" y="3919366"/>
              <a:ext cx="108000" cy="108000"/>
              <a:chOff x="4206386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475E3108-D2C3-8767-18CB-E0793562104F}"/>
                  </a:ext>
                </a:extLst>
              </p:cNvPr>
              <p:cNvSpPr/>
              <p:nvPr/>
            </p:nvSpPr>
            <p:spPr>
              <a:xfrm>
                <a:off x="4206386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23AD9F3-4255-029C-EB55-65943B437BFA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50386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C600E1D-C48C-A8BA-12C7-45FFF2D92ACB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50386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35DD7CD-3F50-65D2-00A0-2FFEEF5BED4C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상시진행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8F7552-3A16-3FC2-1AF6-E5CBE18CE319}"/>
              </a:ext>
            </a:extLst>
          </p:cNvPr>
          <p:cNvSpPr txBox="1"/>
          <p:nvPr/>
        </p:nvSpPr>
        <p:spPr>
          <a:xfrm>
            <a:off x="357042" y="3173405"/>
            <a:ext cx="3040398" cy="491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매일매일 국민행복몰에 방문해서 달력에 출석 도장을 찍어주세요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출석할 때마다 바우처 결제 시 본인부담금을 덜어주는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마일리지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가 차곡차곡 쌓입니다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algn="just"/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한 달 동안 빠짐없이 달력을 가득 채우면 특별한 보너스 혜택까지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하단의 버튼을 눌러 오늘의 출석 도장을 찍어보세요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 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BA7D9B-0617-9DA8-1ABC-6BD85568884A}"/>
              </a:ext>
            </a:extLst>
          </p:cNvPr>
          <p:cNvSpPr txBox="1"/>
          <p:nvPr/>
        </p:nvSpPr>
        <p:spPr>
          <a:xfrm>
            <a:off x="357042" y="3768065"/>
            <a:ext cx="3040398" cy="6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📌 이벤트 안내</a:t>
            </a:r>
            <a:endParaRPr lang="en-US" altLang="ko-KR" sz="650" b="1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국민행복몰 모든 회원</a:t>
            </a:r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~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말일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상시 진행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방법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달력 하단의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버튼 클릭</a:t>
            </a:r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적립 혜택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(1)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매일 출석 시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10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즉시 적립</a:t>
            </a:r>
            <a:b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</a:b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             (2)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이달의 만근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퍼펙트 출석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)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시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1,000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추가 지급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8B76312-558D-F917-0373-9F0B88A44810}"/>
              </a:ext>
            </a:extLst>
          </p:cNvPr>
          <p:cNvSpPr txBox="1"/>
          <p:nvPr/>
        </p:nvSpPr>
        <p:spPr>
          <a:xfrm>
            <a:off x="4238881" y="786945"/>
            <a:ext cx="3040398" cy="9393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일부터 말일까지 진행되며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일에 달력이 새롭게 초기화됩니다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로그인 후 반드시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버튼을 눌러 달력에 도장이 표시되어야 출석으로 인정됩니다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지나간 날짜에 대해서는 소급하여 출석체크를 진행할 수 없습니다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지급된 경품 마일리지는 현금처럼 사용 가능하며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지급 내역은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마이페이지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내역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에서 확인하실 수 있습니다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부정한 방법으로 참여 시 적립된 마일리지는 회수될 수 있습니다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endParaRPr lang="ko-KR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4AF619E2-2C0C-4105-8525-DF647CE11D31}"/>
              </a:ext>
            </a:extLst>
          </p:cNvPr>
          <p:cNvSpPr/>
          <p:nvPr/>
        </p:nvSpPr>
        <p:spPr>
          <a:xfrm>
            <a:off x="4399094" y="1764038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9B751B8E-8A98-ABA4-6598-C3B2A0CA3084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D89E0E-822E-13E7-8880-0AC58759B379}"/>
              </a:ext>
            </a:extLst>
          </p:cNvPr>
          <p:cNvSpPr/>
          <p:nvPr/>
        </p:nvSpPr>
        <p:spPr>
          <a:xfrm>
            <a:off x="377193" y="1174239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응모</a:t>
            </a: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009D31CC-8830-9988-1393-88E36859ED70}"/>
              </a:ext>
            </a:extLst>
          </p:cNvPr>
          <p:cNvSpPr/>
          <p:nvPr/>
        </p:nvSpPr>
        <p:spPr>
          <a:xfrm>
            <a:off x="4057262" y="18017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B4C8D99C-9819-1A26-E30A-6D2698E323E9}"/>
              </a:ext>
            </a:extLst>
          </p:cNvPr>
          <p:cNvSpPr/>
          <p:nvPr/>
        </p:nvSpPr>
        <p:spPr>
          <a:xfrm>
            <a:off x="517255" y="6191027"/>
            <a:ext cx="2748504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ea typeface="맑은 고딕"/>
              </a:rPr>
              <a:t>출석체크하기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70D73A5-B4B9-1254-D6B5-571F193DD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82494"/>
              </p:ext>
            </p:extLst>
          </p:nvPr>
        </p:nvGraphicFramePr>
        <p:xfrm>
          <a:off x="517255" y="4533483"/>
          <a:ext cx="2748501" cy="154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43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06259089-76BF-9B72-F0BC-F1221D754E60}"/>
              </a:ext>
            </a:extLst>
          </p:cNvPr>
          <p:cNvSpPr/>
          <p:nvPr/>
        </p:nvSpPr>
        <p:spPr>
          <a:xfrm>
            <a:off x="1766537" y="4763991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9E73A67-F36F-D267-5B4E-4DF7F0123720}"/>
              </a:ext>
            </a:extLst>
          </p:cNvPr>
          <p:cNvSpPr/>
          <p:nvPr/>
        </p:nvSpPr>
        <p:spPr>
          <a:xfrm>
            <a:off x="1766537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16462C5-4586-AC31-E0EE-1E5938DC7756}"/>
              </a:ext>
            </a:extLst>
          </p:cNvPr>
          <p:cNvSpPr/>
          <p:nvPr/>
        </p:nvSpPr>
        <p:spPr>
          <a:xfrm>
            <a:off x="2160489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0797335-9F29-41B5-1176-DE62129CB8D7}"/>
              </a:ext>
            </a:extLst>
          </p:cNvPr>
          <p:cNvSpPr/>
          <p:nvPr/>
        </p:nvSpPr>
        <p:spPr>
          <a:xfrm>
            <a:off x="2160489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B313F50-1105-1F31-B285-E393E32FC53D}"/>
              </a:ext>
            </a:extLst>
          </p:cNvPr>
          <p:cNvSpPr/>
          <p:nvPr/>
        </p:nvSpPr>
        <p:spPr>
          <a:xfrm>
            <a:off x="978633" y="5581038"/>
            <a:ext cx="249936" cy="219456"/>
          </a:xfrm>
          <a:prstGeom prst="ellipse">
            <a:avLst/>
          </a:prstGeom>
          <a:solidFill>
            <a:srgbClr val="FFC00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출석</a:t>
            </a:r>
            <a:endParaRPr lang="en-US" altLang="ko-KR" sz="500" dirty="0">
              <a:solidFill>
                <a:srgbClr val="F9B129"/>
              </a:solidFill>
            </a:endParaRPr>
          </a:p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하기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1885BA4-77C3-7E0B-98A3-6F4014278EFA}"/>
              </a:ext>
            </a:extLst>
          </p:cNvPr>
          <p:cNvSpPr/>
          <p:nvPr/>
        </p:nvSpPr>
        <p:spPr>
          <a:xfrm>
            <a:off x="2554441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3C317FC-26D4-92EA-0868-DE941D31D1A2}"/>
              </a:ext>
            </a:extLst>
          </p:cNvPr>
          <p:cNvSpPr/>
          <p:nvPr/>
        </p:nvSpPr>
        <p:spPr>
          <a:xfrm>
            <a:off x="2948393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00E9410-BACC-226F-8904-D57FE0B59942}"/>
              </a:ext>
            </a:extLst>
          </p:cNvPr>
          <p:cNvSpPr/>
          <p:nvPr/>
        </p:nvSpPr>
        <p:spPr>
          <a:xfrm>
            <a:off x="2948393" y="4763991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9D1268D-30DE-FBC2-D167-61929BB2C4D2}"/>
              </a:ext>
            </a:extLst>
          </p:cNvPr>
          <p:cNvSpPr/>
          <p:nvPr/>
        </p:nvSpPr>
        <p:spPr>
          <a:xfrm>
            <a:off x="584681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BE2B091-AB9E-275F-EC9C-E05FCFC6214E}"/>
              </a:ext>
            </a:extLst>
          </p:cNvPr>
          <p:cNvSpPr/>
          <p:nvPr/>
        </p:nvSpPr>
        <p:spPr>
          <a:xfrm>
            <a:off x="978633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2DD99456-9458-60F6-B1D4-9042AC0A1AAA}"/>
              </a:ext>
            </a:extLst>
          </p:cNvPr>
          <p:cNvSpPr/>
          <p:nvPr/>
        </p:nvSpPr>
        <p:spPr>
          <a:xfrm>
            <a:off x="978633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591D46C-FA7C-9E62-4C0E-310438CE256B}"/>
              </a:ext>
            </a:extLst>
          </p:cNvPr>
          <p:cNvSpPr/>
          <p:nvPr/>
        </p:nvSpPr>
        <p:spPr>
          <a:xfrm>
            <a:off x="1372585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6" name="Rounded Rectangle 35">
            <a:extLst>
              <a:ext uri="{FF2B5EF4-FFF2-40B4-BE49-F238E27FC236}">
                <a16:creationId xmlns:a16="http://schemas.microsoft.com/office/drawing/2014/main" id="{C6FF19FE-384C-DB7C-18D6-593AF3CA9074}"/>
              </a:ext>
            </a:extLst>
          </p:cNvPr>
          <p:cNvSpPr/>
          <p:nvPr/>
        </p:nvSpPr>
        <p:spPr>
          <a:xfrm>
            <a:off x="7637240" y="5902829"/>
            <a:ext cx="2748504" cy="21945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ea typeface="맑은 고딕"/>
              </a:rPr>
              <a:t>출석체크완료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273ABC11-BB85-0719-FC27-F6D60EDB33B0}"/>
              </a:ext>
            </a:extLst>
          </p:cNvPr>
          <p:cNvSpPr/>
          <p:nvPr/>
        </p:nvSpPr>
        <p:spPr>
          <a:xfrm>
            <a:off x="251485" y="44731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49609CE9-F57C-6BAE-E90C-9090681271C3}"/>
              </a:ext>
            </a:extLst>
          </p:cNvPr>
          <p:cNvSpPr/>
          <p:nvPr/>
        </p:nvSpPr>
        <p:spPr>
          <a:xfrm>
            <a:off x="251485" y="62287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90B4F605-C4E1-03FF-CDB3-01762BD7C045}"/>
              </a:ext>
            </a:extLst>
          </p:cNvPr>
          <p:cNvCxnSpPr>
            <a:cxnSpLocks/>
          </p:cNvCxnSpPr>
          <p:nvPr/>
        </p:nvCxnSpPr>
        <p:spPr>
          <a:xfrm flipV="1">
            <a:off x="3299658" y="6012557"/>
            <a:ext cx="4261431" cy="305661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73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8D3F-52BE-98A0-F520-1B6D2D49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857E4-D609-8333-27FA-73574717C8EF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45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FF94-C5A6-DB6A-07F4-B43046E9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2104E-E944-9808-20D8-F4FD821641CD}"/>
              </a:ext>
            </a:extLst>
          </p:cNvPr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7B403-A3C7-567A-0795-25818B70A360}"/>
              </a:ext>
            </a:extLst>
          </p:cNvPr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EA491-7DCB-27A6-47A1-FA2F17C2BF7B}"/>
              </a:ext>
            </a:extLst>
          </p:cNvPr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CAA3F-209C-E161-31FA-4FF5D32705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9E233-4CCD-5A4D-7578-B4A6713AFAF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D805CDA-E770-5E80-455E-BA1AABCD4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632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BBD9C655-DBFF-68D0-99AC-4592780823C5}"/>
              </a:ext>
            </a:extLst>
          </p:cNvPr>
          <p:cNvSpPr/>
          <p:nvPr/>
        </p:nvSpPr>
        <p:spPr>
          <a:xfrm>
            <a:off x="2874679" y="1852055"/>
            <a:ext cx="5675696" cy="1167888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E7F354C-7275-1935-BE83-7D1B1F576B39}"/>
              </a:ext>
            </a:extLst>
          </p:cNvPr>
          <p:cNvSpPr txBox="1"/>
          <p:nvPr/>
        </p:nvSpPr>
        <p:spPr>
          <a:xfrm>
            <a:off x="2928627" y="3280171"/>
            <a:ext cx="697660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NN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건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E003CEEC-70BD-590F-4147-2503CA473E63}"/>
              </a:ext>
            </a:extLst>
          </p:cNvPr>
          <p:cNvSpPr/>
          <p:nvPr/>
        </p:nvSpPr>
        <p:spPr>
          <a:xfrm>
            <a:off x="7788096" y="3229764"/>
            <a:ext cx="762279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마감순     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ADEBB5-D971-36BF-A0F0-EAED3B56B886}"/>
              </a:ext>
            </a:extLst>
          </p:cNvPr>
          <p:cNvSpPr txBox="1"/>
          <p:nvPr/>
        </p:nvSpPr>
        <p:spPr>
          <a:xfrm>
            <a:off x="4642558" y="118100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CAC1489-E531-DBD9-D69C-5A1C0A617E5E}"/>
              </a:ext>
            </a:extLst>
          </p:cNvPr>
          <p:cNvGrpSpPr/>
          <p:nvPr/>
        </p:nvGrpSpPr>
        <p:grpSpPr>
          <a:xfrm>
            <a:off x="2874679" y="3764264"/>
            <a:ext cx="5675696" cy="1092269"/>
            <a:chOff x="2214437" y="5286908"/>
            <a:chExt cx="5675696" cy="1092269"/>
          </a:xfrm>
        </p:grpSpPr>
        <p:sp>
          <p:nvSpPr>
            <p:cNvPr id="129" name="Rounded Rectangle 22">
              <a:extLst>
                <a:ext uri="{FF2B5EF4-FFF2-40B4-BE49-F238E27FC236}">
                  <a16:creationId xmlns:a16="http://schemas.microsoft.com/office/drawing/2014/main" id="{0AFADAF5-5AB3-8B60-8DED-AF7879BB1249}"/>
                </a:ext>
              </a:extLst>
            </p:cNvPr>
            <p:cNvSpPr/>
            <p:nvPr/>
          </p:nvSpPr>
          <p:spPr>
            <a:xfrm>
              <a:off x="2214437" y="5286908"/>
              <a:ext cx="5675696" cy="109226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9E6DB33-E0AD-0E7D-4ECF-5EDA1F0E2B5A}"/>
                </a:ext>
              </a:extLst>
            </p:cNvPr>
            <p:cNvSpPr txBox="1"/>
            <p:nvPr/>
          </p:nvSpPr>
          <p:spPr>
            <a:xfrm>
              <a:off x="3410476" y="5695930"/>
              <a:ext cx="429462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상세내용입니다 이벤트 상세내용입니다 이벤트 상세내용입니다 이벤트 상세내용입니다 이벤트 상세내용입니다 이벤트 상세내용입니다 이벤트 상세내용입니다 이벤트 상세내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…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F5A630A-1016-D00D-0568-B5292DFB4BC6}"/>
                </a:ext>
              </a:extLst>
            </p:cNvPr>
            <p:cNvSpPr txBox="1"/>
            <p:nvPr/>
          </p:nvSpPr>
          <p:spPr>
            <a:xfrm>
              <a:off x="2697833" y="5370051"/>
              <a:ext cx="3530134" cy="242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900" b="1" dirty="0" err="1">
                  <a:ea typeface="맑은 고딕"/>
                </a:rPr>
                <a:t>국민행볼몰에서</a:t>
              </a:r>
              <a:r>
                <a:rPr lang="ko-KR" altLang="en-US" sz="900" b="1" dirty="0">
                  <a:ea typeface="맑은 고딕"/>
                </a:rPr>
                <a:t> 바우처 처음 이용하고 물티슈 </a:t>
              </a:r>
              <a:r>
                <a:rPr lang="en-US" altLang="ko-KR" sz="900" b="1" dirty="0">
                  <a:ea typeface="맑은 고딕"/>
                </a:rPr>
                <a:t>1</a:t>
              </a:r>
              <a:r>
                <a:rPr lang="ko-KR" altLang="en-US" sz="900" b="1" dirty="0">
                  <a:ea typeface="맑은 고딕"/>
                </a:rPr>
                <a:t>박스 받아가세요</a:t>
              </a:r>
              <a:r>
                <a:rPr lang="en-US" altLang="ko-KR" sz="900" b="1" dirty="0">
                  <a:ea typeface="맑은 고딕"/>
                </a:rPr>
                <a:t>!</a:t>
              </a:r>
              <a:endParaRPr lang="ko-KR" altLang="en-US" sz="900" dirty="0">
                <a:ea typeface="맑은 고딕"/>
              </a:endParaRPr>
            </a:p>
          </p:txBody>
        </p:sp>
        <p:sp>
          <p:nvSpPr>
            <p:cNvPr id="133" name="Rounded Rectangle 27">
              <a:extLst>
                <a:ext uri="{FF2B5EF4-FFF2-40B4-BE49-F238E27FC236}">
                  <a16:creationId xmlns:a16="http://schemas.microsoft.com/office/drawing/2014/main" id="{716B790B-2609-54CD-5ACC-6634343A0A15}"/>
                </a:ext>
              </a:extLst>
            </p:cNvPr>
            <p:cNvSpPr/>
            <p:nvPr/>
          </p:nvSpPr>
          <p:spPr>
            <a:xfrm>
              <a:off x="3410476" y="6076551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2026.07.01 ~ 2026.07.31</a:t>
              </a:r>
            </a:p>
          </p:txBody>
        </p:sp>
        <p:sp>
          <p:nvSpPr>
            <p:cNvPr id="136" name="Rounded Rectangle 40">
              <a:extLst>
                <a:ext uri="{FF2B5EF4-FFF2-40B4-BE49-F238E27FC236}">
                  <a16:creationId xmlns:a16="http://schemas.microsoft.com/office/drawing/2014/main" id="{1A85D789-6AA7-AB29-62EC-0704E25E45E1}"/>
                </a:ext>
              </a:extLst>
            </p:cNvPr>
            <p:cNvSpPr/>
            <p:nvPr/>
          </p:nvSpPr>
          <p:spPr>
            <a:xfrm>
              <a:off x="2379675" y="5669108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E37378E9-0ABA-8580-7F5A-7AD3DEEBB5A2}"/>
                </a:ext>
              </a:extLst>
            </p:cNvPr>
            <p:cNvSpPr/>
            <p:nvPr/>
          </p:nvSpPr>
          <p:spPr>
            <a:xfrm>
              <a:off x="2347722" y="5412290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사은품</a:t>
              </a: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3E070E47-FC93-4FEE-C69D-921AF751D1C1}"/>
                </a:ext>
              </a:extLst>
            </p:cNvPr>
            <p:cNvGrpSpPr/>
            <p:nvPr/>
          </p:nvGrpSpPr>
          <p:grpSpPr>
            <a:xfrm>
              <a:off x="6915211" y="6076551"/>
              <a:ext cx="861902" cy="180425"/>
              <a:chOff x="348435" y="3887916"/>
              <a:chExt cx="861902" cy="180425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A64FD25-45D5-2D2C-F162-6688B08E3E2B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404040"/>
                    </a:solidFill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ea typeface="맑은 고딕"/>
                  </a:rPr>
                  <a:t>15</a:t>
                </a:r>
                <a:r>
                  <a:rPr lang="ko-KR" altLang="en-US" sz="700" b="1" dirty="0">
                    <a:solidFill>
                      <a:srgbClr val="404040"/>
                    </a:solidFill>
                    <a:ea typeface="맑은 고딕"/>
                  </a:rPr>
                  <a:t>일 전</a:t>
                </a:r>
              </a:p>
            </p:txBody>
          </p:sp>
          <p:grpSp>
            <p:nvGrpSpPr>
              <p:cNvPr id="215" name="그룹 214">
                <a:extLst>
                  <a:ext uri="{FF2B5EF4-FFF2-40B4-BE49-F238E27FC236}">
                    <a16:creationId xmlns:a16="http://schemas.microsoft.com/office/drawing/2014/main" id="{55FBC2F9-9E8A-431F-15F5-B3708476CDE7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678E2054-F91B-9FC1-E299-1297DEA62CC0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FA676F7F-B707-3199-9CC1-A097B49CE6F2}"/>
                    </a:ext>
                  </a:extLst>
                </p:cNvPr>
                <p:cNvCxnSpPr>
                  <a:cxnSpLocks/>
                  <a:stCxn id="21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0E84BEED-9D34-228E-66F3-EA0260A6C21F}"/>
                    </a:ext>
                  </a:extLst>
                </p:cNvPr>
                <p:cNvCxnSpPr>
                  <a:cxnSpLocks/>
                  <a:stCxn id="21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9559E4A-5BEF-C09D-F8FC-5A1582F0C12D}"/>
              </a:ext>
            </a:extLst>
          </p:cNvPr>
          <p:cNvGrpSpPr/>
          <p:nvPr/>
        </p:nvGrpSpPr>
        <p:grpSpPr>
          <a:xfrm>
            <a:off x="1080369" y="1836093"/>
            <a:ext cx="1497616" cy="1656184"/>
            <a:chOff x="379459" y="1836093"/>
            <a:chExt cx="1497616" cy="1656184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B29109A0-EE87-2E89-FF30-08657599BC3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8A7AFA-48AD-029F-F362-828EE5C9723D}"/>
                </a:ext>
              </a:extLst>
            </p:cNvPr>
            <p:cNvSpPr txBox="1"/>
            <p:nvPr/>
          </p:nvSpPr>
          <p:spPr>
            <a:xfrm>
              <a:off x="453350" y="1925378"/>
              <a:ext cx="785793" cy="8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진행중인 이벤트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지난 이벤트</a:t>
              </a:r>
              <a:endPara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2765C311-9B50-52BF-E945-0B0D28637522}"/>
              </a:ext>
            </a:extLst>
          </p:cNvPr>
          <p:cNvGrpSpPr/>
          <p:nvPr/>
        </p:nvGrpSpPr>
        <p:grpSpPr>
          <a:xfrm>
            <a:off x="2874679" y="4990056"/>
            <a:ext cx="5675696" cy="1092269"/>
            <a:chOff x="2214437" y="5286908"/>
            <a:chExt cx="5675696" cy="1092269"/>
          </a:xfrm>
        </p:grpSpPr>
        <p:sp>
          <p:nvSpPr>
            <p:cNvPr id="144" name="Rounded Rectangle 22">
              <a:extLst>
                <a:ext uri="{FF2B5EF4-FFF2-40B4-BE49-F238E27FC236}">
                  <a16:creationId xmlns:a16="http://schemas.microsoft.com/office/drawing/2014/main" id="{26395AD6-BCEF-D20D-8A70-B676592A993B}"/>
                </a:ext>
              </a:extLst>
            </p:cNvPr>
            <p:cNvSpPr/>
            <p:nvPr/>
          </p:nvSpPr>
          <p:spPr>
            <a:xfrm>
              <a:off x="2214437" y="5286908"/>
              <a:ext cx="5675696" cy="109226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E232735-6C09-1898-F258-654F6205CE6C}"/>
                </a:ext>
              </a:extLst>
            </p:cNvPr>
            <p:cNvSpPr txBox="1"/>
            <p:nvPr/>
          </p:nvSpPr>
          <p:spPr>
            <a:xfrm>
              <a:off x="3410476" y="5695930"/>
              <a:ext cx="429462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상세내용입니다 이벤트 상세내용입니다 이벤트 상세내용입니다 이벤트 상세내용입니다 이벤트 상세내용입니다 이벤트 상세내용입니다 이벤트 상세내용입니다 이벤트 상세내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…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203FDB4-180C-51E6-DA37-DE27E86ED252}"/>
                </a:ext>
              </a:extLst>
            </p:cNvPr>
            <p:cNvSpPr txBox="1"/>
            <p:nvPr/>
          </p:nvSpPr>
          <p:spPr>
            <a:xfrm>
              <a:off x="2697833" y="5370051"/>
              <a:ext cx="2295821" cy="242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900" b="1" dirty="0">
                  <a:ea typeface="맑은 고딕"/>
                </a:rPr>
                <a:t>포토리뷰 작성하면 마일리지 적립이 </a:t>
              </a:r>
              <a:r>
                <a:rPr lang="en-US" altLang="ko-KR" sz="900" b="1" dirty="0">
                  <a:ea typeface="맑은 고딕"/>
                </a:rPr>
                <a:t>2</a:t>
              </a:r>
              <a:r>
                <a:rPr lang="ko-KR" altLang="en-US" sz="900" b="1" dirty="0">
                  <a:ea typeface="맑은 고딕"/>
                </a:rPr>
                <a:t>배</a:t>
              </a:r>
              <a:r>
                <a:rPr lang="en-US" altLang="ko-KR" sz="900" b="1" dirty="0">
                  <a:ea typeface="맑은 고딕"/>
                </a:rPr>
                <a:t>!</a:t>
              </a:r>
              <a:endParaRPr lang="ko-KR" altLang="en-US" sz="900" dirty="0">
                <a:ea typeface="맑은 고딕"/>
              </a:endParaRPr>
            </a:p>
          </p:txBody>
        </p:sp>
        <p:sp>
          <p:nvSpPr>
            <p:cNvPr id="147" name="Rounded Rectangle 27">
              <a:extLst>
                <a:ext uri="{FF2B5EF4-FFF2-40B4-BE49-F238E27FC236}">
                  <a16:creationId xmlns:a16="http://schemas.microsoft.com/office/drawing/2014/main" id="{20363F10-551C-CE9F-76CB-689DD99D45E3}"/>
                </a:ext>
              </a:extLst>
            </p:cNvPr>
            <p:cNvSpPr/>
            <p:nvPr/>
          </p:nvSpPr>
          <p:spPr>
            <a:xfrm>
              <a:off x="3410476" y="6076551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2026.07.01 ~ 2026.07.31</a:t>
              </a:r>
            </a:p>
          </p:txBody>
        </p:sp>
        <p:sp>
          <p:nvSpPr>
            <p:cNvPr id="148" name="Rounded Rectangle 40">
              <a:extLst>
                <a:ext uri="{FF2B5EF4-FFF2-40B4-BE49-F238E27FC236}">
                  <a16:creationId xmlns:a16="http://schemas.microsoft.com/office/drawing/2014/main" id="{0EB95932-9C41-F3CB-E47E-FC467F1D173C}"/>
                </a:ext>
              </a:extLst>
            </p:cNvPr>
            <p:cNvSpPr/>
            <p:nvPr/>
          </p:nvSpPr>
          <p:spPr>
            <a:xfrm>
              <a:off x="2379675" y="5669108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FB6DE138-67E8-F52E-70A9-9CD94A327097}"/>
                </a:ext>
              </a:extLst>
            </p:cNvPr>
            <p:cNvSpPr/>
            <p:nvPr/>
          </p:nvSpPr>
          <p:spPr>
            <a:xfrm>
              <a:off x="2347722" y="5412290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마일리지</a:t>
              </a:r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340017B5-9442-CAC2-F8FB-9F999546BCBD}"/>
                </a:ext>
              </a:extLst>
            </p:cNvPr>
            <p:cNvGrpSpPr/>
            <p:nvPr/>
          </p:nvGrpSpPr>
          <p:grpSpPr>
            <a:xfrm>
              <a:off x="6915211" y="6076551"/>
              <a:ext cx="861902" cy="180425"/>
              <a:chOff x="348435" y="3887916"/>
              <a:chExt cx="861902" cy="180425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CB18521-AEE5-4F2A-8F96-7F9BF4380C07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164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B39A931F-0B2A-13FA-C1A8-DB901209487F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E05CA92E-32A9-2F98-BFDA-57CB05C3C61A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FF3EC1FC-95AA-22FE-3647-3C20EAB574CF}"/>
                    </a:ext>
                  </a:extLst>
                </p:cNvPr>
                <p:cNvCxnSpPr>
                  <a:cxnSpLocks/>
                  <a:stCxn id="15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8588C880-EF7C-8302-6DEA-16DF237CECFD}"/>
                    </a:ext>
                  </a:extLst>
                </p:cNvPr>
                <p:cNvCxnSpPr>
                  <a:cxnSpLocks/>
                  <a:stCxn id="15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5D4102-5B91-FB1A-B3B4-DC333260C3C1}"/>
              </a:ext>
            </a:extLst>
          </p:cNvPr>
          <p:cNvSpPr txBox="1"/>
          <p:nvPr/>
        </p:nvSpPr>
        <p:spPr>
          <a:xfrm>
            <a:off x="2984053" y="1967190"/>
            <a:ext cx="2343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💡 국민행복몰 이벤트 100% 활용 가이드 </a:t>
            </a:r>
            <a:endParaRPr lang="ko-KR" altLang="en-US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F5103D-629B-2D5F-C795-E7D325546B81}"/>
              </a:ext>
            </a:extLst>
          </p:cNvPr>
          <p:cNvSpPr txBox="1"/>
          <p:nvPr/>
        </p:nvSpPr>
        <p:spPr>
          <a:xfrm>
            <a:off x="3007964" y="2212720"/>
            <a:ext cx="5093061" cy="68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👤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회원 전용 혜택 - 모든 이벤트는 국민행복몰 회원 가입 후 참여하실 수 있어요!</a:t>
            </a:r>
            <a:endParaRPr lang="en-US" altLang="ko-KR" sz="900" dirty="0">
              <a:solidFill>
                <a:srgbClr val="404040"/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🎁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풍성한 혜택 구성 - 할인 쿠폰, 마일리지 적립, 사은품 증정 등 다양한 혜택을 놓치지 마세요.</a:t>
            </a:r>
            <a:endParaRPr lang="en-US" altLang="ko-KR" sz="900" dirty="0">
              <a:solidFill>
                <a:srgbClr val="404040"/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🎫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내 혜택 확인하기</a:t>
            </a:r>
            <a:r>
              <a:rPr lang="en-US" altLang="ko-KR" sz="900" dirty="0">
                <a:solidFill>
                  <a:srgbClr val="404040"/>
                </a:solidFill>
                <a:ea typeface="맑은 고딕"/>
              </a:rPr>
              <a:t> -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발급된 쿠폰과 마일리지는 마이페이지에서 확인 가능합니다.</a:t>
            </a:r>
            <a:endParaRPr lang="ko-KR" altLang="en-US" sz="900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2104C-D806-CDFE-BFDF-6643E2C0C3E9}"/>
              </a:ext>
            </a:extLst>
          </p:cNvPr>
          <p:cNvSpPr txBox="1"/>
          <p:nvPr/>
        </p:nvSpPr>
        <p:spPr>
          <a:xfrm>
            <a:off x="3534993" y="3209431"/>
            <a:ext cx="42723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내 혜택 확인하기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 - </a:t>
            </a:r>
            <a:r>
              <a:rPr lang="ko-KR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발급된 쿠폰과 마일리지는 마이페이지에서 확인 가능합니다.</a:t>
            </a:r>
            <a:endParaRPr lang="ko-KR" altLang="en-US" sz="9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90329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AFC1-B12F-5B4D-34A9-07E75CEA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89C6F-32D5-ABEC-86DA-727C9D30A59A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07E5A-10FB-6154-736C-9C5DDAD1725F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2D9CF1-DA7A-0933-3660-0274CFF54590}"/>
              </a:ext>
            </a:extLst>
          </p:cNvPr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5846-0E01-EDB4-8E75-4BEC4FC278A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4452A-3473-FF86-6FC2-5282A1D1AEB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0C7E8420-EF1D-FD75-BF95-E6EFAD6A51D8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A9E98B-3098-8867-10E6-6EBAE7B044A1}"/>
              </a:ext>
            </a:extLst>
          </p:cNvPr>
          <p:cNvSpPr txBox="1"/>
          <p:nvPr/>
        </p:nvSpPr>
        <p:spPr>
          <a:xfrm>
            <a:off x="1697690" y="1116013"/>
            <a:ext cx="4976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 err="1">
                <a:ea typeface="맑은 고딕"/>
              </a:rPr>
              <a:t>국민행볼몰에서</a:t>
            </a:r>
            <a:r>
              <a:rPr lang="ko-KR" altLang="en-US" sz="900" b="1" dirty="0">
                <a:ea typeface="맑은 고딕"/>
              </a:rPr>
              <a:t> 바우처 처음 이용하고 물티슈 </a:t>
            </a:r>
            <a:r>
              <a:rPr lang="en-US" altLang="ko-KR" sz="900" b="1" dirty="0">
                <a:ea typeface="맑은 고딕"/>
              </a:rPr>
              <a:t>1</a:t>
            </a:r>
            <a:r>
              <a:rPr lang="ko-KR" altLang="en-US" sz="900" b="1" dirty="0">
                <a:ea typeface="맑은 고딕"/>
              </a:rPr>
              <a:t>박스 받아가세요</a:t>
            </a:r>
            <a:r>
              <a:rPr lang="en-US" altLang="ko-KR" sz="900" b="1" dirty="0">
                <a:ea typeface="맑은 고딕"/>
              </a:rPr>
              <a:t>!</a:t>
            </a:r>
            <a:endParaRPr lang="ko-KR" altLang="en-US" sz="900" b="0" dirty="0"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CF8024-9899-4165-C774-F2080F82B5C1}"/>
              </a:ext>
            </a:extLst>
          </p:cNvPr>
          <p:cNvSpPr/>
          <p:nvPr/>
        </p:nvSpPr>
        <p:spPr>
          <a:xfrm>
            <a:off x="1777838" y="1908101"/>
            <a:ext cx="6401419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3002EA1-A354-83ED-D77F-2D82A742C693}"/>
              </a:ext>
            </a:extLst>
          </p:cNvPr>
          <p:cNvGrpSpPr/>
          <p:nvPr/>
        </p:nvGrpSpPr>
        <p:grpSpPr>
          <a:xfrm>
            <a:off x="7482492" y="1551676"/>
            <a:ext cx="696765" cy="180425"/>
            <a:chOff x="390366" y="3887916"/>
            <a:chExt cx="696765" cy="1804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6D00C0-13FD-576A-017D-43F6D6CD6CDB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9C34DB8-355E-A5AC-8501-5235B6AF1B50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4314C0AE-F24D-2BC0-6B9D-3FC7CF09868B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98AA9D91-4624-C3C8-E767-CF5B968CF12C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4D825BB5-59B7-990D-466F-F39DEB4B3F6F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ED1B524-B452-9241-0E35-080C62F5C662}"/>
              </a:ext>
            </a:extLst>
          </p:cNvPr>
          <p:cNvSpPr txBox="1"/>
          <p:nvPr/>
        </p:nvSpPr>
        <p:spPr>
          <a:xfrm>
            <a:off x="1801713" y="1551676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9A6A92-3437-4AED-5F34-7E4BB84282D9}"/>
              </a:ext>
            </a:extLst>
          </p:cNvPr>
          <p:cNvSpPr txBox="1"/>
          <p:nvPr/>
        </p:nvSpPr>
        <p:spPr>
          <a:xfrm>
            <a:off x="1770545" y="3283622"/>
            <a:ext cx="6408712" cy="2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2FD01-302A-D444-00CD-738B7CD118C5}"/>
              </a:ext>
            </a:extLst>
          </p:cNvPr>
          <p:cNvSpPr txBox="1"/>
          <p:nvPr/>
        </p:nvSpPr>
        <p:spPr>
          <a:xfrm>
            <a:off x="1770545" y="3627904"/>
            <a:ext cx="6408712" cy="551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대상: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이벤트 기간 내 국민행복몰에서 바우처(기저귀/조제분유, 여성청소년 생리대 등)로 최초 결제 완료한 회원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2026.07.01(수) ~ 2026.07.31(금)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증정 사은품: 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네이처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무화학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순면 아기 물티슈 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팩</a:t>
            </a:r>
            <a:endParaRPr lang="ko-KR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지급 방법: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첫 결제하신 상품의 '배송 완료' 처리 후, 차주 수요일에 기본 배송지로 자동 발송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95F10-C27C-FDB4-281A-7397FD0F02AF}"/>
              </a:ext>
            </a:extLst>
          </p:cNvPr>
          <p:cNvSpPr txBox="1"/>
          <p:nvPr/>
        </p:nvSpPr>
        <p:spPr>
          <a:xfrm>
            <a:off x="1770545" y="4271715"/>
            <a:ext cx="6408712" cy="7709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45D2C1F0-3482-F63D-1AC3-24A2D05EAD3A}"/>
              </a:ext>
            </a:extLst>
          </p:cNvPr>
          <p:cNvSpPr/>
          <p:nvPr/>
        </p:nvSpPr>
        <p:spPr>
          <a:xfrm>
            <a:off x="3600649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4BA93D8-4274-1B94-093A-50E4A777FCCD}"/>
              </a:ext>
            </a:extLst>
          </p:cNvPr>
          <p:cNvSpPr/>
          <p:nvPr/>
        </p:nvSpPr>
        <p:spPr>
          <a:xfrm>
            <a:off x="1788508" y="1147387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</p:spTree>
    <p:extLst>
      <p:ext uri="{BB962C8B-B14F-4D97-AF65-F5344CB8AC3E}">
        <p14:creationId xmlns:p14="http://schemas.microsoft.com/office/powerpoint/2010/main" val="289515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EC58-2474-FF17-6ED5-19470AAE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865D7-5492-C452-ED8C-92AAAAD0D7DF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F817C-9CB1-8B41-03DE-C958AB9D4BD5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6B0D5B-EF8C-C4DB-DFB2-D509511B816C}"/>
              </a:ext>
            </a:extLst>
          </p:cNvPr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4EDE7-C0A4-329E-62C8-E6C2F7F1CBB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00D1E-1AAD-71E9-41B9-89FA9624EA4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6300DAC0-43A0-70AE-93FC-D2F37CF67F1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935C5A-BF5B-789F-C414-2CDA61D3AFA6}"/>
              </a:ext>
            </a:extLst>
          </p:cNvPr>
          <p:cNvSpPr txBox="1"/>
          <p:nvPr/>
        </p:nvSpPr>
        <p:spPr>
          <a:xfrm>
            <a:off x="1697690" y="1116013"/>
            <a:ext cx="4976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기저귀부터 생리대까지! 본인부담금 낮춰주는 </a:t>
            </a:r>
            <a:r>
              <a:rPr lang="ko-KR" altLang="ko-KR" sz="900" b="1" dirty="0" err="1"/>
              <a:t>든든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쿠폰팩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지급 이벤트</a:t>
            </a:r>
            <a:endParaRPr lang="ko-KR" altLang="ko-KR" sz="9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4AA762-4ED0-B56E-97C5-2EAA5DE4F868}"/>
              </a:ext>
            </a:extLst>
          </p:cNvPr>
          <p:cNvSpPr/>
          <p:nvPr/>
        </p:nvSpPr>
        <p:spPr>
          <a:xfrm>
            <a:off x="1777838" y="1908101"/>
            <a:ext cx="6401419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9017F95-3A6A-2437-FA2A-0CFE394A61E3}"/>
              </a:ext>
            </a:extLst>
          </p:cNvPr>
          <p:cNvGrpSpPr/>
          <p:nvPr/>
        </p:nvGrpSpPr>
        <p:grpSpPr>
          <a:xfrm>
            <a:off x="7482492" y="1551676"/>
            <a:ext cx="696765" cy="180425"/>
            <a:chOff x="390366" y="3887916"/>
            <a:chExt cx="696765" cy="1804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6C34D8-19FD-A54B-0DB5-EC3FF4DDD706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C12CB9B-0DB6-3D5C-ACF3-D5097B36F483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E013DBBB-BBB7-752E-AA41-1D6B26650E1F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AC2BED81-C0A5-E98B-D4AF-AF63924A9ED0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C5E44AFD-09EB-E317-7162-7634198ACEBB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730C746-4219-8936-48E6-0499FB11A1D3}"/>
              </a:ext>
            </a:extLst>
          </p:cNvPr>
          <p:cNvSpPr txBox="1"/>
          <p:nvPr/>
        </p:nvSpPr>
        <p:spPr>
          <a:xfrm>
            <a:off x="1801713" y="1551676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2BC038-71DA-F923-8301-312F36F1055B}"/>
              </a:ext>
            </a:extLst>
          </p:cNvPr>
          <p:cNvSpPr txBox="1"/>
          <p:nvPr/>
        </p:nvSpPr>
        <p:spPr>
          <a:xfrm>
            <a:off x="1770545" y="3283622"/>
            <a:ext cx="6408712" cy="2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우리 아이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우리 가족을 위한 알뜰한 첫 쇼핑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!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국민행복몰에서 국가 지원 바우처로 처음 결제하시는 모든 </a:t>
            </a:r>
            <a:r>
              <a:rPr lang="ko-KR" altLang="en-US" sz="650" dirty="0" err="1">
                <a:solidFill>
                  <a:srgbClr val="595959"/>
                </a:solidFill>
                <a:ea typeface="맑은 고딕"/>
              </a:rPr>
              <a:t>고객님들께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안심하고 쓸 수 있는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'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프리미엄 아기 물티슈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박스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'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를 집으로 </a:t>
            </a:r>
            <a:r>
              <a:rPr lang="ko-KR" altLang="en-US" sz="650" dirty="0" err="1">
                <a:solidFill>
                  <a:srgbClr val="595959"/>
                </a:solidFill>
                <a:ea typeface="맑은 고딕"/>
              </a:rPr>
              <a:t>보내드립니다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지금 바로 필요한 기저귀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분유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생리대 구매하시고 든든한 사은품 혜택도 놓치지 마세요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!</a:t>
            </a:r>
            <a:endParaRPr lang="ko-KR" altLang="en-US" sz="65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0E31B3-562A-92EC-70EA-29C4E9674013}"/>
              </a:ext>
            </a:extLst>
          </p:cNvPr>
          <p:cNvSpPr txBox="1"/>
          <p:nvPr/>
        </p:nvSpPr>
        <p:spPr>
          <a:xfrm>
            <a:off x="1770545" y="3627903"/>
            <a:ext cx="6408712" cy="643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이벤트 안내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참여 대상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: 국민행복몰 모든 회원 (기간 내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1회 발급 가능)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이벤트 기간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: 2026.07.01(수) ~ 2026.07.31(금)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쿠폰 혜택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: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  (1) 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3,000원 할인 (3만 원 이상 결제 시 적용)</a:t>
            </a:r>
          </a:p>
          <a:p>
            <a:pPr lvl="1"/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(2) 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5,000원 할인 (5만 원 이상 결제 시 적용)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사용 방법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: 상품 결제 단계에서 다운로드한 쿠폰을 선택하여 할인 적용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29577E-AE76-EAB0-CBBE-A7220717BA76}"/>
              </a:ext>
            </a:extLst>
          </p:cNvPr>
          <p:cNvSpPr txBox="1"/>
          <p:nvPr/>
        </p:nvSpPr>
        <p:spPr>
          <a:xfrm>
            <a:off x="1770545" y="5323922"/>
            <a:ext cx="6408712" cy="7709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39ADAE6D-73BA-68CE-DF30-5F398D79B643}"/>
              </a:ext>
            </a:extLst>
          </p:cNvPr>
          <p:cNvSpPr/>
          <p:nvPr/>
        </p:nvSpPr>
        <p:spPr>
          <a:xfrm>
            <a:off x="3600649" y="6055630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D635DCE-C141-8DBA-4DBA-A86AF48A12DE}"/>
              </a:ext>
            </a:extLst>
          </p:cNvPr>
          <p:cNvSpPr/>
          <p:nvPr/>
        </p:nvSpPr>
        <p:spPr>
          <a:xfrm>
            <a:off x="1788508" y="1147387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sp>
        <p:nvSpPr>
          <p:cNvPr id="9" name="사각형: 둥근 대각선 방향 모서리 8">
            <a:extLst>
              <a:ext uri="{FF2B5EF4-FFF2-40B4-BE49-F238E27FC236}">
                <a16:creationId xmlns:a16="http://schemas.microsoft.com/office/drawing/2014/main" id="{EB318718-0BE4-343D-A3BE-BA1C2924F70B}"/>
              </a:ext>
            </a:extLst>
          </p:cNvPr>
          <p:cNvSpPr/>
          <p:nvPr/>
        </p:nvSpPr>
        <p:spPr>
          <a:xfrm>
            <a:off x="2232497" y="4382011"/>
            <a:ext cx="5490475" cy="761307"/>
          </a:xfrm>
          <a:prstGeom prst="round2Diag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DE7C8F4-8BCE-40A3-AA49-E14D63729550}"/>
              </a:ext>
            </a:extLst>
          </p:cNvPr>
          <p:cNvCxnSpPr>
            <a:cxnSpLocks/>
          </p:cNvCxnSpPr>
          <p:nvPr/>
        </p:nvCxnSpPr>
        <p:spPr>
          <a:xfrm>
            <a:off x="6727652" y="4474632"/>
            <a:ext cx="0" cy="57606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6CCD2A4-B874-03AA-C89A-DC7109D82327}"/>
              </a:ext>
            </a:extLst>
          </p:cNvPr>
          <p:cNvSpPr txBox="1"/>
          <p:nvPr/>
        </p:nvSpPr>
        <p:spPr>
          <a:xfrm>
            <a:off x="6839603" y="479806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쿠폰받기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3E9BDC-080B-EB73-C372-96DC5D7A6967}"/>
              </a:ext>
            </a:extLst>
          </p:cNvPr>
          <p:cNvSpPr txBox="1"/>
          <p:nvPr/>
        </p:nvSpPr>
        <p:spPr>
          <a:xfrm>
            <a:off x="2388490" y="4516307"/>
            <a:ext cx="14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할인 쿠폰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18E84B-B5C8-7CE5-656A-08782308EF7C}"/>
              </a:ext>
            </a:extLst>
          </p:cNvPr>
          <p:cNvSpPr txBox="1"/>
          <p:nvPr/>
        </p:nvSpPr>
        <p:spPr>
          <a:xfrm>
            <a:off x="2396288" y="4798874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만원 이상 구매 시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CE3A920-F0A5-BDC5-5122-02EC345C2B9D}"/>
              </a:ext>
            </a:extLst>
          </p:cNvPr>
          <p:cNvGrpSpPr/>
          <p:nvPr/>
        </p:nvGrpSpPr>
        <p:grpSpPr>
          <a:xfrm>
            <a:off x="6942501" y="4486771"/>
            <a:ext cx="361816" cy="307777"/>
            <a:chOff x="2807386" y="4615092"/>
            <a:chExt cx="361816" cy="30777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4C9AD5FA-1533-D243-7836-BB0B3D3DD80F}"/>
                </a:ext>
              </a:extLst>
            </p:cNvPr>
            <p:cNvGrpSpPr/>
            <p:nvPr/>
          </p:nvGrpSpPr>
          <p:grpSpPr>
            <a:xfrm>
              <a:off x="2809162" y="4690936"/>
              <a:ext cx="360040" cy="216024"/>
              <a:chOff x="4320729" y="2268141"/>
              <a:chExt cx="360040" cy="216024"/>
            </a:xfrm>
          </p:grpSpPr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8E98F321-5206-02E9-9B2A-2E67CE52D626}"/>
                  </a:ext>
                </a:extLst>
              </p:cNvPr>
              <p:cNvSpPr/>
              <p:nvPr/>
            </p:nvSpPr>
            <p:spPr>
              <a:xfrm>
                <a:off x="4392737" y="2340149"/>
                <a:ext cx="216024" cy="144016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C9D979-BC36-6921-D55C-50685EC1EC5D}"/>
                  </a:ext>
                </a:extLst>
              </p:cNvPr>
              <p:cNvSpPr/>
              <p:nvPr/>
            </p:nvSpPr>
            <p:spPr>
              <a:xfrm>
                <a:off x="4320729" y="2268141"/>
                <a:ext cx="360040" cy="144016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8E3C37-F285-1018-7483-18BFE7414763}"/>
                </a:ext>
              </a:extLst>
            </p:cNvPr>
            <p:cNvSpPr txBox="1"/>
            <p:nvPr/>
          </p:nvSpPr>
          <p:spPr>
            <a:xfrm>
              <a:off x="2807386" y="4615092"/>
              <a:ext cx="3449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↓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3AD4A8F-1EC7-0DF7-02ED-EADC5D9925CD}"/>
              </a:ext>
            </a:extLst>
          </p:cNvPr>
          <p:cNvSpPr txBox="1"/>
          <p:nvPr/>
        </p:nvSpPr>
        <p:spPr>
          <a:xfrm>
            <a:off x="3448541" y="4798874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150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F2E3-339C-8860-7756-2721B59F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A2BC4-6863-E650-9DA0-85C84F8D7576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응모형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2A75D-0890-CAC5-5506-1A2419192ECB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596EAE-B242-E0AA-7B08-E820CB5F50AE}"/>
              </a:ext>
            </a:extLst>
          </p:cNvPr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79B7E-6F62-7CD9-FF75-45FAD6E602D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8B895-5C00-9601-6BF7-1E25725FB2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E8B3D2C2-ECC9-43DC-1C35-90D09E557F17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3D49C3-0514-7934-B719-74DF0FBB09FA}"/>
              </a:ext>
            </a:extLst>
          </p:cNvPr>
          <p:cNvSpPr txBox="1"/>
          <p:nvPr/>
        </p:nvSpPr>
        <p:spPr>
          <a:xfrm>
            <a:off x="1697690" y="1116013"/>
            <a:ext cx="4976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매일매일 도장 꾹! 출석체크하고 마일리지 받</a:t>
            </a:r>
            <a:r>
              <a:rPr lang="ko-KR" altLang="en-US" sz="900" b="1" dirty="0"/>
              <a:t>아가세요</a:t>
            </a:r>
            <a:endParaRPr lang="ko-KR" altLang="ko-KR" sz="9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3E9E59-C62D-8540-6F50-53AB16399A49}"/>
              </a:ext>
            </a:extLst>
          </p:cNvPr>
          <p:cNvSpPr/>
          <p:nvPr/>
        </p:nvSpPr>
        <p:spPr>
          <a:xfrm>
            <a:off x="1777838" y="1908101"/>
            <a:ext cx="6401419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F83F726-2F9A-A129-664B-766A4C961874}"/>
              </a:ext>
            </a:extLst>
          </p:cNvPr>
          <p:cNvGrpSpPr/>
          <p:nvPr/>
        </p:nvGrpSpPr>
        <p:grpSpPr>
          <a:xfrm>
            <a:off x="7482492" y="1551676"/>
            <a:ext cx="696765" cy="180425"/>
            <a:chOff x="390366" y="3887916"/>
            <a:chExt cx="696765" cy="1804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37E358-392E-0171-19A7-B023FA028EC8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9F5DB05-FD7F-5DA2-CEBB-A98B1A09DD2F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C6BCD486-2B0F-60EE-EF9C-A3DE716AC0E3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FCC40A5E-F9D8-1044-AFFB-AC58112A86F1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78CA4C17-39EE-7362-E48B-1F92AACF3852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A829B4D-D276-4008-6DBB-71DDBB6C06B1}"/>
              </a:ext>
            </a:extLst>
          </p:cNvPr>
          <p:cNvSpPr txBox="1"/>
          <p:nvPr/>
        </p:nvSpPr>
        <p:spPr>
          <a:xfrm>
            <a:off x="1801713" y="1551676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r>
              <a:rPr lang="ko-KR" altLang="en-US" sz="700" b="1" dirty="0">
                <a:solidFill>
                  <a:srgbClr val="404040"/>
                </a:solidFill>
                <a:ea typeface="맑은 고딕"/>
              </a:rPr>
              <a:t>상시진행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DD6DD2-7741-AA15-5625-466BF9055202}"/>
              </a:ext>
            </a:extLst>
          </p:cNvPr>
          <p:cNvSpPr txBox="1"/>
          <p:nvPr/>
        </p:nvSpPr>
        <p:spPr>
          <a:xfrm>
            <a:off x="1770545" y="3283622"/>
            <a:ext cx="6408712" cy="2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우리 아이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우리 가족을 위한 알뜰한 첫 쇼핑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!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국민행복몰에서 국가 지원 바우처로 처음 결제하시는 모든 </a:t>
            </a:r>
            <a:r>
              <a:rPr lang="ko-KR" altLang="en-US" sz="650" dirty="0" err="1">
                <a:solidFill>
                  <a:srgbClr val="595959"/>
                </a:solidFill>
                <a:ea typeface="맑은 고딕"/>
              </a:rPr>
              <a:t>고객님들께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안심하고 쓸 수 있는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'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프리미엄 아기 물티슈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박스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'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를 집으로 </a:t>
            </a:r>
            <a:r>
              <a:rPr lang="ko-KR" altLang="en-US" sz="650" dirty="0" err="1">
                <a:solidFill>
                  <a:srgbClr val="595959"/>
                </a:solidFill>
                <a:ea typeface="맑은 고딕"/>
              </a:rPr>
              <a:t>보내드립니다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지금 바로 필요한 기저귀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분유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생리대 구매하시고 든든한 사은품 혜택도 놓치지 마세요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!</a:t>
            </a:r>
            <a:endParaRPr lang="ko-KR" altLang="en-US" sz="65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67650C-DB4D-C179-7A5A-28AE32756A9A}"/>
              </a:ext>
            </a:extLst>
          </p:cNvPr>
          <p:cNvSpPr txBox="1"/>
          <p:nvPr/>
        </p:nvSpPr>
        <p:spPr>
          <a:xfrm>
            <a:off x="1770545" y="3627903"/>
            <a:ext cx="6408712" cy="643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en-US" sz="650" b="1" dirty="0">
                <a:solidFill>
                  <a:srgbClr val="595959"/>
                </a:solidFill>
                <a:ea typeface="맑은 고딕"/>
              </a:rPr>
              <a:t>📌 이벤트 안내</a:t>
            </a:r>
            <a:endParaRPr lang="en-US" altLang="ko-KR" sz="650" b="1" dirty="0">
              <a:solidFill>
                <a:srgbClr val="595959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ea typeface="맑은 고딕"/>
              </a:rPr>
              <a:t>참여 대상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국민행복몰 모든 회원</a:t>
            </a:r>
            <a:endParaRPr lang="en-US" altLang="ko-KR" sz="650" dirty="0">
              <a:solidFill>
                <a:srgbClr val="595959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ea typeface="맑은 고딕"/>
              </a:rPr>
              <a:t>이벤트 기간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일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~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말일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매월 상시 진행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ea typeface="맑은 고딕"/>
              </a:rPr>
              <a:t>참여 방법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달력 하단의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버튼 클릭</a:t>
            </a:r>
            <a:endParaRPr lang="en-US" altLang="ko-KR" sz="650" dirty="0">
              <a:solidFill>
                <a:srgbClr val="595959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ea typeface="맑은 고딕"/>
              </a:rPr>
              <a:t>적립 혜택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: (1)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매일 출석 시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: 10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마일리지 즉시 적립</a:t>
            </a:r>
            <a:br>
              <a:rPr lang="en-US" altLang="ko-KR" sz="650" dirty="0">
                <a:solidFill>
                  <a:srgbClr val="595959"/>
                </a:solidFill>
                <a:ea typeface="맑은 고딕"/>
              </a:rPr>
            </a:b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              (2)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이달의 만근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퍼펙트 출석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)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시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: 1,000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마일리지 추가 지급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!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820C82D-AC00-16FF-2631-0048DE898E39}"/>
              </a:ext>
            </a:extLst>
          </p:cNvPr>
          <p:cNvSpPr/>
          <p:nvPr/>
        </p:nvSpPr>
        <p:spPr>
          <a:xfrm>
            <a:off x="1788508" y="1147387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sp>
        <p:nvSpPr>
          <p:cNvPr id="62" name="Rounded Rectangle 35">
            <a:extLst>
              <a:ext uri="{FF2B5EF4-FFF2-40B4-BE49-F238E27FC236}">
                <a16:creationId xmlns:a16="http://schemas.microsoft.com/office/drawing/2014/main" id="{ABCB6E05-BE77-8C03-2EF4-6366E73BDBDE}"/>
              </a:ext>
            </a:extLst>
          </p:cNvPr>
          <p:cNvSpPr/>
          <p:nvPr/>
        </p:nvSpPr>
        <p:spPr>
          <a:xfrm>
            <a:off x="3600649" y="6171656"/>
            <a:ext cx="2748504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ea typeface="맑은 고딕"/>
              </a:rPr>
              <a:t>출석체크하기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49DACC70-83A5-7435-359F-18D580CBD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231493"/>
              </p:ext>
            </p:extLst>
          </p:nvPr>
        </p:nvGraphicFramePr>
        <p:xfrm>
          <a:off x="2160490" y="4514112"/>
          <a:ext cx="5628819" cy="154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117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804117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804117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804117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804117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804117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804117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66" name="타원 65">
            <a:extLst>
              <a:ext uri="{FF2B5EF4-FFF2-40B4-BE49-F238E27FC236}">
                <a16:creationId xmlns:a16="http://schemas.microsoft.com/office/drawing/2014/main" id="{15DF3474-5D06-59B7-14ED-A9FDAD1362DE}"/>
              </a:ext>
            </a:extLst>
          </p:cNvPr>
          <p:cNvSpPr/>
          <p:nvPr/>
        </p:nvSpPr>
        <p:spPr>
          <a:xfrm>
            <a:off x="4849931" y="474462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DBDCB7F-84B8-1E4E-B8F3-10B709098BC2}"/>
              </a:ext>
            </a:extLst>
          </p:cNvPr>
          <p:cNvSpPr/>
          <p:nvPr/>
        </p:nvSpPr>
        <p:spPr>
          <a:xfrm>
            <a:off x="4849931" y="527917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EEB93A4B-1162-3F2B-EE42-F795FDC7893D}"/>
              </a:ext>
            </a:extLst>
          </p:cNvPr>
          <p:cNvSpPr/>
          <p:nvPr/>
        </p:nvSpPr>
        <p:spPr>
          <a:xfrm>
            <a:off x="5683714" y="5018098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5EDC0723-4F06-9606-9D54-46395B081C4F}"/>
              </a:ext>
            </a:extLst>
          </p:cNvPr>
          <p:cNvSpPr/>
          <p:nvPr/>
        </p:nvSpPr>
        <p:spPr>
          <a:xfrm>
            <a:off x="5683714" y="527917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BA4C8C9-9179-A12E-EC04-59B9FDCD4D02}"/>
              </a:ext>
            </a:extLst>
          </p:cNvPr>
          <p:cNvSpPr/>
          <p:nvPr/>
        </p:nvSpPr>
        <p:spPr>
          <a:xfrm>
            <a:off x="3247089" y="5561667"/>
            <a:ext cx="249936" cy="219456"/>
          </a:xfrm>
          <a:prstGeom prst="ellipse">
            <a:avLst/>
          </a:prstGeom>
          <a:solidFill>
            <a:srgbClr val="FFC00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출석</a:t>
            </a:r>
            <a:endParaRPr lang="en-US" altLang="ko-KR" sz="500" dirty="0">
              <a:solidFill>
                <a:srgbClr val="F9B129"/>
              </a:solidFill>
            </a:endParaRPr>
          </a:p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하기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C20CE008-D958-A3CB-4122-D556A8F5F0DD}"/>
              </a:ext>
            </a:extLst>
          </p:cNvPr>
          <p:cNvSpPr/>
          <p:nvPr/>
        </p:nvSpPr>
        <p:spPr>
          <a:xfrm>
            <a:off x="6480969" y="527917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5AD8350B-8931-C23E-0FB0-498B2751A441}"/>
              </a:ext>
            </a:extLst>
          </p:cNvPr>
          <p:cNvSpPr/>
          <p:nvPr/>
        </p:nvSpPr>
        <p:spPr>
          <a:xfrm>
            <a:off x="7286556" y="5018098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BA27703-C6A1-7B1D-03DB-96CCC17C6549}"/>
              </a:ext>
            </a:extLst>
          </p:cNvPr>
          <p:cNvSpPr/>
          <p:nvPr/>
        </p:nvSpPr>
        <p:spPr>
          <a:xfrm>
            <a:off x="7286556" y="474462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1703CC8B-8107-56EF-F19C-C74E5CA40C81}"/>
              </a:ext>
            </a:extLst>
          </p:cNvPr>
          <p:cNvSpPr/>
          <p:nvPr/>
        </p:nvSpPr>
        <p:spPr>
          <a:xfrm>
            <a:off x="2453854" y="5018098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F0CE281-140A-9118-C161-47148B6A5B0B}"/>
              </a:ext>
            </a:extLst>
          </p:cNvPr>
          <p:cNvSpPr/>
          <p:nvPr/>
        </p:nvSpPr>
        <p:spPr>
          <a:xfrm>
            <a:off x="3247089" y="5018098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D7054D04-A62D-1BBB-6E29-9C87717136DD}"/>
              </a:ext>
            </a:extLst>
          </p:cNvPr>
          <p:cNvSpPr/>
          <p:nvPr/>
        </p:nvSpPr>
        <p:spPr>
          <a:xfrm>
            <a:off x="3247089" y="527917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7DF07B91-04C8-8999-5CA7-C85631B63C7D}"/>
              </a:ext>
            </a:extLst>
          </p:cNvPr>
          <p:cNvSpPr/>
          <p:nvPr/>
        </p:nvSpPr>
        <p:spPr>
          <a:xfrm>
            <a:off x="4048510" y="5018098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012002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C3072-BFB9-D60C-B583-E4C06146C7A7}"/>
              </a:ext>
            </a:extLst>
          </p:cNvPr>
          <p:cNvSpPr txBox="1"/>
          <p:nvPr/>
        </p:nvSpPr>
        <p:spPr>
          <a:xfrm>
            <a:off x="1770545" y="456313"/>
            <a:ext cx="6408712" cy="7709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본 이벤트는 매월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일부터 말일까지 진행되며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일에 달력이 새롭게 초기화됩니다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로그인 후 반드시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버튼을 눌러 달력에 도장이 표시되어야 출석으로 인정됩니다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지나간 날짜에 대해서는 소급하여 출석체크를 진행할 수 없습니다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지급된 경품 마일리지는 현금처럼 사용 가능하며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지급 내역은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마이페이지 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&gt; 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마일리지 내역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]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에서 확인하실 수 있습니다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부정한 방법으로 참여 시 적립된 마일리지는 회수될 수 있습니다</a:t>
            </a:r>
            <a:r>
              <a:rPr lang="en-US" altLang="ko-KR" sz="650" dirty="0">
                <a:solidFill>
                  <a:srgbClr val="595959"/>
                </a:solidFill>
                <a:ea typeface="맑은 고딕"/>
              </a:rPr>
              <a:t>.</a:t>
            </a:r>
            <a:endParaRPr lang="ko-KR" altLang="ko-KR" sz="65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5" name="Rounded Rectangle 35">
            <a:extLst>
              <a:ext uri="{FF2B5EF4-FFF2-40B4-BE49-F238E27FC236}">
                <a16:creationId xmlns:a16="http://schemas.microsoft.com/office/drawing/2014/main" id="{D6073339-B9CB-FEC8-348D-94CD45DE7810}"/>
              </a:ext>
            </a:extLst>
          </p:cNvPr>
          <p:cNvSpPr/>
          <p:nvPr/>
        </p:nvSpPr>
        <p:spPr>
          <a:xfrm>
            <a:off x="3600649" y="1188021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161842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20485</TotalTime>
  <Words>2307</Words>
  <Application>Microsoft Office PowerPoint</Application>
  <PresentationFormat>사용자 지정</PresentationFormat>
  <Paragraphs>492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1490</cp:revision>
  <dcterms:created xsi:type="dcterms:W3CDTF">2020-09-28T12:25:11Z</dcterms:created>
  <dcterms:modified xsi:type="dcterms:W3CDTF">2026-08-05T03:06:04Z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