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1803" r:id="rId5"/>
    <p:sldId id="624" r:id="rId6"/>
    <p:sldId id="1975" r:id="rId7"/>
    <p:sldId id="1980" r:id="rId8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862F073-EEFB-46EA-BB38-D9B1D46EB51D}">
          <p14:sldIdLst>
            <p14:sldId id="1803"/>
            <p14:sldId id="624"/>
            <p14:sldId id="1975"/>
            <p14:sldId id="19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00589A"/>
    <a:srgbClr val="F9B129"/>
    <a:srgbClr val="235A9A"/>
    <a:srgbClr val="34A44E"/>
    <a:srgbClr val="97C139"/>
    <a:srgbClr val="FFFFFF"/>
    <a:srgbClr val="190DB3"/>
    <a:srgbClr val="56AE52"/>
    <a:srgbClr val="342F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91" autoAdjust="0"/>
  </p:normalViewPr>
  <p:slideViewPr>
    <p:cSldViewPr>
      <p:cViewPr varScale="1">
        <p:scale>
          <a:sx n="153" d="100"/>
          <a:sy n="153" d="100"/>
        </p:scale>
        <p:origin x="180" y="306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헤더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공통 에러페이지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918280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2026-07-30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764921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2026-07-30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2026-07-30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7/30 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화면설계 현업 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완료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버전 업 처리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C97F6-CEDF-31EA-2264-B87E84E3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2A975A-4AE3-BA66-0A81-78A6904B320B}"/>
              </a:ext>
            </a:extLst>
          </p:cNvPr>
          <p:cNvSpPr txBox="1"/>
          <p:nvPr/>
        </p:nvSpPr>
        <p:spPr>
          <a:xfrm>
            <a:off x="1307907" y="78285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에러 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EDCCFF-3F64-C820-93F6-62707DB3EB39}"/>
              </a:ext>
            </a:extLst>
          </p:cNvPr>
          <p:cNvSpPr/>
          <p:nvPr/>
        </p:nvSpPr>
        <p:spPr>
          <a:xfrm>
            <a:off x="7921129" y="58428"/>
            <a:ext cx="1087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CH-U-ER-01-01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A62A0-71A3-0F94-7D3B-B8AEEAB1813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C28BB6-1702-2872-02DC-CE75D9668FE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A1FC460-BBC6-EE62-1CD0-F00D17A0F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91989"/>
              </p:ext>
            </p:extLst>
          </p:nvPr>
        </p:nvGraphicFramePr>
        <p:xfrm>
          <a:off x="10128399" y="623854"/>
          <a:ext cx="2850436" cy="240855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홈으로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메인 이동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CH-U-MA-00-00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6B45467-3DA0-BC57-1EF5-678B737D04EC}"/>
              </a:ext>
            </a:extLst>
          </p:cNvPr>
          <p:cNvSpPr txBox="1"/>
          <p:nvPr/>
        </p:nvSpPr>
        <p:spPr>
          <a:xfrm>
            <a:off x="3821639" y="3093809"/>
            <a:ext cx="2501006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요청하신 페이지를 찾을 수 없습니다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12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서비스 이용에 불편을 드려 죄송합니다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D7FD87-867F-970B-E9FF-6B60DCA92D93}"/>
              </a:ext>
            </a:extLst>
          </p:cNvPr>
          <p:cNvSpPr/>
          <p:nvPr/>
        </p:nvSpPr>
        <p:spPr>
          <a:xfrm>
            <a:off x="4680769" y="2312333"/>
            <a:ext cx="720080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E5F524-9815-1FBB-FDF5-96CB4FF7C048}"/>
              </a:ext>
            </a:extLst>
          </p:cNvPr>
          <p:cNvSpPr txBox="1"/>
          <p:nvPr/>
        </p:nvSpPr>
        <p:spPr>
          <a:xfrm>
            <a:off x="1311583" y="316776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에러 페이지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BD9D82-05B1-1828-19CD-D373FDD55634}"/>
              </a:ext>
            </a:extLst>
          </p:cNvPr>
          <p:cNvSpPr/>
          <p:nvPr/>
        </p:nvSpPr>
        <p:spPr>
          <a:xfrm>
            <a:off x="3960689" y="3848441"/>
            <a:ext cx="2160240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홈으로</a:t>
            </a: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397BD87D-0B04-6055-1D2C-CDCCC3719AD9}"/>
              </a:ext>
            </a:extLst>
          </p:cNvPr>
          <p:cNvSpPr/>
          <p:nvPr/>
        </p:nvSpPr>
        <p:spPr>
          <a:xfrm>
            <a:off x="5951064" y="37744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940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EC9EC-3D07-E0EC-77EA-75548E85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8E300-F46C-76BD-9EBF-FFDB831720A9}"/>
              </a:ext>
            </a:extLst>
          </p:cNvPr>
          <p:cNvSpPr txBox="1"/>
          <p:nvPr/>
        </p:nvSpPr>
        <p:spPr>
          <a:xfrm>
            <a:off x="1307907" y="78285"/>
            <a:ext cx="8354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에러 팝업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E336F7-A6EF-92E3-0FC4-A8FD88D82D1A}"/>
              </a:ext>
            </a:extLst>
          </p:cNvPr>
          <p:cNvSpPr/>
          <p:nvPr/>
        </p:nvSpPr>
        <p:spPr>
          <a:xfrm>
            <a:off x="7921129" y="58428"/>
            <a:ext cx="11641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CH-U-ER-01-02p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773361-FD3E-34BF-F7FB-4ACC8B8E415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1DC44-C2A3-C5C2-0959-948A19E42B5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3A924F6A-1770-69E8-2FA4-AFDB31A50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737987"/>
              </p:ext>
            </p:extLst>
          </p:nvPr>
        </p:nvGraphicFramePr>
        <p:xfrm>
          <a:off x="10128399" y="623854"/>
          <a:ext cx="2850436" cy="27888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rgbClr val="FF0000"/>
                          </a:solidFill>
                        </a:rPr>
                        <a:t>적용대상 </a:t>
                      </a:r>
                      <a:r>
                        <a:rPr lang="en-US" altLang="ko-KR" sz="800" spc="-150" dirty="0">
                          <a:solidFill>
                            <a:srgbClr val="FF0000"/>
                          </a:solidFill>
                        </a:rPr>
                        <a:t>: </a:t>
                      </a:r>
                      <a:r>
                        <a:rPr lang="ko-KR" altLang="en-US" sz="800" spc="-150" dirty="0">
                          <a:solidFill>
                            <a:srgbClr val="FF0000"/>
                          </a:solidFill>
                        </a:rPr>
                        <a:t>시스템 팝업 </a:t>
                      </a:r>
                      <a:r>
                        <a:rPr lang="en-US" altLang="ko-KR" sz="800" spc="-15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FF0000"/>
                          </a:solidFill>
                        </a:rPr>
                        <a:t>별도 브라우저 창</a:t>
                      </a:r>
                      <a:r>
                        <a:rPr lang="en-US" altLang="ko-KR" sz="800" spc="-15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/>
                        <a:t>제외 대상</a:t>
                      </a:r>
                      <a:r>
                        <a:rPr lang="en-US" altLang="ko-KR" sz="800" spc="-150" dirty="0"/>
                        <a:t> : </a:t>
                      </a:r>
                      <a:r>
                        <a:rPr lang="ko-KR" altLang="en-US" sz="800" spc="-150" dirty="0"/>
                        <a:t>레이어 팝업 </a:t>
                      </a:r>
                      <a:r>
                        <a:rPr lang="en-US" altLang="ko-KR" sz="800" spc="-15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ko-KR" altLang="en-US" sz="800" spc="-150" dirty="0"/>
                        <a:t>팝업 내 오류 메시지 또는 시스템 알림으로 처리</a:t>
                      </a:r>
                      <a:r>
                        <a:rPr lang="en-US" altLang="ko-KR" sz="800" spc="-150" dirty="0"/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24344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팝업 닫기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 팝업 종료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77E616F-AC40-9193-585E-6946013407E0}"/>
              </a:ext>
            </a:extLst>
          </p:cNvPr>
          <p:cNvSpPr txBox="1"/>
          <p:nvPr/>
        </p:nvSpPr>
        <p:spPr>
          <a:xfrm>
            <a:off x="1311583" y="316776"/>
            <a:ext cx="8354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에러 팝업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3D3F9DB-3652-1F6F-6089-9BAF6E9984E4}"/>
              </a:ext>
            </a:extLst>
          </p:cNvPr>
          <p:cNvGrpSpPr/>
          <p:nvPr/>
        </p:nvGrpSpPr>
        <p:grpSpPr>
          <a:xfrm>
            <a:off x="1584425" y="1440049"/>
            <a:ext cx="6776248" cy="3960440"/>
            <a:chOff x="1440409" y="1476053"/>
            <a:chExt cx="6776248" cy="3960440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0CFABD5D-02AA-26BD-FED3-E53DDD082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0409" y="1476053"/>
              <a:ext cx="6776248" cy="3446617"/>
            </a:xfrm>
            <a:prstGeom prst="rect">
              <a:avLst/>
            </a:prstGeom>
          </p:spPr>
        </p:pic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EEC45DA-8DE2-27AF-D6F4-41FF7C5D4494}"/>
                </a:ext>
              </a:extLst>
            </p:cNvPr>
            <p:cNvSpPr/>
            <p:nvPr/>
          </p:nvSpPr>
          <p:spPr>
            <a:xfrm>
              <a:off x="1571582" y="1836093"/>
              <a:ext cx="6264696" cy="3024336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434809E-B3AC-83AD-AC55-0DB8C1F72A6D}"/>
                </a:ext>
              </a:extLst>
            </p:cNvPr>
            <p:cNvSpPr txBox="1"/>
            <p:nvPr/>
          </p:nvSpPr>
          <p:spPr>
            <a:xfrm>
              <a:off x="3614000" y="3107407"/>
              <a:ext cx="2501006" cy="6106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요청하신 페이지를 찾을 수 없습니다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endPara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서비스 이용에 불편을 드려 죄송합니다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368DB4A-8FED-ACBD-4A45-BB6E466BFE3A}"/>
                </a:ext>
              </a:extLst>
            </p:cNvPr>
            <p:cNvSpPr/>
            <p:nvPr/>
          </p:nvSpPr>
          <p:spPr>
            <a:xfrm>
              <a:off x="4504463" y="2351722"/>
              <a:ext cx="720080" cy="7200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ICON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E4D61CE-74BF-59D2-AA8D-8CC8D0FA248C}"/>
                </a:ext>
              </a:extLst>
            </p:cNvPr>
            <p:cNvSpPr/>
            <p:nvPr/>
          </p:nvSpPr>
          <p:spPr>
            <a:xfrm>
              <a:off x="3748399" y="3814861"/>
              <a:ext cx="2160240" cy="28988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spc="-150" dirty="0">
                  <a:solidFill>
                    <a:schemeClr val="bg1"/>
                  </a:solidFill>
                </a:rPr>
                <a:t>팝업 닫기</a:t>
              </a:r>
            </a:p>
          </p:txBody>
        </p:sp>
        <p:sp>
          <p:nvSpPr>
            <p:cNvPr id="40" name="모서리가 둥근 직사각형 114">
              <a:extLst>
                <a:ext uri="{FF2B5EF4-FFF2-40B4-BE49-F238E27FC236}">
                  <a16:creationId xmlns:a16="http://schemas.microsoft.com/office/drawing/2014/main" id="{3183E171-2C60-7872-79DF-0285EA7602C9}"/>
                </a:ext>
              </a:extLst>
            </p:cNvPr>
            <p:cNvSpPr/>
            <p:nvPr/>
          </p:nvSpPr>
          <p:spPr>
            <a:xfrm>
              <a:off x="5974225" y="3742853"/>
              <a:ext cx="357762" cy="144016"/>
            </a:xfrm>
            <a:prstGeom prst="roundRect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</a:rPr>
                <a:t>1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CFF1376-D23B-74D2-10DD-127FF4CDFB46}"/>
                </a:ext>
              </a:extLst>
            </p:cNvPr>
            <p:cNvSpPr/>
            <p:nvPr/>
          </p:nvSpPr>
          <p:spPr>
            <a:xfrm>
              <a:off x="1440409" y="1476053"/>
              <a:ext cx="6776248" cy="3960440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6266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11168</TotalTime>
  <Words>189</Words>
  <Application>Microsoft Office PowerPoint</Application>
  <PresentationFormat>사용자 지정</PresentationFormat>
  <Paragraphs>67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1394</cp:revision>
  <dcterms:created xsi:type="dcterms:W3CDTF">2020-09-28T12:25:11Z</dcterms:created>
  <dcterms:modified xsi:type="dcterms:W3CDTF">2026-07-31T01:01:12Z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