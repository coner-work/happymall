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1803" r:id="rId5"/>
    <p:sldId id="624" r:id="rId6"/>
    <p:sldId id="1973" r:id="rId7"/>
    <p:sldId id="1963" r:id="rId8"/>
    <p:sldId id="2070" r:id="rId9"/>
    <p:sldId id="2077" r:id="rId10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8623F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C9228-2CE0-45D3-AF44-C098576E0130}" v="7" dt="2026-08-03T08:30:57.50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38" d="100"/>
          <a:sy n="138" d="100"/>
        </p:scale>
        <p:origin x="798" y="12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">
      <pc:chgData name="한나 조" userId="65a288ce2c9026c1" providerId="LiveId" clId="{C15A6EEB-526C-46C9-82AA-A02ABBD41001}" dt="2026-08-03T08:30:57.504" v="11711"/>
      <pc:docMkLst>
        <pc:docMk/>
      </pc:docMkLst>
      <pc:sldChg chg="modSp mod">
        <pc:chgData name="한나 조" userId="65a288ce2c9026c1" providerId="LiveId" clId="{C15A6EEB-526C-46C9-82AA-A02ABBD41001}" dt="2026-07-30T08:34:59.621" v="8496" actId="20577"/>
        <pc:sldMkLst>
          <pc:docMk/>
          <pc:sldMk cId="86950737" sldId="624"/>
        </pc:sldMkLst>
        <pc:graphicFrameChg chg="modGraphic">
          <ac:chgData name="한나 조" userId="65a288ce2c9026c1" providerId="LiveId" clId="{C15A6EEB-526C-46C9-82AA-A02ABBD41001}" dt="2026-07-30T08:34:59.621" v="8496" actId="20577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30T08:35:37.929" v="8520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30T08:35:37.929" v="8520" actId="20577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30T08:33:49.217" v="8492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31T08:40:37.616" v="11613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31T08:40:37.616" v="11613"/>
          <ac:graphicFrameMkLst>
            <pc:docMk/>
            <pc:sldMk cId="1502338924" sldId="1963"/>
            <ac:graphicFrameMk id="4" creationId="{134ADAFA-E86E-DE69-794B-48681F98638F}"/>
          </ac:graphicFrameMkLst>
        </pc:graphicFrameChg>
      </pc:sldChg>
      <pc:sldChg chg="addSp delSp modSp mod">
        <pc:chgData name="한나 조" userId="65a288ce2c9026c1" providerId="LiveId" clId="{C15A6EEB-526C-46C9-82AA-A02ABBD41001}" dt="2026-07-30T08:37:29.772" v="8528" actId="21"/>
        <pc:sldMkLst>
          <pc:docMk/>
          <pc:sldMk cId="712698974" sldId="1973"/>
        </pc:sldMkLst>
        <pc:spChg chg="mod">
          <ac:chgData name="한나 조" userId="65a288ce2c9026c1" providerId="LiveId" clId="{C15A6EEB-526C-46C9-82AA-A02ABBD41001}" dt="2026-07-30T08:35:29.120" v="8513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7-30T08:35:16.820" v="8499" actId="20577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8-03T08:30:57.504" v="11711"/>
        <pc:sldMkLst>
          <pc:docMk/>
          <pc:sldMk cId="2943770741" sldId="2070"/>
        </pc:sldMkLst>
        <pc:spChg chg="mod">
          <ac:chgData name="한나 조" userId="65a288ce2c9026c1" providerId="LiveId" clId="{C15A6EEB-526C-46C9-82AA-A02ABBD41001}" dt="2026-07-30T08:38:25.995" v="8572"/>
          <ac:spMkLst>
            <pc:docMk/>
            <pc:sldMk cId="2943770741" sldId="2070"/>
            <ac:spMk id="2" creationId="{5F6F9FE1-7C30-2F52-CCA8-3F312D7C96E5}"/>
          </ac:spMkLst>
        </pc:spChg>
        <pc:spChg chg="mod">
          <ac:chgData name="한나 조" userId="65a288ce2c9026c1" providerId="LiveId" clId="{C15A6EEB-526C-46C9-82AA-A02ABBD41001}" dt="2026-07-30T08:38:28.581" v="8584"/>
          <ac:spMkLst>
            <pc:docMk/>
            <pc:sldMk cId="2943770741" sldId="2070"/>
            <ac:spMk id="3" creationId="{D72E9E56-EE41-5165-570E-153795A96075}"/>
          </ac:spMkLst>
        </pc:spChg>
        <pc:spChg chg="mod">
          <ac:chgData name="한나 조" userId="65a288ce2c9026c1" providerId="LiveId" clId="{C15A6EEB-526C-46C9-82AA-A02ABBD41001}" dt="2026-07-30T08:38:50.278" v="8615"/>
          <ac:spMkLst>
            <pc:docMk/>
            <pc:sldMk cId="2943770741" sldId="2070"/>
            <ac:spMk id="4" creationId="{A4C9982D-9CA2-CF12-9AE8-140CA1AE647F}"/>
          </ac:spMkLst>
        </pc:spChg>
        <pc:spChg chg="mod">
          <ac:chgData name="한나 조" userId="65a288ce2c9026c1" providerId="LiveId" clId="{C15A6EEB-526C-46C9-82AA-A02ABBD41001}" dt="2026-07-30T08:38:40.976" v="8614" actId="20577"/>
          <ac:spMkLst>
            <pc:docMk/>
            <pc:sldMk cId="2943770741" sldId="2070"/>
            <ac:spMk id="5" creationId="{6415224F-2EF9-3405-734A-2F342126213B}"/>
          </ac:spMkLst>
        </pc:spChg>
        <pc:spChg chg="mod">
          <ac:chgData name="한나 조" userId="65a288ce2c9026c1" providerId="LiveId" clId="{C15A6EEB-526C-46C9-82AA-A02ABBD41001}" dt="2026-07-31T08:04:40.197" v="10517" actId="164"/>
          <ac:spMkLst>
            <pc:docMk/>
            <pc:sldMk cId="2943770741" sldId="2070"/>
            <ac:spMk id="7" creationId="{43549516-C173-10AA-E4D1-CECCF09D60C8}"/>
          </ac:spMkLst>
        </pc:spChg>
        <pc:spChg chg="add mod">
          <ac:chgData name="한나 조" userId="65a288ce2c9026c1" providerId="LiveId" clId="{C15A6EEB-526C-46C9-82AA-A02ABBD41001}" dt="2026-08-03T08:29:51.025" v="11670" actId="113"/>
          <ac:spMkLst>
            <pc:docMk/>
            <pc:sldMk cId="2943770741" sldId="2070"/>
            <ac:spMk id="9" creationId="{FC3E3DF5-A98F-D7FF-9505-771BF552E11A}"/>
          </ac:spMkLst>
        </pc:spChg>
        <pc:spChg chg="mod">
          <ac:chgData name="한나 조" userId="65a288ce2c9026c1" providerId="LiveId" clId="{C15A6EEB-526C-46C9-82AA-A02ABBD41001}" dt="2026-07-31T08:04:40.197" v="10517" actId="164"/>
          <ac:spMkLst>
            <pc:docMk/>
            <pc:sldMk cId="2943770741" sldId="2070"/>
            <ac:spMk id="18" creationId="{5F1569A4-CDB5-2DBD-3FB7-E7CC57B87494}"/>
          </ac:spMkLst>
        </pc:spChg>
        <pc:spChg chg="add del mod">
          <ac:chgData name="한나 조" userId="65a288ce2c9026c1" providerId="LiveId" clId="{C15A6EEB-526C-46C9-82AA-A02ABBD41001}" dt="2026-07-31T08:04:40.197" v="10517" actId="164"/>
          <ac:spMkLst>
            <pc:docMk/>
            <pc:sldMk cId="2943770741" sldId="2070"/>
            <ac:spMk id="19" creationId="{B9ED2499-3B6C-1068-028E-2BECF4F06EE8}"/>
          </ac:spMkLst>
        </pc:spChg>
        <pc:spChg chg="add mod">
          <ac:chgData name="한나 조" userId="65a288ce2c9026c1" providerId="LiveId" clId="{C15A6EEB-526C-46C9-82AA-A02ABBD41001}" dt="2026-08-03T08:29:57.816" v="11671" actId="113"/>
          <ac:spMkLst>
            <pc:docMk/>
            <pc:sldMk cId="2943770741" sldId="2070"/>
            <ac:spMk id="130" creationId="{E3155F4F-0483-EE2A-5383-DFC7CE867587}"/>
          </ac:spMkLst>
        </pc:spChg>
        <pc:spChg chg="add mod">
          <ac:chgData name="한나 조" userId="65a288ce2c9026c1" providerId="LiveId" clId="{C15A6EEB-526C-46C9-82AA-A02ABBD41001}" dt="2026-07-31T02:17:38.126" v="9032" actId="571"/>
          <ac:spMkLst>
            <pc:docMk/>
            <pc:sldMk cId="2943770741" sldId="2070"/>
            <ac:spMk id="131" creationId="{2F0253C9-B256-019A-0C2C-52F6E77C136D}"/>
          </ac:spMkLst>
        </pc:spChg>
        <pc:spChg chg="mod topLvl">
          <ac:chgData name="한나 조" userId="65a288ce2c9026c1" providerId="LiveId" clId="{C15A6EEB-526C-46C9-82AA-A02ABBD41001}" dt="2026-07-31T08:14:58.694" v="10786" actId="1038"/>
          <ac:spMkLst>
            <pc:docMk/>
            <pc:sldMk cId="2943770741" sldId="2070"/>
            <ac:spMk id="148" creationId="{EC34437E-7942-BCDA-422B-F7DF6BC2EFB4}"/>
          </ac:spMkLst>
        </pc:spChg>
        <pc:spChg chg="mod topLvl">
          <ac:chgData name="한나 조" userId="65a288ce2c9026c1" providerId="LiveId" clId="{C15A6EEB-526C-46C9-82AA-A02ABBD41001}" dt="2026-08-03T08:23:34.466" v="11669" actId="1037"/>
          <ac:spMkLst>
            <pc:docMk/>
            <pc:sldMk cId="2943770741" sldId="2070"/>
            <ac:spMk id="149" creationId="{F0F36A4D-5F38-6B1F-B2A2-268A6181FA29}"/>
          </ac:spMkLst>
        </pc:spChg>
        <pc:spChg chg="add mod">
          <ac:chgData name="한나 조" userId="65a288ce2c9026c1" providerId="LiveId" clId="{C15A6EEB-526C-46C9-82AA-A02ABBD41001}" dt="2026-07-31T03:43:52.917" v="9477" actId="571"/>
          <ac:spMkLst>
            <pc:docMk/>
            <pc:sldMk cId="2943770741" sldId="2070"/>
            <ac:spMk id="154" creationId="{515FA34D-6641-D9C9-ED5A-74A4B4A61A0C}"/>
          </ac:spMkLst>
        </pc:spChg>
        <pc:spChg chg="add mod">
          <ac:chgData name="한나 조" userId="65a288ce2c9026c1" providerId="LiveId" clId="{C15A6EEB-526C-46C9-82AA-A02ABBD41001}" dt="2026-08-03T08:29:57.816" v="11671" actId="113"/>
          <ac:spMkLst>
            <pc:docMk/>
            <pc:sldMk cId="2943770741" sldId="2070"/>
            <ac:spMk id="161" creationId="{73999D48-C47D-B674-26BF-8BDFFFDC34C4}"/>
          </ac:spMkLst>
        </pc:spChg>
        <pc:spChg chg="add mod">
          <ac:chgData name="한나 조" userId="65a288ce2c9026c1" providerId="LiveId" clId="{C15A6EEB-526C-46C9-82AA-A02ABBD41001}" dt="2026-08-03T08:29:57.816" v="11671" actId="113"/>
          <ac:spMkLst>
            <pc:docMk/>
            <pc:sldMk cId="2943770741" sldId="2070"/>
            <ac:spMk id="164" creationId="{B7D2DA28-D468-13DA-8607-0AA8C40C0F4E}"/>
          </ac:spMkLst>
        </pc:spChg>
        <pc:spChg chg="mod">
          <ac:chgData name="한나 조" userId="65a288ce2c9026c1" providerId="LiveId" clId="{C15A6EEB-526C-46C9-82AA-A02ABBD41001}" dt="2026-08-03T08:29:51.025" v="11670" actId="113"/>
          <ac:spMkLst>
            <pc:docMk/>
            <pc:sldMk cId="2943770741" sldId="2070"/>
            <ac:spMk id="170" creationId="{A2EB4344-70CC-06FD-8112-44107853529D}"/>
          </ac:spMkLst>
        </pc:spChg>
        <pc:spChg chg="mod">
          <ac:chgData name="한나 조" userId="65a288ce2c9026c1" providerId="LiveId" clId="{C15A6EEB-526C-46C9-82AA-A02ABBD41001}" dt="2026-08-03T08:29:51.025" v="11670" actId="113"/>
          <ac:spMkLst>
            <pc:docMk/>
            <pc:sldMk cId="2943770741" sldId="2070"/>
            <ac:spMk id="172" creationId="{D6C5A4C1-CF39-7ADF-9425-DDAF9900E33F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1" creationId="{385EEA72-30FA-B40C-AA32-1B220706EA37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3" creationId="{14E2EAE7-6EF6-669C-E06A-12E376C84128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4" creationId="{21CEEF01-8525-551A-622B-338009E18251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5" creationId="{D8D36B65-F29C-5F98-336A-48289A3B2592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6" creationId="{E9FB8E9E-5B46-62F1-B2EF-EF70CA8FE2D9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7" creationId="{465643D6-F306-256F-7B7F-903DB6CBD340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8" creationId="{C63A9575-5454-CBE6-51B2-0E40295C806C}"/>
          </ac:spMkLst>
        </pc:spChg>
        <pc:spChg chg="add 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89" creationId="{92A4F238-E5F6-B310-7617-D598C6356A26}"/>
          </ac:spMkLst>
        </pc:spChg>
        <pc:spChg chg="del mod">
          <ac:chgData name="한나 조" userId="65a288ce2c9026c1" providerId="LiveId" clId="{C15A6EEB-526C-46C9-82AA-A02ABBD41001}" dt="2026-08-03T08:19:32.727" v="11614" actId="478"/>
          <ac:spMkLst>
            <pc:docMk/>
            <pc:sldMk cId="2943770741" sldId="2070"/>
            <ac:spMk id="190" creationId="{428BE836-1227-71B2-ABF3-489AE0C31B2F}"/>
          </ac:spMkLst>
        </pc:spChg>
        <pc:spChg chg="add mod">
          <ac:chgData name="한나 조" userId="65a288ce2c9026c1" providerId="LiveId" clId="{C15A6EEB-526C-46C9-82AA-A02ABBD41001}" dt="2026-07-31T08:09:43.850" v="10634" actId="1035"/>
          <ac:spMkLst>
            <pc:docMk/>
            <pc:sldMk cId="2943770741" sldId="2070"/>
            <ac:spMk id="194" creationId="{96193E1D-8DEE-7DD4-6BE8-486393F219D9}"/>
          </ac:spMkLst>
        </pc:spChg>
        <pc:spChg chg="add mod topLvl">
          <ac:chgData name="한나 조" userId="65a288ce2c9026c1" providerId="LiveId" clId="{C15A6EEB-526C-46C9-82AA-A02ABBD41001}" dt="2026-07-31T03:43:00.531" v="9440" actId="164"/>
          <ac:spMkLst>
            <pc:docMk/>
            <pc:sldMk cId="2943770741" sldId="2070"/>
            <ac:spMk id="196" creationId="{DBA88AA8-5852-9B1A-F09F-195B06B14E03}"/>
          </ac:spMkLst>
        </pc:spChg>
        <pc:spChg chg="add mod topLvl">
          <ac:chgData name="한나 조" userId="65a288ce2c9026c1" providerId="LiveId" clId="{C15A6EEB-526C-46C9-82AA-A02ABBD41001}" dt="2026-07-31T03:42:59.028" v="9439" actId="164"/>
          <ac:spMkLst>
            <pc:docMk/>
            <pc:sldMk cId="2943770741" sldId="2070"/>
            <ac:spMk id="198" creationId="{2FC1B03C-582E-3BC0-1693-6260750B3B61}"/>
          </ac:spMkLst>
        </pc:spChg>
        <pc:spChg chg="add mod topLvl">
          <ac:chgData name="한나 조" userId="65a288ce2c9026c1" providerId="LiveId" clId="{C15A6EEB-526C-46C9-82AA-A02ABBD41001}" dt="2026-07-31T03:42:57.644" v="9438" actId="164"/>
          <ac:spMkLst>
            <pc:docMk/>
            <pc:sldMk cId="2943770741" sldId="2070"/>
            <ac:spMk id="200" creationId="{9DA3C992-A2EE-5371-B676-C2F4919C78F7}"/>
          </ac:spMkLst>
        </pc:spChg>
        <pc:spChg chg="add mod">
          <ac:chgData name="한나 조" userId="65a288ce2c9026c1" providerId="LiveId" clId="{C15A6EEB-526C-46C9-82AA-A02ABBD41001}" dt="2026-07-31T03:43:00.531" v="9440" actId="164"/>
          <ac:spMkLst>
            <pc:docMk/>
            <pc:sldMk cId="2943770741" sldId="2070"/>
            <ac:spMk id="204" creationId="{EEB60874-173B-73C3-B2D8-336ADE4D922D}"/>
          </ac:spMkLst>
        </pc:spChg>
        <pc:spChg chg="add mod">
          <ac:chgData name="한나 조" userId="65a288ce2c9026c1" providerId="LiveId" clId="{C15A6EEB-526C-46C9-82AA-A02ABBD41001}" dt="2026-07-31T03:42:59.028" v="9439" actId="164"/>
          <ac:spMkLst>
            <pc:docMk/>
            <pc:sldMk cId="2943770741" sldId="2070"/>
            <ac:spMk id="206" creationId="{9D177E61-8AC0-412C-D1FC-82A0ADD093EE}"/>
          </ac:spMkLst>
        </pc:spChg>
        <pc:spChg chg="add mod">
          <ac:chgData name="한나 조" userId="65a288ce2c9026c1" providerId="LiveId" clId="{C15A6EEB-526C-46C9-82AA-A02ABBD41001}" dt="2026-07-31T03:42:57.644" v="9438" actId="164"/>
          <ac:spMkLst>
            <pc:docMk/>
            <pc:sldMk cId="2943770741" sldId="2070"/>
            <ac:spMk id="207" creationId="{68020F4F-5EFC-A004-0CE4-CC58191F6375}"/>
          </ac:spMkLst>
        </pc:spChg>
        <pc:spChg chg="add mod">
          <ac:chgData name="한나 조" userId="65a288ce2c9026c1" providerId="LiveId" clId="{C15A6EEB-526C-46C9-82AA-A02ABBD41001}" dt="2026-08-03T08:22:59.492" v="11660"/>
          <ac:spMkLst>
            <pc:docMk/>
            <pc:sldMk cId="2943770741" sldId="2070"/>
            <ac:spMk id="213" creationId="{BF9EA3CE-157A-77F8-BE3B-D8B002AA2A49}"/>
          </ac:spMkLst>
        </pc:spChg>
        <pc:spChg chg="add mod">
          <ac:chgData name="한나 조" userId="65a288ce2c9026c1" providerId="LiveId" clId="{C15A6EEB-526C-46C9-82AA-A02ABBD41001}" dt="2026-07-31T08:15:09.110" v="10792" actId="1037"/>
          <ac:spMkLst>
            <pc:docMk/>
            <pc:sldMk cId="2943770741" sldId="2070"/>
            <ac:spMk id="214" creationId="{4F60FB87-ED93-D03E-EECD-25A1F592EAB2}"/>
          </ac:spMkLst>
        </pc:spChg>
        <pc:spChg chg="add mod">
          <ac:chgData name="한나 조" userId="65a288ce2c9026c1" providerId="LiveId" clId="{C15A6EEB-526C-46C9-82AA-A02ABBD41001}" dt="2026-07-31T03:43:52.917" v="9477" actId="571"/>
          <ac:spMkLst>
            <pc:docMk/>
            <pc:sldMk cId="2943770741" sldId="2070"/>
            <ac:spMk id="215" creationId="{5FC3B407-7A32-0D09-6C0D-E69E795078E9}"/>
          </ac:spMkLst>
        </pc:spChg>
        <pc:spChg chg="mod">
          <ac:chgData name="한나 조" userId="65a288ce2c9026c1" providerId="LiveId" clId="{C15A6EEB-526C-46C9-82AA-A02ABBD41001}" dt="2026-07-31T06:57:30.102" v="9497" actId="14100"/>
          <ac:spMkLst>
            <pc:docMk/>
            <pc:sldMk cId="2943770741" sldId="2070"/>
            <ac:spMk id="217" creationId="{51215952-274D-5644-48BF-F049DF7D72DC}"/>
          </ac:spMkLst>
        </pc:spChg>
        <pc:spChg chg="mod">
          <ac:chgData name="한나 조" userId="65a288ce2c9026c1" providerId="LiveId" clId="{C15A6EEB-526C-46C9-82AA-A02ABBD41001}" dt="2026-07-31T06:58:08.205" v="9571" actId="20577"/>
          <ac:spMkLst>
            <pc:docMk/>
            <pc:sldMk cId="2943770741" sldId="2070"/>
            <ac:spMk id="218" creationId="{25517156-E39B-33EB-0024-C69E81EF6A38}"/>
          </ac:spMkLst>
        </pc:spChg>
        <pc:spChg chg="mod">
          <ac:chgData name="한나 조" userId="65a288ce2c9026c1" providerId="LiveId" clId="{C15A6EEB-526C-46C9-82AA-A02ABBD41001}" dt="2026-07-31T03:46:18.988" v="9495"/>
          <ac:spMkLst>
            <pc:docMk/>
            <pc:sldMk cId="2943770741" sldId="2070"/>
            <ac:spMk id="220" creationId="{733475D8-4763-4A56-9601-0F55BD8571DE}"/>
          </ac:spMkLst>
        </pc:spChg>
        <pc:spChg chg="mod">
          <ac:chgData name="한나 조" userId="65a288ce2c9026c1" providerId="LiveId" clId="{C15A6EEB-526C-46C9-82AA-A02ABBD41001}" dt="2026-07-31T06:57:49.854" v="9529" actId="571"/>
          <ac:spMkLst>
            <pc:docMk/>
            <pc:sldMk cId="2943770741" sldId="2070"/>
            <ac:spMk id="222" creationId="{DC22153E-4673-E23F-5202-4FDCA91A5B8F}"/>
          </ac:spMkLst>
        </pc:spChg>
        <pc:spChg chg="mod">
          <ac:chgData name="한나 조" userId="65a288ce2c9026c1" providerId="LiveId" clId="{C15A6EEB-526C-46C9-82AA-A02ABBD41001}" dt="2026-07-31T08:20:24.093" v="10809"/>
          <ac:spMkLst>
            <pc:docMk/>
            <pc:sldMk cId="2943770741" sldId="2070"/>
            <ac:spMk id="223" creationId="{2C687971-A540-16D1-0F4B-AB6D1BF13E62}"/>
          </ac:spMkLst>
        </pc:spChg>
        <pc:spChg chg="mod">
          <ac:chgData name="한나 조" userId="65a288ce2c9026c1" providerId="LiveId" clId="{C15A6EEB-526C-46C9-82AA-A02ABBD41001}" dt="2026-07-31T06:57:49.854" v="9529" actId="571"/>
          <ac:spMkLst>
            <pc:docMk/>
            <pc:sldMk cId="2943770741" sldId="2070"/>
            <ac:spMk id="224" creationId="{BDD92DCF-8072-F21B-0918-D3FF342E5152}"/>
          </ac:spMkLst>
        </pc:spChg>
        <pc:spChg chg="mod">
          <ac:chgData name="한나 조" userId="65a288ce2c9026c1" providerId="LiveId" clId="{C15A6EEB-526C-46C9-82AA-A02ABBD41001}" dt="2026-07-31T06:58:11.609" v="9572" actId="571"/>
          <ac:spMkLst>
            <pc:docMk/>
            <pc:sldMk cId="2943770741" sldId="2070"/>
            <ac:spMk id="226" creationId="{3E6E2964-5D00-690C-3588-40D49C3778B1}"/>
          </ac:spMkLst>
        </pc:spChg>
        <pc:spChg chg="mod">
          <ac:chgData name="한나 조" userId="65a288ce2c9026c1" providerId="LiveId" clId="{C15A6EEB-526C-46C9-82AA-A02ABBD41001}" dt="2026-07-31T07:06:18.901" v="9605"/>
          <ac:spMkLst>
            <pc:docMk/>
            <pc:sldMk cId="2943770741" sldId="2070"/>
            <ac:spMk id="227" creationId="{6ACC9DE1-4157-F5E1-F912-DE4701B96A21}"/>
          </ac:spMkLst>
        </pc:spChg>
        <pc:spChg chg="mod">
          <ac:chgData name="한나 조" userId="65a288ce2c9026c1" providerId="LiveId" clId="{C15A6EEB-526C-46C9-82AA-A02ABBD41001}" dt="2026-07-31T06:58:11.609" v="9572" actId="571"/>
          <ac:spMkLst>
            <pc:docMk/>
            <pc:sldMk cId="2943770741" sldId="2070"/>
            <ac:spMk id="228" creationId="{A5ED3B38-4B00-A958-3D5F-DE8CCECEC915}"/>
          </ac:spMkLst>
        </pc:spChg>
        <pc:spChg chg="mod">
          <ac:chgData name="한나 조" userId="65a288ce2c9026c1" providerId="LiveId" clId="{C15A6EEB-526C-46C9-82AA-A02ABBD41001}" dt="2026-07-31T08:07:30.603" v="10580" actId="571"/>
          <ac:spMkLst>
            <pc:docMk/>
            <pc:sldMk cId="2943770741" sldId="2070"/>
            <ac:spMk id="237" creationId="{CE0BAE30-6F14-2558-FB82-95870AACCF23}"/>
          </ac:spMkLst>
        </pc:spChg>
        <pc:spChg chg="mod">
          <ac:chgData name="한나 조" userId="65a288ce2c9026c1" providerId="LiveId" clId="{C15A6EEB-526C-46C9-82AA-A02ABBD41001}" dt="2026-07-31T08:07:34.035" v="10589"/>
          <ac:spMkLst>
            <pc:docMk/>
            <pc:sldMk cId="2943770741" sldId="2070"/>
            <ac:spMk id="238" creationId="{E66823C3-0530-D138-BB1D-ED7938FEFCCB}"/>
          </ac:spMkLst>
        </pc:spChg>
        <pc:spChg chg="mod">
          <ac:chgData name="한나 조" userId="65a288ce2c9026c1" providerId="LiveId" clId="{C15A6EEB-526C-46C9-82AA-A02ABBD41001}" dt="2026-07-31T08:07:30.603" v="10580" actId="571"/>
          <ac:spMkLst>
            <pc:docMk/>
            <pc:sldMk cId="2943770741" sldId="2070"/>
            <ac:spMk id="240" creationId="{E053F8A5-AA78-1A54-37C1-8D60C819E4FC}"/>
          </ac:spMkLst>
        </pc:spChg>
        <pc:spChg chg="mod">
          <ac:chgData name="한나 조" userId="65a288ce2c9026c1" providerId="LiveId" clId="{C15A6EEB-526C-46C9-82AA-A02ABBD41001}" dt="2026-07-31T08:07:39.158" v="10604"/>
          <ac:spMkLst>
            <pc:docMk/>
            <pc:sldMk cId="2943770741" sldId="2070"/>
            <ac:spMk id="241" creationId="{46B7B3CF-62DF-01D2-5251-EF1886C8A627}"/>
          </ac:spMkLst>
        </pc:spChg>
        <pc:spChg chg="add">
          <ac:chgData name="한나 조" userId="65a288ce2c9026c1" providerId="LiveId" clId="{C15A6EEB-526C-46C9-82AA-A02ABBD41001}" dt="2026-07-31T08:08:36.549" v="10617" actId="22"/>
          <ac:spMkLst>
            <pc:docMk/>
            <pc:sldMk cId="2943770741" sldId="2070"/>
            <ac:spMk id="243" creationId="{7302FF3B-9FD3-EA4E-2C9B-CA71B8F20724}"/>
          </ac:spMkLst>
        </pc:spChg>
        <pc:spChg chg="add mod">
          <ac:chgData name="한나 조" userId="65a288ce2c9026c1" providerId="LiveId" clId="{C15A6EEB-526C-46C9-82AA-A02ABBD41001}" dt="2026-07-31T08:11:50.757" v="10636" actId="20577"/>
          <ac:spMkLst>
            <pc:docMk/>
            <pc:sldMk cId="2943770741" sldId="2070"/>
            <ac:spMk id="244" creationId="{8B217A08-7B0A-E4A8-7A4D-E0F6DA54DFA2}"/>
          </ac:spMkLst>
        </pc:spChg>
        <pc:spChg chg="add mod">
          <ac:chgData name="한나 조" userId="65a288ce2c9026c1" providerId="LiveId" clId="{C15A6EEB-526C-46C9-82AA-A02ABBD41001}" dt="2026-07-31T08:13:45.389" v="10773" actId="20577"/>
          <ac:spMkLst>
            <pc:docMk/>
            <pc:sldMk cId="2943770741" sldId="2070"/>
            <ac:spMk id="245" creationId="{68E69408-05CD-0188-054F-C4BDB4260A15}"/>
          </ac:spMkLst>
        </pc:spChg>
        <pc:spChg chg="add mod">
          <ac:chgData name="한나 조" userId="65a288ce2c9026c1" providerId="LiveId" clId="{C15A6EEB-526C-46C9-82AA-A02ABBD41001}" dt="2026-08-03T08:23:05.766" v="11662" actId="1076"/>
          <ac:spMkLst>
            <pc:docMk/>
            <pc:sldMk cId="2943770741" sldId="2070"/>
            <ac:spMk id="246" creationId="{2B3DF3A1-92A9-D123-1544-8A030B151CC5}"/>
          </ac:spMkLst>
        </pc:spChg>
        <pc:spChg chg="add mod">
          <ac:chgData name="한나 조" userId="65a288ce2c9026c1" providerId="LiveId" clId="{C15A6EEB-526C-46C9-82AA-A02ABBD41001}" dt="2026-08-03T08:30:57.504" v="11711"/>
          <ac:spMkLst>
            <pc:docMk/>
            <pc:sldMk cId="2943770741" sldId="2070"/>
            <ac:spMk id="247" creationId="{4D2E247A-6950-A0C1-032C-912DBF5EA4F1}"/>
          </ac:spMkLst>
        </pc:spChg>
        <pc:spChg chg="add mod">
          <ac:chgData name="한나 조" userId="65a288ce2c9026c1" providerId="LiveId" clId="{C15A6EEB-526C-46C9-82AA-A02ABBD41001}" dt="2026-08-03T08:23:07.977" v="11663" actId="1076"/>
          <ac:spMkLst>
            <pc:docMk/>
            <pc:sldMk cId="2943770741" sldId="2070"/>
            <ac:spMk id="248" creationId="{D9DDCE78-5E1F-56D6-FF99-AFC8F5D398A4}"/>
          </ac:spMkLst>
        </pc:spChg>
        <pc:spChg chg="add mod">
          <ac:chgData name="한나 조" userId="65a288ce2c9026c1" providerId="LiveId" clId="{C15A6EEB-526C-46C9-82AA-A02ABBD41001}" dt="2026-07-31T08:39:29.037" v="11507" actId="20577"/>
          <ac:spMkLst>
            <pc:docMk/>
            <pc:sldMk cId="2943770741" sldId="2070"/>
            <ac:spMk id="249" creationId="{0D808533-ACF8-11EF-51FE-60DF99101765}"/>
          </ac:spMkLst>
        </pc:spChg>
        <pc:grpChg chg="add mod">
          <ac:chgData name="한나 조" userId="65a288ce2c9026c1" providerId="LiveId" clId="{C15A6EEB-526C-46C9-82AA-A02ABBD41001}" dt="2026-07-31T08:06:35.421" v="10576" actId="1076"/>
          <ac:grpSpMkLst>
            <pc:docMk/>
            <pc:sldMk cId="2943770741" sldId="2070"/>
            <ac:grpSpMk id="136" creationId="{16A39E90-1E20-639A-B608-962ECF129A88}"/>
          </ac:grpSpMkLst>
        </pc:grpChg>
        <pc:grpChg chg="add mod">
          <ac:chgData name="한나 조" userId="65a288ce2c9026c1" providerId="LiveId" clId="{C15A6EEB-526C-46C9-82AA-A02ABBD41001}" dt="2026-07-31T08:15:16.254" v="10794" actId="1037"/>
          <ac:grpSpMkLst>
            <pc:docMk/>
            <pc:sldMk cId="2943770741" sldId="2070"/>
            <ac:grpSpMk id="156" creationId="{46B4E4FB-D760-A839-81AE-82BA1F017D56}"/>
          </ac:grpSpMkLst>
        </pc:grpChg>
        <pc:grpChg chg="add mod">
          <ac:chgData name="한나 조" userId="65a288ce2c9026c1" providerId="LiveId" clId="{C15A6EEB-526C-46C9-82AA-A02ABBD41001}" dt="2026-08-03T08:19:42.411" v="11616" actId="571"/>
          <ac:grpSpMkLst>
            <pc:docMk/>
            <pc:sldMk cId="2943770741" sldId="2070"/>
            <ac:grpSpMk id="169" creationId="{7FDAA737-6466-5327-8125-4C4055720ECA}"/>
          </ac:grpSpMkLst>
        </pc:grpChg>
        <pc:grpChg chg="add mod">
          <ac:chgData name="한나 조" userId="65a288ce2c9026c1" providerId="LiveId" clId="{C15A6EEB-526C-46C9-82AA-A02ABBD41001}" dt="2026-07-31T08:07:24.380" v="10579" actId="1076"/>
          <ac:grpSpMkLst>
            <pc:docMk/>
            <pc:sldMk cId="2943770741" sldId="2070"/>
            <ac:grpSpMk id="210" creationId="{1EBD956A-2522-88C1-2F76-E1998C034CB5}"/>
          </ac:grpSpMkLst>
        </pc:grpChg>
        <pc:grpChg chg="add mod">
          <ac:chgData name="한나 조" userId="65a288ce2c9026c1" providerId="LiveId" clId="{C15A6EEB-526C-46C9-82AA-A02ABBD41001}" dt="2026-07-31T08:07:43.959" v="10605" actId="408"/>
          <ac:grpSpMkLst>
            <pc:docMk/>
            <pc:sldMk cId="2943770741" sldId="2070"/>
            <ac:grpSpMk id="211" creationId="{1EEDF583-CF5C-F9A0-D5F8-E9DE1B952148}"/>
          </ac:grpSpMkLst>
        </pc:grpChg>
        <pc:grpChg chg="add mod">
          <ac:chgData name="한나 조" userId="65a288ce2c9026c1" providerId="LiveId" clId="{C15A6EEB-526C-46C9-82AA-A02ABBD41001}" dt="2026-07-31T08:07:43.959" v="10605" actId="408"/>
          <ac:grpSpMkLst>
            <pc:docMk/>
            <pc:sldMk cId="2943770741" sldId="2070"/>
            <ac:grpSpMk id="212" creationId="{20C75B98-6A5D-1499-A516-87D6CAAEC639}"/>
          </ac:grpSpMkLst>
        </pc:grpChg>
        <pc:grpChg chg="add mod">
          <ac:chgData name="한나 조" userId="65a288ce2c9026c1" providerId="LiveId" clId="{C15A6EEB-526C-46C9-82AA-A02ABBD41001}" dt="2026-07-31T08:09:43.850" v="10634" actId="1035"/>
          <ac:grpSpMkLst>
            <pc:docMk/>
            <pc:sldMk cId="2943770741" sldId="2070"/>
            <ac:grpSpMk id="216" creationId="{B0FE512A-2C4A-2A10-0328-DBEC8482C397}"/>
          </ac:grpSpMkLst>
        </pc:grpChg>
        <pc:grpChg chg="add mod">
          <ac:chgData name="한나 조" userId="65a288ce2c9026c1" providerId="LiveId" clId="{C15A6EEB-526C-46C9-82AA-A02ABBD41001}" dt="2026-07-31T08:09:43.850" v="10634" actId="1035"/>
          <ac:grpSpMkLst>
            <pc:docMk/>
            <pc:sldMk cId="2943770741" sldId="2070"/>
            <ac:grpSpMk id="221" creationId="{6C92A6B5-A9C3-865F-A76A-4D5BCEF4B1C5}"/>
          </ac:grpSpMkLst>
        </pc:grpChg>
        <pc:grpChg chg="add mod">
          <ac:chgData name="한나 조" userId="65a288ce2c9026c1" providerId="LiveId" clId="{C15A6EEB-526C-46C9-82AA-A02ABBD41001}" dt="2026-07-31T08:09:43.850" v="10634" actId="1035"/>
          <ac:grpSpMkLst>
            <pc:docMk/>
            <pc:sldMk cId="2943770741" sldId="2070"/>
            <ac:grpSpMk id="225" creationId="{05D945E6-9DA7-DBD5-57D0-3F251AF5C939}"/>
          </ac:grpSpMkLst>
        </pc:grpChg>
        <pc:grpChg chg="add mod">
          <ac:chgData name="한나 조" userId="65a288ce2c9026c1" providerId="LiveId" clId="{C15A6EEB-526C-46C9-82AA-A02ABBD41001}" dt="2026-07-31T08:04:40.197" v="10517" actId="164"/>
          <ac:grpSpMkLst>
            <pc:docMk/>
            <pc:sldMk cId="2943770741" sldId="2070"/>
            <ac:grpSpMk id="231" creationId="{F425CC24-3636-ECD8-7D0E-9F5B3650A2F0}"/>
          </ac:grpSpMkLst>
        </pc:grpChg>
        <pc:grpChg chg="add mod">
          <ac:chgData name="한나 조" userId="65a288ce2c9026c1" providerId="LiveId" clId="{C15A6EEB-526C-46C9-82AA-A02ABBD41001}" dt="2026-07-31T08:07:30.603" v="10580" actId="571"/>
          <ac:grpSpMkLst>
            <pc:docMk/>
            <pc:sldMk cId="2943770741" sldId="2070"/>
            <ac:grpSpMk id="236" creationId="{9F2E0707-5B58-F19C-5EEA-5F6EC0941031}"/>
          </ac:grpSpMkLst>
        </pc:grpChg>
        <pc:grpChg chg="add mod">
          <ac:chgData name="한나 조" userId="65a288ce2c9026c1" providerId="LiveId" clId="{C15A6EEB-526C-46C9-82AA-A02ABBD41001}" dt="2026-07-31T08:07:43.959" v="10605" actId="408"/>
          <ac:grpSpMkLst>
            <pc:docMk/>
            <pc:sldMk cId="2943770741" sldId="2070"/>
            <ac:grpSpMk id="239" creationId="{12775896-1326-0C08-C2AE-E03B45B0FF22}"/>
          </ac:grpSpMkLst>
        </pc:grpChg>
        <pc:graphicFrameChg chg="mod modGraphic">
          <ac:chgData name="한나 조" userId="65a288ce2c9026c1" providerId="LiveId" clId="{C15A6EEB-526C-46C9-82AA-A02ABBD41001}" dt="2026-07-31T08:40:25.589" v="11610" actId="20577"/>
          <ac:graphicFrameMkLst>
            <pc:docMk/>
            <pc:sldMk cId="2943770741" sldId="2070"/>
            <ac:graphicFrameMk id="8" creationId="{789ED4ED-3314-7A49-FC36-8C53A419D0BD}"/>
          </ac:graphicFrameMkLst>
        </pc:graphicFrameChg>
        <pc:cxnChg chg="add mod">
          <ac:chgData name="한나 조" userId="65a288ce2c9026c1" providerId="LiveId" clId="{C15A6EEB-526C-46C9-82AA-A02ABBD41001}" dt="2026-07-31T07:06:41.564" v="9613" actId="1036"/>
          <ac:cxnSpMkLst>
            <pc:docMk/>
            <pc:sldMk cId="2943770741" sldId="2070"/>
            <ac:cxnSpMk id="168" creationId="{FFD7AF73-D38C-B741-287F-B7EF7F4BFDA8}"/>
          </ac:cxnSpMkLst>
        </pc:cxnChg>
      </pc:sldChg>
      <pc:sldChg chg="addSp delSp modSp add mod ord">
        <pc:chgData name="한나 조" userId="65a288ce2c9026c1" providerId="LiveId" clId="{C15A6EEB-526C-46C9-82AA-A02ABBD41001}" dt="2026-07-31T07:47:06.847" v="10082" actId="478"/>
        <pc:sldMkLst>
          <pc:docMk/>
          <pc:sldMk cId="113006748" sldId="2077"/>
        </pc:sldMkLst>
        <pc:spChg chg="mod">
          <ac:chgData name="한나 조" userId="65a288ce2c9026c1" providerId="LiveId" clId="{C15A6EEB-526C-46C9-82AA-A02ABBD41001}" dt="2026-07-30T08:38:35.634" v="8606"/>
          <ac:spMkLst>
            <pc:docMk/>
            <pc:sldMk cId="113006748" sldId="2077"/>
            <ac:spMk id="2" creationId="{FE762C8A-CD4D-1D60-44BE-BEEB554F5376}"/>
          </ac:spMkLst>
        </pc:spChg>
        <pc:spChg chg="mod">
          <ac:chgData name="한나 조" userId="65a288ce2c9026c1" providerId="LiveId" clId="{C15A6EEB-526C-46C9-82AA-A02ABBD41001}" dt="2026-07-30T08:38:17.034" v="8560" actId="20577"/>
          <ac:spMkLst>
            <pc:docMk/>
            <pc:sldMk cId="113006748" sldId="2077"/>
            <ac:spMk id="3" creationId="{A3885A94-C0BD-FE4A-F158-B0B2D2571C48}"/>
          </ac:spMkLst>
        </pc:spChg>
        <pc:spChg chg="mod">
          <ac:chgData name="한나 조" userId="65a288ce2c9026c1" providerId="LiveId" clId="{C15A6EEB-526C-46C9-82AA-A02ABBD41001}" dt="2026-07-30T08:39:01.448" v="8632" actId="20577"/>
          <ac:spMkLst>
            <pc:docMk/>
            <pc:sldMk cId="113006748" sldId="2077"/>
            <ac:spMk id="4" creationId="{9E9BD856-7DEE-5DE0-EACC-B8CC53A42467}"/>
          </ac:spMkLst>
        </pc:spChg>
        <pc:spChg chg="mod">
          <ac:chgData name="한나 조" userId="65a288ce2c9026c1" providerId="LiveId" clId="{C15A6EEB-526C-46C9-82AA-A02ABBD41001}" dt="2026-07-30T08:38:36.932" v="8610" actId="20577"/>
          <ac:spMkLst>
            <pc:docMk/>
            <pc:sldMk cId="113006748" sldId="2077"/>
            <ac:spMk id="5" creationId="{472D6E3B-1A9E-A6D6-1700-A90AFF20807A}"/>
          </ac:spMkLst>
        </pc:spChg>
        <pc:spChg chg="mod">
          <ac:chgData name="한나 조" userId="65a288ce2c9026c1" providerId="LiveId" clId="{C15A6EEB-526C-46C9-82AA-A02ABBD41001}" dt="2026-07-30T08:41:47.800" v="8689"/>
          <ac:spMkLst>
            <pc:docMk/>
            <pc:sldMk cId="113006748" sldId="2077"/>
            <ac:spMk id="18" creationId="{FB5A9BA2-D291-D714-FE9D-277B0D3E2453}"/>
          </ac:spMkLst>
        </pc:spChg>
        <pc:spChg chg="add mod">
          <ac:chgData name="한나 조" userId="65a288ce2c9026c1" providerId="LiveId" clId="{C15A6EEB-526C-46C9-82AA-A02ABBD41001}" dt="2026-07-30T08:43:34.164" v="8729" actId="1037"/>
          <ac:spMkLst>
            <pc:docMk/>
            <pc:sldMk cId="113006748" sldId="2077"/>
            <ac:spMk id="39" creationId="{CA12F728-A74C-E2B8-A372-DEFC7CB87E59}"/>
          </ac:spMkLst>
        </pc:spChg>
        <pc:spChg chg="add del mod">
          <ac:chgData name="한나 조" userId="65a288ce2c9026c1" providerId="LiveId" clId="{C15A6EEB-526C-46C9-82AA-A02ABBD41001}" dt="2026-07-30T09:00:25.055" v="8854" actId="1076"/>
          <ac:spMkLst>
            <pc:docMk/>
            <pc:sldMk cId="113006748" sldId="2077"/>
            <ac:spMk id="45" creationId="{8FCFCB9B-0E9C-AA23-3116-4AD2F8A68144}"/>
          </ac:spMkLst>
        </pc:spChg>
        <pc:spChg chg="add mod">
          <ac:chgData name="한나 조" userId="65a288ce2c9026c1" providerId="LiveId" clId="{C15A6EEB-526C-46C9-82AA-A02ABBD41001}" dt="2026-07-30T08:43:27.367" v="8724" actId="1035"/>
          <ac:spMkLst>
            <pc:docMk/>
            <pc:sldMk cId="113006748" sldId="2077"/>
            <ac:spMk id="47" creationId="{3653FE25-0CDC-57A0-AAEC-E74F3EB9C4C9}"/>
          </ac:spMkLst>
        </pc:spChg>
        <pc:spChg chg="add del mod topLvl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33" creationId="{E4119F8A-4014-452E-F2D8-4C3A088A4770}"/>
          </ac:spMkLst>
        </pc:spChg>
        <pc:spChg chg="add mod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40" creationId="{31874F6F-F5CE-CC8F-C941-E7A56B1C027F}"/>
          </ac:spMkLst>
        </pc:spChg>
        <pc:spChg chg="add mod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43" creationId="{50929B23-194D-3E60-9312-FDFCDF70A2DA}"/>
          </ac:spMkLst>
        </pc:spChg>
        <pc:spChg chg="add mod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44" creationId="{EFD4168E-54F0-DC24-530E-A2AACC1B9F4E}"/>
          </ac:spMkLst>
        </pc:spChg>
        <pc:spChg chg="add mod topLvl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53" creationId="{EEF8B214-4FEF-D5B0-A059-54BBAF851C7A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55" creationId="{14AB95BD-2304-F942-17D7-B9CCFDC43D24}"/>
          </ac:spMkLst>
        </pc:spChg>
        <pc:spChg chg="add mod topLvl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56" creationId="{85DC9C61-E02B-4243-F40A-9F6EDC6316EF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57" creationId="{3F0586C5-F0CB-04B1-5549-33F76190E6C9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58" creationId="{791AA44A-9E75-E8AB-77C0-5728BE4D967A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59" creationId="{A6975FD5-4DDE-E01F-FEA3-68DA6E36574B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60" creationId="{8A193F48-E1F8-F479-71C1-46F4139CB4B5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61" creationId="{07BEAE4D-DCD7-F07E-503A-10A7EF0AC06A}"/>
          </ac:spMkLst>
        </pc:spChg>
        <pc:spChg chg="mod">
          <ac:chgData name="한나 조" userId="65a288ce2c9026c1" providerId="LiveId" clId="{C15A6EEB-526C-46C9-82AA-A02ABBD41001}" dt="2026-07-30T09:00:09.335" v="8848" actId="571"/>
          <ac:spMkLst>
            <pc:docMk/>
            <pc:sldMk cId="113006748" sldId="2077"/>
            <ac:spMk id="162" creationId="{DFD280EE-72E3-D815-1CE1-49A02CBEF5FC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65" creationId="{EF34A076-F285-EC30-35F1-834EC06022BC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66" creationId="{E4266EF6-5A54-AA54-525A-BE7C4599CA87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67" creationId="{4FCD35FB-C22C-0E03-0F7A-098693C6614E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68" creationId="{7238B194-4183-74A6-72AA-B2333DF0153C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69" creationId="{AE0D7FE8-A884-59A1-FC2E-839F6A860A7F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70" creationId="{AA6C5349-EC43-CB74-B049-2C40C4B3A791}"/>
          </ac:spMkLst>
        </pc:spChg>
        <pc:spChg chg="mod">
          <ac:chgData name="한나 조" userId="65a288ce2c9026c1" providerId="LiveId" clId="{C15A6EEB-526C-46C9-82AA-A02ABBD41001}" dt="2026-07-30T09:00:13.249" v="8849" actId="571"/>
          <ac:spMkLst>
            <pc:docMk/>
            <pc:sldMk cId="113006748" sldId="2077"/>
            <ac:spMk id="171" creationId="{1DB5D9FD-79BA-8B11-8FF3-D531EA8F69A1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74" creationId="{E6D2D5A6-1B22-B8EF-1064-BCF5A4276176}"/>
          </ac:spMkLst>
        </pc:spChg>
        <pc:spChg chg="add mod topLvl">
          <ac:chgData name="한나 조" userId="65a288ce2c9026c1" providerId="LiveId" clId="{C15A6EEB-526C-46C9-82AA-A02ABBD41001}" dt="2026-07-30T09:00:07.306" v="8847" actId="164"/>
          <ac:spMkLst>
            <pc:docMk/>
            <pc:sldMk cId="113006748" sldId="2077"/>
            <ac:spMk id="176" creationId="{1EF35665-A536-7B8E-7C55-4DA444D69216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77" creationId="{62CFF96D-A005-AAF1-F552-5C5EB5988B39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79" creationId="{8D8940E0-01E7-A50C-1A2A-BDFE7EFF0859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80" creationId="{DEDAF211-6A28-DC36-F4BA-71996B42D6EE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87" creationId="{3703FD78-02E6-6F55-CF96-65B8B23EAB35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91" creationId="{FBEAB3D4-8D07-66E8-2011-0D2F2FA1E89C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93" creationId="{A9AE0DAC-8EE7-EED0-90E7-F6A29F9DA976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95" creationId="{D689C49C-B4E9-CE40-71D8-253E1FDD2BCF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199" creationId="{EFCEDF7A-0850-77A4-59ED-7C57814466DD}"/>
          </ac:spMkLst>
        </pc:spChg>
        <pc:spChg chg="mod">
          <ac:chgData name="한나 조" userId="65a288ce2c9026c1" providerId="LiveId" clId="{C15A6EEB-526C-46C9-82AA-A02ABBD41001}" dt="2026-07-30T09:00:19.884" v="8851" actId="571"/>
          <ac:spMkLst>
            <pc:docMk/>
            <pc:sldMk cId="113006748" sldId="2077"/>
            <ac:spMk id="201" creationId="{178A819E-2DC1-6143-20D9-D9DDA3D2D080}"/>
          </ac:spMkLst>
        </pc:spChg>
        <pc:spChg chg="add mod">
          <ac:chgData name="한나 조" userId="65a288ce2c9026c1" providerId="LiveId" clId="{C15A6EEB-526C-46C9-82AA-A02ABBD41001}" dt="2026-07-31T07:23:06.312" v="9616" actId="1076"/>
          <ac:spMkLst>
            <pc:docMk/>
            <pc:sldMk cId="113006748" sldId="2077"/>
            <ac:spMk id="203" creationId="{F72C2646-4279-BE54-E7D4-D2FEE9858A98}"/>
          </ac:spMkLst>
        </pc:spChg>
        <pc:spChg chg="add mod">
          <ac:chgData name="한나 조" userId="65a288ce2c9026c1" providerId="LiveId" clId="{C15A6EEB-526C-46C9-82AA-A02ABBD41001}" dt="2026-07-31T07:23:09.960" v="9618" actId="20577"/>
          <ac:spMkLst>
            <pc:docMk/>
            <pc:sldMk cId="113006748" sldId="2077"/>
            <ac:spMk id="204" creationId="{56D53E79-E498-4371-DE36-0D9ACC84F388}"/>
          </ac:spMkLst>
        </pc:spChg>
        <pc:spChg chg="add mod">
          <ac:chgData name="한나 조" userId="65a288ce2c9026c1" providerId="LiveId" clId="{C15A6EEB-526C-46C9-82AA-A02ABBD41001}" dt="2026-07-31T07:23:15.120" v="9620" actId="20577"/>
          <ac:spMkLst>
            <pc:docMk/>
            <pc:sldMk cId="113006748" sldId="2077"/>
            <ac:spMk id="206" creationId="{737AFEAB-350C-78FB-F301-633532FF8038}"/>
          </ac:spMkLst>
        </pc:spChg>
        <pc:grpChg chg="add mod">
          <ac:chgData name="한나 조" userId="65a288ce2c9026c1" providerId="LiveId" clId="{C15A6EEB-526C-46C9-82AA-A02ABBD41001}" dt="2026-07-30T09:00:07.306" v="8847" actId="164"/>
          <ac:grpSpMkLst>
            <pc:docMk/>
            <pc:sldMk cId="113006748" sldId="2077"/>
            <ac:grpSpMk id="147" creationId="{091B91D1-3A9C-7100-B62E-D9A4362CCC43}"/>
          </ac:grpSpMkLst>
        </pc:grpChg>
        <pc:grpChg chg="add mod">
          <ac:chgData name="한나 조" userId="65a288ce2c9026c1" providerId="LiveId" clId="{C15A6EEB-526C-46C9-82AA-A02ABBD41001}" dt="2026-07-30T09:00:15.985" v="8850" actId="1036"/>
          <ac:grpSpMkLst>
            <pc:docMk/>
            <pc:sldMk cId="113006748" sldId="2077"/>
            <ac:grpSpMk id="154" creationId="{D77FAE80-6CB8-EA71-6D19-9EE8437A0F00}"/>
          </ac:grpSpMkLst>
        </pc:grpChg>
        <pc:grpChg chg="add mod">
          <ac:chgData name="한나 조" userId="65a288ce2c9026c1" providerId="LiveId" clId="{C15A6EEB-526C-46C9-82AA-A02ABBD41001}" dt="2026-07-30T09:00:15.985" v="8850" actId="1036"/>
          <ac:grpSpMkLst>
            <pc:docMk/>
            <pc:sldMk cId="113006748" sldId="2077"/>
            <ac:grpSpMk id="163" creationId="{925F39DC-858F-CE97-7BB3-031D37552E1B}"/>
          </ac:grpSpMkLst>
        </pc:grpChg>
        <pc:grpChg chg="mod">
          <ac:chgData name="한나 조" userId="65a288ce2c9026c1" providerId="LiveId" clId="{C15A6EEB-526C-46C9-82AA-A02ABBD41001}" dt="2026-07-30T09:00:20.831" v="8853" actId="1036"/>
          <ac:grpSpMkLst>
            <pc:docMk/>
            <pc:sldMk cId="113006748" sldId="2077"/>
            <ac:grpSpMk id="173" creationId="{49FAC8DF-EFEC-A5F5-9924-C4C872F288B7}"/>
          </ac:grpSpMkLst>
        </pc:grpChg>
        <pc:grpChg chg="mod">
          <ac:chgData name="한나 조" userId="65a288ce2c9026c1" providerId="LiveId" clId="{C15A6EEB-526C-46C9-82AA-A02ABBD41001}" dt="2026-07-30T09:00:20.831" v="8853" actId="1036"/>
          <ac:grpSpMkLst>
            <pc:docMk/>
            <pc:sldMk cId="113006748" sldId="2077"/>
            <ac:grpSpMk id="189" creationId="{59BC9931-3BFC-989F-1A1F-82ECE432D194}"/>
          </ac:grpSpMkLst>
        </pc:grpChg>
        <pc:graphicFrameChg chg="mod modGraphic">
          <ac:chgData name="한나 조" userId="65a288ce2c9026c1" providerId="LiveId" clId="{C15A6EEB-526C-46C9-82AA-A02ABBD41001}" dt="2026-07-31T07:42:20.110" v="10081" actId="20577"/>
          <ac:graphicFrameMkLst>
            <pc:docMk/>
            <pc:sldMk cId="113006748" sldId="2077"/>
            <ac:graphicFrameMk id="8" creationId="{2F51A4C9-7C20-AAA0-6917-2DA5BE44AAC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카테고리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최근본상품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116913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2026-07-30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155612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2026-07-30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785913" y="2645346"/>
            <a:ext cx="13901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 err="1">
                <a:latin typeface="맑은 고딕" panose="020B0503020000020004" pitchFamily="50" charset="-127"/>
              </a:rPr>
              <a:t>모바일탭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714649"/>
              </p:ext>
            </p:extLst>
          </p:nvPr>
        </p:nvGraphicFramePr>
        <p:xfrm>
          <a:off x="720329" y="3348261"/>
          <a:ext cx="11521280" cy="3429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layer</a:t>
                      </a: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popup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카테고리</a:t>
                      </a:r>
                      <a:r>
                        <a:rPr 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(모바일 only)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CH-U-MO-CA-01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최근 본 상품</a:t>
                      </a:r>
                      <a:r>
                        <a:rPr lang="ko-KR" sz="10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(모바일 only)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CH-U-MO-RE-01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12969"/>
              </p:ext>
            </p:extLst>
          </p:nvPr>
        </p:nvGraphicFramePr>
        <p:xfrm>
          <a:off x="432297" y="508419"/>
          <a:ext cx="12241358" cy="4851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</a:t>
                      </a:r>
                      <a:r>
                        <a:rPr lang="en-US" altLang="ko-KR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 상품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CH-U-MO-RE-01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전체삭제시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전체삭제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 본 상품 목록 전체를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confirm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 전체 삭제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]: </a:t>
                      </a:r>
                      <a:r>
                        <a:rPr lang="en-US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corfirm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</a:t>
                      </a:r>
                      <a:r>
                        <a:rPr lang="en-US" altLang="ko-KR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 상품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CH-U-MO-RE-01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삭제시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[X]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최근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본 상품 목록에서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confirm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해당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 삭제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]: </a:t>
                      </a:r>
                      <a:r>
                        <a:rPr lang="en-US" altLang="ko-KR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corfirm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3862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4840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8260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카테고리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7681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1849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CH-U-MO-CA-01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494045"/>
              </p:ext>
            </p:extLst>
          </p:nvPr>
        </p:nvGraphicFramePr>
        <p:xfrm>
          <a:off x="10128399" y="623854"/>
          <a:ext cx="2850436" cy="30064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주요 카테고리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퀵버튼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메인페이지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퀵버튼과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동일하게 운영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상품 카테고리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상위 카테고리 탭메뉴로 운영하며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카테고리 별 상품 세부 메뉴 제공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전체보기 선택 시 해당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뎁스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카테고리가 적용된 공통 상품 목록화면으로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세부 카테고리 선택 시 해당 하위 카테고리가 사전 적용된 공통 상품 목록 화면으로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바우처로 상품 찾기 메뉴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메뉴 선택 시 해당 바우처로 구매 가능한 상품만 노출되는 공통 상품 목록 화면으로 이동</a:t>
                      </a:r>
                      <a:endParaRPr lang="en-US" altLang="ko-KR" sz="80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고객지원 메뉴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메뉴영역 클릭 시 해당 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F425CC24-3636-ECD8-7D0E-9F5B3650A2F0}"/>
              </a:ext>
            </a:extLst>
          </p:cNvPr>
          <p:cNvGrpSpPr/>
          <p:nvPr/>
        </p:nvGrpSpPr>
        <p:grpSpPr>
          <a:xfrm>
            <a:off x="168443" y="665138"/>
            <a:ext cx="3430800" cy="392834"/>
            <a:chOff x="168443" y="665138"/>
            <a:chExt cx="3430800" cy="39283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3549516-C173-10AA-E4D1-CECCF09D60C8}"/>
                </a:ext>
              </a:extLst>
            </p:cNvPr>
            <p:cNvSpPr/>
            <p:nvPr/>
          </p:nvSpPr>
          <p:spPr>
            <a:xfrm>
              <a:off x="168443" y="665138"/>
              <a:ext cx="3430800" cy="392834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1569A4-CDB5-2DBD-3FB7-E7CC57B87494}"/>
                </a:ext>
              </a:extLst>
            </p:cNvPr>
            <p:cNvSpPr txBox="1"/>
            <p:nvPr/>
          </p:nvSpPr>
          <p:spPr>
            <a:xfrm>
              <a:off x="182297" y="720258"/>
              <a:ext cx="7232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카테고리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9ED2499-3B6C-1068-028E-2BECF4F06EE8}"/>
                </a:ext>
              </a:extLst>
            </p:cNvPr>
            <p:cNvSpPr txBox="1"/>
            <p:nvPr/>
          </p:nvSpPr>
          <p:spPr>
            <a:xfrm>
              <a:off x="3268915" y="705144"/>
              <a:ext cx="2584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16A39E90-1E20-639A-B608-962ECF129A88}"/>
              </a:ext>
            </a:extLst>
          </p:cNvPr>
          <p:cNvGrpSpPr/>
          <p:nvPr/>
        </p:nvGrpSpPr>
        <p:grpSpPr>
          <a:xfrm>
            <a:off x="247731" y="2316722"/>
            <a:ext cx="686406" cy="919111"/>
            <a:chOff x="504305" y="1298158"/>
            <a:chExt cx="686406" cy="919111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3155F4F-0483-EE2A-5383-DFC7CE867587}"/>
                </a:ext>
              </a:extLst>
            </p:cNvPr>
            <p:cNvSpPr txBox="1"/>
            <p:nvPr/>
          </p:nvSpPr>
          <p:spPr>
            <a:xfrm>
              <a:off x="504305" y="1298158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 라이프</a:t>
              </a: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2F0253C9-B256-019A-0C2C-52F6E77C136D}"/>
                </a:ext>
              </a:extLst>
            </p:cNvPr>
            <p:cNvSpPr/>
            <p:nvPr/>
          </p:nvSpPr>
          <p:spPr>
            <a:xfrm>
              <a:off x="571490" y="1456982"/>
              <a:ext cx="561269" cy="72008"/>
            </a:xfrm>
            <a:prstGeom prst="roundRect">
              <a:avLst/>
            </a:prstGeom>
            <a:solidFill>
              <a:schemeClr val="accent6">
                <a:lumMod val="75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73999D48-C47D-B674-26BF-8BDFFFDC34C4}"/>
                </a:ext>
              </a:extLst>
            </p:cNvPr>
            <p:cNvSpPr txBox="1"/>
            <p:nvPr/>
          </p:nvSpPr>
          <p:spPr>
            <a:xfrm>
              <a:off x="552395" y="1638997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7D2DA28-D468-13DA-8607-0AA8C40C0F4E}"/>
                </a:ext>
              </a:extLst>
            </p:cNvPr>
            <p:cNvSpPr txBox="1"/>
            <p:nvPr/>
          </p:nvSpPr>
          <p:spPr>
            <a:xfrm>
              <a:off x="552395" y="1986437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46B4E4FB-D760-A839-81AE-82BA1F017D56}"/>
              </a:ext>
            </a:extLst>
          </p:cNvPr>
          <p:cNvGrpSpPr/>
          <p:nvPr/>
        </p:nvGrpSpPr>
        <p:grpSpPr>
          <a:xfrm>
            <a:off x="216393" y="6507922"/>
            <a:ext cx="3281648" cy="167947"/>
            <a:chOff x="799883" y="5907599"/>
            <a:chExt cx="3281648" cy="167947"/>
          </a:xfrm>
        </p:grpSpPr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EC34437E-7942-BCDA-422B-F7DF6BC2EFB4}"/>
                </a:ext>
              </a:extLst>
            </p:cNvPr>
            <p:cNvSpPr/>
            <p:nvPr/>
          </p:nvSpPr>
          <p:spPr>
            <a:xfrm>
              <a:off x="799883" y="5907599"/>
              <a:ext cx="1080000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공지사항</a:t>
              </a:r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F0F36A4D-5F38-6B1F-B2A2-268A6181FA29}"/>
                </a:ext>
              </a:extLst>
            </p:cNvPr>
            <p:cNvSpPr/>
            <p:nvPr/>
          </p:nvSpPr>
          <p:spPr>
            <a:xfrm>
              <a:off x="1908250" y="5907599"/>
              <a:ext cx="1080000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FAQ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54" name="사각형: 둥근 모서리 153">
              <a:extLst>
                <a:ext uri="{FF2B5EF4-FFF2-40B4-BE49-F238E27FC236}">
                  <a16:creationId xmlns:a16="http://schemas.microsoft.com/office/drawing/2014/main" id="{515FA34D-6641-D9C9-ED5A-74A4B4A61A0C}"/>
                </a:ext>
              </a:extLst>
            </p:cNvPr>
            <p:cNvSpPr/>
            <p:nvPr/>
          </p:nvSpPr>
          <p:spPr>
            <a:xfrm>
              <a:off x="1682143" y="5907599"/>
              <a:ext cx="36661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|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14" name="사각형: 둥근 모서리 213">
              <a:extLst>
                <a:ext uri="{FF2B5EF4-FFF2-40B4-BE49-F238E27FC236}">
                  <a16:creationId xmlns:a16="http://schemas.microsoft.com/office/drawing/2014/main" id="{4F60FB87-ED93-D03E-EECD-25A1F592EAB2}"/>
                </a:ext>
              </a:extLst>
            </p:cNvPr>
            <p:cNvSpPr/>
            <p:nvPr/>
          </p:nvSpPr>
          <p:spPr>
            <a:xfrm>
              <a:off x="3001531" y="5907599"/>
              <a:ext cx="1080000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1:1 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문의</a:t>
              </a:r>
            </a:p>
          </p:txBody>
        </p:sp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5FC3B407-7A32-0D09-6C0D-E69E795078E9}"/>
                </a:ext>
              </a:extLst>
            </p:cNvPr>
            <p:cNvSpPr/>
            <p:nvPr/>
          </p:nvSpPr>
          <p:spPr>
            <a:xfrm>
              <a:off x="2832985" y="5907599"/>
              <a:ext cx="36661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|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</p:grp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FFD7AF73-D38C-B741-287F-B7EF7F4BFDA8}"/>
              </a:ext>
            </a:extLst>
          </p:cNvPr>
          <p:cNvCxnSpPr>
            <a:cxnSpLocks/>
          </p:cNvCxnSpPr>
          <p:nvPr/>
        </p:nvCxnSpPr>
        <p:spPr>
          <a:xfrm>
            <a:off x="1008361" y="2219717"/>
            <a:ext cx="0" cy="221792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7FDAA737-6466-5327-8125-4C4055720ECA}"/>
              </a:ext>
            </a:extLst>
          </p:cNvPr>
          <p:cNvGrpSpPr/>
          <p:nvPr/>
        </p:nvGrpSpPr>
        <p:grpSpPr>
          <a:xfrm>
            <a:off x="1142509" y="2343448"/>
            <a:ext cx="677295" cy="756188"/>
            <a:chOff x="504304" y="1298158"/>
            <a:chExt cx="677295" cy="756188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2EB4344-70CC-06FD-8112-44107853529D}"/>
                </a:ext>
              </a:extLst>
            </p:cNvPr>
            <p:cNvSpPr txBox="1"/>
            <p:nvPr/>
          </p:nvSpPr>
          <p:spPr>
            <a:xfrm>
              <a:off x="504304" y="1298158"/>
              <a:ext cx="67729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D6C5A4C1-CF39-7ADF-9425-DDAF9900E33F}"/>
                </a:ext>
              </a:extLst>
            </p:cNvPr>
            <p:cNvSpPr txBox="1"/>
            <p:nvPr/>
          </p:nvSpPr>
          <p:spPr>
            <a:xfrm>
              <a:off x="504305" y="1561087"/>
              <a:ext cx="6772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3E3DF5-A98F-D7FF-9505-771BF552E11A}"/>
                </a:ext>
              </a:extLst>
            </p:cNvPr>
            <p:cNvSpPr txBox="1"/>
            <p:nvPr/>
          </p:nvSpPr>
          <p:spPr>
            <a:xfrm>
              <a:off x="504305" y="1823514"/>
              <a:ext cx="67729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</a:p>
          </p:txBody>
        </p: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96193E1D-8DEE-7DD4-6BE8-486393F219D9}"/>
              </a:ext>
            </a:extLst>
          </p:cNvPr>
          <p:cNvSpPr txBox="1"/>
          <p:nvPr/>
        </p:nvSpPr>
        <p:spPr>
          <a:xfrm>
            <a:off x="239759" y="4594079"/>
            <a:ext cx="24495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바우처로 상품 찾기</a:t>
            </a:r>
          </a:p>
        </p:txBody>
      </p:sp>
      <p:grpSp>
        <p:nvGrpSpPr>
          <p:cNvPr id="212" name="그룹 211">
            <a:extLst>
              <a:ext uri="{FF2B5EF4-FFF2-40B4-BE49-F238E27FC236}">
                <a16:creationId xmlns:a16="http://schemas.microsoft.com/office/drawing/2014/main" id="{20C75B98-6A5D-1499-A516-87D6CAAEC639}"/>
              </a:ext>
            </a:extLst>
          </p:cNvPr>
          <p:cNvGrpSpPr/>
          <p:nvPr/>
        </p:nvGrpSpPr>
        <p:grpSpPr>
          <a:xfrm>
            <a:off x="1549924" y="1200064"/>
            <a:ext cx="666450" cy="643100"/>
            <a:chOff x="432306" y="1454271"/>
            <a:chExt cx="666450" cy="643100"/>
          </a:xfrm>
        </p:grpSpPr>
        <p:sp>
          <p:nvSpPr>
            <p:cNvPr id="196" name="순서도: 연결자 195">
              <a:extLst>
                <a:ext uri="{FF2B5EF4-FFF2-40B4-BE49-F238E27FC236}">
                  <a16:creationId xmlns:a16="http://schemas.microsoft.com/office/drawing/2014/main" id="{DBA88AA8-5852-9B1A-F09F-195B06B14E03}"/>
                </a:ext>
              </a:extLst>
            </p:cNvPr>
            <p:cNvSpPr/>
            <p:nvPr/>
          </p:nvSpPr>
          <p:spPr>
            <a:xfrm>
              <a:off x="549676" y="1454271"/>
              <a:ext cx="431711" cy="431711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8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EEB60874-173B-73C3-B2D8-336ADE4D922D}"/>
                </a:ext>
              </a:extLst>
            </p:cNvPr>
            <p:cNvSpPr txBox="1"/>
            <p:nvPr/>
          </p:nvSpPr>
          <p:spPr>
            <a:xfrm>
              <a:off x="432306" y="1866539"/>
              <a:ext cx="6664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15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  <a:endPara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1EEDF583-CF5C-F9A0-D5F8-E9DE1B952148}"/>
              </a:ext>
            </a:extLst>
          </p:cNvPr>
          <p:cNvGrpSpPr/>
          <p:nvPr/>
        </p:nvGrpSpPr>
        <p:grpSpPr>
          <a:xfrm>
            <a:off x="2205325" y="1200064"/>
            <a:ext cx="666450" cy="643100"/>
            <a:chOff x="1169842" y="1454271"/>
            <a:chExt cx="666450" cy="643100"/>
          </a:xfrm>
        </p:grpSpPr>
        <p:sp>
          <p:nvSpPr>
            <p:cNvPr id="198" name="순서도: 연결자 197">
              <a:extLst>
                <a:ext uri="{FF2B5EF4-FFF2-40B4-BE49-F238E27FC236}">
                  <a16:creationId xmlns:a16="http://schemas.microsoft.com/office/drawing/2014/main" id="{2FC1B03C-582E-3BC0-1693-6260750B3B61}"/>
                </a:ext>
              </a:extLst>
            </p:cNvPr>
            <p:cNvSpPr/>
            <p:nvPr/>
          </p:nvSpPr>
          <p:spPr>
            <a:xfrm>
              <a:off x="1285909" y="1454271"/>
              <a:ext cx="431711" cy="431711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8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9D177E61-8AC0-412C-D1FC-82A0ADD093EE}"/>
                </a:ext>
              </a:extLst>
            </p:cNvPr>
            <p:cNvSpPr txBox="1"/>
            <p:nvPr/>
          </p:nvSpPr>
          <p:spPr>
            <a:xfrm>
              <a:off x="1169842" y="1866539"/>
              <a:ext cx="6664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150" dirty="0" err="1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여성케어</a:t>
              </a:r>
              <a:endPara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EBD956A-2522-88C1-2F76-E1998C034CB5}"/>
              </a:ext>
            </a:extLst>
          </p:cNvPr>
          <p:cNvGrpSpPr/>
          <p:nvPr/>
        </p:nvGrpSpPr>
        <p:grpSpPr>
          <a:xfrm>
            <a:off x="2860726" y="1200064"/>
            <a:ext cx="666450" cy="643100"/>
            <a:chOff x="1903982" y="1454271"/>
            <a:chExt cx="666450" cy="643100"/>
          </a:xfrm>
        </p:grpSpPr>
        <p:sp>
          <p:nvSpPr>
            <p:cNvPr id="200" name="순서도: 연결자 199">
              <a:extLst>
                <a:ext uri="{FF2B5EF4-FFF2-40B4-BE49-F238E27FC236}">
                  <a16:creationId xmlns:a16="http://schemas.microsoft.com/office/drawing/2014/main" id="{9DA3C992-A2EE-5371-B676-C2F4919C78F7}"/>
                </a:ext>
              </a:extLst>
            </p:cNvPr>
            <p:cNvSpPr/>
            <p:nvPr/>
          </p:nvSpPr>
          <p:spPr>
            <a:xfrm>
              <a:off x="2022142" y="1454271"/>
              <a:ext cx="431711" cy="431711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8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68020F4F-5EFC-A004-0CE4-CC58191F6375}"/>
                </a:ext>
              </a:extLst>
            </p:cNvPr>
            <p:cNvSpPr txBox="1"/>
            <p:nvPr/>
          </p:nvSpPr>
          <p:spPr>
            <a:xfrm>
              <a:off x="1903982" y="1866539"/>
              <a:ext cx="6664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15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생활지원</a:t>
              </a:r>
              <a:endParaRPr lang="ko-KR" altLang="en-US" sz="9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BF9EA3CE-157A-77F8-BE3B-D8B002AA2A49}"/>
              </a:ext>
            </a:extLst>
          </p:cNvPr>
          <p:cNvSpPr txBox="1"/>
          <p:nvPr/>
        </p:nvSpPr>
        <p:spPr>
          <a:xfrm>
            <a:off x="239759" y="1965103"/>
            <a:ext cx="24495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카테고리</a:t>
            </a:r>
          </a:p>
        </p:txBody>
      </p: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B0FE512A-2C4A-2A10-0328-DBEC8482C397}"/>
              </a:ext>
            </a:extLst>
          </p:cNvPr>
          <p:cNvGrpSpPr/>
          <p:nvPr/>
        </p:nvGrpSpPr>
        <p:grpSpPr>
          <a:xfrm>
            <a:off x="274269" y="4843329"/>
            <a:ext cx="3196218" cy="439030"/>
            <a:chOff x="274269" y="5022863"/>
            <a:chExt cx="3196218" cy="439030"/>
          </a:xfrm>
        </p:grpSpPr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51215952-274D-5644-48BF-F049DF7D72DC}"/>
                </a:ext>
              </a:extLst>
            </p:cNvPr>
            <p:cNvSpPr/>
            <p:nvPr/>
          </p:nvSpPr>
          <p:spPr>
            <a:xfrm>
              <a:off x="274269" y="5022863"/>
              <a:ext cx="3196218" cy="439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5517156-E39B-33EB-0024-C69E81EF6A38}"/>
                </a:ext>
              </a:extLst>
            </p:cNvPr>
            <p:cNvSpPr txBox="1"/>
            <p:nvPr/>
          </p:nvSpPr>
          <p:spPr>
            <a:xfrm>
              <a:off x="576313" y="5139470"/>
              <a:ext cx="27675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기저귀</a:t>
              </a:r>
              <a:r>
                <a:rPr lang="en-US" altLang="ko-KR" sz="800" b="1" dirty="0">
                  <a:latin typeface="맑은 고딕"/>
                  <a:ea typeface="맑은 고딕"/>
                </a:rPr>
                <a:t>/</a:t>
              </a:r>
              <a:r>
                <a:rPr lang="ko-KR" altLang="en-US" sz="800" b="1" dirty="0" err="1">
                  <a:latin typeface="맑은 고딕"/>
                  <a:ea typeface="맑은 고딕"/>
                </a:rPr>
                <a:t>조제분유지원</a:t>
              </a:r>
              <a:endParaRPr lang="en-US" altLang="ko-KR" sz="800" b="1" dirty="0">
                <a:latin typeface="맑은 고딕"/>
                <a:ea typeface="맑은 고딕"/>
              </a:endParaRPr>
            </a:p>
          </p:txBody>
        </p:sp>
        <p:sp>
          <p:nvSpPr>
            <p:cNvPr id="220" name="순서도: 연결자 219">
              <a:extLst>
                <a:ext uri="{FF2B5EF4-FFF2-40B4-BE49-F238E27FC236}">
                  <a16:creationId xmlns:a16="http://schemas.microsoft.com/office/drawing/2014/main" id="{733475D8-4763-4A56-9601-0F55BD8571DE}"/>
                </a:ext>
              </a:extLst>
            </p:cNvPr>
            <p:cNvSpPr/>
            <p:nvPr/>
          </p:nvSpPr>
          <p:spPr>
            <a:xfrm>
              <a:off x="388667" y="5127030"/>
              <a:ext cx="240324" cy="240324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7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6C92A6B5-A9C3-865F-A76A-4D5BCEF4B1C5}"/>
              </a:ext>
            </a:extLst>
          </p:cNvPr>
          <p:cNvGrpSpPr/>
          <p:nvPr/>
        </p:nvGrpSpPr>
        <p:grpSpPr>
          <a:xfrm>
            <a:off x="274269" y="5324967"/>
            <a:ext cx="3196218" cy="439030"/>
            <a:chOff x="274269" y="5022863"/>
            <a:chExt cx="3196218" cy="439030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DC22153E-4673-E23F-5202-4FDCA91A5B8F}"/>
                </a:ext>
              </a:extLst>
            </p:cNvPr>
            <p:cNvSpPr/>
            <p:nvPr/>
          </p:nvSpPr>
          <p:spPr>
            <a:xfrm>
              <a:off x="274269" y="5022863"/>
              <a:ext cx="3196218" cy="439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C687971-A540-16D1-0F4B-AB6D1BF13E62}"/>
                </a:ext>
              </a:extLst>
            </p:cNvPr>
            <p:cNvSpPr txBox="1"/>
            <p:nvPr/>
          </p:nvSpPr>
          <p:spPr>
            <a:xfrm>
              <a:off x="576313" y="5139470"/>
              <a:ext cx="27675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여성청소년 생리용품 지원</a:t>
              </a:r>
              <a:endParaRPr lang="en-US" altLang="ko-KR" sz="800" b="1" dirty="0">
                <a:latin typeface="맑은 고딕"/>
                <a:ea typeface="맑은 고딕"/>
              </a:endParaRPr>
            </a:p>
          </p:txBody>
        </p:sp>
        <p:sp>
          <p:nvSpPr>
            <p:cNvPr id="224" name="순서도: 연결자 223">
              <a:extLst>
                <a:ext uri="{FF2B5EF4-FFF2-40B4-BE49-F238E27FC236}">
                  <a16:creationId xmlns:a16="http://schemas.microsoft.com/office/drawing/2014/main" id="{BDD92DCF-8072-F21B-0918-D3FF342E5152}"/>
                </a:ext>
              </a:extLst>
            </p:cNvPr>
            <p:cNvSpPr/>
            <p:nvPr/>
          </p:nvSpPr>
          <p:spPr>
            <a:xfrm>
              <a:off x="388667" y="5127030"/>
              <a:ext cx="240324" cy="240324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7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05D945E6-9DA7-DBD5-57D0-3F251AF5C939}"/>
              </a:ext>
            </a:extLst>
          </p:cNvPr>
          <p:cNvGrpSpPr/>
          <p:nvPr/>
        </p:nvGrpSpPr>
        <p:grpSpPr>
          <a:xfrm>
            <a:off x="274269" y="5823459"/>
            <a:ext cx="3196218" cy="439030"/>
            <a:chOff x="274269" y="5022863"/>
            <a:chExt cx="3196218" cy="439030"/>
          </a:xfrm>
        </p:grpSpPr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3E6E2964-5D00-690C-3588-40D49C3778B1}"/>
                </a:ext>
              </a:extLst>
            </p:cNvPr>
            <p:cNvSpPr/>
            <p:nvPr/>
          </p:nvSpPr>
          <p:spPr>
            <a:xfrm>
              <a:off x="274269" y="5022863"/>
              <a:ext cx="3196218" cy="4390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6ACC9DE1-4157-F5E1-F912-DE4701B96A21}"/>
                </a:ext>
              </a:extLst>
            </p:cNvPr>
            <p:cNvSpPr txBox="1"/>
            <p:nvPr/>
          </p:nvSpPr>
          <p:spPr>
            <a:xfrm>
              <a:off x="576313" y="5139470"/>
              <a:ext cx="27675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첫만남 이용권</a:t>
              </a:r>
              <a:endParaRPr lang="en-US" altLang="ko-KR" sz="800" b="1" dirty="0">
                <a:latin typeface="맑은 고딕"/>
                <a:ea typeface="맑은 고딕"/>
              </a:endParaRPr>
            </a:p>
          </p:txBody>
        </p:sp>
        <p:sp>
          <p:nvSpPr>
            <p:cNvPr id="228" name="순서도: 연결자 227">
              <a:extLst>
                <a:ext uri="{FF2B5EF4-FFF2-40B4-BE49-F238E27FC236}">
                  <a16:creationId xmlns:a16="http://schemas.microsoft.com/office/drawing/2014/main" id="{A5ED3B38-4B00-A958-3D5F-DE8CCECEC915}"/>
                </a:ext>
              </a:extLst>
            </p:cNvPr>
            <p:cNvSpPr/>
            <p:nvPr/>
          </p:nvSpPr>
          <p:spPr>
            <a:xfrm>
              <a:off x="388667" y="5127030"/>
              <a:ext cx="240324" cy="240324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7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9F2E0707-5B58-F19C-5EEA-5F6EC0941031}"/>
              </a:ext>
            </a:extLst>
          </p:cNvPr>
          <p:cNvGrpSpPr/>
          <p:nvPr/>
        </p:nvGrpSpPr>
        <p:grpSpPr>
          <a:xfrm>
            <a:off x="239122" y="1200064"/>
            <a:ext cx="666450" cy="643100"/>
            <a:chOff x="432306" y="1454271"/>
            <a:chExt cx="666450" cy="643100"/>
          </a:xfrm>
        </p:grpSpPr>
        <p:sp>
          <p:nvSpPr>
            <p:cNvPr id="237" name="순서도: 연결자 236">
              <a:extLst>
                <a:ext uri="{FF2B5EF4-FFF2-40B4-BE49-F238E27FC236}">
                  <a16:creationId xmlns:a16="http://schemas.microsoft.com/office/drawing/2014/main" id="{CE0BAE30-6F14-2558-FB82-95870AACCF23}"/>
                </a:ext>
              </a:extLst>
            </p:cNvPr>
            <p:cNvSpPr/>
            <p:nvPr/>
          </p:nvSpPr>
          <p:spPr>
            <a:xfrm>
              <a:off x="549676" y="1454271"/>
              <a:ext cx="431711" cy="431711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8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E66823C3-0530-D138-BB1D-ED7938FEFCCB}"/>
                </a:ext>
              </a:extLst>
            </p:cNvPr>
            <p:cNvSpPr txBox="1"/>
            <p:nvPr/>
          </p:nvSpPr>
          <p:spPr>
            <a:xfrm>
              <a:off x="432306" y="1866539"/>
              <a:ext cx="6664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15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12775896-1326-0C08-C2AE-E03B45B0FF22}"/>
              </a:ext>
            </a:extLst>
          </p:cNvPr>
          <p:cNvGrpSpPr/>
          <p:nvPr/>
        </p:nvGrpSpPr>
        <p:grpSpPr>
          <a:xfrm>
            <a:off x="894523" y="1200064"/>
            <a:ext cx="666450" cy="643100"/>
            <a:chOff x="1169842" y="1454271"/>
            <a:chExt cx="666450" cy="643100"/>
          </a:xfrm>
        </p:grpSpPr>
        <p:sp>
          <p:nvSpPr>
            <p:cNvPr id="240" name="순서도: 연결자 239">
              <a:extLst>
                <a:ext uri="{FF2B5EF4-FFF2-40B4-BE49-F238E27FC236}">
                  <a16:creationId xmlns:a16="http://schemas.microsoft.com/office/drawing/2014/main" id="{E053F8A5-AA78-1A54-37C1-8D60C819E4FC}"/>
                </a:ext>
              </a:extLst>
            </p:cNvPr>
            <p:cNvSpPr/>
            <p:nvPr/>
          </p:nvSpPr>
          <p:spPr>
            <a:xfrm>
              <a:off x="1285909" y="1454271"/>
              <a:ext cx="431711" cy="431711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i="1" dirty="0">
                  <a:solidFill>
                    <a:schemeClr val="bg1">
                      <a:lumMod val="50000"/>
                    </a:schemeClr>
                  </a:solidFill>
                </a:rPr>
                <a:t>icon</a:t>
              </a:r>
              <a:endParaRPr lang="ko-KR" altLang="en-US" sz="8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46B7B3CF-62DF-01D2-5251-EF1886C8A627}"/>
                </a:ext>
              </a:extLst>
            </p:cNvPr>
            <p:cNvSpPr txBox="1"/>
            <p:nvPr/>
          </p:nvSpPr>
          <p:spPr>
            <a:xfrm>
              <a:off x="1169842" y="1866539"/>
              <a:ext cx="6664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spc="-15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</p:grpSp>
      <p:sp>
        <p:nvSpPr>
          <p:cNvPr id="243" name="모서리가 둥근 직사각형 114">
            <a:extLst>
              <a:ext uri="{FF2B5EF4-FFF2-40B4-BE49-F238E27FC236}">
                <a16:creationId xmlns:a16="http://schemas.microsoft.com/office/drawing/2014/main" id="{7302FF3B-9FD3-EA4E-2C9B-CA71B8F20724}"/>
              </a:ext>
            </a:extLst>
          </p:cNvPr>
          <p:cNvSpPr/>
          <p:nvPr/>
        </p:nvSpPr>
        <p:spPr>
          <a:xfrm>
            <a:off x="68850" y="11553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4" name="모서리가 둥근 직사각형 114">
            <a:extLst>
              <a:ext uri="{FF2B5EF4-FFF2-40B4-BE49-F238E27FC236}">
                <a16:creationId xmlns:a16="http://schemas.microsoft.com/office/drawing/2014/main" id="{8B217A08-7B0A-E4A8-7A4D-E0F6DA54DFA2}"/>
              </a:ext>
            </a:extLst>
          </p:cNvPr>
          <p:cNvSpPr/>
          <p:nvPr/>
        </p:nvSpPr>
        <p:spPr>
          <a:xfrm>
            <a:off x="68850" y="18709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5" name="모서리가 둥근 직사각형 114">
            <a:extLst>
              <a:ext uri="{FF2B5EF4-FFF2-40B4-BE49-F238E27FC236}">
                <a16:creationId xmlns:a16="http://schemas.microsoft.com/office/drawing/2014/main" id="{68E69408-05CD-0188-054F-C4BDB4260A15}"/>
              </a:ext>
            </a:extLst>
          </p:cNvPr>
          <p:cNvSpPr/>
          <p:nvPr/>
        </p:nvSpPr>
        <p:spPr>
          <a:xfrm>
            <a:off x="68850" y="44697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B3DF3A1-92A9-D123-1544-8A030B151CC5}"/>
              </a:ext>
            </a:extLst>
          </p:cNvPr>
          <p:cNvSpPr txBox="1"/>
          <p:nvPr/>
        </p:nvSpPr>
        <p:spPr>
          <a:xfrm>
            <a:off x="4176713" y="2015305"/>
            <a:ext cx="665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물티슈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4D2E247A-6950-A0C1-032C-912DBF5EA4F1}"/>
              </a:ext>
            </a:extLst>
          </p:cNvPr>
          <p:cNvSpPr txBox="1"/>
          <p:nvPr/>
        </p:nvSpPr>
        <p:spPr>
          <a:xfrm>
            <a:off x="4176713" y="2912923"/>
            <a:ext cx="66556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여성케어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일반생리대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생리팬티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D9DDCE78-5E1F-56D6-FF99-AFC8F5D398A4}"/>
              </a:ext>
            </a:extLst>
          </p:cNvPr>
          <p:cNvSpPr txBox="1"/>
          <p:nvPr/>
        </p:nvSpPr>
        <p:spPr>
          <a:xfrm>
            <a:off x="4176713" y="357015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생활지원</a:t>
            </a:r>
            <a:endParaRPr lang="en-US" altLang="ko-KR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9" name="모서리가 둥근 직사각형 114">
            <a:extLst>
              <a:ext uri="{FF2B5EF4-FFF2-40B4-BE49-F238E27FC236}">
                <a16:creationId xmlns:a16="http://schemas.microsoft.com/office/drawing/2014/main" id="{0D808533-ACF8-11EF-51FE-60DF99101765}"/>
              </a:ext>
            </a:extLst>
          </p:cNvPr>
          <p:cNvSpPr/>
          <p:nvPr/>
        </p:nvSpPr>
        <p:spPr>
          <a:xfrm>
            <a:off x="68850" y="644827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8686-EB5B-C931-F92A-C2B8FAA8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62C8A-CD4D-1D60-44BE-BEEB554F5376}"/>
              </a:ext>
            </a:extLst>
          </p:cNvPr>
          <p:cNvSpPr txBox="1"/>
          <p:nvPr/>
        </p:nvSpPr>
        <p:spPr>
          <a:xfrm>
            <a:off x="1307907" y="78285"/>
            <a:ext cx="7072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최근 본 상품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85A94-C0BD-FE4A-F158-B0B2D2571C48}"/>
              </a:ext>
            </a:extLst>
          </p:cNvPr>
          <p:cNvSpPr txBox="1"/>
          <p:nvPr/>
        </p:nvSpPr>
        <p:spPr>
          <a:xfrm>
            <a:off x="1302717" y="330494"/>
            <a:ext cx="90601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9BD856-7DEE-5DE0-EACC-B8CC53A42467}"/>
              </a:ext>
            </a:extLst>
          </p:cNvPr>
          <p:cNvSpPr/>
          <p:nvPr/>
        </p:nvSpPr>
        <p:spPr>
          <a:xfrm>
            <a:off x="7921129" y="58428"/>
            <a:ext cx="116249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ctr"/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CH-U-MO-</a:t>
            </a:r>
            <a:r>
              <a: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RE</a:t>
            </a:r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</a:rPr>
              <a:t>-01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D6E3B-1A9E-A6D6-1700-A90AFF20807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FDC46-6798-0565-BA40-4716356881D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F51A4C9-7C20-AAA0-6917-2DA5BE44A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662414"/>
              </p:ext>
            </p:extLst>
          </p:nvPr>
        </p:nvGraphicFramePr>
        <p:xfrm>
          <a:off x="10128399" y="623854"/>
          <a:ext cx="2850436" cy="265519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전체 삭제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 상품 리스트 전체 삭제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(confirm)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본 상품 리스트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해당 상품 상세페이지로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가장 최근 클릭한 순서대로 리스트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노출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주간 최대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50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개까지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버튼 클릭 시 해당 상품리스트 삭제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(confirm)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17BFFA-3568-D105-BBCF-B446B4A6523C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5A9BA2-D291-D714-FE9D-277B0D3E2453}"/>
              </a:ext>
            </a:extLst>
          </p:cNvPr>
          <p:cNvSpPr txBox="1"/>
          <p:nvPr/>
        </p:nvSpPr>
        <p:spPr>
          <a:xfrm>
            <a:off x="377783" y="720258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상품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A4568-B4ED-B12B-2F64-54C57E0F1E77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16C59C3-005A-D98C-E06D-4D092B86F360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6AA69C5-F711-BA02-5E0D-ACFD0A85F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15B0D78-79DA-B0F5-9635-8285B41BA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D92BD79B-9A44-06ED-F55C-632E32F8F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DDC76BA8-07DF-634B-59F4-83C63BE58525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8FCFCB9B-0E9C-AA23-3116-4AD2F8A68144}"/>
              </a:ext>
            </a:extLst>
          </p:cNvPr>
          <p:cNvSpPr/>
          <p:nvPr/>
        </p:nvSpPr>
        <p:spPr>
          <a:xfrm>
            <a:off x="529416" y="5724140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653FE25-0CDC-57A0-AAEC-E74F3EB9C4C9}"/>
              </a:ext>
            </a:extLst>
          </p:cNvPr>
          <p:cNvSpPr/>
          <p:nvPr/>
        </p:nvSpPr>
        <p:spPr>
          <a:xfrm>
            <a:off x="2833979" y="1044005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전체삭제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12F728-A74C-E2B8-A372-DEFC7CB87E59}"/>
              </a:ext>
            </a:extLst>
          </p:cNvPr>
          <p:cNvSpPr txBox="1"/>
          <p:nvPr/>
        </p:nvSpPr>
        <p:spPr>
          <a:xfrm>
            <a:off x="239634" y="1059394"/>
            <a:ext cx="55491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latin typeface="맑은 고딕"/>
                <a:ea typeface="맑은 고딕"/>
              </a:rPr>
              <a:t>20</a:t>
            </a:r>
            <a:r>
              <a:rPr lang="ko-KR" altLang="en-US" sz="700" dirty="0">
                <a:latin typeface="맑은 고딕"/>
                <a:ea typeface="맑은 고딕"/>
              </a:rPr>
              <a:t>개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091B91D1-3A9C-7100-B62E-D9A4362CCC43}"/>
              </a:ext>
            </a:extLst>
          </p:cNvPr>
          <p:cNvGrpSpPr/>
          <p:nvPr/>
        </p:nvGrpSpPr>
        <p:grpSpPr>
          <a:xfrm>
            <a:off x="260415" y="1344446"/>
            <a:ext cx="3196218" cy="784883"/>
            <a:chOff x="260415" y="1344446"/>
            <a:chExt cx="3196218" cy="784883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E4119F8A-4014-452E-F2D8-4C3A088A4770}"/>
                </a:ext>
              </a:extLst>
            </p:cNvPr>
            <p:cNvSpPr/>
            <p:nvPr/>
          </p:nvSpPr>
          <p:spPr>
            <a:xfrm>
              <a:off x="260415" y="1344446"/>
              <a:ext cx="3196218" cy="784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EF8B214-4FEF-D5B0-A059-54BBAF851C7A}"/>
                </a:ext>
              </a:extLst>
            </p:cNvPr>
            <p:cNvSpPr txBox="1"/>
            <p:nvPr/>
          </p:nvSpPr>
          <p:spPr>
            <a:xfrm>
              <a:off x="848986" y="148876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85DC9C61-E02B-4243-F40A-9F6EDC6316EF}"/>
                </a:ext>
              </a:extLst>
            </p:cNvPr>
            <p:cNvSpPr/>
            <p:nvPr/>
          </p:nvSpPr>
          <p:spPr>
            <a:xfrm>
              <a:off x="411516" y="1512723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EF35665-A536-7B8E-7C55-4DA444D69216}"/>
                </a:ext>
              </a:extLst>
            </p:cNvPr>
            <p:cNvSpPr txBox="1"/>
            <p:nvPr/>
          </p:nvSpPr>
          <p:spPr>
            <a:xfrm>
              <a:off x="848987" y="165995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38,000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1874F6F-F5CE-CC8F-C941-E7A56B1C027F}"/>
                </a:ext>
              </a:extLst>
            </p:cNvPr>
            <p:cNvSpPr txBox="1"/>
            <p:nvPr/>
          </p:nvSpPr>
          <p:spPr>
            <a:xfrm>
              <a:off x="3190158" y="1373988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50929B23-194D-3E60-9312-FDFCDF70A2DA}"/>
                </a:ext>
              </a:extLst>
            </p:cNvPr>
            <p:cNvSpPr/>
            <p:nvPr/>
          </p:nvSpPr>
          <p:spPr>
            <a:xfrm>
              <a:off x="905579" y="1860013"/>
              <a:ext cx="9668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EFD4168E-54F0-DC24-530E-A2AACC1B9F4E}"/>
                </a:ext>
              </a:extLst>
            </p:cNvPr>
            <p:cNvSpPr/>
            <p:nvPr/>
          </p:nvSpPr>
          <p:spPr>
            <a:xfrm>
              <a:off x="1889505" y="1860013"/>
              <a:ext cx="597262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D77FAE80-6CB8-EA71-6D19-9EE8437A0F00}"/>
              </a:ext>
            </a:extLst>
          </p:cNvPr>
          <p:cNvGrpSpPr/>
          <p:nvPr/>
        </p:nvGrpSpPr>
        <p:grpSpPr>
          <a:xfrm>
            <a:off x="260415" y="2204691"/>
            <a:ext cx="3196218" cy="784883"/>
            <a:chOff x="260415" y="1344446"/>
            <a:chExt cx="3196218" cy="784883"/>
          </a:xfrm>
        </p:grpSpPr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14AB95BD-2304-F942-17D7-B9CCFDC43D24}"/>
                </a:ext>
              </a:extLst>
            </p:cNvPr>
            <p:cNvSpPr/>
            <p:nvPr/>
          </p:nvSpPr>
          <p:spPr>
            <a:xfrm>
              <a:off x="260415" y="1344446"/>
              <a:ext cx="3196218" cy="784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3F0586C5-F0CB-04B1-5549-33F76190E6C9}"/>
                </a:ext>
              </a:extLst>
            </p:cNvPr>
            <p:cNvSpPr txBox="1"/>
            <p:nvPr/>
          </p:nvSpPr>
          <p:spPr>
            <a:xfrm>
              <a:off x="848986" y="148876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791AA44A-9E75-E8AB-77C0-5728BE4D967A}"/>
                </a:ext>
              </a:extLst>
            </p:cNvPr>
            <p:cNvSpPr/>
            <p:nvPr/>
          </p:nvSpPr>
          <p:spPr>
            <a:xfrm>
              <a:off x="411516" y="1512723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6975FD5-4DDE-E01F-FEA3-68DA6E36574B}"/>
                </a:ext>
              </a:extLst>
            </p:cNvPr>
            <p:cNvSpPr txBox="1"/>
            <p:nvPr/>
          </p:nvSpPr>
          <p:spPr>
            <a:xfrm>
              <a:off x="848987" y="165995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38,000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A193F48-E1F8-F479-71C1-46F4139CB4B5}"/>
                </a:ext>
              </a:extLst>
            </p:cNvPr>
            <p:cNvSpPr txBox="1"/>
            <p:nvPr/>
          </p:nvSpPr>
          <p:spPr>
            <a:xfrm>
              <a:off x="3190158" y="1373988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07BEAE4D-DCD7-F07E-503A-10A7EF0AC06A}"/>
                </a:ext>
              </a:extLst>
            </p:cNvPr>
            <p:cNvSpPr/>
            <p:nvPr/>
          </p:nvSpPr>
          <p:spPr>
            <a:xfrm>
              <a:off x="905579" y="1860013"/>
              <a:ext cx="9668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62" name="사각형: 둥근 모서리 161">
              <a:extLst>
                <a:ext uri="{FF2B5EF4-FFF2-40B4-BE49-F238E27FC236}">
                  <a16:creationId xmlns:a16="http://schemas.microsoft.com/office/drawing/2014/main" id="{DFD280EE-72E3-D815-1CE1-49A02CBEF5FC}"/>
                </a:ext>
              </a:extLst>
            </p:cNvPr>
            <p:cNvSpPr/>
            <p:nvPr/>
          </p:nvSpPr>
          <p:spPr>
            <a:xfrm>
              <a:off x="1889505" y="1860013"/>
              <a:ext cx="597262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25F39DC-858F-CE97-7BB3-031D37552E1B}"/>
              </a:ext>
            </a:extLst>
          </p:cNvPr>
          <p:cNvGrpSpPr/>
          <p:nvPr/>
        </p:nvGrpSpPr>
        <p:grpSpPr>
          <a:xfrm>
            <a:off x="260415" y="3067434"/>
            <a:ext cx="3196218" cy="784883"/>
            <a:chOff x="260415" y="1344446"/>
            <a:chExt cx="3196218" cy="784883"/>
          </a:xfrm>
        </p:grpSpPr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EF34A076-F285-EC30-35F1-834EC06022BC}"/>
                </a:ext>
              </a:extLst>
            </p:cNvPr>
            <p:cNvSpPr/>
            <p:nvPr/>
          </p:nvSpPr>
          <p:spPr>
            <a:xfrm>
              <a:off x="260415" y="1344446"/>
              <a:ext cx="3196218" cy="784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E4266EF6-5A54-AA54-525A-BE7C4599CA87}"/>
                </a:ext>
              </a:extLst>
            </p:cNvPr>
            <p:cNvSpPr txBox="1"/>
            <p:nvPr/>
          </p:nvSpPr>
          <p:spPr>
            <a:xfrm>
              <a:off x="848986" y="148876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4FCD35FB-C22C-0E03-0F7A-098693C6614E}"/>
                </a:ext>
              </a:extLst>
            </p:cNvPr>
            <p:cNvSpPr/>
            <p:nvPr/>
          </p:nvSpPr>
          <p:spPr>
            <a:xfrm>
              <a:off x="411516" y="1512723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238B194-4183-74A6-72AA-B2333DF0153C}"/>
                </a:ext>
              </a:extLst>
            </p:cNvPr>
            <p:cNvSpPr txBox="1"/>
            <p:nvPr/>
          </p:nvSpPr>
          <p:spPr>
            <a:xfrm>
              <a:off x="848987" y="165995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38,000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E0D7FE8-A884-59A1-FC2E-839F6A860A7F}"/>
                </a:ext>
              </a:extLst>
            </p:cNvPr>
            <p:cNvSpPr txBox="1"/>
            <p:nvPr/>
          </p:nvSpPr>
          <p:spPr>
            <a:xfrm>
              <a:off x="3190158" y="1373988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0" name="사각형: 둥근 모서리 169">
              <a:extLst>
                <a:ext uri="{FF2B5EF4-FFF2-40B4-BE49-F238E27FC236}">
                  <a16:creationId xmlns:a16="http://schemas.microsoft.com/office/drawing/2014/main" id="{AA6C5349-EC43-CB74-B049-2C40C4B3A791}"/>
                </a:ext>
              </a:extLst>
            </p:cNvPr>
            <p:cNvSpPr/>
            <p:nvPr/>
          </p:nvSpPr>
          <p:spPr>
            <a:xfrm>
              <a:off x="905579" y="1860013"/>
              <a:ext cx="9668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DB5D9FD-79BA-8B11-8FF3-D531EA8F69A1}"/>
                </a:ext>
              </a:extLst>
            </p:cNvPr>
            <p:cNvSpPr/>
            <p:nvPr/>
          </p:nvSpPr>
          <p:spPr>
            <a:xfrm>
              <a:off x="1889505" y="1860013"/>
              <a:ext cx="597262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49FAC8DF-EFEC-A5F5-9924-C4C872F288B7}"/>
              </a:ext>
            </a:extLst>
          </p:cNvPr>
          <p:cNvGrpSpPr/>
          <p:nvPr/>
        </p:nvGrpSpPr>
        <p:grpSpPr>
          <a:xfrm>
            <a:off x="260415" y="3932198"/>
            <a:ext cx="3196218" cy="784883"/>
            <a:chOff x="260415" y="1344446"/>
            <a:chExt cx="3196218" cy="784883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E6D2D5A6-1B22-B8EF-1064-BCF5A4276176}"/>
                </a:ext>
              </a:extLst>
            </p:cNvPr>
            <p:cNvSpPr/>
            <p:nvPr/>
          </p:nvSpPr>
          <p:spPr>
            <a:xfrm>
              <a:off x="260415" y="1344446"/>
              <a:ext cx="3196218" cy="784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A0B4C362-AD00-E2A3-227A-76C42C4C82F7}"/>
                </a:ext>
              </a:extLst>
            </p:cNvPr>
            <p:cNvSpPr txBox="1"/>
            <p:nvPr/>
          </p:nvSpPr>
          <p:spPr>
            <a:xfrm>
              <a:off x="848986" y="148876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62CFF96D-A005-AAF1-F552-5C5EB5988B39}"/>
                </a:ext>
              </a:extLst>
            </p:cNvPr>
            <p:cNvSpPr/>
            <p:nvPr/>
          </p:nvSpPr>
          <p:spPr>
            <a:xfrm>
              <a:off x="411516" y="1512723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8D8940E0-01E7-A50C-1A2A-BDFE7EFF0859}"/>
                </a:ext>
              </a:extLst>
            </p:cNvPr>
            <p:cNvSpPr txBox="1"/>
            <p:nvPr/>
          </p:nvSpPr>
          <p:spPr>
            <a:xfrm>
              <a:off x="848987" y="165995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38,000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EDAF211-6A28-DC36-F4BA-71996B42D6EE}"/>
                </a:ext>
              </a:extLst>
            </p:cNvPr>
            <p:cNvSpPr txBox="1"/>
            <p:nvPr/>
          </p:nvSpPr>
          <p:spPr>
            <a:xfrm>
              <a:off x="3190158" y="1373988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7C98BA1A-BE1C-933B-A736-A9963A5DF0BC}"/>
                </a:ext>
              </a:extLst>
            </p:cNvPr>
            <p:cNvSpPr/>
            <p:nvPr/>
          </p:nvSpPr>
          <p:spPr>
            <a:xfrm>
              <a:off x="905579" y="1860013"/>
              <a:ext cx="9668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3703FD78-02E6-6F55-CF96-65B8B23EAB35}"/>
                </a:ext>
              </a:extLst>
            </p:cNvPr>
            <p:cNvSpPr/>
            <p:nvPr/>
          </p:nvSpPr>
          <p:spPr>
            <a:xfrm>
              <a:off x="1889505" y="1860013"/>
              <a:ext cx="597262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59BC9931-3BFC-989F-1A1F-82ECE432D194}"/>
              </a:ext>
            </a:extLst>
          </p:cNvPr>
          <p:cNvGrpSpPr/>
          <p:nvPr/>
        </p:nvGrpSpPr>
        <p:grpSpPr>
          <a:xfrm>
            <a:off x="260415" y="4794941"/>
            <a:ext cx="3196218" cy="784883"/>
            <a:chOff x="260415" y="1344446"/>
            <a:chExt cx="3196218" cy="784883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FBEAB3D4-8D07-66E8-2011-0D2F2FA1E89C}"/>
                </a:ext>
              </a:extLst>
            </p:cNvPr>
            <p:cNvSpPr/>
            <p:nvPr/>
          </p:nvSpPr>
          <p:spPr>
            <a:xfrm>
              <a:off x="260415" y="1344446"/>
              <a:ext cx="3196218" cy="7848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A9AE0DAC-8EE7-EED0-90E7-F6A29F9DA976}"/>
                </a:ext>
              </a:extLst>
            </p:cNvPr>
            <p:cNvSpPr txBox="1"/>
            <p:nvPr/>
          </p:nvSpPr>
          <p:spPr>
            <a:xfrm>
              <a:off x="848986" y="148876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D689C49C-B4E9-CE40-71D8-253E1FDD2BCF}"/>
                </a:ext>
              </a:extLst>
            </p:cNvPr>
            <p:cNvSpPr/>
            <p:nvPr/>
          </p:nvSpPr>
          <p:spPr>
            <a:xfrm>
              <a:off x="411516" y="1512723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E5E2A656-EE35-08F4-6320-BDA18D1D19F3}"/>
                </a:ext>
              </a:extLst>
            </p:cNvPr>
            <p:cNvSpPr txBox="1"/>
            <p:nvPr/>
          </p:nvSpPr>
          <p:spPr>
            <a:xfrm>
              <a:off x="848987" y="165995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38,000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원</a:t>
              </a:r>
              <a:endPara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EFCEDF7A-0850-77A4-59ED-7C57814466DD}"/>
                </a:ext>
              </a:extLst>
            </p:cNvPr>
            <p:cNvSpPr txBox="1"/>
            <p:nvPr/>
          </p:nvSpPr>
          <p:spPr>
            <a:xfrm>
              <a:off x="3190158" y="1373988"/>
              <a:ext cx="24237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1CB05D2B-CAE1-E7C5-B0E7-3CA21D333EDA}"/>
                </a:ext>
              </a:extLst>
            </p:cNvPr>
            <p:cNvSpPr/>
            <p:nvPr/>
          </p:nvSpPr>
          <p:spPr>
            <a:xfrm>
              <a:off x="905579" y="1860013"/>
              <a:ext cx="9668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기저귀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/</a:t>
              </a:r>
              <a:r>
                <a:rPr lang="ko-KR" altLang="en-US" sz="700" dirty="0" err="1">
                  <a:solidFill>
                    <a:schemeClr val="tx1"/>
                  </a:solidFill>
                  <a:ea typeface="맑은 고딕"/>
                </a:rPr>
                <a:t>조제분유지원</a:t>
              </a:r>
              <a:endParaRPr lang="ko-KR" altLang="en-US" sz="700" dirty="0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201" name="사각형: 둥근 모서리 200">
              <a:extLst>
                <a:ext uri="{FF2B5EF4-FFF2-40B4-BE49-F238E27FC236}">
                  <a16:creationId xmlns:a16="http://schemas.microsoft.com/office/drawing/2014/main" id="{178A819E-2DC1-6143-20D9-D9DDA3D2D080}"/>
                </a:ext>
              </a:extLst>
            </p:cNvPr>
            <p:cNvSpPr/>
            <p:nvPr/>
          </p:nvSpPr>
          <p:spPr>
            <a:xfrm>
              <a:off x="1889505" y="1860013"/>
              <a:ext cx="597262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첫만남이용권</a:t>
              </a:r>
            </a:p>
          </p:txBody>
        </p:sp>
      </p:grpSp>
      <p:sp>
        <p:nvSpPr>
          <p:cNvPr id="203" name="모서리가 둥근 직사각형 114">
            <a:extLst>
              <a:ext uri="{FF2B5EF4-FFF2-40B4-BE49-F238E27FC236}">
                <a16:creationId xmlns:a16="http://schemas.microsoft.com/office/drawing/2014/main" id="{F72C2646-4279-BE54-E7D4-D2FEE9858A98}"/>
              </a:ext>
            </a:extLst>
          </p:cNvPr>
          <p:cNvSpPr/>
          <p:nvPr/>
        </p:nvSpPr>
        <p:spPr>
          <a:xfrm>
            <a:off x="2543414" y="101174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4" name="모서리가 둥근 직사각형 114">
            <a:extLst>
              <a:ext uri="{FF2B5EF4-FFF2-40B4-BE49-F238E27FC236}">
                <a16:creationId xmlns:a16="http://schemas.microsoft.com/office/drawing/2014/main" id="{56D53E79-E498-4371-DE36-0D9ACC84F388}"/>
              </a:ext>
            </a:extLst>
          </p:cNvPr>
          <p:cNvSpPr/>
          <p:nvPr/>
        </p:nvSpPr>
        <p:spPr>
          <a:xfrm>
            <a:off x="60753" y="13396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6" name="모서리가 둥근 직사각형 114">
            <a:extLst>
              <a:ext uri="{FF2B5EF4-FFF2-40B4-BE49-F238E27FC236}">
                <a16:creationId xmlns:a16="http://schemas.microsoft.com/office/drawing/2014/main" id="{737AFEAB-350C-78FB-F301-633532FF8038}"/>
              </a:ext>
            </a:extLst>
          </p:cNvPr>
          <p:cNvSpPr/>
          <p:nvPr/>
        </p:nvSpPr>
        <p:spPr>
          <a:xfrm>
            <a:off x="60753" y="57720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06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32980</TotalTime>
  <Words>513</Words>
  <Application>Microsoft Office PowerPoint</Application>
  <PresentationFormat>사용자 지정</PresentationFormat>
  <Paragraphs>178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1492</cp:revision>
  <dcterms:created xsi:type="dcterms:W3CDTF">2020-09-28T12:25:11Z</dcterms:created>
  <dcterms:modified xsi:type="dcterms:W3CDTF">2026-08-03T08:31:09Z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